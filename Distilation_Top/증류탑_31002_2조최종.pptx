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77" r:id="rId9"/>
    <p:sldId id="278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/>
  <p:notesSz cx="18288000" cy="10287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34766" y="1388566"/>
            <a:ext cx="13070840" cy="42545"/>
          </a:xfrm>
          <a:custGeom>
            <a:avLst/>
            <a:gdLst/>
            <a:ahLst/>
            <a:cxnLst/>
            <a:rect l="l" t="t" r="r" b="b"/>
            <a:pathLst>
              <a:path w="13070840" h="42544">
                <a:moveTo>
                  <a:pt x="0" y="41956"/>
                </a:moveTo>
                <a:lnTo>
                  <a:pt x="13070771" y="41956"/>
                </a:lnTo>
                <a:lnTo>
                  <a:pt x="13070771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34766" y="375369"/>
            <a:ext cx="13070840" cy="1013460"/>
          </a:xfrm>
          <a:custGeom>
            <a:avLst/>
            <a:gdLst/>
            <a:ahLst/>
            <a:cxnLst/>
            <a:rect l="l" t="t" r="r" b="b"/>
            <a:pathLst>
              <a:path w="13070840" h="1013460">
                <a:moveTo>
                  <a:pt x="0" y="1013197"/>
                </a:moveTo>
                <a:lnTo>
                  <a:pt x="13070771" y="1013197"/>
                </a:lnTo>
                <a:lnTo>
                  <a:pt x="13070771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834766" y="1388566"/>
            <a:ext cx="13001625" cy="7973695"/>
          </a:xfrm>
          <a:custGeom>
            <a:avLst/>
            <a:gdLst/>
            <a:ahLst/>
            <a:cxnLst/>
            <a:rect l="l" t="t" r="r" b="b"/>
            <a:pathLst>
              <a:path w="13001625" h="7973695">
                <a:moveTo>
                  <a:pt x="0" y="7973284"/>
                </a:moveTo>
                <a:lnTo>
                  <a:pt x="13001348" y="7973284"/>
                </a:lnTo>
                <a:lnTo>
                  <a:pt x="13001348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13836115" y="1388566"/>
            <a:ext cx="4121150" cy="7973695"/>
          </a:xfrm>
          <a:custGeom>
            <a:avLst/>
            <a:gdLst/>
            <a:ahLst/>
            <a:cxnLst/>
            <a:rect l="l" t="t" r="r" b="b"/>
            <a:pathLst>
              <a:path w="4121150" h="7973695">
                <a:moveTo>
                  <a:pt x="0" y="7973284"/>
                </a:moveTo>
                <a:lnTo>
                  <a:pt x="4120821" y="7973284"/>
                </a:lnTo>
                <a:lnTo>
                  <a:pt x="4120821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k object 36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k object 37"/>
          <p:cNvSpPr/>
          <p:nvPr/>
        </p:nvSpPr>
        <p:spPr>
          <a:xfrm>
            <a:off x="834766" y="9361851"/>
            <a:ext cx="13001625" cy="551815"/>
          </a:xfrm>
          <a:custGeom>
            <a:avLst/>
            <a:gdLst/>
            <a:ahLst/>
            <a:cxnLst/>
            <a:rect l="l" t="t" r="r" b="b"/>
            <a:pathLst>
              <a:path w="13001625" h="551815">
                <a:moveTo>
                  <a:pt x="0" y="551609"/>
                </a:moveTo>
                <a:lnTo>
                  <a:pt x="13001348" y="551609"/>
                </a:lnTo>
                <a:lnTo>
                  <a:pt x="13001348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k object 38"/>
          <p:cNvSpPr/>
          <p:nvPr/>
        </p:nvSpPr>
        <p:spPr>
          <a:xfrm>
            <a:off x="13836115" y="9361851"/>
            <a:ext cx="4451985" cy="925194"/>
          </a:xfrm>
          <a:custGeom>
            <a:avLst/>
            <a:gdLst/>
            <a:ahLst/>
            <a:cxnLst/>
            <a:rect l="l" t="t" r="r" b="b"/>
            <a:pathLst>
              <a:path w="4451984" h="925195">
                <a:moveTo>
                  <a:pt x="0" y="925147"/>
                </a:moveTo>
                <a:lnTo>
                  <a:pt x="4451884" y="925147"/>
                </a:lnTo>
                <a:lnTo>
                  <a:pt x="4451884" y="0"/>
                </a:lnTo>
                <a:lnTo>
                  <a:pt x="0" y="0"/>
                </a:lnTo>
                <a:lnTo>
                  <a:pt x="0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k object 39"/>
          <p:cNvSpPr/>
          <p:nvPr/>
        </p:nvSpPr>
        <p:spPr>
          <a:xfrm>
            <a:off x="13836115" y="9361851"/>
            <a:ext cx="4121150" cy="551815"/>
          </a:xfrm>
          <a:custGeom>
            <a:avLst/>
            <a:gdLst/>
            <a:ahLst/>
            <a:cxnLst/>
            <a:rect l="l" t="t" r="r" b="b"/>
            <a:pathLst>
              <a:path w="4121150" h="551815">
                <a:moveTo>
                  <a:pt x="4120821" y="551609"/>
                </a:moveTo>
                <a:lnTo>
                  <a:pt x="0" y="551609"/>
                </a:lnTo>
                <a:lnTo>
                  <a:pt x="0" y="0"/>
                </a:lnTo>
                <a:lnTo>
                  <a:pt x="4120821" y="0"/>
                </a:lnTo>
                <a:lnTo>
                  <a:pt x="4120821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9" Type="http://schemas.openxmlformats.org/officeDocument/2006/relationships/image" Target="../media/image55.png"/><Relationship Id="rId21" Type="http://schemas.openxmlformats.org/officeDocument/2006/relationships/image" Target="../media/image37.png"/><Relationship Id="rId34" Type="http://schemas.openxmlformats.org/officeDocument/2006/relationships/image" Target="../media/image50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41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56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31" Type="http://schemas.openxmlformats.org/officeDocument/2006/relationships/image" Target="../media/image47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9" Type="http://schemas.openxmlformats.org/officeDocument/2006/relationships/image" Target="../media/image134.png"/><Relationship Id="rId21" Type="http://schemas.openxmlformats.org/officeDocument/2006/relationships/image" Target="../media/image116.png"/><Relationship Id="rId34" Type="http://schemas.openxmlformats.org/officeDocument/2006/relationships/image" Target="../media/image129.png"/><Relationship Id="rId42" Type="http://schemas.openxmlformats.org/officeDocument/2006/relationships/image" Target="../media/image137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4.png"/><Relationship Id="rId41" Type="http://schemas.openxmlformats.org/officeDocument/2006/relationships/image" Target="../media/image1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127.png"/><Relationship Id="rId37" Type="http://schemas.openxmlformats.org/officeDocument/2006/relationships/image" Target="../media/image132.png"/><Relationship Id="rId40" Type="http://schemas.openxmlformats.org/officeDocument/2006/relationships/image" Target="../media/image135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3.png"/><Relationship Id="rId36" Type="http://schemas.openxmlformats.org/officeDocument/2006/relationships/image" Target="../media/image131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26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Relationship Id="rId30" Type="http://schemas.openxmlformats.org/officeDocument/2006/relationships/image" Target="../media/image125.png"/><Relationship Id="rId35" Type="http://schemas.openxmlformats.org/officeDocument/2006/relationships/image" Target="../media/image130.png"/><Relationship Id="rId43" Type="http://schemas.openxmlformats.org/officeDocument/2006/relationships/image" Target="../media/image138.png"/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28.png"/><Relationship Id="rId38" Type="http://schemas.openxmlformats.org/officeDocument/2006/relationships/image" Target="../media/image13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png"/><Relationship Id="rId18" Type="http://schemas.openxmlformats.org/officeDocument/2006/relationships/image" Target="../media/image155.png"/><Relationship Id="rId26" Type="http://schemas.openxmlformats.org/officeDocument/2006/relationships/image" Target="../media/image163.png"/><Relationship Id="rId39" Type="http://schemas.openxmlformats.org/officeDocument/2006/relationships/image" Target="../media/image176.png"/><Relationship Id="rId21" Type="http://schemas.openxmlformats.org/officeDocument/2006/relationships/image" Target="../media/image158.png"/><Relationship Id="rId34" Type="http://schemas.openxmlformats.org/officeDocument/2006/relationships/image" Target="../media/image171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17" Type="http://schemas.openxmlformats.org/officeDocument/2006/relationships/image" Target="../media/image154.png"/><Relationship Id="rId25" Type="http://schemas.openxmlformats.org/officeDocument/2006/relationships/image" Target="../media/image162.png"/><Relationship Id="rId33" Type="http://schemas.openxmlformats.org/officeDocument/2006/relationships/image" Target="../media/image170.png"/><Relationship Id="rId38" Type="http://schemas.openxmlformats.org/officeDocument/2006/relationships/image" Target="../media/image175.png"/><Relationship Id="rId2" Type="http://schemas.openxmlformats.org/officeDocument/2006/relationships/image" Target="../media/image139.png"/><Relationship Id="rId16" Type="http://schemas.openxmlformats.org/officeDocument/2006/relationships/image" Target="../media/image153.png"/><Relationship Id="rId20" Type="http://schemas.openxmlformats.org/officeDocument/2006/relationships/image" Target="../media/image157.png"/><Relationship Id="rId29" Type="http://schemas.openxmlformats.org/officeDocument/2006/relationships/image" Target="../media/image1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24" Type="http://schemas.openxmlformats.org/officeDocument/2006/relationships/image" Target="../media/image161.png"/><Relationship Id="rId32" Type="http://schemas.openxmlformats.org/officeDocument/2006/relationships/image" Target="../media/image169.png"/><Relationship Id="rId37" Type="http://schemas.openxmlformats.org/officeDocument/2006/relationships/image" Target="../media/image174.png"/><Relationship Id="rId40" Type="http://schemas.openxmlformats.org/officeDocument/2006/relationships/image" Target="../media/image177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23" Type="http://schemas.openxmlformats.org/officeDocument/2006/relationships/image" Target="../media/image160.png"/><Relationship Id="rId28" Type="http://schemas.openxmlformats.org/officeDocument/2006/relationships/image" Target="../media/image165.png"/><Relationship Id="rId36" Type="http://schemas.openxmlformats.org/officeDocument/2006/relationships/image" Target="../media/image173.png"/><Relationship Id="rId10" Type="http://schemas.openxmlformats.org/officeDocument/2006/relationships/image" Target="../media/image147.png"/><Relationship Id="rId19" Type="http://schemas.openxmlformats.org/officeDocument/2006/relationships/image" Target="../media/image156.png"/><Relationship Id="rId31" Type="http://schemas.openxmlformats.org/officeDocument/2006/relationships/image" Target="../media/image168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Relationship Id="rId22" Type="http://schemas.openxmlformats.org/officeDocument/2006/relationships/image" Target="../media/image159.png"/><Relationship Id="rId27" Type="http://schemas.openxmlformats.org/officeDocument/2006/relationships/image" Target="../media/image164.png"/><Relationship Id="rId30" Type="http://schemas.openxmlformats.org/officeDocument/2006/relationships/image" Target="../media/image167.png"/><Relationship Id="rId35" Type="http://schemas.openxmlformats.org/officeDocument/2006/relationships/image" Target="../media/image172.png"/><Relationship Id="rId8" Type="http://schemas.openxmlformats.org/officeDocument/2006/relationships/image" Target="../media/image145.png"/><Relationship Id="rId3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140.png"/><Relationship Id="rId7" Type="http://schemas.openxmlformats.org/officeDocument/2006/relationships/image" Target="../media/image18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92.png"/><Relationship Id="rId3" Type="http://schemas.openxmlformats.org/officeDocument/2006/relationships/image" Target="../media/image140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5" Type="http://schemas.openxmlformats.org/officeDocument/2006/relationships/image" Target="../media/image184.png"/><Relationship Id="rId15" Type="http://schemas.openxmlformats.org/officeDocument/2006/relationships/image" Target="../media/image194.png"/><Relationship Id="rId10" Type="http://schemas.openxmlformats.org/officeDocument/2006/relationships/image" Target="../media/image189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Relationship Id="rId14" Type="http://schemas.openxmlformats.org/officeDocument/2006/relationships/image" Target="../media/image19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13" Type="http://schemas.openxmlformats.org/officeDocument/2006/relationships/image" Target="../media/image206.png"/><Relationship Id="rId18" Type="http://schemas.openxmlformats.org/officeDocument/2006/relationships/image" Target="../media/image211.png"/><Relationship Id="rId26" Type="http://schemas.openxmlformats.org/officeDocument/2006/relationships/image" Target="../media/image219.png"/><Relationship Id="rId3" Type="http://schemas.openxmlformats.org/officeDocument/2006/relationships/image" Target="../media/image196.png"/><Relationship Id="rId21" Type="http://schemas.openxmlformats.org/officeDocument/2006/relationships/image" Target="../media/image214.png"/><Relationship Id="rId7" Type="http://schemas.openxmlformats.org/officeDocument/2006/relationships/image" Target="../media/image200.png"/><Relationship Id="rId12" Type="http://schemas.openxmlformats.org/officeDocument/2006/relationships/image" Target="../media/image205.png"/><Relationship Id="rId17" Type="http://schemas.openxmlformats.org/officeDocument/2006/relationships/image" Target="../media/image210.png"/><Relationship Id="rId25" Type="http://schemas.openxmlformats.org/officeDocument/2006/relationships/image" Target="../media/image218.png"/><Relationship Id="rId2" Type="http://schemas.openxmlformats.org/officeDocument/2006/relationships/image" Target="../media/image195.png"/><Relationship Id="rId16" Type="http://schemas.openxmlformats.org/officeDocument/2006/relationships/image" Target="../media/image209.png"/><Relationship Id="rId20" Type="http://schemas.openxmlformats.org/officeDocument/2006/relationships/image" Target="../media/image213.png"/><Relationship Id="rId29" Type="http://schemas.openxmlformats.org/officeDocument/2006/relationships/image" Target="../media/image2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9.png"/><Relationship Id="rId11" Type="http://schemas.openxmlformats.org/officeDocument/2006/relationships/image" Target="../media/image204.png"/><Relationship Id="rId24" Type="http://schemas.openxmlformats.org/officeDocument/2006/relationships/image" Target="../media/image217.png"/><Relationship Id="rId32" Type="http://schemas.openxmlformats.org/officeDocument/2006/relationships/image" Target="../media/image225.png"/><Relationship Id="rId5" Type="http://schemas.openxmlformats.org/officeDocument/2006/relationships/image" Target="../media/image198.png"/><Relationship Id="rId15" Type="http://schemas.openxmlformats.org/officeDocument/2006/relationships/image" Target="../media/image208.png"/><Relationship Id="rId23" Type="http://schemas.openxmlformats.org/officeDocument/2006/relationships/image" Target="../media/image216.png"/><Relationship Id="rId28" Type="http://schemas.openxmlformats.org/officeDocument/2006/relationships/image" Target="../media/image221.png"/><Relationship Id="rId10" Type="http://schemas.openxmlformats.org/officeDocument/2006/relationships/image" Target="../media/image203.png"/><Relationship Id="rId19" Type="http://schemas.openxmlformats.org/officeDocument/2006/relationships/image" Target="../media/image212.png"/><Relationship Id="rId31" Type="http://schemas.openxmlformats.org/officeDocument/2006/relationships/image" Target="../media/image224.png"/><Relationship Id="rId4" Type="http://schemas.openxmlformats.org/officeDocument/2006/relationships/image" Target="../media/image197.png"/><Relationship Id="rId9" Type="http://schemas.openxmlformats.org/officeDocument/2006/relationships/image" Target="../media/image202.png"/><Relationship Id="rId14" Type="http://schemas.openxmlformats.org/officeDocument/2006/relationships/image" Target="../media/image207.png"/><Relationship Id="rId22" Type="http://schemas.openxmlformats.org/officeDocument/2006/relationships/image" Target="../media/image215.png"/><Relationship Id="rId27" Type="http://schemas.openxmlformats.org/officeDocument/2006/relationships/image" Target="../media/image220.png"/><Relationship Id="rId30" Type="http://schemas.openxmlformats.org/officeDocument/2006/relationships/image" Target="../media/image2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1.png"/><Relationship Id="rId21" Type="http://schemas.openxmlformats.org/officeDocument/2006/relationships/image" Target="../media/image245.png"/><Relationship Id="rId42" Type="http://schemas.openxmlformats.org/officeDocument/2006/relationships/image" Target="../media/image266.png"/><Relationship Id="rId63" Type="http://schemas.openxmlformats.org/officeDocument/2006/relationships/image" Target="../media/image287.png"/><Relationship Id="rId84" Type="http://schemas.openxmlformats.org/officeDocument/2006/relationships/image" Target="../media/image308.png"/><Relationship Id="rId138" Type="http://schemas.openxmlformats.org/officeDocument/2006/relationships/image" Target="../media/image362.png"/><Relationship Id="rId159" Type="http://schemas.openxmlformats.org/officeDocument/2006/relationships/image" Target="../media/image383.png"/><Relationship Id="rId170" Type="http://schemas.openxmlformats.org/officeDocument/2006/relationships/image" Target="../media/image394.png"/><Relationship Id="rId191" Type="http://schemas.openxmlformats.org/officeDocument/2006/relationships/image" Target="../media/image415.png"/><Relationship Id="rId205" Type="http://schemas.openxmlformats.org/officeDocument/2006/relationships/image" Target="../media/image429.png"/><Relationship Id="rId226" Type="http://schemas.openxmlformats.org/officeDocument/2006/relationships/image" Target="../media/image450.png"/><Relationship Id="rId107" Type="http://schemas.openxmlformats.org/officeDocument/2006/relationships/image" Target="../media/image331.png"/><Relationship Id="rId11" Type="http://schemas.openxmlformats.org/officeDocument/2006/relationships/image" Target="../media/image235.png"/><Relationship Id="rId32" Type="http://schemas.openxmlformats.org/officeDocument/2006/relationships/image" Target="../media/image256.png"/><Relationship Id="rId53" Type="http://schemas.openxmlformats.org/officeDocument/2006/relationships/image" Target="../media/image277.png"/><Relationship Id="rId74" Type="http://schemas.openxmlformats.org/officeDocument/2006/relationships/image" Target="../media/image298.png"/><Relationship Id="rId128" Type="http://schemas.openxmlformats.org/officeDocument/2006/relationships/image" Target="../media/image352.png"/><Relationship Id="rId149" Type="http://schemas.openxmlformats.org/officeDocument/2006/relationships/image" Target="../media/image373.png"/><Relationship Id="rId5" Type="http://schemas.openxmlformats.org/officeDocument/2006/relationships/image" Target="../media/image229.png"/><Relationship Id="rId95" Type="http://schemas.openxmlformats.org/officeDocument/2006/relationships/image" Target="../media/image319.png"/><Relationship Id="rId160" Type="http://schemas.openxmlformats.org/officeDocument/2006/relationships/image" Target="../media/image384.png"/><Relationship Id="rId181" Type="http://schemas.openxmlformats.org/officeDocument/2006/relationships/image" Target="../media/image405.png"/><Relationship Id="rId216" Type="http://schemas.openxmlformats.org/officeDocument/2006/relationships/image" Target="../media/image440.png"/><Relationship Id="rId22" Type="http://schemas.openxmlformats.org/officeDocument/2006/relationships/image" Target="../media/image246.png"/><Relationship Id="rId43" Type="http://schemas.openxmlformats.org/officeDocument/2006/relationships/image" Target="../media/image267.png"/><Relationship Id="rId64" Type="http://schemas.openxmlformats.org/officeDocument/2006/relationships/image" Target="../media/image288.png"/><Relationship Id="rId118" Type="http://schemas.openxmlformats.org/officeDocument/2006/relationships/image" Target="../media/image342.png"/><Relationship Id="rId139" Type="http://schemas.openxmlformats.org/officeDocument/2006/relationships/image" Target="../media/image363.png"/><Relationship Id="rId85" Type="http://schemas.openxmlformats.org/officeDocument/2006/relationships/image" Target="../media/image309.png"/><Relationship Id="rId150" Type="http://schemas.openxmlformats.org/officeDocument/2006/relationships/image" Target="../media/image374.png"/><Relationship Id="rId171" Type="http://schemas.openxmlformats.org/officeDocument/2006/relationships/image" Target="../media/image395.png"/><Relationship Id="rId192" Type="http://schemas.openxmlformats.org/officeDocument/2006/relationships/image" Target="../media/image416.png"/><Relationship Id="rId206" Type="http://schemas.openxmlformats.org/officeDocument/2006/relationships/image" Target="../media/image430.png"/><Relationship Id="rId227" Type="http://schemas.openxmlformats.org/officeDocument/2006/relationships/image" Target="../media/image451.png"/><Relationship Id="rId12" Type="http://schemas.openxmlformats.org/officeDocument/2006/relationships/image" Target="../media/image236.png"/><Relationship Id="rId33" Type="http://schemas.openxmlformats.org/officeDocument/2006/relationships/image" Target="../media/image257.png"/><Relationship Id="rId108" Type="http://schemas.openxmlformats.org/officeDocument/2006/relationships/image" Target="../media/image332.png"/><Relationship Id="rId129" Type="http://schemas.openxmlformats.org/officeDocument/2006/relationships/image" Target="../media/image353.png"/><Relationship Id="rId54" Type="http://schemas.openxmlformats.org/officeDocument/2006/relationships/image" Target="../media/image278.png"/><Relationship Id="rId75" Type="http://schemas.openxmlformats.org/officeDocument/2006/relationships/image" Target="../media/image299.png"/><Relationship Id="rId96" Type="http://schemas.openxmlformats.org/officeDocument/2006/relationships/image" Target="../media/image320.png"/><Relationship Id="rId140" Type="http://schemas.openxmlformats.org/officeDocument/2006/relationships/image" Target="../media/image364.png"/><Relationship Id="rId161" Type="http://schemas.openxmlformats.org/officeDocument/2006/relationships/image" Target="../media/image385.png"/><Relationship Id="rId182" Type="http://schemas.openxmlformats.org/officeDocument/2006/relationships/image" Target="../media/image406.png"/><Relationship Id="rId217" Type="http://schemas.openxmlformats.org/officeDocument/2006/relationships/image" Target="../media/image441.png"/><Relationship Id="rId6" Type="http://schemas.openxmlformats.org/officeDocument/2006/relationships/image" Target="../media/image230.png"/><Relationship Id="rId23" Type="http://schemas.openxmlformats.org/officeDocument/2006/relationships/image" Target="../media/image247.png"/><Relationship Id="rId119" Type="http://schemas.openxmlformats.org/officeDocument/2006/relationships/image" Target="../media/image343.png"/><Relationship Id="rId44" Type="http://schemas.openxmlformats.org/officeDocument/2006/relationships/image" Target="../media/image268.png"/><Relationship Id="rId65" Type="http://schemas.openxmlformats.org/officeDocument/2006/relationships/image" Target="../media/image289.png"/><Relationship Id="rId86" Type="http://schemas.openxmlformats.org/officeDocument/2006/relationships/image" Target="../media/image310.png"/><Relationship Id="rId130" Type="http://schemas.openxmlformats.org/officeDocument/2006/relationships/image" Target="../media/image354.png"/><Relationship Id="rId151" Type="http://schemas.openxmlformats.org/officeDocument/2006/relationships/image" Target="../media/image375.png"/><Relationship Id="rId172" Type="http://schemas.openxmlformats.org/officeDocument/2006/relationships/image" Target="../media/image396.png"/><Relationship Id="rId193" Type="http://schemas.openxmlformats.org/officeDocument/2006/relationships/image" Target="../media/image417.png"/><Relationship Id="rId207" Type="http://schemas.openxmlformats.org/officeDocument/2006/relationships/image" Target="../media/image431.png"/><Relationship Id="rId13" Type="http://schemas.openxmlformats.org/officeDocument/2006/relationships/image" Target="../media/image237.png"/><Relationship Id="rId109" Type="http://schemas.openxmlformats.org/officeDocument/2006/relationships/image" Target="../media/image333.png"/><Relationship Id="rId34" Type="http://schemas.openxmlformats.org/officeDocument/2006/relationships/image" Target="../media/image258.png"/><Relationship Id="rId55" Type="http://schemas.openxmlformats.org/officeDocument/2006/relationships/image" Target="../media/image279.png"/><Relationship Id="rId76" Type="http://schemas.openxmlformats.org/officeDocument/2006/relationships/image" Target="../media/image300.png"/><Relationship Id="rId97" Type="http://schemas.openxmlformats.org/officeDocument/2006/relationships/image" Target="../media/image321.png"/><Relationship Id="rId120" Type="http://schemas.openxmlformats.org/officeDocument/2006/relationships/image" Target="../media/image344.png"/><Relationship Id="rId141" Type="http://schemas.openxmlformats.org/officeDocument/2006/relationships/image" Target="../media/image365.png"/><Relationship Id="rId7" Type="http://schemas.openxmlformats.org/officeDocument/2006/relationships/image" Target="../media/image231.png"/><Relationship Id="rId162" Type="http://schemas.openxmlformats.org/officeDocument/2006/relationships/image" Target="../media/image386.png"/><Relationship Id="rId183" Type="http://schemas.openxmlformats.org/officeDocument/2006/relationships/image" Target="../media/image407.png"/><Relationship Id="rId218" Type="http://schemas.openxmlformats.org/officeDocument/2006/relationships/image" Target="../media/image442.png"/><Relationship Id="rId24" Type="http://schemas.openxmlformats.org/officeDocument/2006/relationships/image" Target="../media/image248.png"/><Relationship Id="rId45" Type="http://schemas.openxmlformats.org/officeDocument/2006/relationships/image" Target="../media/image269.png"/><Relationship Id="rId66" Type="http://schemas.openxmlformats.org/officeDocument/2006/relationships/image" Target="../media/image290.png"/><Relationship Id="rId87" Type="http://schemas.openxmlformats.org/officeDocument/2006/relationships/image" Target="../media/image311.png"/><Relationship Id="rId110" Type="http://schemas.openxmlformats.org/officeDocument/2006/relationships/image" Target="../media/image334.png"/><Relationship Id="rId131" Type="http://schemas.openxmlformats.org/officeDocument/2006/relationships/image" Target="../media/image355.png"/><Relationship Id="rId152" Type="http://schemas.openxmlformats.org/officeDocument/2006/relationships/image" Target="../media/image376.png"/><Relationship Id="rId173" Type="http://schemas.openxmlformats.org/officeDocument/2006/relationships/image" Target="../media/image397.png"/><Relationship Id="rId194" Type="http://schemas.openxmlformats.org/officeDocument/2006/relationships/image" Target="../media/image418.png"/><Relationship Id="rId208" Type="http://schemas.openxmlformats.org/officeDocument/2006/relationships/image" Target="../media/image432.png"/><Relationship Id="rId14" Type="http://schemas.openxmlformats.org/officeDocument/2006/relationships/image" Target="../media/image238.png"/><Relationship Id="rId35" Type="http://schemas.openxmlformats.org/officeDocument/2006/relationships/image" Target="../media/image259.png"/><Relationship Id="rId56" Type="http://schemas.openxmlformats.org/officeDocument/2006/relationships/image" Target="../media/image280.png"/><Relationship Id="rId77" Type="http://schemas.openxmlformats.org/officeDocument/2006/relationships/image" Target="../media/image301.png"/><Relationship Id="rId100" Type="http://schemas.openxmlformats.org/officeDocument/2006/relationships/image" Target="../media/image324.png"/><Relationship Id="rId8" Type="http://schemas.openxmlformats.org/officeDocument/2006/relationships/image" Target="../media/image232.png"/><Relationship Id="rId98" Type="http://schemas.openxmlformats.org/officeDocument/2006/relationships/image" Target="../media/image322.png"/><Relationship Id="rId121" Type="http://schemas.openxmlformats.org/officeDocument/2006/relationships/image" Target="../media/image345.png"/><Relationship Id="rId142" Type="http://schemas.openxmlformats.org/officeDocument/2006/relationships/image" Target="../media/image366.png"/><Relationship Id="rId163" Type="http://schemas.openxmlformats.org/officeDocument/2006/relationships/image" Target="../media/image387.png"/><Relationship Id="rId184" Type="http://schemas.openxmlformats.org/officeDocument/2006/relationships/image" Target="../media/image408.png"/><Relationship Id="rId219" Type="http://schemas.openxmlformats.org/officeDocument/2006/relationships/image" Target="../media/image443.png"/><Relationship Id="rId3" Type="http://schemas.openxmlformats.org/officeDocument/2006/relationships/image" Target="../media/image227.png"/><Relationship Id="rId214" Type="http://schemas.openxmlformats.org/officeDocument/2006/relationships/image" Target="../media/image438.png"/><Relationship Id="rId25" Type="http://schemas.openxmlformats.org/officeDocument/2006/relationships/image" Target="../media/image249.png"/><Relationship Id="rId46" Type="http://schemas.openxmlformats.org/officeDocument/2006/relationships/image" Target="../media/image270.png"/><Relationship Id="rId67" Type="http://schemas.openxmlformats.org/officeDocument/2006/relationships/image" Target="../media/image291.png"/><Relationship Id="rId116" Type="http://schemas.openxmlformats.org/officeDocument/2006/relationships/image" Target="../media/image340.png"/><Relationship Id="rId137" Type="http://schemas.openxmlformats.org/officeDocument/2006/relationships/image" Target="../media/image361.png"/><Relationship Id="rId158" Type="http://schemas.openxmlformats.org/officeDocument/2006/relationships/image" Target="../media/image382.png"/><Relationship Id="rId20" Type="http://schemas.openxmlformats.org/officeDocument/2006/relationships/image" Target="../media/image244.png"/><Relationship Id="rId41" Type="http://schemas.openxmlformats.org/officeDocument/2006/relationships/image" Target="../media/image265.png"/><Relationship Id="rId62" Type="http://schemas.openxmlformats.org/officeDocument/2006/relationships/image" Target="../media/image286.png"/><Relationship Id="rId83" Type="http://schemas.openxmlformats.org/officeDocument/2006/relationships/image" Target="../media/image307.png"/><Relationship Id="rId88" Type="http://schemas.openxmlformats.org/officeDocument/2006/relationships/image" Target="../media/image312.png"/><Relationship Id="rId111" Type="http://schemas.openxmlformats.org/officeDocument/2006/relationships/image" Target="../media/image335.png"/><Relationship Id="rId132" Type="http://schemas.openxmlformats.org/officeDocument/2006/relationships/image" Target="../media/image356.png"/><Relationship Id="rId153" Type="http://schemas.openxmlformats.org/officeDocument/2006/relationships/image" Target="../media/image377.png"/><Relationship Id="rId174" Type="http://schemas.openxmlformats.org/officeDocument/2006/relationships/image" Target="../media/image398.png"/><Relationship Id="rId179" Type="http://schemas.openxmlformats.org/officeDocument/2006/relationships/image" Target="../media/image403.png"/><Relationship Id="rId195" Type="http://schemas.openxmlformats.org/officeDocument/2006/relationships/image" Target="../media/image419.png"/><Relationship Id="rId209" Type="http://schemas.openxmlformats.org/officeDocument/2006/relationships/image" Target="../media/image433.png"/><Relationship Id="rId190" Type="http://schemas.openxmlformats.org/officeDocument/2006/relationships/image" Target="../media/image414.png"/><Relationship Id="rId204" Type="http://schemas.openxmlformats.org/officeDocument/2006/relationships/image" Target="../media/image428.png"/><Relationship Id="rId220" Type="http://schemas.openxmlformats.org/officeDocument/2006/relationships/image" Target="../media/image444.png"/><Relationship Id="rId225" Type="http://schemas.openxmlformats.org/officeDocument/2006/relationships/image" Target="../media/image449.png"/><Relationship Id="rId15" Type="http://schemas.openxmlformats.org/officeDocument/2006/relationships/image" Target="../media/image239.png"/><Relationship Id="rId36" Type="http://schemas.openxmlformats.org/officeDocument/2006/relationships/image" Target="../media/image260.png"/><Relationship Id="rId57" Type="http://schemas.openxmlformats.org/officeDocument/2006/relationships/image" Target="../media/image281.png"/><Relationship Id="rId106" Type="http://schemas.openxmlformats.org/officeDocument/2006/relationships/image" Target="../media/image330.png"/><Relationship Id="rId127" Type="http://schemas.openxmlformats.org/officeDocument/2006/relationships/image" Target="../media/image351.png"/><Relationship Id="rId10" Type="http://schemas.openxmlformats.org/officeDocument/2006/relationships/image" Target="../media/image234.png"/><Relationship Id="rId31" Type="http://schemas.openxmlformats.org/officeDocument/2006/relationships/image" Target="../media/image255.png"/><Relationship Id="rId52" Type="http://schemas.openxmlformats.org/officeDocument/2006/relationships/image" Target="../media/image276.png"/><Relationship Id="rId73" Type="http://schemas.openxmlformats.org/officeDocument/2006/relationships/image" Target="../media/image297.png"/><Relationship Id="rId78" Type="http://schemas.openxmlformats.org/officeDocument/2006/relationships/image" Target="../media/image302.png"/><Relationship Id="rId94" Type="http://schemas.openxmlformats.org/officeDocument/2006/relationships/image" Target="../media/image318.png"/><Relationship Id="rId99" Type="http://schemas.openxmlformats.org/officeDocument/2006/relationships/image" Target="../media/image323.png"/><Relationship Id="rId101" Type="http://schemas.openxmlformats.org/officeDocument/2006/relationships/image" Target="../media/image325.png"/><Relationship Id="rId122" Type="http://schemas.openxmlformats.org/officeDocument/2006/relationships/image" Target="../media/image346.png"/><Relationship Id="rId143" Type="http://schemas.openxmlformats.org/officeDocument/2006/relationships/image" Target="../media/image367.png"/><Relationship Id="rId148" Type="http://schemas.openxmlformats.org/officeDocument/2006/relationships/image" Target="../media/image372.png"/><Relationship Id="rId164" Type="http://schemas.openxmlformats.org/officeDocument/2006/relationships/image" Target="../media/image388.png"/><Relationship Id="rId169" Type="http://schemas.openxmlformats.org/officeDocument/2006/relationships/image" Target="../media/image393.png"/><Relationship Id="rId185" Type="http://schemas.openxmlformats.org/officeDocument/2006/relationships/image" Target="../media/image409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Relationship Id="rId180" Type="http://schemas.openxmlformats.org/officeDocument/2006/relationships/image" Target="../media/image404.png"/><Relationship Id="rId210" Type="http://schemas.openxmlformats.org/officeDocument/2006/relationships/image" Target="../media/image434.png"/><Relationship Id="rId215" Type="http://schemas.openxmlformats.org/officeDocument/2006/relationships/image" Target="../media/image439.png"/><Relationship Id="rId26" Type="http://schemas.openxmlformats.org/officeDocument/2006/relationships/image" Target="../media/image250.png"/><Relationship Id="rId47" Type="http://schemas.openxmlformats.org/officeDocument/2006/relationships/image" Target="../media/image271.png"/><Relationship Id="rId68" Type="http://schemas.openxmlformats.org/officeDocument/2006/relationships/image" Target="../media/image292.png"/><Relationship Id="rId89" Type="http://schemas.openxmlformats.org/officeDocument/2006/relationships/image" Target="../media/image313.png"/><Relationship Id="rId112" Type="http://schemas.openxmlformats.org/officeDocument/2006/relationships/image" Target="../media/image336.png"/><Relationship Id="rId133" Type="http://schemas.openxmlformats.org/officeDocument/2006/relationships/image" Target="../media/image357.png"/><Relationship Id="rId154" Type="http://schemas.openxmlformats.org/officeDocument/2006/relationships/image" Target="../media/image378.png"/><Relationship Id="rId175" Type="http://schemas.openxmlformats.org/officeDocument/2006/relationships/image" Target="../media/image399.png"/><Relationship Id="rId196" Type="http://schemas.openxmlformats.org/officeDocument/2006/relationships/image" Target="../media/image420.png"/><Relationship Id="rId200" Type="http://schemas.openxmlformats.org/officeDocument/2006/relationships/image" Target="../media/image424.png"/><Relationship Id="rId16" Type="http://schemas.openxmlformats.org/officeDocument/2006/relationships/image" Target="../media/image240.png"/><Relationship Id="rId221" Type="http://schemas.openxmlformats.org/officeDocument/2006/relationships/image" Target="../media/image445.png"/><Relationship Id="rId37" Type="http://schemas.openxmlformats.org/officeDocument/2006/relationships/image" Target="../media/image261.png"/><Relationship Id="rId58" Type="http://schemas.openxmlformats.org/officeDocument/2006/relationships/image" Target="../media/image282.png"/><Relationship Id="rId79" Type="http://schemas.openxmlformats.org/officeDocument/2006/relationships/image" Target="../media/image303.png"/><Relationship Id="rId102" Type="http://schemas.openxmlformats.org/officeDocument/2006/relationships/image" Target="../media/image326.png"/><Relationship Id="rId123" Type="http://schemas.openxmlformats.org/officeDocument/2006/relationships/image" Target="../media/image347.png"/><Relationship Id="rId144" Type="http://schemas.openxmlformats.org/officeDocument/2006/relationships/image" Target="../media/image368.png"/><Relationship Id="rId90" Type="http://schemas.openxmlformats.org/officeDocument/2006/relationships/image" Target="../media/image314.png"/><Relationship Id="rId165" Type="http://schemas.openxmlformats.org/officeDocument/2006/relationships/image" Target="../media/image389.png"/><Relationship Id="rId186" Type="http://schemas.openxmlformats.org/officeDocument/2006/relationships/image" Target="../media/image410.png"/><Relationship Id="rId211" Type="http://schemas.openxmlformats.org/officeDocument/2006/relationships/image" Target="../media/image435.png"/><Relationship Id="rId27" Type="http://schemas.openxmlformats.org/officeDocument/2006/relationships/image" Target="../media/image251.png"/><Relationship Id="rId48" Type="http://schemas.openxmlformats.org/officeDocument/2006/relationships/image" Target="../media/image272.png"/><Relationship Id="rId69" Type="http://schemas.openxmlformats.org/officeDocument/2006/relationships/image" Target="../media/image293.png"/><Relationship Id="rId113" Type="http://schemas.openxmlformats.org/officeDocument/2006/relationships/image" Target="../media/image337.png"/><Relationship Id="rId134" Type="http://schemas.openxmlformats.org/officeDocument/2006/relationships/image" Target="../media/image358.png"/><Relationship Id="rId80" Type="http://schemas.openxmlformats.org/officeDocument/2006/relationships/image" Target="../media/image304.png"/><Relationship Id="rId155" Type="http://schemas.openxmlformats.org/officeDocument/2006/relationships/image" Target="../media/image379.png"/><Relationship Id="rId176" Type="http://schemas.openxmlformats.org/officeDocument/2006/relationships/image" Target="../media/image400.png"/><Relationship Id="rId197" Type="http://schemas.openxmlformats.org/officeDocument/2006/relationships/image" Target="../media/image421.png"/><Relationship Id="rId201" Type="http://schemas.openxmlformats.org/officeDocument/2006/relationships/image" Target="../media/image425.png"/><Relationship Id="rId222" Type="http://schemas.openxmlformats.org/officeDocument/2006/relationships/image" Target="../media/image446.png"/><Relationship Id="rId17" Type="http://schemas.openxmlformats.org/officeDocument/2006/relationships/image" Target="../media/image241.png"/><Relationship Id="rId38" Type="http://schemas.openxmlformats.org/officeDocument/2006/relationships/image" Target="../media/image262.png"/><Relationship Id="rId59" Type="http://schemas.openxmlformats.org/officeDocument/2006/relationships/image" Target="../media/image283.png"/><Relationship Id="rId103" Type="http://schemas.openxmlformats.org/officeDocument/2006/relationships/image" Target="../media/image327.png"/><Relationship Id="rId124" Type="http://schemas.openxmlformats.org/officeDocument/2006/relationships/image" Target="../media/image348.png"/><Relationship Id="rId70" Type="http://schemas.openxmlformats.org/officeDocument/2006/relationships/image" Target="../media/image294.png"/><Relationship Id="rId91" Type="http://schemas.openxmlformats.org/officeDocument/2006/relationships/image" Target="../media/image315.png"/><Relationship Id="rId145" Type="http://schemas.openxmlformats.org/officeDocument/2006/relationships/image" Target="../media/image369.png"/><Relationship Id="rId166" Type="http://schemas.openxmlformats.org/officeDocument/2006/relationships/image" Target="../media/image390.png"/><Relationship Id="rId187" Type="http://schemas.openxmlformats.org/officeDocument/2006/relationships/image" Target="../media/image411.png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436.png"/><Relationship Id="rId28" Type="http://schemas.openxmlformats.org/officeDocument/2006/relationships/image" Target="../media/image252.png"/><Relationship Id="rId49" Type="http://schemas.openxmlformats.org/officeDocument/2006/relationships/image" Target="../media/image273.png"/><Relationship Id="rId114" Type="http://schemas.openxmlformats.org/officeDocument/2006/relationships/image" Target="../media/image338.png"/><Relationship Id="rId60" Type="http://schemas.openxmlformats.org/officeDocument/2006/relationships/image" Target="../media/image284.png"/><Relationship Id="rId81" Type="http://schemas.openxmlformats.org/officeDocument/2006/relationships/image" Target="../media/image305.png"/><Relationship Id="rId135" Type="http://schemas.openxmlformats.org/officeDocument/2006/relationships/image" Target="../media/image359.png"/><Relationship Id="rId156" Type="http://schemas.openxmlformats.org/officeDocument/2006/relationships/image" Target="../media/image380.png"/><Relationship Id="rId177" Type="http://schemas.openxmlformats.org/officeDocument/2006/relationships/image" Target="../media/image401.png"/><Relationship Id="rId198" Type="http://schemas.openxmlformats.org/officeDocument/2006/relationships/image" Target="../media/image422.png"/><Relationship Id="rId202" Type="http://schemas.openxmlformats.org/officeDocument/2006/relationships/image" Target="../media/image426.png"/><Relationship Id="rId223" Type="http://schemas.openxmlformats.org/officeDocument/2006/relationships/image" Target="../media/image447.png"/><Relationship Id="rId18" Type="http://schemas.openxmlformats.org/officeDocument/2006/relationships/image" Target="../media/image242.png"/><Relationship Id="rId39" Type="http://schemas.openxmlformats.org/officeDocument/2006/relationships/image" Target="../media/image263.png"/><Relationship Id="rId50" Type="http://schemas.openxmlformats.org/officeDocument/2006/relationships/image" Target="../media/image274.png"/><Relationship Id="rId104" Type="http://schemas.openxmlformats.org/officeDocument/2006/relationships/image" Target="../media/image328.png"/><Relationship Id="rId125" Type="http://schemas.openxmlformats.org/officeDocument/2006/relationships/image" Target="../media/image349.png"/><Relationship Id="rId146" Type="http://schemas.openxmlformats.org/officeDocument/2006/relationships/image" Target="../media/image370.png"/><Relationship Id="rId167" Type="http://schemas.openxmlformats.org/officeDocument/2006/relationships/image" Target="../media/image391.png"/><Relationship Id="rId188" Type="http://schemas.openxmlformats.org/officeDocument/2006/relationships/image" Target="../media/image412.png"/><Relationship Id="rId71" Type="http://schemas.openxmlformats.org/officeDocument/2006/relationships/image" Target="../media/image295.png"/><Relationship Id="rId92" Type="http://schemas.openxmlformats.org/officeDocument/2006/relationships/image" Target="../media/image316.png"/><Relationship Id="rId213" Type="http://schemas.openxmlformats.org/officeDocument/2006/relationships/image" Target="../media/image437.png"/><Relationship Id="rId2" Type="http://schemas.openxmlformats.org/officeDocument/2006/relationships/image" Target="../media/image226.png"/><Relationship Id="rId29" Type="http://schemas.openxmlformats.org/officeDocument/2006/relationships/image" Target="../media/image253.png"/><Relationship Id="rId40" Type="http://schemas.openxmlformats.org/officeDocument/2006/relationships/image" Target="../media/image264.png"/><Relationship Id="rId115" Type="http://schemas.openxmlformats.org/officeDocument/2006/relationships/image" Target="../media/image339.png"/><Relationship Id="rId136" Type="http://schemas.openxmlformats.org/officeDocument/2006/relationships/image" Target="../media/image360.png"/><Relationship Id="rId157" Type="http://schemas.openxmlformats.org/officeDocument/2006/relationships/image" Target="../media/image381.png"/><Relationship Id="rId178" Type="http://schemas.openxmlformats.org/officeDocument/2006/relationships/image" Target="../media/image402.png"/><Relationship Id="rId61" Type="http://schemas.openxmlformats.org/officeDocument/2006/relationships/image" Target="../media/image285.png"/><Relationship Id="rId82" Type="http://schemas.openxmlformats.org/officeDocument/2006/relationships/image" Target="../media/image306.png"/><Relationship Id="rId199" Type="http://schemas.openxmlformats.org/officeDocument/2006/relationships/image" Target="../media/image423.png"/><Relationship Id="rId203" Type="http://schemas.openxmlformats.org/officeDocument/2006/relationships/image" Target="../media/image427.png"/><Relationship Id="rId19" Type="http://schemas.openxmlformats.org/officeDocument/2006/relationships/image" Target="../media/image243.png"/><Relationship Id="rId224" Type="http://schemas.openxmlformats.org/officeDocument/2006/relationships/image" Target="../media/image448.png"/><Relationship Id="rId30" Type="http://schemas.openxmlformats.org/officeDocument/2006/relationships/image" Target="../media/image254.png"/><Relationship Id="rId105" Type="http://schemas.openxmlformats.org/officeDocument/2006/relationships/image" Target="../media/image329.png"/><Relationship Id="rId126" Type="http://schemas.openxmlformats.org/officeDocument/2006/relationships/image" Target="../media/image350.png"/><Relationship Id="rId147" Type="http://schemas.openxmlformats.org/officeDocument/2006/relationships/image" Target="../media/image371.png"/><Relationship Id="rId168" Type="http://schemas.openxmlformats.org/officeDocument/2006/relationships/image" Target="../media/image392.png"/><Relationship Id="rId51" Type="http://schemas.openxmlformats.org/officeDocument/2006/relationships/image" Target="../media/image275.png"/><Relationship Id="rId72" Type="http://schemas.openxmlformats.org/officeDocument/2006/relationships/image" Target="../media/image296.png"/><Relationship Id="rId93" Type="http://schemas.openxmlformats.org/officeDocument/2006/relationships/image" Target="../media/image317.png"/><Relationship Id="rId189" Type="http://schemas.openxmlformats.org/officeDocument/2006/relationships/image" Target="../media/image4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323" y="8222208"/>
            <a:ext cx="13585825" cy="0"/>
          </a:xfrm>
          <a:custGeom>
            <a:avLst/>
            <a:gdLst/>
            <a:ahLst/>
            <a:cxnLst/>
            <a:rect l="l" t="t" r="r" b="b"/>
            <a:pathLst>
              <a:path w="13585825">
                <a:moveTo>
                  <a:pt x="0" y="0"/>
                </a:moveTo>
                <a:lnTo>
                  <a:pt x="13585352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93166" y="8572562"/>
            <a:ext cx="156337" cy="2306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91375" y="8575632"/>
            <a:ext cx="83979" cy="2245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36522" y="8572563"/>
            <a:ext cx="156995" cy="2306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31881" y="8572563"/>
            <a:ext cx="156995" cy="2306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32063" y="8572562"/>
            <a:ext cx="146032" cy="227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10547" y="8572562"/>
            <a:ext cx="146032" cy="227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93627" y="8574755"/>
            <a:ext cx="252377" cy="2151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37420" y="8549640"/>
            <a:ext cx="24765" cy="72390"/>
          </a:xfrm>
          <a:custGeom>
            <a:avLst/>
            <a:gdLst/>
            <a:ahLst/>
            <a:cxnLst/>
            <a:rect l="l" t="t" r="r" b="b"/>
            <a:pathLst>
              <a:path w="24765" h="72390">
                <a:moveTo>
                  <a:pt x="0" y="0"/>
                </a:moveTo>
                <a:lnTo>
                  <a:pt x="24338" y="0"/>
                </a:lnTo>
                <a:lnTo>
                  <a:pt x="24338" y="72389"/>
                </a:lnTo>
                <a:lnTo>
                  <a:pt x="0" y="72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37420" y="8622030"/>
            <a:ext cx="66040" cy="20320"/>
          </a:xfrm>
          <a:custGeom>
            <a:avLst/>
            <a:gdLst/>
            <a:ahLst/>
            <a:cxnLst/>
            <a:rect l="l" t="t" r="r" b="b"/>
            <a:pathLst>
              <a:path w="66040" h="20320">
                <a:moveTo>
                  <a:pt x="0" y="0"/>
                </a:moveTo>
                <a:lnTo>
                  <a:pt x="65780" y="0"/>
                </a:lnTo>
                <a:lnTo>
                  <a:pt x="65780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37420" y="8642350"/>
            <a:ext cx="24765" cy="73660"/>
          </a:xfrm>
          <a:custGeom>
            <a:avLst/>
            <a:gdLst/>
            <a:ahLst/>
            <a:cxnLst/>
            <a:rect l="l" t="t" r="r" b="b"/>
            <a:pathLst>
              <a:path w="24765" h="73659">
                <a:moveTo>
                  <a:pt x="0" y="0"/>
                </a:moveTo>
                <a:lnTo>
                  <a:pt x="24338" y="0"/>
                </a:lnTo>
                <a:lnTo>
                  <a:pt x="24338" y="73659"/>
                </a:lnTo>
                <a:lnTo>
                  <a:pt x="0" y="736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58059" y="8567419"/>
            <a:ext cx="24130" cy="43180"/>
          </a:xfrm>
          <a:custGeom>
            <a:avLst/>
            <a:gdLst/>
            <a:ahLst/>
            <a:cxnLst/>
            <a:rect l="l" t="t" r="r" b="b"/>
            <a:pathLst>
              <a:path w="24129" h="43179">
                <a:moveTo>
                  <a:pt x="0" y="0"/>
                </a:moveTo>
                <a:lnTo>
                  <a:pt x="23900" y="0"/>
                </a:lnTo>
                <a:lnTo>
                  <a:pt x="23900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58059" y="8610600"/>
            <a:ext cx="128270" cy="19050"/>
          </a:xfrm>
          <a:custGeom>
            <a:avLst/>
            <a:gdLst/>
            <a:ahLst/>
            <a:cxnLst/>
            <a:rect l="l" t="t" r="r" b="b"/>
            <a:pathLst>
              <a:path w="128270" h="19050">
                <a:moveTo>
                  <a:pt x="0" y="0"/>
                </a:moveTo>
                <a:lnTo>
                  <a:pt x="128271" y="0"/>
                </a:lnTo>
                <a:lnTo>
                  <a:pt x="12827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58059" y="8629650"/>
            <a:ext cx="24130" cy="48260"/>
          </a:xfrm>
          <a:custGeom>
            <a:avLst/>
            <a:gdLst/>
            <a:ahLst/>
            <a:cxnLst/>
            <a:rect l="l" t="t" r="r" b="b"/>
            <a:pathLst>
              <a:path w="24129" h="48259">
                <a:moveTo>
                  <a:pt x="0" y="0"/>
                </a:moveTo>
                <a:lnTo>
                  <a:pt x="23900" y="0"/>
                </a:lnTo>
                <a:lnTo>
                  <a:pt x="23900" y="48259"/>
                </a:lnTo>
                <a:lnTo>
                  <a:pt x="0" y="482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58059" y="8677909"/>
            <a:ext cx="128270" cy="19050"/>
          </a:xfrm>
          <a:custGeom>
            <a:avLst/>
            <a:gdLst/>
            <a:ahLst/>
            <a:cxnLst/>
            <a:rect l="l" t="t" r="r" b="b"/>
            <a:pathLst>
              <a:path w="128270" h="19050">
                <a:moveTo>
                  <a:pt x="0" y="0"/>
                </a:moveTo>
                <a:lnTo>
                  <a:pt x="128271" y="0"/>
                </a:lnTo>
                <a:lnTo>
                  <a:pt x="128271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62211" y="8566862"/>
            <a:ext cx="24130" cy="43815"/>
          </a:xfrm>
          <a:custGeom>
            <a:avLst/>
            <a:gdLst/>
            <a:ahLst/>
            <a:cxnLst/>
            <a:rect l="l" t="t" r="r" b="b"/>
            <a:pathLst>
              <a:path w="24129" h="43815">
                <a:moveTo>
                  <a:pt x="24119" y="43634"/>
                </a:moveTo>
                <a:lnTo>
                  <a:pt x="0" y="43634"/>
                </a:lnTo>
                <a:lnTo>
                  <a:pt x="0" y="0"/>
                </a:lnTo>
                <a:lnTo>
                  <a:pt x="24119" y="0"/>
                </a:lnTo>
                <a:lnTo>
                  <a:pt x="24119" y="43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62211" y="8630011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29" h="47625">
                <a:moveTo>
                  <a:pt x="24119" y="47361"/>
                </a:moveTo>
                <a:lnTo>
                  <a:pt x="0" y="47361"/>
                </a:lnTo>
                <a:lnTo>
                  <a:pt x="0" y="0"/>
                </a:lnTo>
                <a:lnTo>
                  <a:pt x="24119" y="0"/>
                </a:lnTo>
                <a:lnTo>
                  <a:pt x="24119" y="47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81302" y="8731250"/>
            <a:ext cx="180975" cy="19050"/>
          </a:xfrm>
          <a:custGeom>
            <a:avLst/>
            <a:gdLst/>
            <a:ahLst/>
            <a:cxnLst/>
            <a:rect l="l" t="t" r="r" b="b"/>
            <a:pathLst>
              <a:path w="180975" h="19050">
                <a:moveTo>
                  <a:pt x="0" y="0"/>
                </a:moveTo>
                <a:lnTo>
                  <a:pt x="180457" y="0"/>
                </a:lnTo>
                <a:lnTo>
                  <a:pt x="18045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37420" y="8750300"/>
            <a:ext cx="24765" cy="74930"/>
          </a:xfrm>
          <a:custGeom>
            <a:avLst/>
            <a:gdLst/>
            <a:ahLst/>
            <a:cxnLst/>
            <a:rect l="l" t="t" r="r" b="b"/>
            <a:pathLst>
              <a:path w="24765" h="74929">
                <a:moveTo>
                  <a:pt x="0" y="0"/>
                </a:moveTo>
                <a:lnTo>
                  <a:pt x="24338" y="0"/>
                </a:lnTo>
                <a:lnTo>
                  <a:pt x="24338" y="74929"/>
                </a:lnTo>
                <a:lnTo>
                  <a:pt x="0" y="749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26873" y="8549759"/>
            <a:ext cx="229235" cy="276225"/>
          </a:xfrm>
          <a:custGeom>
            <a:avLst/>
            <a:gdLst/>
            <a:ahLst/>
            <a:cxnLst/>
            <a:rect l="l" t="t" r="r" b="b"/>
            <a:pathLst>
              <a:path w="229234" h="276225">
                <a:moveTo>
                  <a:pt x="228696" y="276058"/>
                </a:moveTo>
                <a:lnTo>
                  <a:pt x="204576" y="276058"/>
                </a:lnTo>
                <a:lnTo>
                  <a:pt x="204576" y="114019"/>
                </a:lnTo>
                <a:lnTo>
                  <a:pt x="139235" y="114019"/>
                </a:lnTo>
                <a:lnTo>
                  <a:pt x="139235" y="94065"/>
                </a:lnTo>
                <a:lnTo>
                  <a:pt x="204576" y="94065"/>
                </a:lnTo>
                <a:lnTo>
                  <a:pt x="204576" y="0"/>
                </a:lnTo>
                <a:lnTo>
                  <a:pt x="228696" y="0"/>
                </a:lnTo>
                <a:lnTo>
                  <a:pt x="228696" y="276058"/>
                </a:lnTo>
                <a:close/>
              </a:path>
              <a:path w="229234" h="276225">
                <a:moveTo>
                  <a:pt x="15568" y="217294"/>
                </a:moveTo>
                <a:lnTo>
                  <a:pt x="0" y="197779"/>
                </a:lnTo>
                <a:lnTo>
                  <a:pt x="28330" y="177161"/>
                </a:lnTo>
                <a:lnTo>
                  <a:pt x="51336" y="147457"/>
                </a:lnTo>
                <a:lnTo>
                  <a:pt x="66818" y="111997"/>
                </a:lnTo>
                <a:lnTo>
                  <a:pt x="72577" y="74112"/>
                </a:lnTo>
                <a:lnTo>
                  <a:pt x="72577" y="23900"/>
                </a:lnTo>
                <a:lnTo>
                  <a:pt x="97135" y="23900"/>
                </a:lnTo>
                <a:lnTo>
                  <a:pt x="97135" y="74112"/>
                </a:lnTo>
                <a:lnTo>
                  <a:pt x="102764" y="111021"/>
                </a:lnTo>
                <a:lnTo>
                  <a:pt x="108629" y="123995"/>
                </a:lnTo>
                <a:lnTo>
                  <a:pt x="85075" y="123995"/>
                </a:lnTo>
                <a:lnTo>
                  <a:pt x="73506" y="153605"/>
                </a:lnTo>
                <a:lnTo>
                  <a:pt x="57557" y="179813"/>
                </a:lnTo>
                <a:lnTo>
                  <a:pt x="37991" y="201436"/>
                </a:lnTo>
                <a:lnTo>
                  <a:pt x="15568" y="217294"/>
                </a:lnTo>
                <a:close/>
              </a:path>
              <a:path w="229234" h="276225">
                <a:moveTo>
                  <a:pt x="154583" y="212251"/>
                </a:moveTo>
                <a:lnTo>
                  <a:pt x="132221" y="197166"/>
                </a:lnTo>
                <a:lnTo>
                  <a:pt x="112676" y="176757"/>
                </a:lnTo>
                <a:lnTo>
                  <a:pt x="96707" y="152031"/>
                </a:lnTo>
                <a:lnTo>
                  <a:pt x="85075" y="123995"/>
                </a:lnTo>
                <a:lnTo>
                  <a:pt x="108629" y="123995"/>
                </a:lnTo>
                <a:lnTo>
                  <a:pt x="118157" y="145073"/>
                </a:lnTo>
                <a:lnTo>
                  <a:pt x="141074" y="173245"/>
                </a:lnTo>
                <a:lnTo>
                  <a:pt x="169274" y="192517"/>
                </a:lnTo>
                <a:lnTo>
                  <a:pt x="154583" y="212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11912" y="8549978"/>
            <a:ext cx="232410" cy="269875"/>
          </a:xfrm>
          <a:custGeom>
            <a:avLst/>
            <a:gdLst/>
            <a:ahLst/>
            <a:cxnLst/>
            <a:rect l="l" t="t" r="r" b="b"/>
            <a:pathLst>
              <a:path w="232409" h="269875">
                <a:moveTo>
                  <a:pt x="223653" y="202164"/>
                </a:moveTo>
                <a:lnTo>
                  <a:pt x="199314" y="202164"/>
                </a:lnTo>
                <a:lnTo>
                  <a:pt x="199314" y="0"/>
                </a:lnTo>
                <a:lnTo>
                  <a:pt x="223653" y="0"/>
                </a:lnTo>
                <a:lnTo>
                  <a:pt x="223653" y="202164"/>
                </a:lnTo>
                <a:close/>
              </a:path>
              <a:path w="232409" h="269875">
                <a:moveTo>
                  <a:pt x="158749" y="42757"/>
                </a:moveTo>
                <a:lnTo>
                  <a:pt x="6358" y="42757"/>
                </a:lnTo>
                <a:lnTo>
                  <a:pt x="6358" y="22803"/>
                </a:lnTo>
                <a:lnTo>
                  <a:pt x="158749" y="22803"/>
                </a:lnTo>
                <a:lnTo>
                  <a:pt x="158749" y="42757"/>
                </a:lnTo>
                <a:close/>
              </a:path>
              <a:path w="232409" h="269875">
                <a:moveTo>
                  <a:pt x="12717" y="167739"/>
                </a:moveTo>
                <a:lnTo>
                  <a:pt x="0" y="148224"/>
                </a:lnTo>
                <a:lnTo>
                  <a:pt x="28518" y="133660"/>
                </a:lnTo>
                <a:lnTo>
                  <a:pt x="50870" y="112785"/>
                </a:lnTo>
                <a:lnTo>
                  <a:pt x="65492" y="87265"/>
                </a:lnTo>
                <a:lnTo>
                  <a:pt x="70823" y="58763"/>
                </a:lnTo>
                <a:lnTo>
                  <a:pt x="70823" y="42757"/>
                </a:lnTo>
                <a:lnTo>
                  <a:pt x="95381" y="42757"/>
                </a:lnTo>
                <a:lnTo>
                  <a:pt x="95381" y="58763"/>
                </a:lnTo>
                <a:lnTo>
                  <a:pt x="100616" y="85761"/>
                </a:lnTo>
                <a:lnTo>
                  <a:pt x="108928" y="99437"/>
                </a:lnTo>
                <a:lnTo>
                  <a:pt x="83541" y="99437"/>
                </a:lnTo>
                <a:lnTo>
                  <a:pt x="71966" y="121688"/>
                </a:lnTo>
                <a:lnTo>
                  <a:pt x="55899" y="140865"/>
                </a:lnTo>
                <a:lnTo>
                  <a:pt x="35947" y="156404"/>
                </a:lnTo>
                <a:lnTo>
                  <a:pt x="12717" y="167739"/>
                </a:lnTo>
                <a:close/>
              </a:path>
              <a:path w="232409" h="269875">
                <a:moveTo>
                  <a:pt x="153487" y="162038"/>
                </a:moveTo>
                <a:lnTo>
                  <a:pt x="130794" y="151764"/>
                </a:lnTo>
                <a:lnTo>
                  <a:pt x="111155" y="137563"/>
                </a:lnTo>
                <a:lnTo>
                  <a:pt x="95194" y="119949"/>
                </a:lnTo>
                <a:lnTo>
                  <a:pt x="83541" y="99437"/>
                </a:lnTo>
                <a:lnTo>
                  <a:pt x="108928" y="99437"/>
                </a:lnTo>
                <a:lnTo>
                  <a:pt x="115225" y="109798"/>
                </a:lnTo>
                <a:lnTo>
                  <a:pt x="137563" y="129313"/>
                </a:lnTo>
                <a:lnTo>
                  <a:pt x="165985" y="142743"/>
                </a:lnTo>
                <a:lnTo>
                  <a:pt x="153487" y="162038"/>
                </a:lnTo>
                <a:close/>
              </a:path>
              <a:path w="232409" h="269875">
                <a:moveTo>
                  <a:pt x="232204" y="269260"/>
                </a:moveTo>
                <a:lnTo>
                  <a:pt x="45607" y="269260"/>
                </a:lnTo>
                <a:lnTo>
                  <a:pt x="45607" y="182869"/>
                </a:lnTo>
                <a:lnTo>
                  <a:pt x="69946" y="182869"/>
                </a:lnTo>
                <a:lnTo>
                  <a:pt x="69946" y="249088"/>
                </a:lnTo>
                <a:lnTo>
                  <a:pt x="232204" y="249088"/>
                </a:lnTo>
                <a:lnTo>
                  <a:pt x="232204" y="269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77678" y="8549978"/>
            <a:ext cx="224790" cy="271780"/>
          </a:xfrm>
          <a:custGeom>
            <a:avLst/>
            <a:gdLst/>
            <a:ahLst/>
            <a:cxnLst/>
            <a:rect l="l" t="t" r="r" b="b"/>
            <a:pathLst>
              <a:path w="224790" h="271779">
                <a:moveTo>
                  <a:pt x="224530" y="155680"/>
                </a:moveTo>
                <a:lnTo>
                  <a:pt x="200191" y="155680"/>
                </a:lnTo>
                <a:lnTo>
                  <a:pt x="200191" y="0"/>
                </a:lnTo>
                <a:lnTo>
                  <a:pt x="224530" y="0"/>
                </a:lnTo>
                <a:lnTo>
                  <a:pt x="224530" y="155680"/>
                </a:lnTo>
                <a:close/>
              </a:path>
              <a:path w="224790" h="271779">
                <a:moveTo>
                  <a:pt x="9867" y="158311"/>
                </a:moveTo>
                <a:lnTo>
                  <a:pt x="0" y="139235"/>
                </a:lnTo>
                <a:lnTo>
                  <a:pt x="46219" y="122335"/>
                </a:lnTo>
                <a:lnTo>
                  <a:pt x="81800" y="99259"/>
                </a:lnTo>
                <a:lnTo>
                  <a:pt x="105562" y="70736"/>
                </a:lnTo>
                <a:lnTo>
                  <a:pt x="116321" y="37494"/>
                </a:lnTo>
                <a:lnTo>
                  <a:pt x="14690" y="37494"/>
                </a:lnTo>
                <a:lnTo>
                  <a:pt x="14690" y="17760"/>
                </a:lnTo>
                <a:lnTo>
                  <a:pt x="142304" y="17760"/>
                </a:lnTo>
                <a:lnTo>
                  <a:pt x="133050" y="66023"/>
                </a:lnTo>
                <a:lnTo>
                  <a:pt x="106591" y="106043"/>
                </a:lnTo>
                <a:lnTo>
                  <a:pt x="64879" y="137059"/>
                </a:lnTo>
                <a:lnTo>
                  <a:pt x="9867" y="158311"/>
                </a:lnTo>
                <a:close/>
              </a:path>
              <a:path w="224790" h="271779">
                <a:moveTo>
                  <a:pt x="224530" y="271453"/>
                </a:moveTo>
                <a:lnTo>
                  <a:pt x="45169" y="271453"/>
                </a:lnTo>
                <a:lnTo>
                  <a:pt x="45169" y="168836"/>
                </a:lnTo>
                <a:lnTo>
                  <a:pt x="224530" y="168836"/>
                </a:lnTo>
                <a:lnTo>
                  <a:pt x="224530" y="188350"/>
                </a:lnTo>
                <a:lnTo>
                  <a:pt x="69288" y="188350"/>
                </a:lnTo>
                <a:lnTo>
                  <a:pt x="69288" y="251719"/>
                </a:lnTo>
                <a:lnTo>
                  <a:pt x="224530" y="251719"/>
                </a:lnTo>
                <a:lnTo>
                  <a:pt x="224530" y="271453"/>
                </a:lnTo>
                <a:close/>
              </a:path>
              <a:path w="224790" h="271779">
                <a:moveTo>
                  <a:pt x="224530" y="251719"/>
                </a:moveTo>
                <a:lnTo>
                  <a:pt x="200629" y="251719"/>
                </a:lnTo>
                <a:lnTo>
                  <a:pt x="200629" y="188350"/>
                </a:lnTo>
                <a:lnTo>
                  <a:pt x="224530" y="188350"/>
                </a:lnTo>
                <a:lnTo>
                  <a:pt x="224530" y="251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57236" y="8549759"/>
            <a:ext cx="256540" cy="275590"/>
          </a:xfrm>
          <a:custGeom>
            <a:avLst/>
            <a:gdLst/>
            <a:ahLst/>
            <a:cxnLst/>
            <a:rect l="l" t="t" r="r" b="b"/>
            <a:pathLst>
              <a:path w="256540" h="275590">
                <a:moveTo>
                  <a:pt x="211593" y="275400"/>
                </a:moveTo>
                <a:lnTo>
                  <a:pt x="187254" y="275400"/>
                </a:lnTo>
                <a:lnTo>
                  <a:pt x="187254" y="0"/>
                </a:lnTo>
                <a:lnTo>
                  <a:pt x="211593" y="0"/>
                </a:lnTo>
                <a:lnTo>
                  <a:pt x="211593" y="112045"/>
                </a:lnTo>
                <a:lnTo>
                  <a:pt x="256323" y="112045"/>
                </a:lnTo>
                <a:lnTo>
                  <a:pt x="256323" y="132656"/>
                </a:lnTo>
                <a:lnTo>
                  <a:pt x="211593" y="132656"/>
                </a:lnTo>
                <a:lnTo>
                  <a:pt x="211593" y="275400"/>
                </a:lnTo>
                <a:close/>
              </a:path>
              <a:path w="256540" h="275590">
                <a:moveTo>
                  <a:pt x="13594" y="222995"/>
                </a:moveTo>
                <a:lnTo>
                  <a:pt x="0" y="203918"/>
                </a:lnTo>
                <a:lnTo>
                  <a:pt x="47348" y="174132"/>
                </a:lnTo>
                <a:lnTo>
                  <a:pt x="82444" y="138220"/>
                </a:lnTo>
                <a:lnTo>
                  <a:pt x="105207" y="96676"/>
                </a:lnTo>
                <a:lnTo>
                  <a:pt x="115554" y="49993"/>
                </a:lnTo>
                <a:lnTo>
                  <a:pt x="12936" y="49993"/>
                </a:lnTo>
                <a:lnTo>
                  <a:pt x="12936" y="29601"/>
                </a:lnTo>
                <a:lnTo>
                  <a:pt x="140331" y="29601"/>
                </a:lnTo>
                <a:lnTo>
                  <a:pt x="135696" y="75436"/>
                </a:lnTo>
                <a:lnTo>
                  <a:pt x="121516" y="118641"/>
                </a:lnTo>
                <a:lnTo>
                  <a:pt x="96979" y="158267"/>
                </a:lnTo>
                <a:lnTo>
                  <a:pt x="61275" y="193367"/>
                </a:lnTo>
                <a:lnTo>
                  <a:pt x="13594" y="222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736355" y="8559407"/>
            <a:ext cx="251460" cy="260350"/>
          </a:xfrm>
          <a:custGeom>
            <a:avLst/>
            <a:gdLst/>
            <a:ahLst/>
            <a:cxnLst/>
            <a:rect l="l" t="t" r="r" b="b"/>
            <a:pathLst>
              <a:path w="251459" h="260350">
                <a:moveTo>
                  <a:pt x="125421" y="109633"/>
                </a:moveTo>
                <a:lnTo>
                  <a:pt x="85014" y="105875"/>
                </a:lnTo>
                <a:lnTo>
                  <a:pt x="54268" y="95025"/>
                </a:lnTo>
                <a:lnTo>
                  <a:pt x="34705" y="77720"/>
                </a:lnTo>
                <a:lnTo>
                  <a:pt x="27847" y="54597"/>
                </a:lnTo>
                <a:lnTo>
                  <a:pt x="34705" y="31512"/>
                </a:lnTo>
                <a:lnTo>
                  <a:pt x="54268" y="14307"/>
                </a:lnTo>
                <a:lnTo>
                  <a:pt x="85014" y="3597"/>
                </a:lnTo>
                <a:lnTo>
                  <a:pt x="125421" y="0"/>
                </a:lnTo>
                <a:lnTo>
                  <a:pt x="165701" y="3597"/>
                </a:lnTo>
                <a:lnTo>
                  <a:pt x="196381" y="14307"/>
                </a:lnTo>
                <a:lnTo>
                  <a:pt x="202544" y="19734"/>
                </a:lnTo>
                <a:lnTo>
                  <a:pt x="125421" y="19734"/>
                </a:lnTo>
                <a:lnTo>
                  <a:pt x="95398" y="22159"/>
                </a:lnTo>
                <a:lnTo>
                  <a:pt x="72550" y="29107"/>
                </a:lnTo>
                <a:lnTo>
                  <a:pt x="58047" y="40084"/>
                </a:lnTo>
                <a:lnTo>
                  <a:pt x="53062" y="54597"/>
                </a:lnTo>
                <a:lnTo>
                  <a:pt x="58047" y="69329"/>
                </a:lnTo>
                <a:lnTo>
                  <a:pt x="72550" y="80361"/>
                </a:lnTo>
                <a:lnTo>
                  <a:pt x="95398" y="87282"/>
                </a:lnTo>
                <a:lnTo>
                  <a:pt x="125421" y="89680"/>
                </a:lnTo>
                <a:lnTo>
                  <a:pt x="202416" y="89680"/>
                </a:lnTo>
                <a:lnTo>
                  <a:pt x="196381" y="95025"/>
                </a:lnTo>
                <a:lnTo>
                  <a:pt x="165701" y="105875"/>
                </a:lnTo>
                <a:lnTo>
                  <a:pt x="125421" y="109633"/>
                </a:lnTo>
                <a:close/>
              </a:path>
              <a:path w="251459" h="260350">
                <a:moveTo>
                  <a:pt x="202416" y="89680"/>
                </a:moveTo>
                <a:lnTo>
                  <a:pt x="125421" y="89680"/>
                </a:lnTo>
                <a:lnTo>
                  <a:pt x="155447" y="87282"/>
                </a:lnTo>
                <a:lnTo>
                  <a:pt x="178319" y="80361"/>
                </a:lnTo>
                <a:lnTo>
                  <a:pt x="192887" y="69329"/>
                </a:lnTo>
                <a:lnTo>
                  <a:pt x="197998" y="54597"/>
                </a:lnTo>
                <a:lnTo>
                  <a:pt x="192887" y="40084"/>
                </a:lnTo>
                <a:lnTo>
                  <a:pt x="178319" y="29107"/>
                </a:lnTo>
                <a:lnTo>
                  <a:pt x="155447" y="22159"/>
                </a:lnTo>
                <a:lnTo>
                  <a:pt x="125421" y="19734"/>
                </a:lnTo>
                <a:lnTo>
                  <a:pt x="202544" y="19734"/>
                </a:lnTo>
                <a:lnTo>
                  <a:pt x="215920" y="31512"/>
                </a:lnTo>
                <a:lnTo>
                  <a:pt x="222776" y="54597"/>
                </a:lnTo>
                <a:lnTo>
                  <a:pt x="215920" y="77720"/>
                </a:lnTo>
                <a:lnTo>
                  <a:pt x="202416" y="89680"/>
                </a:lnTo>
                <a:close/>
              </a:path>
              <a:path w="251459" h="260350">
                <a:moveTo>
                  <a:pt x="251280" y="155460"/>
                </a:moveTo>
                <a:lnTo>
                  <a:pt x="0" y="155460"/>
                </a:lnTo>
                <a:lnTo>
                  <a:pt x="0" y="135726"/>
                </a:lnTo>
                <a:lnTo>
                  <a:pt x="251280" y="135726"/>
                </a:lnTo>
                <a:lnTo>
                  <a:pt x="251280" y="155460"/>
                </a:lnTo>
                <a:close/>
              </a:path>
              <a:path w="251459" h="260350">
                <a:moveTo>
                  <a:pt x="223214" y="259832"/>
                </a:moveTo>
                <a:lnTo>
                  <a:pt x="32451" y="259832"/>
                </a:lnTo>
                <a:lnTo>
                  <a:pt x="32451" y="179799"/>
                </a:lnTo>
                <a:lnTo>
                  <a:pt x="57009" y="179799"/>
                </a:lnTo>
                <a:lnTo>
                  <a:pt x="57009" y="239659"/>
                </a:lnTo>
                <a:lnTo>
                  <a:pt x="223214" y="239659"/>
                </a:lnTo>
                <a:lnTo>
                  <a:pt x="223214" y="2598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106068" y="8549978"/>
            <a:ext cx="224790" cy="271780"/>
          </a:xfrm>
          <a:custGeom>
            <a:avLst/>
            <a:gdLst/>
            <a:ahLst/>
            <a:cxnLst/>
            <a:rect l="l" t="t" r="r" b="b"/>
            <a:pathLst>
              <a:path w="224790" h="271779">
                <a:moveTo>
                  <a:pt x="224530" y="155680"/>
                </a:moveTo>
                <a:lnTo>
                  <a:pt x="200191" y="155680"/>
                </a:lnTo>
                <a:lnTo>
                  <a:pt x="200191" y="0"/>
                </a:lnTo>
                <a:lnTo>
                  <a:pt x="224530" y="0"/>
                </a:lnTo>
                <a:lnTo>
                  <a:pt x="224530" y="155680"/>
                </a:lnTo>
                <a:close/>
              </a:path>
              <a:path w="224790" h="271779">
                <a:moveTo>
                  <a:pt x="9867" y="158311"/>
                </a:moveTo>
                <a:lnTo>
                  <a:pt x="0" y="139235"/>
                </a:lnTo>
                <a:lnTo>
                  <a:pt x="46219" y="122335"/>
                </a:lnTo>
                <a:lnTo>
                  <a:pt x="81800" y="99259"/>
                </a:lnTo>
                <a:lnTo>
                  <a:pt x="105562" y="70736"/>
                </a:lnTo>
                <a:lnTo>
                  <a:pt x="116321" y="37494"/>
                </a:lnTo>
                <a:lnTo>
                  <a:pt x="14690" y="37494"/>
                </a:lnTo>
                <a:lnTo>
                  <a:pt x="14690" y="17760"/>
                </a:lnTo>
                <a:lnTo>
                  <a:pt x="142304" y="17760"/>
                </a:lnTo>
                <a:lnTo>
                  <a:pt x="133050" y="66023"/>
                </a:lnTo>
                <a:lnTo>
                  <a:pt x="106591" y="106043"/>
                </a:lnTo>
                <a:lnTo>
                  <a:pt x="64879" y="137059"/>
                </a:lnTo>
                <a:lnTo>
                  <a:pt x="9867" y="158311"/>
                </a:lnTo>
                <a:close/>
              </a:path>
              <a:path w="224790" h="271779">
                <a:moveTo>
                  <a:pt x="224530" y="271453"/>
                </a:moveTo>
                <a:lnTo>
                  <a:pt x="45169" y="271453"/>
                </a:lnTo>
                <a:lnTo>
                  <a:pt x="45169" y="168836"/>
                </a:lnTo>
                <a:lnTo>
                  <a:pt x="224530" y="168836"/>
                </a:lnTo>
                <a:lnTo>
                  <a:pt x="224530" y="188350"/>
                </a:lnTo>
                <a:lnTo>
                  <a:pt x="69288" y="188350"/>
                </a:lnTo>
                <a:lnTo>
                  <a:pt x="69288" y="251719"/>
                </a:lnTo>
                <a:lnTo>
                  <a:pt x="224530" y="251719"/>
                </a:lnTo>
                <a:lnTo>
                  <a:pt x="224530" y="271453"/>
                </a:lnTo>
                <a:close/>
              </a:path>
              <a:path w="224790" h="271779">
                <a:moveTo>
                  <a:pt x="224530" y="251719"/>
                </a:moveTo>
                <a:lnTo>
                  <a:pt x="200629" y="251719"/>
                </a:lnTo>
                <a:lnTo>
                  <a:pt x="200629" y="188350"/>
                </a:lnTo>
                <a:lnTo>
                  <a:pt x="224530" y="188350"/>
                </a:lnTo>
                <a:lnTo>
                  <a:pt x="224530" y="251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383872" y="8549759"/>
            <a:ext cx="227329" cy="276225"/>
          </a:xfrm>
          <a:custGeom>
            <a:avLst/>
            <a:gdLst/>
            <a:ahLst/>
            <a:cxnLst/>
            <a:rect l="l" t="t" r="r" b="b"/>
            <a:pathLst>
              <a:path w="227329" h="276225">
                <a:moveTo>
                  <a:pt x="227161" y="275619"/>
                </a:moveTo>
                <a:lnTo>
                  <a:pt x="202822" y="275619"/>
                </a:lnTo>
                <a:lnTo>
                  <a:pt x="202822" y="0"/>
                </a:lnTo>
                <a:lnTo>
                  <a:pt x="227161" y="0"/>
                </a:lnTo>
                <a:lnTo>
                  <a:pt x="227161" y="275619"/>
                </a:lnTo>
                <a:close/>
              </a:path>
              <a:path w="227329" h="276225">
                <a:moveTo>
                  <a:pt x="164231" y="48677"/>
                </a:moveTo>
                <a:lnTo>
                  <a:pt x="8989" y="48677"/>
                </a:lnTo>
                <a:lnTo>
                  <a:pt x="8989" y="28285"/>
                </a:lnTo>
                <a:lnTo>
                  <a:pt x="164231" y="28285"/>
                </a:lnTo>
                <a:lnTo>
                  <a:pt x="164231" y="48677"/>
                </a:lnTo>
                <a:close/>
              </a:path>
              <a:path w="227329" h="276225">
                <a:moveTo>
                  <a:pt x="14471" y="222556"/>
                </a:moveTo>
                <a:lnTo>
                  <a:pt x="0" y="203261"/>
                </a:lnTo>
                <a:lnTo>
                  <a:pt x="28199" y="183462"/>
                </a:lnTo>
                <a:lnTo>
                  <a:pt x="51774" y="154720"/>
                </a:lnTo>
                <a:lnTo>
                  <a:pt x="67990" y="120593"/>
                </a:lnTo>
                <a:lnTo>
                  <a:pt x="74112" y="84637"/>
                </a:lnTo>
                <a:lnTo>
                  <a:pt x="74112" y="48677"/>
                </a:lnTo>
                <a:lnTo>
                  <a:pt x="98670" y="48677"/>
                </a:lnTo>
                <a:lnTo>
                  <a:pt x="98670" y="84637"/>
                </a:lnTo>
                <a:lnTo>
                  <a:pt x="104614" y="119346"/>
                </a:lnTo>
                <a:lnTo>
                  <a:pt x="110630" y="131341"/>
                </a:lnTo>
                <a:lnTo>
                  <a:pt x="86720" y="131341"/>
                </a:lnTo>
                <a:lnTo>
                  <a:pt x="74398" y="160394"/>
                </a:lnTo>
                <a:lnTo>
                  <a:pt x="57544" y="186158"/>
                </a:lnTo>
                <a:lnTo>
                  <a:pt x="37215" y="207317"/>
                </a:lnTo>
                <a:lnTo>
                  <a:pt x="14471" y="222556"/>
                </a:lnTo>
                <a:close/>
              </a:path>
              <a:path w="227329" h="276225">
                <a:moveTo>
                  <a:pt x="159626" y="215759"/>
                </a:moveTo>
                <a:lnTo>
                  <a:pt x="136456" y="201721"/>
                </a:lnTo>
                <a:lnTo>
                  <a:pt x="115937" y="182307"/>
                </a:lnTo>
                <a:lnTo>
                  <a:pt x="99037" y="158515"/>
                </a:lnTo>
                <a:lnTo>
                  <a:pt x="86720" y="131341"/>
                </a:lnTo>
                <a:lnTo>
                  <a:pt x="110630" y="131341"/>
                </a:lnTo>
                <a:lnTo>
                  <a:pt x="120734" y="151486"/>
                </a:lnTo>
                <a:lnTo>
                  <a:pt x="144459" y="178158"/>
                </a:lnTo>
                <a:lnTo>
                  <a:pt x="173221" y="196463"/>
                </a:lnTo>
                <a:lnTo>
                  <a:pt x="159626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668253" y="8549759"/>
            <a:ext cx="233045" cy="276225"/>
          </a:xfrm>
          <a:custGeom>
            <a:avLst/>
            <a:gdLst/>
            <a:ahLst/>
            <a:cxnLst/>
            <a:rect l="l" t="t" r="r" b="b"/>
            <a:pathLst>
              <a:path w="233045" h="276225">
                <a:moveTo>
                  <a:pt x="232643" y="275619"/>
                </a:moveTo>
                <a:lnTo>
                  <a:pt x="209181" y="275619"/>
                </a:lnTo>
                <a:lnTo>
                  <a:pt x="209181" y="0"/>
                </a:lnTo>
                <a:lnTo>
                  <a:pt x="232643" y="0"/>
                </a:lnTo>
                <a:lnTo>
                  <a:pt x="232643" y="275619"/>
                </a:lnTo>
                <a:close/>
              </a:path>
              <a:path w="233045" h="276225">
                <a:moveTo>
                  <a:pt x="177826" y="66876"/>
                </a:moveTo>
                <a:lnTo>
                  <a:pt x="154583" y="66876"/>
                </a:lnTo>
                <a:lnTo>
                  <a:pt x="154583" y="5920"/>
                </a:lnTo>
                <a:lnTo>
                  <a:pt x="177826" y="5920"/>
                </a:lnTo>
                <a:lnTo>
                  <a:pt x="177826" y="66876"/>
                </a:lnTo>
                <a:close/>
              </a:path>
              <a:path w="233045" h="276225">
                <a:moveTo>
                  <a:pt x="58983" y="214663"/>
                </a:moveTo>
                <a:lnTo>
                  <a:pt x="34688" y="208047"/>
                </a:lnTo>
                <a:lnTo>
                  <a:pt x="16088" y="188871"/>
                </a:lnTo>
                <a:lnTo>
                  <a:pt x="4190" y="158636"/>
                </a:lnTo>
                <a:lnTo>
                  <a:pt x="0" y="118843"/>
                </a:lnTo>
                <a:lnTo>
                  <a:pt x="4190" y="79207"/>
                </a:lnTo>
                <a:lnTo>
                  <a:pt x="16088" y="49088"/>
                </a:lnTo>
                <a:lnTo>
                  <a:pt x="34688" y="29947"/>
                </a:lnTo>
                <a:lnTo>
                  <a:pt x="58983" y="23242"/>
                </a:lnTo>
                <a:lnTo>
                  <a:pt x="75669" y="26175"/>
                </a:lnTo>
                <a:lnTo>
                  <a:pt x="90023" y="34699"/>
                </a:lnTo>
                <a:lnTo>
                  <a:pt x="99746" y="46046"/>
                </a:lnTo>
                <a:lnTo>
                  <a:pt x="58983" y="46046"/>
                </a:lnTo>
                <a:lnTo>
                  <a:pt x="43737" y="51130"/>
                </a:lnTo>
                <a:lnTo>
                  <a:pt x="32232" y="65670"/>
                </a:lnTo>
                <a:lnTo>
                  <a:pt x="25003" y="88597"/>
                </a:lnTo>
                <a:lnTo>
                  <a:pt x="22584" y="118843"/>
                </a:lnTo>
                <a:lnTo>
                  <a:pt x="25003" y="149119"/>
                </a:lnTo>
                <a:lnTo>
                  <a:pt x="32232" y="172097"/>
                </a:lnTo>
                <a:lnTo>
                  <a:pt x="43737" y="186648"/>
                </a:lnTo>
                <a:lnTo>
                  <a:pt x="58983" y="191640"/>
                </a:lnTo>
                <a:lnTo>
                  <a:pt x="99989" y="191640"/>
                </a:lnTo>
                <a:lnTo>
                  <a:pt x="90023" y="203288"/>
                </a:lnTo>
                <a:lnTo>
                  <a:pt x="75669" y="211792"/>
                </a:lnTo>
                <a:lnTo>
                  <a:pt x="58983" y="214663"/>
                </a:lnTo>
                <a:close/>
              </a:path>
              <a:path w="233045" h="276225">
                <a:moveTo>
                  <a:pt x="99989" y="191640"/>
                </a:moveTo>
                <a:lnTo>
                  <a:pt x="58983" y="191640"/>
                </a:lnTo>
                <a:lnTo>
                  <a:pt x="74300" y="186648"/>
                </a:lnTo>
                <a:lnTo>
                  <a:pt x="85980" y="172097"/>
                </a:lnTo>
                <a:lnTo>
                  <a:pt x="93425" y="149119"/>
                </a:lnTo>
                <a:lnTo>
                  <a:pt x="96039" y="118843"/>
                </a:lnTo>
                <a:lnTo>
                  <a:pt x="93425" y="88597"/>
                </a:lnTo>
                <a:lnTo>
                  <a:pt x="85980" y="65670"/>
                </a:lnTo>
                <a:lnTo>
                  <a:pt x="74300" y="51130"/>
                </a:lnTo>
                <a:lnTo>
                  <a:pt x="58983" y="46046"/>
                </a:lnTo>
                <a:lnTo>
                  <a:pt x="99746" y="46046"/>
                </a:lnTo>
                <a:lnTo>
                  <a:pt x="101765" y="48403"/>
                </a:lnTo>
                <a:lnTo>
                  <a:pt x="110620" y="66876"/>
                </a:lnTo>
                <a:lnTo>
                  <a:pt x="177826" y="66876"/>
                </a:lnTo>
                <a:lnTo>
                  <a:pt x="177826" y="87049"/>
                </a:lnTo>
                <a:lnTo>
                  <a:pt x="115883" y="87049"/>
                </a:lnTo>
                <a:lnTo>
                  <a:pt x="117051" y="94468"/>
                </a:lnTo>
                <a:lnTo>
                  <a:pt x="117911" y="102247"/>
                </a:lnTo>
                <a:lnTo>
                  <a:pt x="118442" y="110375"/>
                </a:lnTo>
                <a:lnTo>
                  <a:pt x="118623" y="118843"/>
                </a:lnTo>
                <a:lnTo>
                  <a:pt x="118442" y="127264"/>
                </a:lnTo>
                <a:lnTo>
                  <a:pt x="117911" y="135397"/>
                </a:lnTo>
                <a:lnTo>
                  <a:pt x="117051" y="143202"/>
                </a:lnTo>
                <a:lnTo>
                  <a:pt x="115883" y="150636"/>
                </a:lnTo>
                <a:lnTo>
                  <a:pt x="177826" y="150636"/>
                </a:lnTo>
                <a:lnTo>
                  <a:pt x="177826" y="171028"/>
                </a:lnTo>
                <a:lnTo>
                  <a:pt x="110620" y="171028"/>
                </a:lnTo>
                <a:lnTo>
                  <a:pt x="101765" y="189563"/>
                </a:lnTo>
                <a:lnTo>
                  <a:pt x="99989" y="191640"/>
                </a:lnTo>
                <a:close/>
              </a:path>
              <a:path w="233045" h="276225">
                <a:moveTo>
                  <a:pt x="177826" y="150636"/>
                </a:moveTo>
                <a:lnTo>
                  <a:pt x="154583" y="150636"/>
                </a:lnTo>
                <a:lnTo>
                  <a:pt x="154583" y="87049"/>
                </a:lnTo>
                <a:lnTo>
                  <a:pt x="177826" y="87049"/>
                </a:lnTo>
                <a:lnTo>
                  <a:pt x="177826" y="150636"/>
                </a:lnTo>
                <a:close/>
              </a:path>
              <a:path w="233045" h="276225">
                <a:moveTo>
                  <a:pt x="177826" y="261586"/>
                </a:moveTo>
                <a:lnTo>
                  <a:pt x="154583" y="261586"/>
                </a:lnTo>
                <a:lnTo>
                  <a:pt x="154583" y="171028"/>
                </a:lnTo>
                <a:lnTo>
                  <a:pt x="177826" y="171028"/>
                </a:lnTo>
                <a:lnTo>
                  <a:pt x="177826" y="2615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034388" y="8549978"/>
            <a:ext cx="233679" cy="269875"/>
          </a:xfrm>
          <a:custGeom>
            <a:avLst/>
            <a:gdLst/>
            <a:ahLst/>
            <a:cxnLst/>
            <a:rect l="l" t="t" r="r" b="b"/>
            <a:pathLst>
              <a:path w="233679" h="269875">
                <a:moveTo>
                  <a:pt x="224749" y="202164"/>
                </a:moveTo>
                <a:lnTo>
                  <a:pt x="200410" y="202164"/>
                </a:lnTo>
                <a:lnTo>
                  <a:pt x="200410" y="0"/>
                </a:lnTo>
                <a:lnTo>
                  <a:pt x="224749" y="0"/>
                </a:lnTo>
                <a:lnTo>
                  <a:pt x="224749" y="202164"/>
                </a:lnTo>
                <a:close/>
              </a:path>
              <a:path w="233679" h="269875">
                <a:moveTo>
                  <a:pt x="13375" y="162258"/>
                </a:moveTo>
                <a:lnTo>
                  <a:pt x="0" y="143181"/>
                </a:lnTo>
                <a:lnTo>
                  <a:pt x="28504" y="126815"/>
                </a:lnTo>
                <a:lnTo>
                  <a:pt x="50596" y="103357"/>
                </a:lnTo>
                <a:lnTo>
                  <a:pt x="64875" y="74760"/>
                </a:lnTo>
                <a:lnTo>
                  <a:pt x="69946" y="42976"/>
                </a:lnTo>
                <a:lnTo>
                  <a:pt x="69946" y="15348"/>
                </a:lnTo>
                <a:lnTo>
                  <a:pt x="94723" y="15348"/>
                </a:lnTo>
                <a:lnTo>
                  <a:pt x="94723" y="42976"/>
                </a:lnTo>
                <a:lnTo>
                  <a:pt x="99725" y="73440"/>
                </a:lnTo>
                <a:lnTo>
                  <a:pt x="107541" y="88255"/>
                </a:lnTo>
                <a:lnTo>
                  <a:pt x="82554" y="88255"/>
                </a:lnTo>
                <a:lnTo>
                  <a:pt x="71236" y="112275"/>
                </a:lnTo>
                <a:lnTo>
                  <a:pt x="55570" y="133068"/>
                </a:lnTo>
                <a:lnTo>
                  <a:pt x="36102" y="149955"/>
                </a:lnTo>
                <a:lnTo>
                  <a:pt x="13375" y="162258"/>
                </a:lnTo>
                <a:close/>
              </a:path>
              <a:path w="233679" h="269875">
                <a:moveTo>
                  <a:pt x="151514" y="157214"/>
                </a:moveTo>
                <a:lnTo>
                  <a:pt x="128991" y="145684"/>
                </a:lnTo>
                <a:lnTo>
                  <a:pt x="109633" y="130012"/>
                </a:lnTo>
                <a:lnTo>
                  <a:pt x="93976" y="110701"/>
                </a:lnTo>
                <a:lnTo>
                  <a:pt x="82554" y="88255"/>
                </a:lnTo>
                <a:lnTo>
                  <a:pt x="107541" y="88255"/>
                </a:lnTo>
                <a:lnTo>
                  <a:pt x="114019" y="100534"/>
                </a:lnTo>
                <a:lnTo>
                  <a:pt x="136041" y="122529"/>
                </a:lnTo>
                <a:lnTo>
                  <a:pt x="164231" y="137700"/>
                </a:lnTo>
                <a:lnTo>
                  <a:pt x="151514" y="157214"/>
                </a:lnTo>
                <a:close/>
              </a:path>
              <a:path w="233679" h="269875">
                <a:moveTo>
                  <a:pt x="233300" y="269260"/>
                </a:moveTo>
                <a:lnTo>
                  <a:pt x="46704" y="269260"/>
                </a:lnTo>
                <a:lnTo>
                  <a:pt x="46704" y="183527"/>
                </a:lnTo>
                <a:lnTo>
                  <a:pt x="71042" y="183527"/>
                </a:lnTo>
                <a:lnTo>
                  <a:pt x="71042" y="249088"/>
                </a:lnTo>
                <a:lnTo>
                  <a:pt x="233300" y="249088"/>
                </a:lnTo>
                <a:lnTo>
                  <a:pt x="233300" y="269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312849" y="8549759"/>
            <a:ext cx="256540" cy="275590"/>
          </a:xfrm>
          <a:custGeom>
            <a:avLst/>
            <a:gdLst/>
            <a:ahLst/>
            <a:cxnLst/>
            <a:rect l="l" t="t" r="r" b="b"/>
            <a:pathLst>
              <a:path w="256540" h="275590">
                <a:moveTo>
                  <a:pt x="215101" y="165327"/>
                </a:moveTo>
                <a:lnTo>
                  <a:pt x="190762" y="165327"/>
                </a:lnTo>
                <a:lnTo>
                  <a:pt x="190762" y="0"/>
                </a:lnTo>
                <a:lnTo>
                  <a:pt x="215101" y="0"/>
                </a:lnTo>
                <a:lnTo>
                  <a:pt x="215101" y="71700"/>
                </a:lnTo>
                <a:lnTo>
                  <a:pt x="256543" y="71700"/>
                </a:lnTo>
                <a:lnTo>
                  <a:pt x="256543" y="91873"/>
                </a:lnTo>
                <a:lnTo>
                  <a:pt x="215101" y="91873"/>
                </a:lnTo>
                <a:lnTo>
                  <a:pt x="215101" y="165327"/>
                </a:lnTo>
                <a:close/>
              </a:path>
              <a:path w="256540" h="275590">
                <a:moveTo>
                  <a:pt x="10086" y="165766"/>
                </a:moveTo>
                <a:lnTo>
                  <a:pt x="0" y="146032"/>
                </a:lnTo>
                <a:lnTo>
                  <a:pt x="45098" y="128103"/>
                </a:lnTo>
                <a:lnTo>
                  <a:pt x="79909" y="103987"/>
                </a:lnTo>
                <a:lnTo>
                  <a:pt x="103187" y="74527"/>
                </a:lnTo>
                <a:lnTo>
                  <a:pt x="113690" y="40564"/>
                </a:lnTo>
                <a:lnTo>
                  <a:pt x="12059" y="40564"/>
                </a:lnTo>
                <a:lnTo>
                  <a:pt x="12059" y="20391"/>
                </a:lnTo>
                <a:lnTo>
                  <a:pt x="139892" y="20391"/>
                </a:lnTo>
                <a:lnTo>
                  <a:pt x="130895" y="69377"/>
                </a:lnTo>
                <a:lnTo>
                  <a:pt x="105084" y="110510"/>
                </a:lnTo>
                <a:lnTo>
                  <a:pt x="64224" y="142928"/>
                </a:lnTo>
                <a:lnTo>
                  <a:pt x="10086" y="165766"/>
                </a:lnTo>
                <a:close/>
              </a:path>
              <a:path w="256540" h="275590">
                <a:moveTo>
                  <a:pt x="128052" y="274961"/>
                </a:moveTo>
                <a:lnTo>
                  <a:pt x="90687" y="271323"/>
                </a:lnTo>
                <a:lnTo>
                  <a:pt x="62162" y="260818"/>
                </a:lnTo>
                <a:lnTo>
                  <a:pt x="43997" y="244065"/>
                </a:lnTo>
                <a:lnTo>
                  <a:pt x="37714" y="221679"/>
                </a:lnTo>
                <a:lnTo>
                  <a:pt x="43997" y="199386"/>
                </a:lnTo>
                <a:lnTo>
                  <a:pt x="62162" y="182622"/>
                </a:lnTo>
                <a:lnTo>
                  <a:pt x="90687" y="172066"/>
                </a:lnTo>
                <a:lnTo>
                  <a:pt x="128052" y="168397"/>
                </a:lnTo>
                <a:lnTo>
                  <a:pt x="165444" y="172066"/>
                </a:lnTo>
                <a:lnTo>
                  <a:pt x="193832" y="182622"/>
                </a:lnTo>
                <a:lnTo>
                  <a:pt x="199757" y="188131"/>
                </a:lnTo>
                <a:lnTo>
                  <a:pt x="128052" y="188131"/>
                </a:lnTo>
                <a:lnTo>
                  <a:pt x="100561" y="190351"/>
                </a:lnTo>
                <a:lnTo>
                  <a:pt x="79649" y="197012"/>
                </a:lnTo>
                <a:lnTo>
                  <a:pt x="66383" y="207619"/>
                </a:lnTo>
                <a:lnTo>
                  <a:pt x="61833" y="221679"/>
                </a:lnTo>
                <a:lnTo>
                  <a:pt x="66383" y="235651"/>
                </a:lnTo>
                <a:lnTo>
                  <a:pt x="79649" y="246292"/>
                </a:lnTo>
                <a:lnTo>
                  <a:pt x="100561" y="253069"/>
                </a:lnTo>
                <a:lnTo>
                  <a:pt x="128052" y="255446"/>
                </a:lnTo>
                <a:lnTo>
                  <a:pt x="199613" y="255446"/>
                </a:lnTo>
                <a:lnTo>
                  <a:pt x="193832" y="260818"/>
                </a:lnTo>
                <a:lnTo>
                  <a:pt x="165444" y="271323"/>
                </a:lnTo>
                <a:lnTo>
                  <a:pt x="128052" y="274961"/>
                </a:lnTo>
                <a:close/>
              </a:path>
              <a:path w="256540" h="275590">
                <a:moveTo>
                  <a:pt x="199613" y="255446"/>
                </a:moveTo>
                <a:lnTo>
                  <a:pt x="128052" y="255446"/>
                </a:lnTo>
                <a:lnTo>
                  <a:pt x="155453" y="253069"/>
                </a:lnTo>
                <a:lnTo>
                  <a:pt x="176400" y="246292"/>
                </a:lnTo>
                <a:lnTo>
                  <a:pt x="189783" y="235651"/>
                </a:lnTo>
                <a:lnTo>
                  <a:pt x="194490" y="221679"/>
                </a:lnTo>
                <a:lnTo>
                  <a:pt x="189783" y="207619"/>
                </a:lnTo>
                <a:lnTo>
                  <a:pt x="176400" y="197012"/>
                </a:lnTo>
                <a:lnTo>
                  <a:pt x="155453" y="190351"/>
                </a:lnTo>
                <a:lnTo>
                  <a:pt x="128052" y="188131"/>
                </a:lnTo>
                <a:lnTo>
                  <a:pt x="199757" y="188131"/>
                </a:lnTo>
                <a:lnTo>
                  <a:pt x="211860" y="199386"/>
                </a:lnTo>
                <a:lnTo>
                  <a:pt x="218171" y="221679"/>
                </a:lnTo>
                <a:lnTo>
                  <a:pt x="211860" y="244065"/>
                </a:lnTo>
                <a:lnTo>
                  <a:pt x="199613" y="2554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593502" y="8549759"/>
            <a:ext cx="234950" cy="269875"/>
          </a:xfrm>
          <a:custGeom>
            <a:avLst/>
            <a:gdLst/>
            <a:ahLst/>
            <a:cxnLst/>
            <a:rect l="l" t="t" r="r" b="b"/>
            <a:pathLst>
              <a:path w="234950" h="269875">
                <a:moveTo>
                  <a:pt x="91215" y="33986"/>
                </a:moveTo>
                <a:lnTo>
                  <a:pt x="67095" y="33986"/>
                </a:lnTo>
                <a:lnTo>
                  <a:pt x="67095" y="0"/>
                </a:lnTo>
                <a:lnTo>
                  <a:pt x="91215" y="0"/>
                </a:lnTo>
                <a:lnTo>
                  <a:pt x="91215" y="33986"/>
                </a:lnTo>
                <a:close/>
              </a:path>
              <a:path w="234950" h="269875">
                <a:moveTo>
                  <a:pt x="228257" y="210497"/>
                </a:moveTo>
                <a:lnTo>
                  <a:pt x="203919" y="210497"/>
                </a:lnTo>
                <a:lnTo>
                  <a:pt x="203919" y="151075"/>
                </a:lnTo>
                <a:lnTo>
                  <a:pt x="155899" y="151075"/>
                </a:lnTo>
                <a:lnTo>
                  <a:pt x="155899" y="131341"/>
                </a:lnTo>
                <a:lnTo>
                  <a:pt x="203919" y="131341"/>
                </a:lnTo>
                <a:lnTo>
                  <a:pt x="203919" y="93846"/>
                </a:lnTo>
                <a:lnTo>
                  <a:pt x="155899" y="93846"/>
                </a:lnTo>
                <a:lnTo>
                  <a:pt x="155899" y="73673"/>
                </a:lnTo>
                <a:lnTo>
                  <a:pt x="203919" y="73673"/>
                </a:lnTo>
                <a:lnTo>
                  <a:pt x="203919" y="219"/>
                </a:lnTo>
                <a:lnTo>
                  <a:pt x="228257" y="219"/>
                </a:lnTo>
                <a:lnTo>
                  <a:pt x="228257" y="210497"/>
                </a:lnTo>
                <a:close/>
              </a:path>
              <a:path w="234950" h="269875">
                <a:moveTo>
                  <a:pt x="156118" y="53939"/>
                </a:moveTo>
                <a:lnTo>
                  <a:pt x="0" y="53939"/>
                </a:lnTo>
                <a:lnTo>
                  <a:pt x="0" y="33986"/>
                </a:lnTo>
                <a:lnTo>
                  <a:pt x="156118" y="33986"/>
                </a:lnTo>
                <a:lnTo>
                  <a:pt x="156118" y="53939"/>
                </a:lnTo>
                <a:close/>
              </a:path>
              <a:path w="234950" h="269875">
                <a:moveTo>
                  <a:pt x="78936" y="174317"/>
                </a:moveTo>
                <a:lnTo>
                  <a:pt x="53508" y="170504"/>
                </a:lnTo>
                <a:lnTo>
                  <a:pt x="33712" y="159763"/>
                </a:lnTo>
                <a:lnTo>
                  <a:pt x="20905" y="143144"/>
                </a:lnTo>
                <a:lnTo>
                  <a:pt x="16445" y="121693"/>
                </a:lnTo>
                <a:lnTo>
                  <a:pt x="20905" y="100150"/>
                </a:lnTo>
                <a:lnTo>
                  <a:pt x="33712" y="83541"/>
                </a:lnTo>
                <a:lnTo>
                  <a:pt x="53508" y="72851"/>
                </a:lnTo>
                <a:lnTo>
                  <a:pt x="78936" y="69069"/>
                </a:lnTo>
                <a:lnTo>
                  <a:pt x="104278" y="72851"/>
                </a:lnTo>
                <a:lnTo>
                  <a:pt x="124132" y="83541"/>
                </a:lnTo>
                <a:lnTo>
                  <a:pt x="127905" y="88364"/>
                </a:lnTo>
                <a:lnTo>
                  <a:pt x="78936" y="88364"/>
                </a:lnTo>
                <a:lnTo>
                  <a:pt x="62714" y="90889"/>
                </a:lnTo>
                <a:lnTo>
                  <a:pt x="50130" y="97711"/>
                </a:lnTo>
                <a:lnTo>
                  <a:pt x="42027" y="108191"/>
                </a:lnTo>
                <a:lnTo>
                  <a:pt x="39248" y="121693"/>
                </a:lnTo>
                <a:lnTo>
                  <a:pt x="42027" y="135319"/>
                </a:lnTo>
                <a:lnTo>
                  <a:pt x="50130" y="145840"/>
                </a:lnTo>
                <a:lnTo>
                  <a:pt x="62714" y="152620"/>
                </a:lnTo>
                <a:lnTo>
                  <a:pt x="78936" y="155022"/>
                </a:lnTo>
                <a:lnTo>
                  <a:pt x="127838" y="155022"/>
                </a:lnTo>
                <a:lnTo>
                  <a:pt x="124132" y="159763"/>
                </a:lnTo>
                <a:lnTo>
                  <a:pt x="104278" y="170504"/>
                </a:lnTo>
                <a:lnTo>
                  <a:pt x="78936" y="174317"/>
                </a:lnTo>
                <a:close/>
              </a:path>
              <a:path w="234950" h="269875">
                <a:moveTo>
                  <a:pt x="127838" y="155022"/>
                </a:moveTo>
                <a:lnTo>
                  <a:pt x="78936" y="155022"/>
                </a:lnTo>
                <a:lnTo>
                  <a:pt x="95038" y="152620"/>
                </a:lnTo>
                <a:lnTo>
                  <a:pt x="107605" y="145840"/>
                </a:lnTo>
                <a:lnTo>
                  <a:pt x="115814" y="135319"/>
                </a:lnTo>
                <a:lnTo>
                  <a:pt x="118843" y="121693"/>
                </a:lnTo>
                <a:lnTo>
                  <a:pt x="115814" y="108191"/>
                </a:lnTo>
                <a:lnTo>
                  <a:pt x="107605" y="97711"/>
                </a:lnTo>
                <a:lnTo>
                  <a:pt x="95038" y="90889"/>
                </a:lnTo>
                <a:lnTo>
                  <a:pt x="78936" y="88364"/>
                </a:lnTo>
                <a:lnTo>
                  <a:pt x="127905" y="88364"/>
                </a:lnTo>
                <a:lnTo>
                  <a:pt x="137121" y="100150"/>
                </a:lnTo>
                <a:lnTo>
                  <a:pt x="141866" y="121693"/>
                </a:lnTo>
                <a:lnTo>
                  <a:pt x="137121" y="143144"/>
                </a:lnTo>
                <a:lnTo>
                  <a:pt x="127838" y="155022"/>
                </a:lnTo>
                <a:close/>
              </a:path>
              <a:path w="234950" h="269875">
                <a:moveTo>
                  <a:pt x="234616" y="269480"/>
                </a:moveTo>
                <a:lnTo>
                  <a:pt x="49993" y="269480"/>
                </a:lnTo>
                <a:lnTo>
                  <a:pt x="49993" y="191859"/>
                </a:lnTo>
                <a:lnTo>
                  <a:pt x="74551" y="191859"/>
                </a:lnTo>
                <a:lnTo>
                  <a:pt x="74551" y="249307"/>
                </a:lnTo>
                <a:lnTo>
                  <a:pt x="234616" y="249307"/>
                </a:lnTo>
                <a:lnTo>
                  <a:pt x="234616" y="269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959927" y="8567739"/>
            <a:ext cx="252377" cy="22211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244309" y="8549759"/>
            <a:ext cx="233045" cy="276225"/>
          </a:xfrm>
          <a:custGeom>
            <a:avLst/>
            <a:gdLst/>
            <a:ahLst/>
            <a:cxnLst/>
            <a:rect l="l" t="t" r="r" b="b"/>
            <a:pathLst>
              <a:path w="233045" h="276225">
                <a:moveTo>
                  <a:pt x="232643" y="275619"/>
                </a:moveTo>
                <a:lnTo>
                  <a:pt x="209181" y="275619"/>
                </a:lnTo>
                <a:lnTo>
                  <a:pt x="209181" y="0"/>
                </a:lnTo>
                <a:lnTo>
                  <a:pt x="232643" y="0"/>
                </a:lnTo>
                <a:lnTo>
                  <a:pt x="232643" y="275619"/>
                </a:lnTo>
                <a:close/>
              </a:path>
              <a:path w="233045" h="276225">
                <a:moveTo>
                  <a:pt x="177826" y="66876"/>
                </a:moveTo>
                <a:lnTo>
                  <a:pt x="154583" y="66876"/>
                </a:lnTo>
                <a:lnTo>
                  <a:pt x="154583" y="5920"/>
                </a:lnTo>
                <a:lnTo>
                  <a:pt x="177826" y="5920"/>
                </a:lnTo>
                <a:lnTo>
                  <a:pt x="177826" y="66876"/>
                </a:lnTo>
                <a:close/>
              </a:path>
              <a:path w="233045" h="276225">
                <a:moveTo>
                  <a:pt x="58983" y="214663"/>
                </a:moveTo>
                <a:lnTo>
                  <a:pt x="34688" y="208047"/>
                </a:lnTo>
                <a:lnTo>
                  <a:pt x="16088" y="188871"/>
                </a:lnTo>
                <a:lnTo>
                  <a:pt x="4190" y="158636"/>
                </a:lnTo>
                <a:lnTo>
                  <a:pt x="0" y="118843"/>
                </a:lnTo>
                <a:lnTo>
                  <a:pt x="4190" y="79207"/>
                </a:lnTo>
                <a:lnTo>
                  <a:pt x="16088" y="49088"/>
                </a:lnTo>
                <a:lnTo>
                  <a:pt x="34688" y="29947"/>
                </a:lnTo>
                <a:lnTo>
                  <a:pt x="58983" y="23242"/>
                </a:lnTo>
                <a:lnTo>
                  <a:pt x="75669" y="26175"/>
                </a:lnTo>
                <a:lnTo>
                  <a:pt x="90023" y="34699"/>
                </a:lnTo>
                <a:lnTo>
                  <a:pt x="99746" y="46046"/>
                </a:lnTo>
                <a:lnTo>
                  <a:pt x="58983" y="46046"/>
                </a:lnTo>
                <a:lnTo>
                  <a:pt x="43737" y="51130"/>
                </a:lnTo>
                <a:lnTo>
                  <a:pt x="32232" y="65670"/>
                </a:lnTo>
                <a:lnTo>
                  <a:pt x="25003" y="88597"/>
                </a:lnTo>
                <a:lnTo>
                  <a:pt x="22584" y="118843"/>
                </a:lnTo>
                <a:lnTo>
                  <a:pt x="25003" y="149119"/>
                </a:lnTo>
                <a:lnTo>
                  <a:pt x="32232" y="172097"/>
                </a:lnTo>
                <a:lnTo>
                  <a:pt x="43737" y="186648"/>
                </a:lnTo>
                <a:lnTo>
                  <a:pt x="58983" y="191640"/>
                </a:lnTo>
                <a:lnTo>
                  <a:pt x="99989" y="191640"/>
                </a:lnTo>
                <a:lnTo>
                  <a:pt x="90023" y="203288"/>
                </a:lnTo>
                <a:lnTo>
                  <a:pt x="75669" y="211792"/>
                </a:lnTo>
                <a:lnTo>
                  <a:pt x="58983" y="214663"/>
                </a:lnTo>
                <a:close/>
              </a:path>
              <a:path w="233045" h="276225">
                <a:moveTo>
                  <a:pt x="99989" y="191640"/>
                </a:moveTo>
                <a:lnTo>
                  <a:pt x="58983" y="191640"/>
                </a:lnTo>
                <a:lnTo>
                  <a:pt x="74300" y="186648"/>
                </a:lnTo>
                <a:lnTo>
                  <a:pt x="85980" y="172097"/>
                </a:lnTo>
                <a:lnTo>
                  <a:pt x="93425" y="149119"/>
                </a:lnTo>
                <a:lnTo>
                  <a:pt x="96039" y="118843"/>
                </a:lnTo>
                <a:lnTo>
                  <a:pt x="93425" y="88597"/>
                </a:lnTo>
                <a:lnTo>
                  <a:pt x="85980" y="65670"/>
                </a:lnTo>
                <a:lnTo>
                  <a:pt x="74300" y="51130"/>
                </a:lnTo>
                <a:lnTo>
                  <a:pt x="58983" y="46046"/>
                </a:lnTo>
                <a:lnTo>
                  <a:pt x="99746" y="46046"/>
                </a:lnTo>
                <a:lnTo>
                  <a:pt x="101765" y="48403"/>
                </a:lnTo>
                <a:lnTo>
                  <a:pt x="110620" y="66876"/>
                </a:lnTo>
                <a:lnTo>
                  <a:pt x="177826" y="66876"/>
                </a:lnTo>
                <a:lnTo>
                  <a:pt x="177826" y="87049"/>
                </a:lnTo>
                <a:lnTo>
                  <a:pt x="115883" y="87049"/>
                </a:lnTo>
                <a:lnTo>
                  <a:pt x="117051" y="94468"/>
                </a:lnTo>
                <a:lnTo>
                  <a:pt x="117911" y="102247"/>
                </a:lnTo>
                <a:lnTo>
                  <a:pt x="118442" y="110375"/>
                </a:lnTo>
                <a:lnTo>
                  <a:pt x="118623" y="118843"/>
                </a:lnTo>
                <a:lnTo>
                  <a:pt x="118442" y="127264"/>
                </a:lnTo>
                <a:lnTo>
                  <a:pt x="117911" y="135397"/>
                </a:lnTo>
                <a:lnTo>
                  <a:pt x="117051" y="143202"/>
                </a:lnTo>
                <a:lnTo>
                  <a:pt x="115883" y="150636"/>
                </a:lnTo>
                <a:lnTo>
                  <a:pt x="177826" y="150636"/>
                </a:lnTo>
                <a:lnTo>
                  <a:pt x="177826" y="171028"/>
                </a:lnTo>
                <a:lnTo>
                  <a:pt x="110620" y="171028"/>
                </a:lnTo>
                <a:lnTo>
                  <a:pt x="101765" y="189563"/>
                </a:lnTo>
                <a:lnTo>
                  <a:pt x="99989" y="191640"/>
                </a:lnTo>
                <a:close/>
              </a:path>
              <a:path w="233045" h="276225">
                <a:moveTo>
                  <a:pt x="177826" y="150636"/>
                </a:moveTo>
                <a:lnTo>
                  <a:pt x="154583" y="150636"/>
                </a:lnTo>
                <a:lnTo>
                  <a:pt x="154583" y="87049"/>
                </a:lnTo>
                <a:lnTo>
                  <a:pt x="177826" y="87049"/>
                </a:lnTo>
                <a:lnTo>
                  <a:pt x="177826" y="150636"/>
                </a:lnTo>
                <a:close/>
              </a:path>
              <a:path w="233045" h="276225">
                <a:moveTo>
                  <a:pt x="177826" y="261586"/>
                </a:moveTo>
                <a:lnTo>
                  <a:pt x="154583" y="261586"/>
                </a:lnTo>
                <a:lnTo>
                  <a:pt x="154583" y="171028"/>
                </a:lnTo>
                <a:lnTo>
                  <a:pt x="177826" y="171028"/>
                </a:lnTo>
                <a:lnTo>
                  <a:pt x="177826" y="2615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521673" y="8559407"/>
            <a:ext cx="251460" cy="260350"/>
          </a:xfrm>
          <a:custGeom>
            <a:avLst/>
            <a:gdLst/>
            <a:ahLst/>
            <a:cxnLst/>
            <a:rect l="l" t="t" r="r" b="b"/>
            <a:pathLst>
              <a:path w="251459" h="260350">
                <a:moveTo>
                  <a:pt x="125421" y="109633"/>
                </a:moveTo>
                <a:lnTo>
                  <a:pt x="85014" y="105875"/>
                </a:lnTo>
                <a:lnTo>
                  <a:pt x="54268" y="95025"/>
                </a:lnTo>
                <a:lnTo>
                  <a:pt x="34705" y="77720"/>
                </a:lnTo>
                <a:lnTo>
                  <a:pt x="27847" y="54597"/>
                </a:lnTo>
                <a:lnTo>
                  <a:pt x="34705" y="31512"/>
                </a:lnTo>
                <a:lnTo>
                  <a:pt x="54268" y="14307"/>
                </a:lnTo>
                <a:lnTo>
                  <a:pt x="85014" y="3597"/>
                </a:lnTo>
                <a:lnTo>
                  <a:pt x="125421" y="0"/>
                </a:lnTo>
                <a:lnTo>
                  <a:pt x="165701" y="3597"/>
                </a:lnTo>
                <a:lnTo>
                  <a:pt x="196381" y="14307"/>
                </a:lnTo>
                <a:lnTo>
                  <a:pt x="202544" y="19734"/>
                </a:lnTo>
                <a:lnTo>
                  <a:pt x="125421" y="19734"/>
                </a:lnTo>
                <a:lnTo>
                  <a:pt x="95398" y="22159"/>
                </a:lnTo>
                <a:lnTo>
                  <a:pt x="72550" y="29107"/>
                </a:lnTo>
                <a:lnTo>
                  <a:pt x="58047" y="40084"/>
                </a:lnTo>
                <a:lnTo>
                  <a:pt x="53062" y="54597"/>
                </a:lnTo>
                <a:lnTo>
                  <a:pt x="58047" y="69329"/>
                </a:lnTo>
                <a:lnTo>
                  <a:pt x="72550" y="80361"/>
                </a:lnTo>
                <a:lnTo>
                  <a:pt x="95398" y="87282"/>
                </a:lnTo>
                <a:lnTo>
                  <a:pt x="125421" y="89680"/>
                </a:lnTo>
                <a:lnTo>
                  <a:pt x="202416" y="89680"/>
                </a:lnTo>
                <a:lnTo>
                  <a:pt x="196381" y="95025"/>
                </a:lnTo>
                <a:lnTo>
                  <a:pt x="165701" y="105875"/>
                </a:lnTo>
                <a:lnTo>
                  <a:pt x="125421" y="109633"/>
                </a:lnTo>
                <a:close/>
              </a:path>
              <a:path w="251459" h="260350">
                <a:moveTo>
                  <a:pt x="202416" y="89680"/>
                </a:moveTo>
                <a:lnTo>
                  <a:pt x="125421" y="89680"/>
                </a:lnTo>
                <a:lnTo>
                  <a:pt x="155447" y="87282"/>
                </a:lnTo>
                <a:lnTo>
                  <a:pt x="178319" y="80361"/>
                </a:lnTo>
                <a:lnTo>
                  <a:pt x="192887" y="69329"/>
                </a:lnTo>
                <a:lnTo>
                  <a:pt x="197998" y="54597"/>
                </a:lnTo>
                <a:lnTo>
                  <a:pt x="192887" y="40084"/>
                </a:lnTo>
                <a:lnTo>
                  <a:pt x="178319" y="29107"/>
                </a:lnTo>
                <a:lnTo>
                  <a:pt x="155447" y="22159"/>
                </a:lnTo>
                <a:lnTo>
                  <a:pt x="125421" y="19734"/>
                </a:lnTo>
                <a:lnTo>
                  <a:pt x="202544" y="19734"/>
                </a:lnTo>
                <a:lnTo>
                  <a:pt x="215920" y="31512"/>
                </a:lnTo>
                <a:lnTo>
                  <a:pt x="222776" y="54597"/>
                </a:lnTo>
                <a:lnTo>
                  <a:pt x="215920" y="77720"/>
                </a:lnTo>
                <a:lnTo>
                  <a:pt x="202416" y="89680"/>
                </a:lnTo>
                <a:close/>
              </a:path>
              <a:path w="251459" h="260350">
                <a:moveTo>
                  <a:pt x="251280" y="155460"/>
                </a:moveTo>
                <a:lnTo>
                  <a:pt x="0" y="155460"/>
                </a:lnTo>
                <a:lnTo>
                  <a:pt x="0" y="135726"/>
                </a:lnTo>
                <a:lnTo>
                  <a:pt x="251280" y="135726"/>
                </a:lnTo>
                <a:lnTo>
                  <a:pt x="251280" y="155460"/>
                </a:lnTo>
                <a:close/>
              </a:path>
              <a:path w="251459" h="260350">
                <a:moveTo>
                  <a:pt x="223214" y="259832"/>
                </a:moveTo>
                <a:lnTo>
                  <a:pt x="32451" y="259832"/>
                </a:lnTo>
                <a:lnTo>
                  <a:pt x="32451" y="179799"/>
                </a:lnTo>
                <a:lnTo>
                  <a:pt x="57009" y="179799"/>
                </a:lnTo>
                <a:lnTo>
                  <a:pt x="57009" y="239659"/>
                </a:lnTo>
                <a:lnTo>
                  <a:pt x="223214" y="239659"/>
                </a:lnTo>
                <a:lnTo>
                  <a:pt x="223214" y="2598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888316" y="8549759"/>
            <a:ext cx="227329" cy="276225"/>
          </a:xfrm>
          <a:custGeom>
            <a:avLst/>
            <a:gdLst/>
            <a:ahLst/>
            <a:cxnLst/>
            <a:rect l="l" t="t" r="r" b="b"/>
            <a:pathLst>
              <a:path w="227329" h="276225">
                <a:moveTo>
                  <a:pt x="227161" y="275619"/>
                </a:moveTo>
                <a:lnTo>
                  <a:pt x="202822" y="275619"/>
                </a:lnTo>
                <a:lnTo>
                  <a:pt x="202822" y="0"/>
                </a:lnTo>
                <a:lnTo>
                  <a:pt x="227161" y="0"/>
                </a:lnTo>
                <a:lnTo>
                  <a:pt x="227161" y="275619"/>
                </a:lnTo>
                <a:close/>
              </a:path>
              <a:path w="227329" h="276225">
                <a:moveTo>
                  <a:pt x="164231" y="48677"/>
                </a:moveTo>
                <a:lnTo>
                  <a:pt x="8989" y="48677"/>
                </a:lnTo>
                <a:lnTo>
                  <a:pt x="8989" y="28285"/>
                </a:lnTo>
                <a:lnTo>
                  <a:pt x="164231" y="28285"/>
                </a:lnTo>
                <a:lnTo>
                  <a:pt x="164231" y="48677"/>
                </a:lnTo>
                <a:close/>
              </a:path>
              <a:path w="227329" h="276225">
                <a:moveTo>
                  <a:pt x="14471" y="222556"/>
                </a:moveTo>
                <a:lnTo>
                  <a:pt x="0" y="203261"/>
                </a:lnTo>
                <a:lnTo>
                  <a:pt x="28199" y="183462"/>
                </a:lnTo>
                <a:lnTo>
                  <a:pt x="51774" y="154720"/>
                </a:lnTo>
                <a:lnTo>
                  <a:pt x="67990" y="120593"/>
                </a:lnTo>
                <a:lnTo>
                  <a:pt x="74112" y="84637"/>
                </a:lnTo>
                <a:lnTo>
                  <a:pt x="74112" y="48677"/>
                </a:lnTo>
                <a:lnTo>
                  <a:pt x="98670" y="48677"/>
                </a:lnTo>
                <a:lnTo>
                  <a:pt x="98670" y="84637"/>
                </a:lnTo>
                <a:lnTo>
                  <a:pt x="104614" y="119346"/>
                </a:lnTo>
                <a:lnTo>
                  <a:pt x="110630" y="131341"/>
                </a:lnTo>
                <a:lnTo>
                  <a:pt x="86720" y="131341"/>
                </a:lnTo>
                <a:lnTo>
                  <a:pt x="74398" y="160394"/>
                </a:lnTo>
                <a:lnTo>
                  <a:pt x="57544" y="186158"/>
                </a:lnTo>
                <a:lnTo>
                  <a:pt x="37215" y="207317"/>
                </a:lnTo>
                <a:lnTo>
                  <a:pt x="14471" y="222556"/>
                </a:lnTo>
                <a:close/>
              </a:path>
              <a:path w="227329" h="276225">
                <a:moveTo>
                  <a:pt x="159626" y="215759"/>
                </a:moveTo>
                <a:lnTo>
                  <a:pt x="136456" y="201721"/>
                </a:lnTo>
                <a:lnTo>
                  <a:pt x="115937" y="182307"/>
                </a:lnTo>
                <a:lnTo>
                  <a:pt x="99037" y="158515"/>
                </a:lnTo>
                <a:lnTo>
                  <a:pt x="86720" y="131341"/>
                </a:lnTo>
                <a:lnTo>
                  <a:pt x="110630" y="131341"/>
                </a:lnTo>
                <a:lnTo>
                  <a:pt x="120734" y="151486"/>
                </a:lnTo>
                <a:lnTo>
                  <a:pt x="144459" y="178158"/>
                </a:lnTo>
                <a:lnTo>
                  <a:pt x="173221" y="196463"/>
                </a:lnTo>
                <a:lnTo>
                  <a:pt x="159626" y="215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169409" y="8549759"/>
            <a:ext cx="234950" cy="269875"/>
          </a:xfrm>
          <a:custGeom>
            <a:avLst/>
            <a:gdLst/>
            <a:ahLst/>
            <a:cxnLst/>
            <a:rect l="l" t="t" r="r" b="b"/>
            <a:pathLst>
              <a:path w="234950" h="269875">
                <a:moveTo>
                  <a:pt x="91215" y="33986"/>
                </a:moveTo>
                <a:lnTo>
                  <a:pt x="67095" y="33986"/>
                </a:lnTo>
                <a:lnTo>
                  <a:pt x="67095" y="0"/>
                </a:lnTo>
                <a:lnTo>
                  <a:pt x="91215" y="0"/>
                </a:lnTo>
                <a:lnTo>
                  <a:pt x="91215" y="33986"/>
                </a:lnTo>
                <a:close/>
              </a:path>
              <a:path w="234950" h="269875">
                <a:moveTo>
                  <a:pt x="228257" y="210497"/>
                </a:moveTo>
                <a:lnTo>
                  <a:pt x="203919" y="210497"/>
                </a:lnTo>
                <a:lnTo>
                  <a:pt x="203919" y="151075"/>
                </a:lnTo>
                <a:lnTo>
                  <a:pt x="155899" y="151075"/>
                </a:lnTo>
                <a:lnTo>
                  <a:pt x="155899" y="131341"/>
                </a:lnTo>
                <a:lnTo>
                  <a:pt x="203919" y="131341"/>
                </a:lnTo>
                <a:lnTo>
                  <a:pt x="203919" y="93846"/>
                </a:lnTo>
                <a:lnTo>
                  <a:pt x="155899" y="93846"/>
                </a:lnTo>
                <a:lnTo>
                  <a:pt x="155899" y="73673"/>
                </a:lnTo>
                <a:lnTo>
                  <a:pt x="203919" y="73673"/>
                </a:lnTo>
                <a:lnTo>
                  <a:pt x="203919" y="219"/>
                </a:lnTo>
                <a:lnTo>
                  <a:pt x="228257" y="219"/>
                </a:lnTo>
                <a:lnTo>
                  <a:pt x="228257" y="210497"/>
                </a:lnTo>
                <a:close/>
              </a:path>
              <a:path w="234950" h="269875">
                <a:moveTo>
                  <a:pt x="156118" y="53939"/>
                </a:moveTo>
                <a:lnTo>
                  <a:pt x="0" y="53939"/>
                </a:lnTo>
                <a:lnTo>
                  <a:pt x="0" y="33986"/>
                </a:lnTo>
                <a:lnTo>
                  <a:pt x="156118" y="33986"/>
                </a:lnTo>
                <a:lnTo>
                  <a:pt x="156118" y="53939"/>
                </a:lnTo>
                <a:close/>
              </a:path>
              <a:path w="234950" h="269875">
                <a:moveTo>
                  <a:pt x="78936" y="174317"/>
                </a:moveTo>
                <a:lnTo>
                  <a:pt x="53508" y="170504"/>
                </a:lnTo>
                <a:lnTo>
                  <a:pt x="33712" y="159763"/>
                </a:lnTo>
                <a:lnTo>
                  <a:pt x="20905" y="143144"/>
                </a:lnTo>
                <a:lnTo>
                  <a:pt x="16445" y="121693"/>
                </a:lnTo>
                <a:lnTo>
                  <a:pt x="20905" y="100150"/>
                </a:lnTo>
                <a:lnTo>
                  <a:pt x="33712" y="83541"/>
                </a:lnTo>
                <a:lnTo>
                  <a:pt x="53508" y="72851"/>
                </a:lnTo>
                <a:lnTo>
                  <a:pt x="78936" y="69069"/>
                </a:lnTo>
                <a:lnTo>
                  <a:pt x="104278" y="72851"/>
                </a:lnTo>
                <a:lnTo>
                  <a:pt x="124132" y="83541"/>
                </a:lnTo>
                <a:lnTo>
                  <a:pt x="127905" y="88364"/>
                </a:lnTo>
                <a:lnTo>
                  <a:pt x="78936" y="88364"/>
                </a:lnTo>
                <a:lnTo>
                  <a:pt x="62714" y="90889"/>
                </a:lnTo>
                <a:lnTo>
                  <a:pt x="50130" y="97711"/>
                </a:lnTo>
                <a:lnTo>
                  <a:pt x="42027" y="108191"/>
                </a:lnTo>
                <a:lnTo>
                  <a:pt x="39248" y="121693"/>
                </a:lnTo>
                <a:lnTo>
                  <a:pt x="42027" y="135319"/>
                </a:lnTo>
                <a:lnTo>
                  <a:pt x="50130" y="145840"/>
                </a:lnTo>
                <a:lnTo>
                  <a:pt x="62714" y="152620"/>
                </a:lnTo>
                <a:lnTo>
                  <a:pt x="78936" y="155022"/>
                </a:lnTo>
                <a:lnTo>
                  <a:pt x="127838" y="155022"/>
                </a:lnTo>
                <a:lnTo>
                  <a:pt x="124132" y="159763"/>
                </a:lnTo>
                <a:lnTo>
                  <a:pt x="104278" y="170504"/>
                </a:lnTo>
                <a:lnTo>
                  <a:pt x="78936" y="174317"/>
                </a:lnTo>
                <a:close/>
              </a:path>
              <a:path w="234950" h="269875">
                <a:moveTo>
                  <a:pt x="127838" y="155022"/>
                </a:moveTo>
                <a:lnTo>
                  <a:pt x="78936" y="155022"/>
                </a:lnTo>
                <a:lnTo>
                  <a:pt x="95038" y="152620"/>
                </a:lnTo>
                <a:lnTo>
                  <a:pt x="107605" y="145840"/>
                </a:lnTo>
                <a:lnTo>
                  <a:pt x="115814" y="135319"/>
                </a:lnTo>
                <a:lnTo>
                  <a:pt x="118843" y="121693"/>
                </a:lnTo>
                <a:lnTo>
                  <a:pt x="115814" y="108191"/>
                </a:lnTo>
                <a:lnTo>
                  <a:pt x="107605" y="97711"/>
                </a:lnTo>
                <a:lnTo>
                  <a:pt x="95038" y="90889"/>
                </a:lnTo>
                <a:lnTo>
                  <a:pt x="78936" y="88364"/>
                </a:lnTo>
                <a:lnTo>
                  <a:pt x="127905" y="88364"/>
                </a:lnTo>
                <a:lnTo>
                  <a:pt x="137121" y="100150"/>
                </a:lnTo>
                <a:lnTo>
                  <a:pt x="141866" y="121693"/>
                </a:lnTo>
                <a:lnTo>
                  <a:pt x="137121" y="143144"/>
                </a:lnTo>
                <a:lnTo>
                  <a:pt x="127838" y="155022"/>
                </a:lnTo>
                <a:close/>
              </a:path>
              <a:path w="234950" h="269875">
                <a:moveTo>
                  <a:pt x="234616" y="269480"/>
                </a:moveTo>
                <a:lnTo>
                  <a:pt x="49993" y="269480"/>
                </a:lnTo>
                <a:lnTo>
                  <a:pt x="49993" y="191859"/>
                </a:lnTo>
                <a:lnTo>
                  <a:pt x="74551" y="191859"/>
                </a:lnTo>
                <a:lnTo>
                  <a:pt x="74551" y="249307"/>
                </a:lnTo>
                <a:lnTo>
                  <a:pt x="234616" y="249307"/>
                </a:lnTo>
                <a:lnTo>
                  <a:pt x="234616" y="269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450502" y="8549978"/>
            <a:ext cx="234950" cy="269875"/>
          </a:xfrm>
          <a:custGeom>
            <a:avLst/>
            <a:gdLst/>
            <a:ahLst/>
            <a:cxnLst/>
            <a:rect l="l" t="t" r="r" b="b"/>
            <a:pathLst>
              <a:path w="234950" h="269875">
                <a:moveTo>
                  <a:pt x="228038" y="206550"/>
                </a:moveTo>
                <a:lnTo>
                  <a:pt x="203699" y="206550"/>
                </a:lnTo>
                <a:lnTo>
                  <a:pt x="203699" y="85295"/>
                </a:lnTo>
                <a:lnTo>
                  <a:pt x="142304" y="85295"/>
                </a:lnTo>
                <a:lnTo>
                  <a:pt x="142304" y="64903"/>
                </a:lnTo>
                <a:lnTo>
                  <a:pt x="203699" y="64903"/>
                </a:lnTo>
                <a:lnTo>
                  <a:pt x="203699" y="0"/>
                </a:lnTo>
                <a:lnTo>
                  <a:pt x="228038" y="0"/>
                </a:lnTo>
                <a:lnTo>
                  <a:pt x="228038" y="206550"/>
                </a:lnTo>
                <a:close/>
              </a:path>
              <a:path w="234950" h="269875">
                <a:moveTo>
                  <a:pt x="12936" y="166643"/>
                </a:moveTo>
                <a:lnTo>
                  <a:pt x="0" y="146909"/>
                </a:lnTo>
                <a:lnTo>
                  <a:pt x="28288" y="131471"/>
                </a:lnTo>
                <a:lnTo>
                  <a:pt x="50349" y="109085"/>
                </a:lnTo>
                <a:lnTo>
                  <a:pt x="64721" y="81601"/>
                </a:lnTo>
                <a:lnTo>
                  <a:pt x="69946" y="50870"/>
                </a:lnTo>
                <a:lnTo>
                  <a:pt x="69946" y="16664"/>
                </a:lnTo>
                <a:lnTo>
                  <a:pt x="93846" y="16664"/>
                </a:lnTo>
                <a:lnTo>
                  <a:pt x="93846" y="51747"/>
                </a:lnTo>
                <a:lnTo>
                  <a:pt x="98828" y="79844"/>
                </a:lnTo>
                <a:lnTo>
                  <a:pt x="106692" y="94175"/>
                </a:lnTo>
                <a:lnTo>
                  <a:pt x="82115" y="94175"/>
                </a:lnTo>
                <a:lnTo>
                  <a:pt x="70967" y="117693"/>
                </a:lnTo>
                <a:lnTo>
                  <a:pt x="55337" y="138015"/>
                </a:lnTo>
                <a:lnTo>
                  <a:pt x="35802" y="154534"/>
                </a:lnTo>
                <a:lnTo>
                  <a:pt x="12936" y="166643"/>
                </a:lnTo>
                <a:close/>
              </a:path>
              <a:path w="234950" h="269875">
                <a:moveTo>
                  <a:pt x="148444" y="160065"/>
                </a:moveTo>
                <a:lnTo>
                  <a:pt x="126949" y="148891"/>
                </a:lnTo>
                <a:lnTo>
                  <a:pt x="108373" y="133821"/>
                </a:lnTo>
                <a:lnTo>
                  <a:pt x="93250" y="115401"/>
                </a:lnTo>
                <a:lnTo>
                  <a:pt x="82115" y="94175"/>
                </a:lnTo>
                <a:lnTo>
                  <a:pt x="106692" y="94175"/>
                </a:lnTo>
                <a:lnTo>
                  <a:pt x="112813" y="105330"/>
                </a:lnTo>
                <a:lnTo>
                  <a:pt x="134363" y="126335"/>
                </a:lnTo>
                <a:lnTo>
                  <a:pt x="162038" y="140989"/>
                </a:lnTo>
                <a:lnTo>
                  <a:pt x="148444" y="160065"/>
                </a:lnTo>
                <a:close/>
              </a:path>
              <a:path w="234950" h="269875">
                <a:moveTo>
                  <a:pt x="234397" y="269260"/>
                </a:moveTo>
                <a:lnTo>
                  <a:pt x="49773" y="269260"/>
                </a:lnTo>
                <a:lnTo>
                  <a:pt x="49773" y="182869"/>
                </a:lnTo>
                <a:lnTo>
                  <a:pt x="74331" y="182869"/>
                </a:lnTo>
                <a:lnTo>
                  <a:pt x="74331" y="249088"/>
                </a:lnTo>
                <a:lnTo>
                  <a:pt x="234397" y="249088"/>
                </a:lnTo>
                <a:lnTo>
                  <a:pt x="234397" y="269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56401" y="4350278"/>
            <a:ext cx="1151890" cy="1188720"/>
          </a:xfrm>
          <a:custGeom>
            <a:avLst/>
            <a:gdLst/>
            <a:ahLst/>
            <a:cxnLst/>
            <a:rect l="l" t="t" r="r" b="b"/>
            <a:pathLst>
              <a:path w="1151889" h="1188720">
                <a:moveTo>
                  <a:pt x="1126350" y="895159"/>
                </a:moveTo>
                <a:lnTo>
                  <a:pt x="988199" y="895159"/>
                </a:lnTo>
                <a:lnTo>
                  <a:pt x="988199" y="587844"/>
                </a:lnTo>
                <a:lnTo>
                  <a:pt x="775335" y="587844"/>
                </a:lnTo>
                <a:lnTo>
                  <a:pt x="783793" y="463791"/>
                </a:lnTo>
                <a:lnTo>
                  <a:pt x="988199" y="463791"/>
                </a:lnTo>
                <a:lnTo>
                  <a:pt x="988199" y="263613"/>
                </a:lnTo>
                <a:lnTo>
                  <a:pt x="783793" y="263613"/>
                </a:lnTo>
                <a:lnTo>
                  <a:pt x="775335" y="139560"/>
                </a:lnTo>
                <a:lnTo>
                  <a:pt x="988199" y="139560"/>
                </a:lnTo>
                <a:lnTo>
                  <a:pt x="988199" y="0"/>
                </a:lnTo>
                <a:lnTo>
                  <a:pt x="1126350" y="0"/>
                </a:lnTo>
                <a:lnTo>
                  <a:pt x="1126350" y="895159"/>
                </a:lnTo>
                <a:close/>
              </a:path>
              <a:path w="1151889" h="1188720">
                <a:moveTo>
                  <a:pt x="373570" y="711898"/>
                </a:moveTo>
                <a:lnTo>
                  <a:pt x="321542" y="709313"/>
                </a:lnTo>
                <a:lnTo>
                  <a:pt x="272902" y="701732"/>
                </a:lnTo>
                <a:lnTo>
                  <a:pt x="227784" y="689411"/>
                </a:lnTo>
                <a:lnTo>
                  <a:pt x="186324" y="672609"/>
                </a:lnTo>
                <a:lnTo>
                  <a:pt x="148656" y="651583"/>
                </a:lnTo>
                <a:lnTo>
                  <a:pt x="114915" y="626592"/>
                </a:lnTo>
                <a:lnTo>
                  <a:pt x="85236" y="597894"/>
                </a:lnTo>
                <a:lnTo>
                  <a:pt x="59753" y="565746"/>
                </a:lnTo>
                <a:lnTo>
                  <a:pt x="38601" y="530407"/>
                </a:lnTo>
                <a:lnTo>
                  <a:pt x="21915" y="492134"/>
                </a:lnTo>
                <a:lnTo>
                  <a:pt x="9830" y="451185"/>
                </a:lnTo>
                <a:lnTo>
                  <a:pt x="2479" y="407819"/>
                </a:lnTo>
                <a:lnTo>
                  <a:pt x="0" y="362292"/>
                </a:lnTo>
                <a:lnTo>
                  <a:pt x="2479" y="316766"/>
                </a:lnTo>
                <a:lnTo>
                  <a:pt x="9830" y="273400"/>
                </a:lnTo>
                <a:lnTo>
                  <a:pt x="21915" y="232451"/>
                </a:lnTo>
                <a:lnTo>
                  <a:pt x="38601" y="194178"/>
                </a:lnTo>
                <a:lnTo>
                  <a:pt x="59753" y="158839"/>
                </a:lnTo>
                <a:lnTo>
                  <a:pt x="85236" y="126691"/>
                </a:lnTo>
                <a:lnTo>
                  <a:pt x="114915" y="97993"/>
                </a:lnTo>
                <a:lnTo>
                  <a:pt x="148656" y="73002"/>
                </a:lnTo>
                <a:lnTo>
                  <a:pt x="186324" y="51976"/>
                </a:lnTo>
                <a:lnTo>
                  <a:pt x="227784" y="35174"/>
                </a:lnTo>
                <a:lnTo>
                  <a:pt x="272902" y="22853"/>
                </a:lnTo>
                <a:lnTo>
                  <a:pt x="321542" y="15271"/>
                </a:lnTo>
                <a:lnTo>
                  <a:pt x="373570" y="12687"/>
                </a:lnTo>
                <a:lnTo>
                  <a:pt x="425297" y="15271"/>
                </a:lnTo>
                <a:lnTo>
                  <a:pt x="473682" y="22853"/>
                </a:lnTo>
                <a:lnTo>
                  <a:pt x="518588" y="35174"/>
                </a:lnTo>
                <a:lnTo>
                  <a:pt x="559874" y="51976"/>
                </a:lnTo>
                <a:lnTo>
                  <a:pt x="597402" y="73002"/>
                </a:lnTo>
                <a:lnTo>
                  <a:pt x="631035" y="97993"/>
                </a:lnTo>
                <a:lnTo>
                  <a:pt x="660633" y="126691"/>
                </a:lnTo>
                <a:lnTo>
                  <a:pt x="663006" y="129692"/>
                </a:lnTo>
                <a:lnTo>
                  <a:pt x="373570" y="129692"/>
                </a:lnTo>
                <a:lnTo>
                  <a:pt x="322636" y="133847"/>
                </a:lnTo>
                <a:lnTo>
                  <a:pt x="276939" y="146014"/>
                </a:lnTo>
                <a:lnTo>
                  <a:pt x="236959" y="165747"/>
                </a:lnTo>
                <a:lnTo>
                  <a:pt x="203173" y="192600"/>
                </a:lnTo>
                <a:lnTo>
                  <a:pt x="176061" y="226127"/>
                </a:lnTo>
                <a:lnTo>
                  <a:pt x="156102" y="265882"/>
                </a:lnTo>
                <a:lnTo>
                  <a:pt x="143775" y="311419"/>
                </a:lnTo>
                <a:lnTo>
                  <a:pt x="139560" y="362292"/>
                </a:lnTo>
                <a:lnTo>
                  <a:pt x="143775" y="413105"/>
                </a:lnTo>
                <a:lnTo>
                  <a:pt x="156102" y="458482"/>
                </a:lnTo>
                <a:lnTo>
                  <a:pt x="176061" y="498012"/>
                </a:lnTo>
                <a:lnTo>
                  <a:pt x="203173" y="531280"/>
                </a:lnTo>
                <a:lnTo>
                  <a:pt x="236959" y="557875"/>
                </a:lnTo>
                <a:lnTo>
                  <a:pt x="276939" y="577382"/>
                </a:lnTo>
                <a:lnTo>
                  <a:pt x="322636" y="589389"/>
                </a:lnTo>
                <a:lnTo>
                  <a:pt x="373570" y="593483"/>
                </a:lnTo>
                <a:lnTo>
                  <a:pt x="664121" y="593483"/>
                </a:lnTo>
                <a:lnTo>
                  <a:pt x="660633" y="597894"/>
                </a:lnTo>
                <a:lnTo>
                  <a:pt x="631035" y="626592"/>
                </a:lnTo>
                <a:lnTo>
                  <a:pt x="597402" y="651583"/>
                </a:lnTo>
                <a:lnTo>
                  <a:pt x="559874" y="672609"/>
                </a:lnTo>
                <a:lnTo>
                  <a:pt x="518588" y="689411"/>
                </a:lnTo>
                <a:lnTo>
                  <a:pt x="473682" y="701732"/>
                </a:lnTo>
                <a:lnTo>
                  <a:pt x="425297" y="709313"/>
                </a:lnTo>
                <a:lnTo>
                  <a:pt x="373570" y="711898"/>
                </a:lnTo>
                <a:close/>
              </a:path>
              <a:path w="1151889" h="1188720">
                <a:moveTo>
                  <a:pt x="664121" y="593483"/>
                </a:moveTo>
                <a:lnTo>
                  <a:pt x="373570" y="593483"/>
                </a:lnTo>
                <a:lnTo>
                  <a:pt x="424038" y="589389"/>
                </a:lnTo>
                <a:lnTo>
                  <a:pt x="469386" y="577382"/>
                </a:lnTo>
                <a:lnTo>
                  <a:pt x="509116" y="557875"/>
                </a:lnTo>
                <a:lnTo>
                  <a:pt x="542734" y="531280"/>
                </a:lnTo>
                <a:lnTo>
                  <a:pt x="569744" y="498012"/>
                </a:lnTo>
                <a:lnTo>
                  <a:pt x="589651" y="458482"/>
                </a:lnTo>
                <a:lnTo>
                  <a:pt x="601958" y="413105"/>
                </a:lnTo>
                <a:lnTo>
                  <a:pt x="606171" y="362292"/>
                </a:lnTo>
                <a:lnTo>
                  <a:pt x="601958" y="311419"/>
                </a:lnTo>
                <a:lnTo>
                  <a:pt x="589651" y="265882"/>
                </a:lnTo>
                <a:lnTo>
                  <a:pt x="569744" y="226127"/>
                </a:lnTo>
                <a:lnTo>
                  <a:pt x="542734" y="192600"/>
                </a:lnTo>
                <a:lnTo>
                  <a:pt x="509116" y="165747"/>
                </a:lnTo>
                <a:lnTo>
                  <a:pt x="469386" y="146014"/>
                </a:lnTo>
                <a:lnTo>
                  <a:pt x="424038" y="133847"/>
                </a:lnTo>
                <a:lnTo>
                  <a:pt x="373570" y="129692"/>
                </a:lnTo>
                <a:lnTo>
                  <a:pt x="663006" y="129692"/>
                </a:lnTo>
                <a:lnTo>
                  <a:pt x="707170" y="194178"/>
                </a:lnTo>
                <a:lnTo>
                  <a:pt x="723833" y="232451"/>
                </a:lnTo>
                <a:lnTo>
                  <a:pt x="735906" y="273400"/>
                </a:lnTo>
                <a:lnTo>
                  <a:pt x="743251" y="316766"/>
                </a:lnTo>
                <a:lnTo>
                  <a:pt x="745731" y="362292"/>
                </a:lnTo>
                <a:lnTo>
                  <a:pt x="743251" y="407819"/>
                </a:lnTo>
                <a:lnTo>
                  <a:pt x="735906" y="451185"/>
                </a:lnTo>
                <a:lnTo>
                  <a:pt x="723833" y="492134"/>
                </a:lnTo>
                <a:lnTo>
                  <a:pt x="707170" y="530407"/>
                </a:lnTo>
                <a:lnTo>
                  <a:pt x="686058" y="565746"/>
                </a:lnTo>
                <a:lnTo>
                  <a:pt x="664121" y="593483"/>
                </a:lnTo>
                <a:close/>
              </a:path>
              <a:path w="1151889" h="1188720">
                <a:moveTo>
                  <a:pt x="1151724" y="1188377"/>
                </a:moveTo>
                <a:lnTo>
                  <a:pt x="115595" y="1188377"/>
                </a:lnTo>
                <a:lnTo>
                  <a:pt x="115595" y="795070"/>
                </a:lnTo>
                <a:lnTo>
                  <a:pt x="256565" y="795070"/>
                </a:lnTo>
                <a:lnTo>
                  <a:pt x="256565" y="1062913"/>
                </a:lnTo>
                <a:lnTo>
                  <a:pt x="1151724" y="1062913"/>
                </a:lnTo>
                <a:lnTo>
                  <a:pt x="1151724" y="1188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63193" y="4322084"/>
            <a:ext cx="1202690" cy="1233805"/>
          </a:xfrm>
          <a:custGeom>
            <a:avLst/>
            <a:gdLst/>
            <a:ahLst/>
            <a:cxnLst/>
            <a:rect l="l" t="t" r="r" b="b"/>
            <a:pathLst>
              <a:path w="1202690" h="1233804">
                <a:moveTo>
                  <a:pt x="43700" y="514540"/>
                </a:moveTo>
                <a:lnTo>
                  <a:pt x="43700" y="393306"/>
                </a:lnTo>
                <a:lnTo>
                  <a:pt x="90506" y="390014"/>
                </a:lnTo>
                <a:lnTo>
                  <a:pt x="137601" y="383023"/>
                </a:lnTo>
                <a:lnTo>
                  <a:pt x="184557" y="372431"/>
                </a:lnTo>
                <a:lnTo>
                  <a:pt x="230950" y="358335"/>
                </a:lnTo>
                <a:lnTo>
                  <a:pt x="276353" y="340834"/>
                </a:lnTo>
                <a:lnTo>
                  <a:pt x="320340" y="320024"/>
                </a:lnTo>
                <a:lnTo>
                  <a:pt x="362485" y="296004"/>
                </a:lnTo>
                <a:lnTo>
                  <a:pt x="402361" y="268871"/>
                </a:lnTo>
                <a:lnTo>
                  <a:pt x="439544" y="238724"/>
                </a:lnTo>
                <a:lnTo>
                  <a:pt x="473607" y="205659"/>
                </a:lnTo>
                <a:lnTo>
                  <a:pt x="504123" y="169775"/>
                </a:lnTo>
                <a:lnTo>
                  <a:pt x="530667" y="131169"/>
                </a:lnTo>
                <a:lnTo>
                  <a:pt x="552813" y="89940"/>
                </a:lnTo>
                <a:lnTo>
                  <a:pt x="570134" y="46184"/>
                </a:lnTo>
                <a:lnTo>
                  <a:pt x="582206" y="0"/>
                </a:lnTo>
                <a:lnTo>
                  <a:pt x="721766" y="22555"/>
                </a:lnTo>
                <a:lnTo>
                  <a:pt x="711502" y="65330"/>
                </a:lnTo>
                <a:lnTo>
                  <a:pt x="697801" y="106784"/>
                </a:lnTo>
                <a:lnTo>
                  <a:pt x="680929" y="146652"/>
                </a:lnTo>
                <a:lnTo>
                  <a:pt x="661149" y="184670"/>
                </a:lnTo>
                <a:lnTo>
                  <a:pt x="872987" y="280530"/>
                </a:lnTo>
                <a:lnTo>
                  <a:pt x="589254" y="280530"/>
                </a:lnTo>
                <a:lnTo>
                  <a:pt x="554560" y="314963"/>
                </a:lnTo>
                <a:lnTo>
                  <a:pt x="516929" y="347008"/>
                </a:lnTo>
                <a:lnTo>
                  <a:pt x="476654" y="376566"/>
                </a:lnTo>
                <a:lnTo>
                  <a:pt x="434030" y="403539"/>
                </a:lnTo>
                <a:lnTo>
                  <a:pt x="389351" y="427830"/>
                </a:lnTo>
                <a:lnTo>
                  <a:pt x="342909" y="449341"/>
                </a:lnTo>
                <a:lnTo>
                  <a:pt x="294999" y="467974"/>
                </a:lnTo>
                <a:lnTo>
                  <a:pt x="245914" y="483631"/>
                </a:lnTo>
                <a:lnTo>
                  <a:pt x="195948" y="496214"/>
                </a:lnTo>
                <a:lnTo>
                  <a:pt x="145394" y="505625"/>
                </a:lnTo>
                <a:lnTo>
                  <a:pt x="94547" y="511766"/>
                </a:lnTo>
                <a:lnTo>
                  <a:pt x="43700" y="514540"/>
                </a:lnTo>
                <a:close/>
              </a:path>
              <a:path w="1202690" h="1233804">
                <a:moveTo>
                  <a:pt x="1113663" y="520179"/>
                </a:moveTo>
                <a:lnTo>
                  <a:pt x="589254" y="280530"/>
                </a:lnTo>
                <a:lnTo>
                  <a:pt x="872987" y="280530"/>
                </a:lnTo>
                <a:lnTo>
                  <a:pt x="1165821" y="413042"/>
                </a:lnTo>
                <a:lnTo>
                  <a:pt x="1113663" y="520179"/>
                </a:lnTo>
                <a:close/>
              </a:path>
              <a:path w="1202690" h="1233804">
                <a:moveTo>
                  <a:pt x="669607" y="628726"/>
                </a:moveTo>
                <a:lnTo>
                  <a:pt x="531456" y="628726"/>
                </a:lnTo>
                <a:lnTo>
                  <a:pt x="531456" y="445465"/>
                </a:lnTo>
                <a:lnTo>
                  <a:pt x="669607" y="445465"/>
                </a:lnTo>
                <a:lnTo>
                  <a:pt x="669607" y="628726"/>
                </a:lnTo>
                <a:close/>
              </a:path>
              <a:path w="1202690" h="1233804">
                <a:moveTo>
                  <a:pt x="1202474" y="744321"/>
                </a:moveTo>
                <a:lnTo>
                  <a:pt x="0" y="744321"/>
                </a:lnTo>
                <a:lnTo>
                  <a:pt x="0" y="628726"/>
                </a:lnTo>
                <a:lnTo>
                  <a:pt x="1202474" y="628726"/>
                </a:lnTo>
                <a:lnTo>
                  <a:pt x="1202474" y="744321"/>
                </a:lnTo>
                <a:close/>
              </a:path>
              <a:path w="1202690" h="1233804">
                <a:moveTo>
                  <a:pt x="1117892" y="1233487"/>
                </a:moveTo>
                <a:lnTo>
                  <a:pt x="976922" y="1233487"/>
                </a:lnTo>
                <a:lnTo>
                  <a:pt x="976922" y="978331"/>
                </a:lnTo>
                <a:lnTo>
                  <a:pt x="73304" y="978331"/>
                </a:lnTo>
                <a:lnTo>
                  <a:pt x="73304" y="862736"/>
                </a:lnTo>
                <a:lnTo>
                  <a:pt x="1117892" y="862736"/>
                </a:lnTo>
                <a:lnTo>
                  <a:pt x="1117892" y="1233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29338" y="4364375"/>
            <a:ext cx="1202690" cy="1193165"/>
          </a:xfrm>
          <a:custGeom>
            <a:avLst/>
            <a:gdLst/>
            <a:ahLst/>
            <a:cxnLst/>
            <a:rect l="l" t="t" r="r" b="b"/>
            <a:pathLst>
              <a:path w="1202690" h="1193164">
                <a:moveTo>
                  <a:pt x="1119301" y="112776"/>
                </a:moveTo>
                <a:lnTo>
                  <a:pt x="81762" y="112776"/>
                </a:lnTo>
                <a:lnTo>
                  <a:pt x="81762" y="0"/>
                </a:lnTo>
                <a:lnTo>
                  <a:pt x="1119301" y="0"/>
                </a:lnTo>
                <a:lnTo>
                  <a:pt x="1119301" y="112776"/>
                </a:lnTo>
                <a:close/>
              </a:path>
              <a:path w="1202690" h="1193164">
                <a:moveTo>
                  <a:pt x="62026" y="444055"/>
                </a:moveTo>
                <a:lnTo>
                  <a:pt x="62026" y="329869"/>
                </a:lnTo>
                <a:lnTo>
                  <a:pt x="115021" y="327078"/>
                </a:lnTo>
                <a:lnTo>
                  <a:pt x="168452" y="321522"/>
                </a:lnTo>
                <a:lnTo>
                  <a:pt x="221521" y="313195"/>
                </a:lnTo>
                <a:lnTo>
                  <a:pt x="273429" y="302093"/>
                </a:lnTo>
                <a:lnTo>
                  <a:pt x="323380" y="288211"/>
                </a:lnTo>
                <a:lnTo>
                  <a:pt x="370574" y="271543"/>
                </a:lnTo>
                <a:lnTo>
                  <a:pt x="414216" y="252085"/>
                </a:lnTo>
                <a:lnTo>
                  <a:pt x="453505" y="229833"/>
                </a:lnTo>
                <a:lnTo>
                  <a:pt x="487646" y="204780"/>
                </a:lnTo>
                <a:lnTo>
                  <a:pt x="515839" y="176923"/>
                </a:lnTo>
                <a:lnTo>
                  <a:pt x="551192" y="112776"/>
                </a:lnTo>
                <a:lnTo>
                  <a:pt x="693572" y="112776"/>
                </a:lnTo>
                <a:lnTo>
                  <a:pt x="689101" y="136564"/>
                </a:lnTo>
                <a:lnTo>
                  <a:pt x="682118" y="159296"/>
                </a:lnTo>
                <a:lnTo>
                  <a:pt x="672757" y="180970"/>
                </a:lnTo>
                <a:lnTo>
                  <a:pt x="661149" y="201587"/>
                </a:lnTo>
                <a:lnTo>
                  <a:pt x="986531" y="293217"/>
                </a:lnTo>
                <a:lnTo>
                  <a:pt x="580796" y="293217"/>
                </a:lnTo>
                <a:lnTo>
                  <a:pt x="545455" y="318877"/>
                </a:lnTo>
                <a:lnTo>
                  <a:pt x="506587" y="342051"/>
                </a:lnTo>
                <a:lnTo>
                  <a:pt x="464580" y="362773"/>
                </a:lnTo>
                <a:lnTo>
                  <a:pt x="419821" y="381074"/>
                </a:lnTo>
                <a:lnTo>
                  <a:pt x="372698" y="396985"/>
                </a:lnTo>
                <a:lnTo>
                  <a:pt x="323599" y="410539"/>
                </a:lnTo>
                <a:lnTo>
                  <a:pt x="272911" y="421767"/>
                </a:lnTo>
                <a:lnTo>
                  <a:pt x="221023" y="430700"/>
                </a:lnTo>
                <a:lnTo>
                  <a:pt x="168320" y="437372"/>
                </a:lnTo>
                <a:lnTo>
                  <a:pt x="115192" y="441813"/>
                </a:lnTo>
                <a:lnTo>
                  <a:pt x="62026" y="444055"/>
                </a:lnTo>
                <a:close/>
              </a:path>
              <a:path w="1202690" h="1193164">
                <a:moveTo>
                  <a:pt x="1115072" y="449694"/>
                </a:moveTo>
                <a:lnTo>
                  <a:pt x="580796" y="293217"/>
                </a:lnTo>
                <a:lnTo>
                  <a:pt x="986531" y="293217"/>
                </a:lnTo>
                <a:lnTo>
                  <a:pt x="1151724" y="339737"/>
                </a:lnTo>
                <a:lnTo>
                  <a:pt x="1115072" y="449694"/>
                </a:lnTo>
                <a:close/>
              </a:path>
              <a:path w="1202690" h="1193164">
                <a:moveTo>
                  <a:pt x="1202474" y="649871"/>
                </a:moveTo>
                <a:lnTo>
                  <a:pt x="0" y="649871"/>
                </a:lnTo>
                <a:lnTo>
                  <a:pt x="0" y="537095"/>
                </a:lnTo>
                <a:lnTo>
                  <a:pt x="1202474" y="537095"/>
                </a:lnTo>
                <a:lnTo>
                  <a:pt x="1202474" y="649871"/>
                </a:lnTo>
                <a:close/>
              </a:path>
              <a:path w="1202690" h="1193164">
                <a:moveTo>
                  <a:pt x="600532" y="1192606"/>
                </a:moveTo>
                <a:lnTo>
                  <a:pt x="539691" y="1191744"/>
                </a:lnTo>
                <a:lnTo>
                  <a:pt x="480699" y="1189079"/>
                </a:lnTo>
                <a:lnTo>
                  <a:pt x="423982" y="1184491"/>
                </a:lnTo>
                <a:lnTo>
                  <a:pt x="369966" y="1177859"/>
                </a:lnTo>
                <a:lnTo>
                  <a:pt x="319075" y="1169064"/>
                </a:lnTo>
                <a:lnTo>
                  <a:pt x="271735" y="1157984"/>
                </a:lnTo>
                <a:lnTo>
                  <a:pt x="228371" y="1144500"/>
                </a:lnTo>
                <a:lnTo>
                  <a:pt x="189409" y="1128491"/>
                </a:lnTo>
                <a:lnTo>
                  <a:pt x="155274" y="1109838"/>
                </a:lnTo>
                <a:lnTo>
                  <a:pt x="103187" y="1064116"/>
                </a:lnTo>
                <a:lnTo>
                  <a:pt x="75513" y="1006373"/>
                </a:lnTo>
                <a:lnTo>
                  <a:pt x="71894" y="972693"/>
                </a:lnTo>
                <a:lnTo>
                  <a:pt x="75513" y="939053"/>
                </a:lnTo>
                <a:lnTo>
                  <a:pt x="103187" y="881602"/>
                </a:lnTo>
                <a:lnTo>
                  <a:pt x="155274" y="836369"/>
                </a:lnTo>
                <a:lnTo>
                  <a:pt x="189409" y="818004"/>
                </a:lnTo>
                <a:lnTo>
                  <a:pt x="228371" y="802295"/>
                </a:lnTo>
                <a:lnTo>
                  <a:pt x="271735" y="789111"/>
                </a:lnTo>
                <a:lnTo>
                  <a:pt x="319075" y="778319"/>
                </a:lnTo>
                <a:lnTo>
                  <a:pt x="369966" y="769786"/>
                </a:lnTo>
                <a:lnTo>
                  <a:pt x="423982" y="763380"/>
                </a:lnTo>
                <a:lnTo>
                  <a:pt x="480699" y="758969"/>
                </a:lnTo>
                <a:lnTo>
                  <a:pt x="539691" y="756419"/>
                </a:lnTo>
                <a:lnTo>
                  <a:pt x="600532" y="755599"/>
                </a:lnTo>
                <a:lnTo>
                  <a:pt x="661373" y="756419"/>
                </a:lnTo>
                <a:lnTo>
                  <a:pt x="720364" y="758969"/>
                </a:lnTo>
                <a:lnTo>
                  <a:pt x="777081" y="763380"/>
                </a:lnTo>
                <a:lnTo>
                  <a:pt x="831098" y="769786"/>
                </a:lnTo>
                <a:lnTo>
                  <a:pt x="881989" y="778319"/>
                </a:lnTo>
                <a:lnTo>
                  <a:pt x="929329" y="789111"/>
                </a:lnTo>
                <a:lnTo>
                  <a:pt x="972693" y="802295"/>
                </a:lnTo>
                <a:lnTo>
                  <a:pt x="1011655" y="818004"/>
                </a:lnTo>
                <a:lnTo>
                  <a:pt x="1045789" y="836369"/>
                </a:lnTo>
                <a:lnTo>
                  <a:pt x="1082411" y="865555"/>
                </a:lnTo>
                <a:lnTo>
                  <a:pt x="600532" y="865555"/>
                </a:lnTo>
                <a:lnTo>
                  <a:pt x="536242" y="866538"/>
                </a:lnTo>
                <a:lnTo>
                  <a:pt x="474042" y="869655"/>
                </a:lnTo>
                <a:lnTo>
                  <a:pt x="415391" y="875162"/>
                </a:lnTo>
                <a:lnTo>
                  <a:pt x="361753" y="883315"/>
                </a:lnTo>
                <a:lnTo>
                  <a:pt x="314589" y="894368"/>
                </a:lnTo>
                <a:lnTo>
                  <a:pt x="275361" y="908577"/>
                </a:lnTo>
                <a:lnTo>
                  <a:pt x="226561" y="947484"/>
                </a:lnTo>
                <a:lnTo>
                  <a:pt x="219913" y="972693"/>
                </a:lnTo>
                <a:lnTo>
                  <a:pt x="226561" y="998369"/>
                </a:lnTo>
                <a:lnTo>
                  <a:pt x="275361" y="1038165"/>
                </a:lnTo>
                <a:lnTo>
                  <a:pt x="314589" y="1052773"/>
                </a:lnTo>
                <a:lnTo>
                  <a:pt x="361753" y="1064178"/>
                </a:lnTo>
                <a:lnTo>
                  <a:pt x="415391" y="1072625"/>
                </a:lnTo>
                <a:lnTo>
                  <a:pt x="474042" y="1078356"/>
                </a:lnTo>
                <a:lnTo>
                  <a:pt x="536242" y="1081617"/>
                </a:lnTo>
                <a:lnTo>
                  <a:pt x="600532" y="1082649"/>
                </a:lnTo>
                <a:lnTo>
                  <a:pt x="1080181" y="1082649"/>
                </a:lnTo>
                <a:lnTo>
                  <a:pt x="1074672" y="1088419"/>
                </a:lnTo>
                <a:lnTo>
                  <a:pt x="1011655" y="1128491"/>
                </a:lnTo>
                <a:lnTo>
                  <a:pt x="972693" y="1144500"/>
                </a:lnTo>
                <a:lnTo>
                  <a:pt x="929329" y="1157984"/>
                </a:lnTo>
                <a:lnTo>
                  <a:pt x="881989" y="1169064"/>
                </a:lnTo>
                <a:lnTo>
                  <a:pt x="831098" y="1177859"/>
                </a:lnTo>
                <a:lnTo>
                  <a:pt x="777081" y="1184491"/>
                </a:lnTo>
                <a:lnTo>
                  <a:pt x="720364" y="1189079"/>
                </a:lnTo>
                <a:lnTo>
                  <a:pt x="661373" y="1191744"/>
                </a:lnTo>
                <a:lnTo>
                  <a:pt x="600532" y="1192606"/>
                </a:lnTo>
                <a:close/>
              </a:path>
              <a:path w="1202690" h="1193164">
                <a:moveTo>
                  <a:pt x="1080181" y="1082649"/>
                </a:moveTo>
                <a:lnTo>
                  <a:pt x="600532" y="1082649"/>
                </a:lnTo>
                <a:lnTo>
                  <a:pt x="664869" y="1081617"/>
                </a:lnTo>
                <a:lnTo>
                  <a:pt x="727200" y="1078356"/>
                </a:lnTo>
                <a:lnTo>
                  <a:pt x="786038" y="1072625"/>
                </a:lnTo>
                <a:lnTo>
                  <a:pt x="839898" y="1064178"/>
                </a:lnTo>
                <a:lnTo>
                  <a:pt x="887296" y="1052773"/>
                </a:lnTo>
                <a:lnTo>
                  <a:pt x="926747" y="1038165"/>
                </a:lnTo>
                <a:lnTo>
                  <a:pt x="975864" y="998369"/>
                </a:lnTo>
                <a:lnTo>
                  <a:pt x="982560" y="972693"/>
                </a:lnTo>
                <a:lnTo>
                  <a:pt x="975864" y="947484"/>
                </a:lnTo>
                <a:lnTo>
                  <a:pt x="926747" y="908577"/>
                </a:lnTo>
                <a:lnTo>
                  <a:pt x="887296" y="894368"/>
                </a:lnTo>
                <a:lnTo>
                  <a:pt x="839898" y="883315"/>
                </a:lnTo>
                <a:lnTo>
                  <a:pt x="786038" y="875162"/>
                </a:lnTo>
                <a:lnTo>
                  <a:pt x="727200" y="869655"/>
                </a:lnTo>
                <a:lnTo>
                  <a:pt x="664869" y="866538"/>
                </a:lnTo>
                <a:lnTo>
                  <a:pt x="600532" y="865555"/>
                </a:lnTo>
                <a:lnTo>
                  <a:pt x="1082411" y="865555"/>
                </a:lnTo>
                <a:lnTo>
                  <a:pt x="1097876" y="881602"/>
                </a:lnTo>
                <a:lnTo>
                  <a:pt x="1114978" y="908734"/>
                </a:lnTo>
                <a:lnTo>
                  <a:pt x="1125550" y="939053"/>
                </a:lnTo>
                <a:lnTo>
                  <a:pt x="1129169" y="972693"/>
                </a:lnTo>
                <a:lnTo>
                  <a:pt x="1125550" y="1006373"/>
                </a:lnTo>
                <a:lnTo>
                  <a:pt x="1114978" y="1036807"/>
                </a:lnTo>
                <a:lnTo>
                  <a:pt x="1097876" y="1064116"/>
                </a:lnTo>
                <a:lnTo>
                  <a:pt x="1080181" y="1082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627760" y="4385309"/>
            <a:ext cx="1035050" cy="120650"/>
          </a:xfrm>
          <a:custGeom>
            <a:avLst/>
            <a:gdLst/>
            <a:ahLst/>
            <a:cxnLst/>
            <a:rect l="l" t="t" r="r" b="b"/>
            <a:pathLst>
              <a:path w="1035050" h="120650">
                <a:moveTo>
                  <a:pt x="0" y="0"/>
                </a:moveTo>
                <a:lnTo>
                  <a:pt x="1034719" y="0"/>
                </a:lnTo>
                <a:lnTo>
                  <a:pt x="1034719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525740" y="4505959"/>
            <a:ext cx="137160" cy="140970"/>
          </a:xfrm>
          <a:custGeom>
            <a:avLst/>
            <a:gdLst/>
            <a:ahLst/>
            <a:cxnLst/>
            <a:rect l="l" t="t" r="r" b="b"/>
            <a:pathLst>
              <a:path w="137159" h="140970">
                <a:moveTo>
                  <a:pt x="0" y="0"/>
                </a:moveTo>
                <a:lnTo>
                  <a:pt x="136740" y="0"/>
                </a:lnTo>
                <a:lnTo>
                  <a:pt x="136740" y="140969"/>
                </a:lnTo>
                <a:lnTo>
                  <a:pt x="0" y="1409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27760" y="4646929"/>
            <a:ext cx="1035050" cy="118110"/>
          </a:xfrm>
          <a:custGeom>
            <a:avLst/>
            <a:gdLst/>
            <a:ahLst/>
            <a:cxnLst/>
            <a:rect l="l" t="t" r="r" b="b"/>
            <a:pathLst>
              <a:path w="1035050" h="118110">
                <a:moveTo>
                  <a:pt x="0" y="0"/>
                </a:moveTo>
                <a:lnTo>
                  <a:pt x="1034719" y="0"/>
                </a:lnTo>
                <a:lnTo>
                  <a:pt x="1034719" y="118110"/>
                </a:lnTo>
                <a:lnTo>
                  <a:pt x="0" y="1181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27760" y="4765040"/>
            <a:ext cx="138430" cy="140970"/>
          </a:xfrm>
          <a:custGeom>
            <a:avLst/>
            <a:gdLst/>
            <a:ahLst/>
            <a:cxnLst/>
            <a:rect l="l" t="t" r="r" b="b"/>
            <a:pathLst>
              <a:path w="138429" h="140970">
                <a:moveTo>
                  <a:pt x="0" y="0"/>
                </a:moveTo>
                <a:lnTo>
                  <a:pt x="138150" y="0"/>
                </a:lnTo>
                <a:lnTo>
                  <a:pt x="138150" y="140969"/>
                </a:lnTo>
                <a:lnTo>
                  <a:pt x="0" y="1409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27760" y="4906009"/>
            <a:ext cx="1053465" cy="119380"/>
          </a:xfrm>
          <a:custGeom>
            <a:avLst/>
            <a:gdLst/>
            <a:ahLst/>
            <a:cxnLst/>
            <a:rect l="l" t="t" r="r" b="b"/>
            <a:pathLst>
              <a:path w="1053465" h="119379">
                <a:moveTo>
                  <a:pt x="0" y="0"/>
                </a:moveTo>
                <a:lnTo>
                  <a:pt x="1053045" y="0"/>
                </a:lnTo>
                <a:lnTo>
                  <a:pt x="1053045" y="119380"/>
                </a:lnTo>
                <a:lnTo>
                  <a:pt x="0" y="1193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43179" y="5166494"/>
            <a:ext cx="1202690" cy="125730"/>
          </a:xfrm>
          <a:custGeom>
            <a:avLst/>
            <a:gdLst/>
            <a:ahLst/>
            <a:cxnLst/>
            <a:rect l="l" t="t" r="r" b="b"/>
            <a:pathLst>
              <a:path w="1202690" h="125729">
                <a:moveTo>
                  <a:pt x="1202474" y="125463"/>
                </a:moveTo>
                <a:lnTo>
                  <a:pt x="0" y="125463"/>
                </a:lnTo>
                <a:lnTo>
                  <a:pt x="0" y="0"/>
                </a:lnTo>
                <a:lnTo>
                  <a:pt x="1202474" y="0"/>
                </a:lnTo>
                <a:lnTo>
                  <a:pt x="1202474" y="12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839216" y="5291957"/>
            <a:ext cx="138430" cy="290830"/>
          </a:xfrm>
          <a:custGeom>
            <a:avLst/>
            <a:gdLst/>
            <a:ahLst/>
            <a:cxnLst/>
            <a:rect l="l" t="t" r="r" b="b"/>
            <a:pathLst>
              <a:path w="138429" h="290829">
                <a:moveTo>
                  <a:pt x="138150" y="290398"/>
                </a:moveTo>
                <a:lnTo>
                  <a:pt x="0" y="290398"/>
                </a:lnTo>
                <a:lnTo>
                  <a:pt x="0" y="0"/>
                </a:lnTo>
                <a:lnTo>
                  <a:pt x="138150" y="0"/>
                </a:lnTo>
                <a:lnTo>
                  <a:pt x="138150" y="290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310055" y="5291957"/>
            <a:ext cx="138430" cy="290830"/>
          </a:xfrm>
          <a:custGeom>
            <a:avLst/>
            <a:gdLst/>
            <a:ahLst/>
            <a:cxnLst/>
            <a:rect l="l" t="t" r="r" b="b"/>
            <a:pathLst>
              <a:path w="138429" h="290829">
                <a:moveTo>
                  <a:pt x="138150" y="290398"/>
                </a:moveTo>
                <a:lnTo>
                  <a:pt x="0" y="290398"/>
                </a:lnTo>
                <a:lnTo>
                  <a:pt x="0" y="0"/>
                </a:lnTo>
                <a:lnTo>
                  <a:pt x="138150" y="0"/>
                </a:lnTo>
                <a:lnTo>
                  <a:pt x="138150" y="290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899310" y="4350278"/>
            <a:ext cx="1216660" cy="1188720"/>
          </a:xfrm>
          <a:custGeom>
            <a:avLst/>
            <a:gdLst/>
            <a:ahLst/>
            <a:cxnLst/>
            <a:rect l="l" t="t" r="r" b="b"/>
            <a:pathLst>
              <a:path w="1216659" h="1188720">
                <a:moveTo>
                  <a:pt x="1047407" y="665378"/>
                </a:moveTo>
                <a:lnTo>
                  <a:pt x="907846" y="665378"/>
                </a:lnTo>
                <a:lnTo>
                  <a:pt x="907846" y="0"/>
                </a:lnTo>
                <a:lnTo>
                  <a:pt x="1047407" y="0"/>
                </a:lnTo>
                <a:lnTo>
                  <a:pt x="1047407" y="255155"/>
                </a:lnTo>
                <a:lnTo>
                  <a:pt x="1216571" y="255155"/>
                </a:lnTo>
                <a:lnTo>
                  <a:pt x="1216571" y="386257"/>
                </a:lnTo>
                <a:lnTo>
                  <a:pt x="1047407" y="386257"/>
                </a:lnTo>
                <a:lnTo>
                  <a:pt x="1047407" y="665378"/>
                </a:lnTo>
                <a:close/>
              </a:path>
              <a:path w="1216659" h="1188720">
                <a:moveTo>
                  <a:pt x="429958" y="648462"/>
                </a:moveTo>
                <a:lnTo>
                  <a:pt x="0" y="648462"/>
                </a:lnTo>
                <a:lnTo>
                  <a:pt x="0" y="29603"/>
                </a:lnTo>
                <a:lnTo>
                  <a:pt x="734453" y="29603"/>
                </a:lnTo>
                <a:lnTo>
                  <a:pt x="734453" y="142379"/>
                </a:lnTo>
                <a:lnTo>
                  <a:pt x="138150" y="142379"/>
                </a:lnTo>
                <a:lnTo>
                  <a:pt x="138150" y="283349"/>
                </a:lnTo>
                <a:lnTo>
                  <a:pt x="710488" y="283349"/>
                </a:lnTo>
                <a:lnTo>
                  <a:pt x="710488" y="393306"/>
                </a:lnTo>
                <a:lnTo>
                  <a:pt x="138150" y="393306"/>
                </a:lnTo>
                <a:lnTo>
                  <a:pt x="138150" y="535686"/>
                </a:lnTo>
                <a:lnTo>
                  <a:pt x="820445" y="535686"/>
                </a:lnTo>
                <a:lnTo>
                  <a:pt x="820445" y="594893"/>
                </a:lnTo>
                <a:lnTo>
                  <a:pt x="751898" y="616942"/>
                </a:lnTo>
                <a:lnTo>
                  <a:pt x="709035" y="626091"/>
                </a:lnTo>
                <a:lnTo>
                  <a:pt x="661149" y="633836"/>
                </a:lnTo>
                <a:lnTo>
                  <a:pt x="608770" y="640061"/>
                </a:lnTo>
                <a:lnTo>
                  <a:pt x="552426" y="644651"/>
                </a:lnTo>
                <a:lnTo>
                  <a:pt x="492646" y="647490"/>
                </a:lnTo>
                <a:lnTo>
                  <a:pt x="429958" y="648462"/>
                </a:lnTo>
                <a:close/>
              </a:path>
              <a:path w="1216659" h="1188720">
                <a:moveTo>
                  <a:pt x="820445" y="535686"/>
                </a:moveTo>
                <a:lnTo>
                  <a:pt x="441236" y="535686"/>
                </a:lnTo>
                <a:lnTo>
                  <a:pt x="501299" y="534771"/>
                </a:lnTo>
                <a:lnTo>
                  <a:pt x="558571" y="532073"/>
                </a:lnTo>
                <a:lnTo>
                  <a:pt x="612638" y="527657"/>
                </a:lnTo>
                <a:lnTo>
                  <a:pt x="663087" y="521589"/>
                </a:lnTo>
                <a:lnTo>
                  <a:pt x="709505" y="513934"/>
                </a:lnTo>
                <a:lnTo>
                  <a:pt x="751480" y="504760"/>
                </a:lnTo>
                <a:lnTo>
                  <a:pt x="788597" y="494132"/>
                </a:lnTo>
                <a:lnTo>
                  <a:pt x="820445" y="482117"/>
                </a:lnTo>
                <a:lnTo>
                  <a:pt x="820445" y="535686"/>
                </a:lnTo>
                <a:close/>
              </a:path>
              <a:path w="1216659" h="1188720">
                <a:moveTo>
                  <a:pt x="1047407" y="1188377"/>
                </a:moveTo>
                <a:lnTo>
                  <a:pt x="40881" y="1188377"/>
                </a:lnTo>
                <a:lnTo>
                  <a:pt x="40881" y="731634"/>
                </a:lnTo>
                <a:lnTo>
                  <a:pt x="179031" y="731634"/>
                </a:lnTo>
                <a:lnTo>
                  <a:pt x="179031" y="841590"/>
                </a:lnTo>
                <a:lnTo>
                  <a:pt x="1047407" y="841590"/>
                </a:lnTo>
                <a:lnTo>
                  <a:pt x="1047407" y="951547"/>
                </a:lnTo>
                <a:lnTo>
                  <a:pt x="179031" y="951547"/>
                </a:lnTo>
                <a:lnTo>
                  <a:pt x="179031" y="1075601"/>
                </a:lnTo>
                <a:lnTo>
                  <a:pt x="1047407" y="1075601"/>
                </a:lnTo>
                <a:lnTo>
                  <a:pt x="1047407" y="1188377"/>
                </a:lnTo>
                <a:close/>
              </a:path>
              <a:path w="1216659" h="1188720">
                <a:moveTo>
                  <a:pt x="1047407" y="841590"/>
                </a:moveTo>
                <a:lnTo>
                  <a:pt x="909256" y="841590"/>
                </a:lnTo>
                <a:lnTo>
                  <a:pt x="909256" y="731634"/>
                </a:lnTo>
                <a:lnTo>
                  <a:pt x="1047407" y="731634"/>
                </a:lnTo>
                <a:lnTo>
                  <a:pt x="1047407" y="841590"/>
                </a:lnTo>
                <a:close/>
              </a:path>
              <a:path w="1216659" h="1188720">
                <a:moveTo>
                  <a:pt x="1047407" y="1075601"/>
                </a:moveTo>
                <a:lnTo>
                  <a:pt x="909256" y="1075601"/>
                </a:lnTo>
                <a:lnTo>
                  <a:pt x="909256" y="951547"/>
                </a:lnTo>
                <a:lnTo>
                  <a:pt x="1047407" y="951547"/>
                </a:lnTo>
                <a:lnTo>
                  <a:pt x="1047407" y="1075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1541653" y="4350278"/>
            <a:ext cx="1135380" cy="1188720"/>
          </a:xfrm>
          <a:custGeom>
            <a:avLst/>
            <a:gdLst/>
            <a:ahLst/>
            <a:cxnLst/>
            <a:rect l="l" t="t" r="r" b="b"/>
            <a:pathLst>
              <a:path w="1135379" h="1188720">
                <a:moveTo>
                  <a:pt x="1105204" y="589254"/>
                </a:moveTo>
                <a:lnTo>
                  <a:pt x="965644" y="589254"/>
                </a:lnTo>
                <a:lnTo>
                  <a:pt x="965644" y="0"/>
                </a:lnTo>
                <a:lnTo>
                  <a:pt x="1105204" y="0"/>
                </a:lnTo>
                <a:lnTo>
                  <a:pt x="1105204" y="589254"/>
                </a:lnTo>
                <a:close/>
              </a:path>
              <a:path w="1135379" h="1188720">
                <a:moveTo>
                  <a:pt x="0" y="577977"/>
                </a:moveTo>
                <a:lnTo>
                  <a:pt x="0" y="453923"/>
                </a:lnTo>
                <a:lnTo>
                  <a:pt x="51149" y="442010"/>
                </a:lnTo>
                <a:lnTo>
                  <a:pt x="99096" y="425335"/>
                </a:lnTo>
                <a:lnTo>
                  <a:pt x="143689" y="404190"/>
                </a:lnTo>
                <a:lnTo>
                  <a:pt x="184779" y="378868"/>
                </a:lnTo>
                <a:lnTo>
                  <a:pt x="222215" y="349662"/>
                </a:lnTo>
                <a:lnTo>
                  <a:pt x="255848" y="316863"/>
                </a:lnTo>
                <a:lnTo>
                  <a:pt x="285526" y="280765"/>
                </a:lnTo>
                <a:lnTo>
                  <a:pt x="311101" y="241661"/>
                </a:lnTo>
                <a:lnTo>
                  <a:pt x="332422" y="199842"/>
                </a:lnTo>
                <a:lnTo>
                  <a:pt x="349338" y="155602"/>
                </a:lnTo>
                <a:lnTo>
                  <a:pt x="361700" y="109232"/>
                </a:lnTo>
                <a:lnTo>
                  <a:pt x="369358" y="61027"/>
                </a:lnTo>
                <a:lnTo>
                  <a:pt x="372160" y="11277"/>
                </a:lnTo>
                <a:lnTo>
                  <a:pt x="511721" y="19735"/>
                </a:lnTo>
                <a:lnTo>
                  <a:pt x="509871" y="66718"/>
                </a:lnTo>
                <a:lnTo>
                  <a:pt x="504368" y="112753"/>
                </a:lnTo>
                <a:lnTo>
                  <a:pt x="495278" y="157570"/>
                </a:lnTo>
                <a:lnTo>
                  <a:pt x="482670" y="200899"/>
                </a:lnTo>
                <a:lnTo>
                  <a:pt x="466610" y="242468"/>
                </a:lnTo>
                <a:lnTo>
                  <a:pt x="656343" y="346786"/>
                </a:lnTo>
                <a:lnTo>
                  <a:pt x="405993" y="346786"/>
                </a:lnTo>
                <a:lnTo>
                  <a:pt x="377421" y="382453"/>
                </a:lnTo>
                <a:lnTo>
                  <a:pt x="345906" y="415760"/>
                </a:lnTo>
                <a:lnTo>
                  <a:pt x="311549" y="446546"/>
                </a:lnTo>
                <a:lnTo>
                  <a:pt x="274451" y="474651"/>
                </a:lnTo>
                <a:lnTo>
                  <a:pt x="234715" y="499914"/>
                </a:lnTo>
                <a:lnTo>
                  <a:pt x="192440" y="522175"/>
                </a:lnTo>
                <a:lnTo>
                  <a:pt x="147730" y="541272"/>
                </a:lnTo>
                <a:lnTo>
                  <a:pt x="100686" y="557045"/>
                </a:lnTo>
                <a:lnTo>
                  <a:pt x="51408" y="569334"/>
                </a:lnTo>
                <a:lnTo>
                  <a:pt x="0" y="577977"/>
                </a:lnTo>
                <a:close/>
              </a:path>
              <a:path w="1135379" h="1188720">
                <a:moveTo>
                  <a:pt x="780973" y="558241"/>
                </a:moveTo>
                <a:lnTo>
                  <a:pt x="405993" y="346786"/>
                </a:lnTo>
                <a:lnTo>
                  <a:pt x="656343" y="346786"/>
                </a:lnTo>
                <a:lnTo>
                  <a:pt x="848639" y="452513"/>
                </a:lnTo>
                <a:lnTo>
                  <a:pt x="780973" y="558241"/>
                </a:lnTo>
                <a:close/>
              </a:path>
              <a:path w="1135379" h="1188720">
                <a:moveTo>
                  <a:pt x="1134808" y="1188377"/>
                </a:moveTo>
                <a:lnTo>
                  <a:pt x="85991" y="1188377"/>
                </a:lnTo>
                <a:lnTo>
                  <a:pt x="85991" y="869784"/>
                </a:lnTo>
                <a:lnTo>
                  <a:pt x="967054" y="869784"/>
                </a:lnTo>
                <a:lnTo>
                  <a:pt x="967054" y="765467"/>
                </a:lnTo>
                <a:lnTo>
                  <a:pt x="83172" y="765467"/>
                </a:lnTo>
                <a:lnTo>
                  <a:pt x="83172" y="655510"/>
                </a:lnTo>
                <a:lnTo>
                  <a:pt x="1105204" y="655510"/>
                </a:lnTo>
                <a:lnTo>
                  <a:pt x="1105204" y="974102"/>
                </a:lnTo>
                <a:lnTo>
                  <a:pt x="224142" y="974102"/>
                </a:lnTo>
                <a:lnTo>
                  <a:pt x="224142" y="1078420"/>
                </a:lnTo>
                <a:lnTo>
                  <a:pt x="1134808" y="1078420"/>
                </a:lnTo>
                <a:lnTo>
                  <a:pt x="1134808" y="1188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2839987" y="4329133"/>
            <a:ext cx="1130935" cy="1209675"/>
          </a:xfrm>
          <a:custGeom>
            <a:avLst/>
            <a:gdLst/>
            <a:ahLst/>
            <a:cxnLst/>
            <a:rect l="l" t="t" r="r" b="b"/>
            <a:pathLst>
              <a:path w="1130934" h="1209675">
                <a:moveTo>
                  <a:pt x="479298" y="122643"/>
                </a:moveTo>
                <a:lnTo>
                  <a:pt x="338328" y="122643"/>
                </a:lnTo>
                <a:lnTo>
                  <a:pt x="338328" y="0"/>
                </a:lnTo>
                <a:lnTo>
                  <a:pt x="479298" y="0"/>
                </a:lnTo>
                <a:lnTo>
                  <a:pt x="479298" y="122643"/>
                </a:lnTo>
                <a:close/>
              </a:path>
              <a:path w="1130934" h="1209675">
                <a:moveTo>
                  <a:pt x="1130579" y="737273"/>
                </a:moveTo>
                <a:lnTo>
                  <a:pt x="991019" y="737273"/>
                </a:lnTo>
                <a:lnTo>
                  <a:pt x="991019" y="510311"/>
                </a:lnTo>
                <a:lnTo>
                  <a:pt x="802119" y="510311"/>
                </a:lnTo>
                <a:lnTo>
                  <a:pt x="802119" y="386257"/>
                </a:lnTo>
                <a:lnTo>
                  <a:pt x="991019" y="386257"/>
                </a:lnTo>
                <a:lnTo>
                  <a:pt x="991019" y="21145"/>
                </a:lnTo>
                <a:lnTo>
                  <a:pt x="1130579" y="21145"/>
                </a:lnTo>
                <a:lnTo>
                  <a:pt x="1130579" y="737273"/>
                </a:lnTo>
                <a:close/>
              </a:path>
              <a:path w="1130934" h="1209675">
                <a:moveTo>
                  <a:pt x="817626" y="231190"/>
                </a:moveTo>
                <a:lnTo>
                  <a:pt x="0" y="231190"/>
                </a:lnTo>
                <a:lnTo>
                  <a:pt x="0" y="122643"/>
                </a:lnTo>
                <a:lnTo>
                  <a:pt x="817626" y="122643"/>
                </a:lnTo>
                <a:lnTo>
                  <a:pt x="817626" y="231190"/>
                </a:lnTo>
                <a:close/>
              </a:path>
              <a:path w="1130934" h="1209675">
                <a:moveTo>
                  <a:pt x="408813" y="728814"/>
                </a:moveTo>
                <a:lnTo>
                  <a:pt x="351369" y="726505"/>
                </a:lnTo>
                <a:lnTo>
                  <a:pt x="297063" y="719646"/>
                </a:lnTo>
                <a:lnTo>
                  <a:pt x="246580" y="708337"/>
                </a:lnTo>
                <a:lnTo>
                  <a:pt x="200605" y="692681"/>
                </a:lnTo>
                <a:lnTo>
                  <a:pt x="159824" y="672779"/>
                </a:lnTo>
                <a:lnTo>
                  <a:pt x="124921" y="648732"/>
                </a:lnTo>
                <a:lnTo>
                  <a:pt x="96582" y="620642"/>
                </a:lnTo>
                <a:lnTo>
                  <a:pt x="75492" y="588611"/>
                </a:lnTo>
                <a:lnTo>
                  <a:pt x="62335" y="552740"/>
                </a:lnTo>
                <a:lnTo>
                  <a:pt x="57797" y="513130"/>
                </a:lnTo>
                <a:lnTo>
                  <a:pt x="62335" y="473863"/>
                </a:lnTo>
                <a:lnTo>
                  <a:pt x="96582" y="406240"/>
                </a:lnTo>
                <a:lnTo>
                  <a:pt x="124921" y="378137"/>
                </a:lnTo>
                <a:lnTo>
                  <a:pt x="159824" y="354010"/>
                </a:lnTo>
                <a:lnTo>
                  <a:pt x="200605" y="333986"/>
                </a:lnTo>
                <a:lnTo>
                  <a:pt x="246580" y="318190"/>
                </a:lnTo>
                <a:lnTo>
                  <a:pt x="297063" y="306750"/>
                </a:lnTo>
                <a:lnTo>
                  <a:pt x="351369" y="299793"/>
                </a:lnTo>
                <a:lnTo>
                  <a:pt x="408813" y="297446"/>
                </a:lnTo>
                <a:lnTo>
                  <a:pt x="466217" y="299793"/>
                </a:lnTo>
                <a:lnTo>
                  <a:pt x="520416" y="306750"/>
                </a:lnTo>
                <a:lnTo>
                  <a:pt x="570741" y="318190"/>
                </a:lnTo>
                <a:lnTo>
                  <a:pt x="616523" y="333986"/>
                </a:lnTo>
                <a:lnTo>
                  <a:pt x="657096" y="354010"/>
                </a:lnTo>
                <a:lnTo>
                  <a:pt x="691790" y="378137"/>
                </a:lnTo>
                <a:lnTo>
                  <a:pt x="715455" y="401764"/>
                </a:lnTo>
                <a:lnTo>
                  <a:pt x="408813" y="401764"/>
                </a:lnTo>
                <a:lnTo>
                  <a:pt x="346127" y="405608"/>
                </a:lnTo>
                <a:lnTo>
                  <a:pt x="292643" y="416540"/>
                </a:lnTo>
                <a:lnTo>
                  <a:pt x="249340" y="433658"/>
                </a:lnTo>
                <a:lnTo>
                  <a:pt x="217198" y="456064"/>
                </a:lnTo>
                <a:lnTo>
                  <a:pt x="190309" y="513130"/>
                </a:lnTo>
                <a:lnTo>
                  <a:pt x="197194" y="543511"/>
                </a:lnTo>
                <a:lnTo>
                  <a:pt x="249340" y="593307"/>
                </a:lnTo>
                <a:lnTo>
                  <a:pt x="292643" y="610765"/>
                </a:lnTo>
                <a:lnTo>
                  <a:pt x="346127" y="621958"/>
                </a:lnTo>
                <a:lnTo>
                  <a:pt x="408813" y="625906"/>
                </a:lnTo>
                <a:lnTo>
                  <a:pt x="714663" y="625906"/>
                </a:lnTo>
                <a:lnTo>
                  <a:pt x="691790" y="648732"/>
                </a:lnTo>
                <a:lnTo>
                  <a:pt x="657096" y="672779"/>
                </a:lnTo>
                <a:lnTo>
                  <a:pt x="616523" y="692681"/>
                </a:lnTo>
                <a:lnTo>
                  <a:pt x="570741" y="708337"/>
                </a:lnTo>
                <a:lnTo>
                  <a:pt x="520416" y="719646"/>
                </a:lnTo>
                <a:lnTo>
                  <a:pt x="466217" y="726505"/>
                </a:lnTo>
                <a:lnTo>
                  <a:pt x="408813" y="728814"/>
                </a:lnTo>
                <a:close/>
              </a:path>
              <a:path w="1130934" h="1209675">
                <a:moveTo>
                  <a:pt x="714663" y="625906"/>
                </a:moveTo>
                <a:lnTo>
                  <a:pt x="408813" y="625906"/>
                </a:lnTo>
                <a:lnTo>
                  <a:pt x="471394" y="621958"/>
                </a:lnTo>
                <a:lnTo>
                  <a:pt x="524617" y="610765"/>
                </a:lnTo>
                <a:lnTo>
                  <a:pt x="567580" y="593307"/>
                </a:lnTo>
                <a:lnTo>
                  <a:pt x="599383" y="570563"/>
                </a:lnTo>
                <a:lnTo>
                  <a:pt x="619125" y="543511"/>
                </a:lnTo>
                <a:lnTo>
                  <a:pt x="625906" y="513130"/>
                </a:lnTo>
                <a:lnTo>
                  <a:pt x="619125" y="482854"/>
                </a:lnTo>
                <a:lnTo>
                  <a:pt x="567580" y="433658"/>
                </a:lnTo>
                <a:lnTo>
                  <a:pt x="524617" y="416540"/>
                </a:lnTo>
                <a:lnTo>
                  <a:pt x="471394" y="405608"/>
                </a:lnTo>
                <a:lnTo>
                  <a:pt x="408813" y="401764"/>
                </a:lnTo>
                <a:lnTo>
                  <a:pt x="715455" y="401764"/>
                </a:lnTo>
                <a:lnTo>
                  <a:pt x="719938" y="406240"/>
                </a:lnTo>
                <a:lnTo>
                  <a:pt x="740870" y="438191"/>
                </a:lnTo>
                <a:lnTo>
                  <a:pt x="753920" y="473863"/>
                </a:lnTo>
                <a:lnTo>
                  <a:pt x="758418" y="513130"/>
                </a:lnTo>
                <a:lnTo>
                  <a:pt x="753920" y="552740"/>
                </a:lnTo>
                <a:lnTo>
                  <a:pt x="740870" y="588611"/>
                </a:lnTo>
                <a:lnTo>
                  <a:pt x="719938" y="620642"/>
                </a:lnTo>
                <a:lnTo>
                  <a:pt x="714663" y="625906"/>
                </a:lnTo>
                <a:close/>
              </a:path>
              <a:path w="1130934" h="1209675">
                <a:moveTo>
                  <a:pt x="1126350" y="1209522"/>
                </a:moveTo>
                <a:lnTo>
                  <a:pt x="105727" y="1209522"/>
                </a:lnTo>
                <a:lnTo>
                  <a:pt x="105727" y="804938"/>
                </a:lnTo>
                <a:lnTo>
                  <a:pt x="1126350" y="804938"/>
                </a:lnTo>
                <a:lnTo>
                  <a:pt x="1126350" y="916305"/>
                </a:lnTo>
                <a:lnTo>
                  <a:pt x="243878" y="916305"/>
                </a:lnTo>
                <a:lnTo>
                  <a:pt x="243878" y="1098156"/>
                </a:lnTo>
                <a:lnTo>
                  <a:pt x="1126350" y="1098156"/>
                </a:lnTo>
                <a:lnTo>
                  <a:pt x="1126350" y="1209522"/>
                </a:lnTo>
                <a:close/>
              </a:path>
              <a:path w="1130934" h="1209675">
                <a:moveTo>
                  <a:pt x="1126350" y="1098156"/>
                </a:moveTo>
                <a:lnTo>
                  <a:pt x="988199" y="1098156"/>
                </a:lnTo>
                <a:lnTo>
                  <a:pt x="988199" y="916305"/>
                </a:lnTo>
                <a:lnTo>
                  <a:pt x="1126350" y="916305"/>
                </a:lnTo>
                <a:lnTo>
                  <a:pt x="1126350" y="1098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99062" y="3256496"/>
            <a:ext cx="384175" cy="375285"/>
          </a:xfrm>
          <a:custGeom>
            <a:avLst/>
            <a:gdLst/>
            <a:ahLst/>
            <a:cxnLst/>
            <a:rect l="l" t="t" r="r" b="b"/>
            <a:pathLst>
              <a:path w="384175" h="375285">
                <a:moveTo>
                  <a:pt x="330263" y="281813"/>
                </a:moveTo>
                <a:lnTo>
                  <a:pt x="286258" y="281813"/>
                </a:lnTo>
                <a:lnTo>
                  <a:pt x="286258" y="0"/>
                </a:lnTo>
                <a:lnTo>
                  <a:pt x="330263" y="0"/>
                </a:lnTo>
                <a:lnTo>
                  <a:pt x="330263" y="90233"/>
                </a:lnTo>
                <a:lnTo>
                  <a:pt x="383603" y="90233"/>
                </a:lnTo>
                <a:lnTo>
                  <a:pt x="383603" y="132461"/>
                </a:lnTo>
                <a:lnTo>
                  <a:pt x="330263" y="132461"/>
                </a:lnTo>
                <a:lnTo>
                  <a:pt x="330263" y="281813"/>
                </a:lnTo>
                <a:close/>
              </a:path>
              <a:path w="384175" h="375285">
                <a:moveTo>
                  <a:pt x="136461" y="214693"/>
                </a:moveTo>
                <a:lnTo>
                  <a:pt x="0" y="214693"/>
                </a:lnTo>
                <a:lnTo>
                  <a:pt x="0" y="9334"/>
                </a:lnTo>
                <a:lnTo>
                  <a:pt x="231584" y="9334"/>
                </a:lnTo>
                <a:lnTo>
                  <a:pt x="231584" y="47561"/>
                </a:lnTo>
                <a:lnTo>
                  <a:pt x="44449" y="47561"/>
                </a:lnTo>
                <a:lnTo>
                  <a:pt x="44449" y="176466"/>
                </a:lnTo>
                <a:lnTo>
                  <a:pt x="258699" y="176466"/>
                </a:lnTo>
                <a:lnTo>
                  <a:pt x="258699" y="197802"/>
                </a:lnTo>
                <a:lnTo>
                  <a:pt x="237411" y="204754"/>
                </a:lnTo>
                <a:lnTo>
                  <a:pt x="209081" y="210081"/>
                </a:lnTo>
                <a:lnTo>
                  <a:pt x="175001" y="213491"/>
                </a:lnTo>
                <a:lnTo>
                  <a:pt x="136461" y="214693"/>
                </a:lnTo>
                <a:close/>
              </a:path>
              <a:path w="384175" h="375285">
                <a:moveTo>
                  <a:pt x="258699" y="176466"/>
                </a:moveTo>
                <a:lnTo>
                  <a:pt x="139128" y="176466"/>
                </a:lnTo>
                <a:lnTo>
                  <a:pt x="176126" y="175396"/>
                </a:lnTo>
                <a:lnTo>
                  <a:pt x="209081" y="172243"/>
                </a:lnTo>
                <a:lnTo>
                  <a:pt x="236953" y="167090"/>
                </a:lnTo>
                <a:lnTo>
                  <a:pt x="258699" y="160020"/>
                </a:lnTo>
                <a:lnTo>
                  <a:pt x="258699" y="176466"/>
                </a:lnTo>
                <a:close/>
              </a:path>
              <a:path w="384175" h="375285">
                <a:moveTo>
                  <a:pt x="340487" y="374713"/>
                </a:moveTo>
                <a:lnTo>
                  <a:pt x="12890" y="374713"/>
                </a:lnTo>
                <a:lnTo>
                  <a:pt x="12890" y="251587"/>
                </a:lnTo>
                <a:lnTo>
                  <a:pt x="57340" y="251587"/>
                </a:lnTo>
                <a:lnTo>
                  <a:pt x="57340" y="334708"/>
                </a:lnTo>
                <a:lnTo>
                  <a:pt x="340487" y="334708"/>
                </a:lnTo>
                <a:lnTo>
                  <a:pt x="340487" y="3747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313336" y="3256496"/>
            <a:ext cx="355600" cy="379730"/>
          </a:xfrm>
          <a:custGeom>
            <a:avLst/>
            <a:gdLst/>
            <a:ahLst/>
            <a:cxnLst/>
            <a:rect l="l" t="t" r="r" b="b"/>
            <a:pathLst>
              <a:path w="355600" h="379729">
                <a:moveTo>
                  <a:pt x="355600" y="379603"/>
                </a:moveTo>
                <a:lnTo>
                  <a:pt x="311594" y="379603"/>
                </a:lnTo>
                <a:lnTo>
                  <a:pt x="311594" y="0"/>
                </a:lnTo>
                <a:lnTo>
                  <a:pt x="355600" y="0"/>
                </a:lnTo>
                <a:lnTo>
                  <a:pt x="355600" y="379603"/>
                </a:lnTo>
                <a:close/>
              </a:path>
              <a:path w="355600" h="379729">
                <a:moveTo>
                  <a:pt x="130238" y="201358"/>
                </a:moveTo>
                <a:lnTo>
                  <a:pt x="84725" y="194211"/>
                </a:lnTo>
                <a:lnTo>
                  <a:pt x="49172" y="174188"/>
                </a:lnTo>
                <a:lnTo>
                  <a:pt x="26037" y="143413"/>
                </a:lnTo>
                <a:lnTo>
                  <a:pt x="17780" y="104013"/>
                </a:lnTo>
                <a:lnTo>
                  <a:pt x="26037" y="64612"/>
                </a:lnTo>
                <a:lnTo>
                  <a:pt x="49172" y="33837"/>
                </a:lnTo>
                <a:lnTo>
                  <a:pt x="84725" y="13814"/>
                </a:lnTo>
                <a:lnTo>
                  <a:pt x="130238" y="6667"/>
                </a:lnTo>
                <a:lnTo>
                  <a:pt x="175563" y="13814"/>
                </a:lnTo>
                <a:lnTo>
                  <a:pt x="211137" y="33837"/>
                </a:lnTo>
                <a:lnTo>
                  <a:pt x="218144" y="43116"/>
                </a:lnTo>
                <a:lnTo>
                  <a:pt x="130238" y="43116"/>
                </a:lnTo>
                <a:lnTo>
                  <a:pt x="101262" y="47755"/>
                </a:lnTo>
                <a:lnTo>
                  <a:pt x="79121" y="60563"/>
                </a:lnTo>
                <a:lnTo>
                  <a:pt x="64980" y="79871"/>
                </a:lnTo>
                <a:lnTo>
                  <a:pt x="60007" y="104013"/>
                </a:lnTo>
                <a:lnTo>
                  <a:pt x="64980" y="128154"/>
                </a:lnTo>
                <a:lnTo>
                  <a:pt x="79121" y="147462"/>
                </a:lnTo>
                <a:lnTo>
                  <a:pt x="101262" y="160270"/>
                </a:lnTo>
                <a:lnTo>
                  <a:pt x="130238" y="164909"/>
                </a:lnTo>
                <a:lnTo>
                  <a:pt x="218144" y="164909"/>
                </a:lnTo>
                <a:lnTo>
                  <a:pt x="211137" y="174188"/>
                </a:lnTo>
                <a:lnTo>
                  <a:pt x="175563" y="194211"/>
                </a:lnTo>
                <a:lnTo>
                  <a:pt x="130238" y="201358"/>
                </a:lnTo>
                <a:close/>
              </a:path>
              <a:path w="355600" h="379729">
                <a:moveTo>
                  <a:pt x="218144" y="164909"/>
                </a:moveTo>
                <a:lnTo>
                  <a:pt x="130238" y="164909"/>
                </a:lnTo>
                <a:lnTo>
                  <a:pt x="158957" y="160270"/>
                </a:lnTo>
                <a:lnTo>
                  <a:pt x="180967" y="147462"/>
                </a:lnTo>
                <a:lnTo>
                  <a:pt x="195059" y="128154"/>
                </a:lnTo>
                <a:lnTo>
                  <a:pt x="200025" y="104013"/>
                </a:lnTo>
                <a:lnTo>
                  <a:pt x="195059" y="79871"/>
                </a:lnTo>
                <a:lnTo>
                  <a:pt x="180967" y="60563"/>
                </a:lnTo>
                <a:lnTo>
                  <a:pt x="158957" y="47755"/>
                </a:lnTo>
                <a:lnTo>
                  <a:pt x="130238" y="43116"/>
                </a:lnTo>
                <a:lnTo>
                  <a:pt x="218144" y="43116"/>
                </a:lnTo>
                <a:lnTo>
                  <a:pt x="234376" y="64612"/>
                </a:lnTo>
                <a:lnTo>
                  <a:pt x="242697" y="104013"/>
                </a:lnTo>
                <a:lnTo>
                  <a:pt x="234376" y="143413"/>
                </a:lnTo>
                <a:lnTo>
                  <a:pt x="218144" y="164909"/>
                </a:lnTo>
                <a:close/>
              </a:path>
              <a:path w="355600" h="379729">
                <a:moveTo>
                  <a:pt x="155575" y="276923"/>
                </a:moveTo>
                <a:lnTo>
                  <a:pt x="0" y="276923"/>
                </a:lnTo>
                <a:lnTo>
                  <a:pt x="0" y="236918"/>
                </a:lnTo>
                <a:lnTo>
                  <a:pt x="155130" y="236918"/>
                </a:lnTo>
                <a:lnTo>
                  <a:pt x="192329" y="236126"/>
                </a:lnTo>
                <a:lnTo>
                  <a:pt x="226361" y="233584"/>
                </a:lnTo>
                <a:lnTo>
                  <a:pt x="255893" y="229042"/>
                </a:lnTo>
                <a:lnTo>
                  <a:pt x="279590" y="222250"/>
                </a:lnTo>
                <a:lnTo>
                  <a:pt x="279590" y="262255"/>
                </a:lnTo>
                <a:lnTo>
                  <a:pt x="256087" y="268859"/>
                </a:lnTo>
                <a:lnTo>
                  <a:pt x="226917" y="273423"/>
                </a:lnTo>
                <a:lnTo>
                  <a:pt x="193079" y="276069"/>
                </a:lnTo>
                <a:lnTo>
                  <a:pt x="155575" y="276923"/>
                </a:lnTo>
                <a:close/>
              </a:path>
              <a:path w="355600" h="379729">
                <a:moveTo>
                  <a:pt x="152019" y="379603"/>
                </a:moveTo>
                <a:lnTo>
                  <a:pt x="108013" y="379603"/>
                </a:lnTo>
                <a:lnTo>
                  <a:pt x="108013" y="276923"/>
                </a:lnTo>
                <a:lnTo>
                  <a:pt x="152019" y="276923"/>
                </a:lnTo>
                <a:lnTo>
                  <a:pt x="152019" y="379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740945" y="3270720"/>
            <a:ext cx="379730" cy="347345"/>
          </a:xfrm>
          <a:custGeom>
            <a:avLst/>
            <a:gdLst/>
            <a:ahLst/>
            <a:cxnLst/>
            <a:rect l="l" t="t" r="r" b="b"/>
            <a:pathLst>
              <a:path w="379729" h="347345">
                <a:moveTo>
                  <a:pt x="357822" y="40449"/>
                </a:moveTo>
                <a:lnTo>
                  <a:pt x="19558" y="40449"/>
                </a:lnTo>
                <a:lnTo>
                  <a:pt x="19558" y="0"/>
                </a:lnTo>
                <a:lnTo>
                  <a:pt x="357822" y="0"/>
                </a:lnTo>
                <a:lnTo>
                  <a:pt x="357822" y="40449"/>
                </a:lnTo>
                <a:close/>
              </a:path>
              <a:path w="379729" h="347345">
                <a:moveTo>
                  <a:pt x="11112" y="218249"/>
                </a:moveTo>
                <a:lnTo>
                  <a:pt x="11112" y="177355"/>
                </a:lnTo>
                <a:lnTo>
                  <a:pt x="56760" y="168451"/>
                </a:lnTo>
                <a:lnTo>
                  <a:pt x="97651" y="149967"/>
                </a:lnTo>
                <a:lnTo>
                  <a:pt x="132119" y="122244"/>
                </a:lnTo>
                <a:lnTo>
                  <a:pt x="158501" y="85624"/>
                </a:lnTo>
                <a:lnTo>
                  <a:pt x="175133" y="40449"/>
                </a:lnTo>
                <a:lnTo>
                  <a:pt x="221805" y="40449"/>
                </a:lnTo>
                <a:lnTo>
                  <a:pt x="218728" y="54527"/>
                </a:lnTo>
                <a:lnTo>
                  <a:pt x="214860" y="68064"/>
                </a:lnTo>
                <a:lnTo>
                  <a:pt x="210241" y="81017"/>
                </a:lnTo>
                <a:lnTo>
                  <a:pt x="204914" y="93345"/>
                </a:lnTo>
                <a:lnTo>
                  <a:pt x="268020" y="128460"/>
                </a:lnTo>
                <a:lnTo>
                  <a:pt x="184023" y="128460"/>
                </a:lnTo>
                <a:lnTo>
                  <a:pt x="150379" y="164555"/>
                </a:lnTo>
                <a:lnTo>
                  <a:pt x="109235" y="191857"/>
                </a:lnTo>
                <a:lnTo>
                  <a:pt x="62257" y="209908"/>
                </a:lnTo>
                <a:lnTo>
                  <a:pt x="11112" y="218249"/>
                </a:lnTo>
                <a:close/>
              </a:path>
              <a:path w="379729" h="347345">
                <a:moveTo>
                  <a:pt x="349377" y="220916"/>
                </a:moveTo>
                <a:lnTo>
                  <a:pt x="184023" y="128460"/>
                </a:lnTo>
                <a:lnTo>
                  <a:pt x="268020" y="128460"/>
                </a:lnTo>
                <a:lnTo>
                  <a:pt x="370268" y="185356"/>
                </a:lnTo>
                <a:lnTo>
                  <a:pt x="349377" y="220916"/>
                </a:lnTo>
                <a:close/>
              </a:path>
              <a:path w="379729" h="347345">
                <a:moveTo>
                  <a:pt x="211137" y="305816"/>
                </a:moveTo>
                <a:lnTo>
                  <a:pt x="167132" y="305816"/>
                </a:lnTo>
                <a:lnTo>
                  <a:pt x="167132" y="209359"/>
                </a:lnTo>
                <a:lnTo>
                  <a:pt x="211137" y="209359"/>
                </a:lnTo>
                <a:lnTo>
                  <a:pt x="211137" y="305816"/>
                </a:lnTo>
                <a:close/>
              </a:path>
              <a:path w="379729" h="347345">
                <a:moveTo>
                  <a:pt x="379158" y="347154"/>
                </a:moveTo>
                <a:lnTo>
                  <a:pt x="0" y="347154"/>
                </a:lnTo>
                <a:lnTo>
                  <a:pt x="0" y="305816"/>
                </a:lnTo>
                <a:lnTo>
                  <a:pt x="379158" y="305816"/>
                </a:lnTo>
                <a:lnTo>
                  <a:pt x="379158" y="347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173888" y="3256496"/>
            <a:ext cx="391795" cy="379730"/>
          </a:xfrm>
          <a:custGeom>
            <a:avLst/>
            <a:gdLst/>
            <a:ahLst/>
            <a:cxnLst/>
            <a:rect l="l" t="t" r="r" b="b"/>
            <a:pathLst>
              <a:path w="391795" h="379729">
                <a:moveTo>
                  <a:pt x="338264" y="226695"/>
                </a:moveTo>
                <a:lnTo>
                  <a:pt x="294259" y="226695"/>
                </a:lnTo>
                <a:lnTo>
                  <a:pt x="294259" y="0"/>
                </a:lnTo>
                <a:lnTo>
                  <a:pt x="338264" y="0"/>
                </a:lnTo>
                <a:lnTo>
                  <a:pt x="338264" y="80454"/>
                </a:lnTo>
                <a:lnTo>
                  <a:pt x="391604" y="80454"/>
                </a:lnTo>
                <a:lnTo>
                  <a:pt x="391604" y="122237"/>
                </a:lnTo>
                <a:lnTo>
                  <a:pt x="338264" y="122237"/>
                </a:lnTo>
                <a:lnTo>
                  <a:pt x="338264" y="226695"/>
                </a:lnTo>
                <a:close/>
              </a:path>
              <a:path w="391795" h="379729">
                <a:moveTo>
                  <a:pt x="247142" y="47561"/>
                </a:moveTo>
                <a:lnTo>
                  <a:pt x="4889" y="47561"/>
                </a:lnTo>
                <a:lnTo>
                  <a:pt x="4889" y="9779"/>
                </a:lnTo>
                <a:lnTo>
                  <a:pt x="247142" y="9779"/>
                </a:lnTo>
                <a:lnTo>
                  <a:pt x="247142" y="47561"/>
                </a:lnTo>
                <a:close/>
              </a:path>
              <a:path w="391795" h="379729">
                <a:moveTo>
                  <a:pt x="0" y="215582"/>
                </a:moveTo>
                <a:lnTo>
                  <a:pt x="0" y="175577"/>
                </a:lnTo>
                <a:lnTo>
                  <a:pt x="42928" y="161388"/>
                </a:lnTo>
                <a:lnTo>
                  <a:pt x="75731" y="134072"/>
                </a:lnTo>
                <a:lnTo>
                  <a:pt x="97449" y="95504"/>
                </a:lnTo>
                <a:lnTo>
                  <a:pt x="107124" y="47561"/>
                </a:lnTo>
                <a:lnTo>
                  <a:pt x="151129" y="47561"/>
                </a:lnTo>
                <a:lnTo>
                  <a:pt x="150234" y="61653"/>
                </a:lnTo>
                <a:lnTo>
                  <a:pt x="148296" y="75287"/>
                </a:lnTo>
                <a:lnTo>
                  <a:pt x="145441" y="88504"/>
                </a:lnTo>
                <a:lnTo>
                  <a:pt x="141795" y="101346"/>
                </a:lnTo>
                <a:lnTo>
                  <a:pt x="196054" y="137795"/>
                </a:lnTo>
                <a:lnTo>
                  <a:pt x="125349" y="137795"/>
                </a:lnTo>
                <a:lnTo>
                  <a:pt x="102450" y="167326"/>
                </a:lnTo>
                <a:lnTo>
                  <a:pt x="73509" y="190690"/>
                </a:lnTo>
                <a:lnTo>
                  <a:pt x="39150" y="207053"/>
                </a:lnTo>
                <a:lnTo>
                  <a:pt x="0" y="215582"/>
                </a:lnTo>
                <a:close/>
              </a:path>
              <a:path w="391795" h="379729">
                <a:moveTo>
                  <a:pt x="234696" y="212471"/>
                </a:moveTo>
                <a:lnTo>
                  <a:pt x="125349" y="137795"/>
                </a:lnTo>
                <a:lnTo>
                  <a:pt x="196054" y="137795"/>
                </a:lnTo>
                <a:lnTo>
                  <a:pt x="258254" y="179578"/>
                </a:lnTo>
                <a:lnTo>
                  <a:pt x="234696" y="212471"/>
                </a:lnTo>
                <a:close/>
              </a:path>
              <a:path w="391795" h="379729">
                <a:moveTo>
                  <a:pt x="338264" y="379603"/>
                </a:moveTo>
                <a:lnTo>
                  <a:pt x="293814" y="379603"/>
                </a:lnTo>
                <a:lnTo>
                  <a:pt x="293814" y="285813"/>
                </a:lnTo>
                <a:lnTo>
                  <a:pt x="17335" y="285813"/>
                </a:lnTo>
                <a:lnTo>
                  <a:pt x="17335" y="247586"/>
                </a:lnTo>
                <a:lnTo>
                  <a:pt x="338264" y="247586"/>
                </a:lnTo>
                <a:lnTo>
                  <a:pt x="338264" y="379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601942" y="3256496"/>
            <a:ext cx="358140" cy="375285"/>
          </a:xfrm>
          <a:custGeom>
            <a:avLst/>
            <a:gdLst/>
            <a:ahLst/>
            <a:cxnLst/>
            <a:rect l="l" t="t" r="r" b="b"/>
            <a:pathLst>
              <a:path w="358140" h="375285">
                <a:moveTo>
                  <a:pt x="348488" y="185801"/>
                </a:moveTo>
                <a:lnTo>
                  <a:pt x="304482" y="185801"/>
                </a:lnTo>
                <a:lnTo>
                  <a:pt x="304482" y="0"/>
                </a:lnTo>
                <a:lnTo>
                  <a:pt x="348488" y="0"/>
                </a:lnTo>
                <a:lnTo>
                  <a:pt x="348488" y="185801"/>
                </a:lnTo>
                <a:close/>
              </a:path>
              <a:path w="358140" h="375285">
                <a:moveTo>
                  <a:pt x="0" y="182245"/>
                </a:moveTo>
                <a:lnTo>
                  <a:pt x="0" y="143129"/>
                </a:lnTo>
                <a:lnTo>
                  <a:pt x="48651" y="125571"/>
                </a:lnTo>
                <a:lnTo>
                  <a:pt x="85510" y="94345"/>
                </a:lnTo>
                <a:lnTo>
                  <a:pt x="108951" y="52617"/>
                </a:lnTo>
                <a:lnTo>
                  <a:pt x="117348" y="3555"/>
                </a:lnTo>
                <a:lnTo>
                  <a:pt x="161353" y="6222"/>
                </a:lnTo>
                <a:lnTo>
                  <a:pt x="160443" y="24697"/>
                </a:lnTo>
                <a:lnTo>
                  <a:pt x="157741" y="42672"/>
                </a:lnTo>
                <a:lnTo>
                  <a:pt x="153289" y="59979"/>
                </a:lnTo>
                <a:lnTo>
                  <a:pt x="147129" y="76454"/>
                </a:lnTo>
                <a:lnTo>
                  <a:pt x="206955" y="109347"/>
                </a:lnTo>
                <a:lnTo>
                  <a:pt x="128016" y="109347"/>
                </a:lnTo>
                <a:lnTo>
                  <a:pt x="103762" y="136051"/>
                </a:lnTo>
                <a:lnTo>
                  <a:pt x="74009" y="157630"/>
                </a:lnTo>
                <a:lnTo>
                  <a:pt x="39254" y="173292"/>
                </a:lnTo>
                <a:lnTo>
                  <a:pt x="0" y="182245"/>
                </a:lnTo>
                <a:close/>
              </a:path>
              <a:path w="358140" h="375285">
                <a:moveTo>
                  <a:pt x="246253" y="176022"/>
                </a:moveTo>
                <a:lnTo>
                  <a:pt x="128016" y="109347"/>
                </a:lnTo>
                <a:lnTo>
                  <a:pt x="206955" y="109347"/>
                </a:lnTo>
                <a:lnTo>
                  <a:pt x="267589" y="142684"/>
                </a:lnTo>
                <a:lnTo>
                  <a:pt x="246253" y="176022"/>
                </a:lnTo>
                <a:close/>
              </a:path>
              <a:path w="358140" h="375285">
                <a:moveTo>
                  <a:pt x="357822" y="374713"/>
                </a:moveTo>
                <a:lnTo>
                  <a:pt x="27114" y="374713"/>
                </a:lnTo>
                <a:lnTo>
                  <a:pt x="27114" y="274256"/>
                </a:lnTo>
                <a:lnTo>
                  <a:pt x="304927" y="274256"/>
                </a:lnTo>
                <a:lnTo>
                  <a:pt x="304927" y="241363"/>
                </a:lnTo>
                <a:lnTo>
                  <a:pt x="26225" y="241363"/>
                </a:lnTo>
                <a:lnTo>
                  <a:pt x="26225" y="206692"/>
                </a:lnTo>
                <a:lnTo>
                  <a:pt x="348488" y="206692"/>
                </a:lnTo>
                <a:lnTo>
                  <a:pt x="348488" y="307149"/>
                </a:lnTo>
                <a:lnTo>
                  <a:pt x="70675" y="307149"/>
                </a:lnTo>
                <a:lnTo>
                  <a:pt x="70675" y="340042"/>
                </a:lnTo>
                <a:lnTo>
                  <a:pt x="357822" y="340042"/>
                </a:lnTo>
                <a:lnTo>
                  <a:pt x="357822" y="3747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024661" y="3249828"/>
            <a:ext cx="356870" cy="381635"/>
          </a:xfrm>
          <a:custGeom>
            <a:avLst/>
            <a:gdLst/>
            <a:ahLst/>
            <a:cxnLst/>
            <a:rect l="l" t="t" r="r" b="b"/>
            <a:pathLst>
              <a:path w="356870" h="381635">
                <a:moveTo>
                  <a:pt x="151129" y="38671"/>
                </a:moveTo>
                <a:lnTo>
                  <a:pt x="106680" y="38671"/>
                </a:lnTo>
                <a:lnTo>
                  <a:pt x="106680" y="0"/>
                </a:lnTo>
                <a:lnTo>
                  <a:pt x="151129" y="0"/>
                </a:lnTo>
                <a:lnTo>
                  <a:pt x="151129" y="38671"/>
                </a:lnTo>
                <a:close/>
              </a:path>
              <a:path w="356870" h="381635">
                <a:moveTo>
                  <a:pt x="356489" y="232473"/>
                </a:moveTo>
                <a:lnTo>
                  <a:pt x="312483" y="232473"/>
                </a:lnTo>
                <a:lnTo>
                  <a:pt x="312483" y="160909"/>
                </a:lnTo>
                <a:lnTo>
                  <a:pt x="252920" y="160909"/>
                </a:lnTo>
                <a:lnTo>
                  <a:pt x="252920" y="121793"/>
                </a:lnTo>
                <a:lnTo>
                  <a:pt x="312483" y="121793"/>
                </a:lnTo>
                <a:lnTo>
                  <a:pt x="312483" y="6667"/>
                </a:lnTo>
                <a:lnTo>
                  <a:pt x="356489" y="6667"/>
                </a:lnTo>
                <a:lnTo>
                  <a:pt x="356489" y="232473"/>
                </a:lnTo>
                <a:close/>
              </a:path>
              <a:path w="356870" h="381635">
                <a:moveTo>
                  <a:pt x="257810" y="72897"/>
                </a:moveTo>
                <a:lnTo>
                  <a:pt x="0" y="72897"/>
                </a:lnTo>
                <a:lnTo>
                  <a:pt x="0" y="38671"/>
                </a:lnTo>
                <a:lnTo>
                  <a:pt x="257810" y="38671"/>
                </a:lnTo>
                <a:lnTo>
                  <a:pt x="257810" y="72897"/>
                </a:lnTo>
                <a:close/>
              </a:path>
              <a:path w="356870" h="381635">
                <a:moveTo>
                  <a:pt x="128905" y="229806"/>
                </a:moveTo>
                <a:lnTo>
                  <a:pt x="85545" y="225305"/>
                </a:lnTo>
                <a:lnTo>
                  <a:pt x="50395" y="212137"/>
                </a:lnTo>
                <a:lnTo>
                  <a:pt x="26829" y="190801"/>
                </a:lnTo>
                <a:lnTo>
                  <a:pt x="18224" y="161798"/>
                </a:lnTo>
                <a:lnTo>
                  <a:pt x="26829" y="132981"/>
                </a:lnTo>
                <a:lnTo>
                  <a:pt x="50395" y="111625"/>
                </a:lnTo>
                <a:lnTo>
                  <a:pt x="85545" y="98352"/>
                </a:lnTo>
                <a:lnTo>
                  <a:pt x="128905" y="93789"/>
                </a:lnTo>
                <a:lnTo>
                  <a:pt x="172195" y="98352"/>
                </a:lnTo>
                <a:lnTo>
                  <a:pt x="207192" y="111625"/>
                </a:lnTo>
                <a:lnTo>
                  <a:pt x="223699" y="126682"/>
                </a:lnTo>
                <a:lnTo>
                  <a:pt x="128905" y="126682"/>
                </a:lnTo>
                <a:lnTo>
                  <a:pt x="100325" y="129356"/>
                </a:lnTo>
                <a:lnTo>
                  <a:pt x="78620" y="136739"/>
                </a:lnTo>
                <a:lnTo>
                  <a:pt x="64834" y="147872"/>
                </a:lnTo>
                <a:lnTo>
                  <a:pt x="60007" y="161798"/>
                </a:lnTo>
                <a:lnTo>
                  <a:pt x="64834" y="175792"/>
                </a:lnTo>
                <a:lnTo>
                  <a:pt x="78620" y="187078"/>
                </a:lnTo>
                <a:lnTo>
                  <a:pt x="100325" y="194614"/>
                </a:lnTo>
                <a:lnTo>
                  <a:pt x="128905" y="197358"/>
                </a:lnTo>
                <a:lnTo>
                  <a:pt x="223410" y="197358"/>
                </a:lnTo>
                <a:lnTo>
                  <a:pt x="207192" y="212137"/>
                </a:lnTo>
                <a:lnTo>
                  <a:pt x="172195" y="225305"/>
                </a:lnTo>
                <a:lnTo>
                  <a:pt x="128905" y="229806"/>
                </a:lnTo>
                <a:close/>
              </a:path>
              <a:path w="356870" h="381635">
                <a:moveTo>
                  <a:pt x="223410" y="197358"/>
                </a:moveTo>
                <a:lnTo>
                  <a:pt x="128905" y="197358"/>
                </a:lnTo>
                <a:lnTo>
                  <a:pt x="157415" y="194614"/>
                </a:lnTo>
                <a:lnTo>
                  <a:pt x="178966" y="187078"/>
                </a:lnTo>
                <a:lnTo>
                  <a:pt x="192600" y="175792"/>
                </a:lnTo>
                <a:lnTo>
                  <a:pt x="197358" y="161798"/>
                </a:lnTo>
                <a:lnTo>
                  <a:pt x="192600" y="147872"/>
                </a:lnTo>
                <a:lnTo>
                  <a:pt x="178966" y="136739"/>
                </a:lnTo>
                <a:lnTo>
                  <a:pt x="157415" y="129356"/>
                </a:lnTo>
                <a:lnTo>
                  <a:pt x="128905" y="126682"/>
                </a:lnTo>
                <a:lnTo>
                  <a:pt x="223699" y="126682"/>
                </a:lnTo>
                <a:lnTo>
                  <a:pt x="230605" y="132981"/>
                </a:lnTo>
                <a:lnTo>
                  <a:pt x="239141" y="161798"/>
                </a:lnTo>
                <a:lnTo>
                  <a:pt x="230605" y="190801"/>
                </a:lnTo>
                <a:lnTo>
                  <a:pt x="223410" y="197358"/>
                </a:lnTo>
                <a:close/>
              </a:path>
              <a:path w="356870" h="381635">
                <a:moveTo>
                  <a:pt x="355155" y="381381"/>
                </a:moveTo>
                <a:lnTo>
                  <a:pt x="33337" y="381381"/>
                </a:lnTo>
                <a:lnTo>
                  <a:pt x="33337" y="253809"/>
                </a:lnTo>
                <a:lnTo>
                  <a:pt x="355155" y="253809"/>
                </a:lnTo>
                <a:lnTo>
                  <a:pt x="355155" y="288925"/>
                </a:lnTo>
                <a:lnTo>
                  <a:pt x="76898" y="288925"/>
                </a:lnTo>
                <a:lnTo>
                  <a:pt x="76898" y="346265"/>
                </a:lnTo>
                <a:lnTo>
                  <a:pt x="355155" y="346265"/>
                </a:lnTo>
                <a:lnTo>
                  <a:pt x="355155" y="381381"/>
                </a:lnTo>
                <a:close/>
              </a:path>
              <a:path w="356870" h="381635">
                <a:moveTo>
                  <a:pt x="355155" y="346265"/>
                </a:moveTo>
                <a:lnTo>
                  <a:pt x="311594" y="346265"/>
                </a:lnTo>
                <a:lnTo>
                  <a:pt x="311594" y="288925"/>
                </a:lnTo>
                <a:lnTo>
                  <a:pt x="355155" y="288925"/>
                </a:lnTo>
                <a:lnTo>
                  <a:pt x="355155" y="3462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80160" y="7677811"/>
            <a:ext cx="6144895" cy="0"/>
          </a:xfrm>
          <a:custGeom>
            <a:avLst/>
            <a:gdLst/>
            <a:ahLst/>
            <a:cxnLst/>
            <a:rect l="l" t="t" r="r" b="b"/>
            <a:pathLst>
              <a:path w="6144894">
                <a:moveTo>
                  <a:pt x="0" y="0"/>
                </a:moveTo>
                <a:lnTo>
                  <a:pt x="6144460" y="0"/>
                </a:lnTo>
              </a:path>
            </a:pathLst>
          </a:custGeom>
          <a:ln w="846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80160" y="6601563"/>
            <a:ext cx="6144895" cy="0"/>
          </a:xfrm>
          <a:custGeom>
            <a:avLst/>
            <a:gdLst/>
            <a:ahLst/>
            <a:cxnLst/>
            <a:rect l="l" t="t" r="r" b="b"/>
            <a:pathLst>
              <a:path w="6144894">
                <a:moveTo>
                  <a:pt x="0" y="0"/>
                </a:moveTo>
                <a:lnTo>
                  <a:pt x="6144460" y="0"/>
                </a:lnTo>
              </a:path>
            </a:pathLst>
          </a:custGeom>
          <a:ln w="846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63379" y="7694092"/>
            <a:ext cx="6144895" cy="0"/>
          </a:xfrm>
          <a:custGeom>
            <a:avLst/>
            <a:gdLst/>
            <a:ahLst/>
            <a:cxnLst/>
            <a:rect l="l" t="t" r="r" b="b"/>
            <a:pathLst>
              <a:path w="6144895">
                <a:moveTo>
                  <a:pt x="0" y="0"/>
                </a:moveTo>
                <a:lnTo>
                  <a:pt x="6144460" y="0"/>
                </a:lnTo>
              </a:path>
            </a:pathLst>
          </a:custGeom>
          <a:ln w="846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379" y="6617845"/>
            <a:ext cx="6144895" cy="0"/>
          </a:xfrm>
          <a:custGeom>
            <a:avLst/>
            <a:gdLst/>
            <a:ahLst/>
            <a:cxnLst/>
            <a:rect l="l" t="t" r="r" b="b"/>
            <a:pathLst>
              <a:path w="6144895">
                <a:moveTo>
                  <a:pt x="0" y="0"/>
                </a:moveTo>
                <a:lnTo>
                  <a:pt x="6144460" y="0"/>
                </a:lnTo>
              </a:path>
            </a:pathLst>
          </a:custGeom>
          <a:ln w="846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57035" y="8072379"/>
            <a:ext cx="258445" cy="273050"/>
          </a:xfrm>
          <a:custGeom>
            <a:avLst/>
            <a:gdLst/>
            <a:ahLst/>
            <a:cxnLst/>
            <a:rect l="l" t="t" r="r" b="b"/>
            <a:pathLst>
              <a:path w="258444" h="273050">
                <a:moveTo>
                  <a:pt x="251305" y="135840"/>
                </a:moveTo>
                <a:lnTo>
                  <a:pt x="219286" y="135840"/>
                </a:lnTo>
                <a:lnTo>
                  <a:pt x="219286" y="108025"/>
                </a:lnTo>
                <a:lnTo>
                  <a:pt x="159128" y="108025"/>
                </a:lnTo>
                <a:lnTo>
                  <a:pt x="159128" y="81828"/>
                </a:lnTo>
                <a:lnTo>
                  <a:pt x="219286" y="81828"/>
                </a:lnTo>
                <a:lnTo>
                  <a:pt x="219286" y="53366"/>
                </a:lnTo>
                <a:lnTo>
                  <a:pt x="171094" y="53366"/>
                </a:lnTo>
                <a:lnTo>
                  <a:pt x="171094" y="27168"/>
                </a:lnTo>
                <a:lnTo>
                  <a:pt x="219286" y="27168"/>
                </a:lnTo>
                <a:lnTo>
                  <a:pt x="219286" y="0"/>
                </a:lnTo>
                <a:lnTo>
                  <a:pt x="251305" y="0"/>
                </a:lnTo>
                <a:lnTo>
                  <a:pt x="251305" y="135840"/>
                </a:lnTo>
                <a:close/>
              </a:path>
              <a:path w="258444" h="273050">
                <a:moveTo>
                  <a:pt x="0" y="130989"/>
                </a:moveTo>
                <a:lnTo>
                  <a:pt x="0" y="104144"/>
                </a:lnTo>
                <a:lnTo>
                  <a:pt x="51946" y="100278"/>
                </a:lnTo>
                <a:lnTo>
                  <a:pt x="91490" y="88741"/>
                </a:lnTo>
                <a:lnTo>
                  <a:pt x="116662" y="68895"/>
                </a:lnTo>
                <a:lnTo>
                  <a:pt x="125491" y="40105"/>
                </a:lnTo>
                <a:lnTo>
                  <a:pt x="125491" y="33636"/>
                </a:lnTo>
                <a:lnTo>
                  <a:pt x="0" y="33636"/>
                </a:lnTo>
                <a:lnTo>
                  <a:pt x="0" y="6792"/>
                </a:lnTo>
                <a:lnTo>
                  <a:pt x="157510" y="6792"/>
                </a:lnTo>
                <a:lnTo>
                  <a:pt x="157510" y="34930"/>
                </a:lnTo>
                <a:lnTo>
                  <a:pt x="150165" y="70877"/>
                </a:lnTo>
                <a:lnTo>
                  <a:pt x="129173" y="97945"/>
                </a:lnTo>
                <a:lnTo>
                  <a:pt x="96102" y="116644"/>
                </a:lnTo>
                <a:lnTo>
                  <a:pt x="52522" y="127488"/>
                </a:lnTo>
                <a:lnTo>
                  <a:pt x="0" y="130989"/>
                </a:lnTo>
                <a:close/>
              </a:path>
              <a:path w="258444" h="273050">
                <a:moveTo>
                  <a:pt x="258097" y="272652"/>
                </a:moveTo>
                <a:lnTo>
                  <a:pt x="17465" y="272652"/>
                </a:lnTo>
                <a:lnTo>
                  <a:pt x="17465" y="199556"/>
                </a:lnTo>
                <a:lnTo>
                  <a:pt x="219609" y="199556"/>
                </a:lnTo>
                <a:lnTo>
                  <a:pt x="219609" y="175622"/>
                </a:lnTo>
                <a:lnTo>
                  <a:pt x="16818" y="175622"/>
                </a:lnTo>
                <a:lnTo>
                  <a:pt x="16818" y="150395"/>
                </a:lnTo>
                <a:lnTo>
                  <a:pt x="251305" y="150395"/>
                </a:lnTo>
                <a:lnTo>
                  <a:pt x="251305" y="223490"/>
                </a:lnTo>
                <a:lnTo>
                  <a:pt x="49161" y="223490"/>
                </a:lnTo>
                <a:lnTo>
                  <a:pt x="49161" y="247424"/>
                </a:lnTo>
                <a:lnTo>
                  <a:pt x="258097" y="247424"/>
                </a:lnTo>
                <a:lnTo>
                  <a:pt x="258097" y="27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169793" y="8075930"/>
            <a:ext cx="236220" cy="25400"/>
          </a:xfrm>
          <a:custGeom>
            <a:avLst/>
            <a:gdLst/>
            <a:ahLst/>
            <a:cxnLst/>
            <a:rect l="l" t="t" r="r" b="b"/>
            <a:pathLst>
              <a:path w="236219" h="25400">
                <a:moveTo>
                  <a:pt x="0" y="0"/>
                </a:moveTo>
                <a:lnTo>
                  <a:pt x="236104" y="0"/>
                </a:lnTo>
                <a:lnTo>
                  <a:pt x="236104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374525" y="8101330"/>
            <a:ext cx="31750" cy="25400"/>
          </a:xfrm>
          <a:custGeom>
            <a:avLst/>
            <a:gdLst/>
            <a:ahLst/>
            <a:cxnLst/>
            <a:rect l="l" t="t" r="r" b="b"/>
            <a:pathLst>
              <a:path w="31750" h="25400">
                <a:moveTo>
                  <a:pt x="0" y="0"/>
                </a:moveTo>
                <a:lnTo>
                  <a:pt x="31372" y="0"/>
                </a:lnTo>
                <a:lnTo>
                  <a:pt x="31372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169793" y="8126730"/>
            <a:ext cx="236220" cy="25400"/>
          </a:xfrm>
          <a:custGeom>
            <a:avLst/>
            <a:gdLst/>
            <a:ahLst/>
            <a:cxnLst/>
            <a:rect l="l" t="t" r="r" b="b"/>
            <a:pathLst>
              <a:path w="236219" h="25400">
                <a:moveTo>
                  <a:pt x="0" y="0"/>
                </a:moveTo>
                <a:lnTo>
                  <a:pt x="236104" y="0"/>
                </a:lnTo>
                <a:lnTo>
                  <a:pt x="236104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169793" y="8152130"/>
            <a:ext cx="31750" cy="25400"/>
          </a:xfrm>
          <a:custGeom>
            <a:avLst/>
            <a:gdLst/>
            <a:ahLst/>
            <a:cxnLst/>
            <a:rect l="l" t="t" r="r" b="b"/>
            <a:pathLst>
              <a:path w="31750" h="25400">
                <a:moveTo>
                  <a:pt x="0" y="0"/>
                </a:moveTo>
                <a:lnTo>
                  <a:pt x="31696" y="0"/>
                </a:lnTo>
                <a:lnTo>
                  <a:pt x="31696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169793" y="8177530"/>
            <a:ext cx="240029" cy="25400"/>
          </a:xfrm>
          <a:custGeom>
            <a:avLst/>
            <a:gdLst/>
            <a:ahLst/>
            <a:cxnLst/>
            <a:rect l="l" t="t" r="r" b="b"/>
            <a:pathLst>
              <a:path w="240030" h="25400">
                <a:moveTo>
                  <a:pt x="0" y="0"/>
                </a:moveTo>
                <a:lnTo>
                  <a:pt x="239985" y="0"/>
                </a:lnTo>
                <a:lnTo>
                  <a:pt x="239985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71351" y="8203045"/>
            <a:ext cx="32384" cy="29209"/>
          </a:xfrm>
          <a:custGeom>
            <a:avLst/>
            <a:gdLst/>
            <a:ahLst/>
            <a:cxnLst/>
            <a:rect l="l" t="t" r="r" b="b"/>
            <a:pathLst>
              <a:path w="32384" h="29209">
                <a:moveTo>
                  <a:pt x="32343" y="29108"/>
                </a:moveTo>
                <a:lnTo>
                  <a:pt x="0" y="29108"/>
                </a:lnTo>
                <a:lnTo>
                  <a:pt x="0" y="0"/>
                </a:lnTo>
                <a:lnTo>
                  <a:pt x="32343" y="0"/>
                </a:lnTo>
                <a:lnTo>
                  <a:pt x="32343" y="291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149741" y="8232154"/>
            <a:ext cx="276225" cy="26034"/>
          </a:xfrm>
          <a:custGeom>
            <a:avLst/>
            <a:gdLst/>
            <a:ahLst/>
            <a:cxnLst/>
            <a:rect l="l" t="t" r="r" b="b"/>
            <a:pathLst>
              <a:path w="276225" h="26034">
                <a:moveTo>
                  <a:pt x="275886" y="25874"/>
                </a:moveTo>
                <a:lnTo>
                  <a:pt x="0" y="25874"/>
                </a:lnTo>
                <a:lnTo>
                  <a:pt x="0" y="0"/>
                </a:lnTo>
                <a:lnTo>
                  <a:pt x="275886" y="0"/>
                </a:lnTo>
                <a:lnTo>
                  <a:pt x="275886" y="25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168822" y="8277859"/>
            <a:ext cx="33020" cy="40640"/>
          </a:xfrm>
          <a:custGeom>
            <a:avLst/>
            <a:gdLst/>
            <a:ahLst/>
            <a:cxnLst/>
            <a:rect l="l" t="t" r="r" b="b"/>
            <a:pathLst>
              <a:path w="33019" h="40640">
                <a:moveTo>
                  <a:pt x="0" y="0"/>
                </a:moveTo>
                <a:lnTo>
                  <a:pt x="32666" y="0"/>
                </a:lnTo>
                <a:lnTo>
                  <a:pt x="32666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168822" y="8318500"/>
            <a:ext cx="242570" cy="26670"/>
          </a:xfrm>
          <a:custGeom>
            <a:avLst/>
            <a:gdLst/>
            <a:ahLst/>
            <a:cxnLst/>
            <a:rect l="l" t="t" r="r" b="b"/>
            <a:pathLst>
              <a:path w="242569" h="26670">
                <a:moveTo>
                  <a:pt x="0" y="0"/>
                </a:moveTo>
                <a:lnTo>
                  <a:pt x="242573" y="0"/>
                </a:lnTo>
                <a:lnTo>
                  <a:pt x="242573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829823" y="8074198"/>
            <a:ext cx="187960" cy="265430"/>
          </a:xfrm>
          <a:custGeom>
            <a:avLst/>
            <a:gdLst/>
            <a:ahLst/>
            <a:cxnLst/>
            <a:rect l="l" t="t" r="r" b="b"/>
            <a:pathLst>
              <a:path w="187959" h="265429">
                <a:moveTo>
                  <a:pt x="94118" y="264889"/>
                </a:moveTo>
                <a:lnTo>
                  <a:pt x="57307" y="258638"/>
                </a:lnTo>
                <a:lnTo>
                  <a:pt x="27410" y="240834"/>
                </a:lnTo>
                <a:lnTo>
                  <a:pt x="7337" y="212903"/>
                </a:lnTo>
                <a:lnTo>
                  <a:pt x="0" y="176269"/>
                </a:lnTo>
                <a:lnTo>
                  <a:pt x="1667" y="157328"/>
                </a:lnTo>
                <a:lnTo>
                  <a:pt x="6549" y="139722"/>
                </a:lnTo>
                <a:lnTo>
                  <a:pt x="14463" y="122600"/>
                </a:lnTo>
                <a:lnTo>
                  <a:pt x="25227" y="105115"/>
                </a:lnTo>
                <a:lnTo>
                  <a:pt x="95412" y="0"/>
                </a:lnTo>
                <a:lnTo>
                  <a:pt x="134223" y="0"/>
                </a:lnTo>
                <a:lnTo>
                  <a:pt x="68890" y="95088"/>
                </a:lnTo>
                <a:lnTo>
                  <a:pt x="131752" y="95088"/>
                </a:lnTo>
                <a:lnTo>
                  <a:pt x="132242" y="95174"/>
                </a:lnTo>
                <a:lnTo>
                  <a:pt x="161230" y="112836"/>
                </a:lnTo>
                <a:lnTo>
                  <a:pt x="164468" y="117405"/>
                </a:lnTo>
                <a:lnTo>
                  <a:pt x="94118" y="117405"/>
                </a:lnTo>
                <a:lnTo>
                  <a:pt x="68789" y="122014"/>
                </a:lnTo>
                <a:lnTo>
                  <a:pt x="49646" y="134628"/>
                </a:lnTo>
                <a:lnTo>
                  <a:pt x="37538" y="153427"/>
                </a:lnTo>
                <a:lnTo>
                  <a:pt x="33313" y="176593"/>
                </a:lnTo>
                <a:lnTo>
                  <a:pt x="37538" y="199708"/>
                </a:lnTo>
                <a:lnTo>
                  <a:pt x="49646" y="218396"/>
                </a:lnTo>
                <a:lnTo>
                  <a:pt x="68789" y="230899"/>
                </a:lnTo>
                <a:lnTo>
                  <a:pt x="94118" y="235457"/>
                </a:lnTo>
                <a:lnTo>
                  <a:pt x="164400" y="235457"/>
                </a:lnTo>
                <a:lnTo>
                  <a:pt x="160543" y="240834"/>
                </a:lnTo>
                <a:lnTo>
                  <a:pt x="130741" y="258638"/>
                </a:lnTo>
                <a:lnTo>
                  <a:pt x="94118" y="264889"/>
                </a:lnTo>
                <a:close/>
              </a:path>
              <a:path w="187959" h="265429">
                <a:moveTo>
                  <a:pt x="131752" y="95088"/>
                </a:moveTo>
                <a:lnTo>
                  <a:pt x="68890" y="95088"/>
                </a:lnTo>
                <a:lnTo>
                  <a:pt x="74237" y="92900"/>
                </a:lnTo>
                <a:lnTo>
                  <a:pt x="80857" y="90924"/>
                </a:lnTo>
                <a:lnTo>
                  <a:pt x="88448" y="89494"/>
                </a:lnTo>
                <a:lnTo>
                  <a:pt x="96705" y="88943"/>
                </a:lnTo>
                <a:lnTo>
                  <a:pt x="131752" y="95088"/>
                </a:lnTo>
                <a:close/>
              </a:path>
              <a:path w="187959" h="265429">
                <a:moveTo>
                  <a:pt x="164400" y="235457"/>
                </a:moveTo>
                <a:lnTo>
                  <a:pt x="94118" y="235457"/>
                </a:lnTo>
                <a:lnTo>
                  <a:pt x="119260" y="230899"/>
                </a:lnTo>
                <a:lnTo>
                  <a:pt x="138307" y="218396"/>
                </a:lnTo>
                <a:lnTo>
                  <a:pt x="150380" y="199708"/>
                </a:lnTo>
                <a:lnTo>
                  <a:pt x="154599" y="176593"/>
                </a:lnTo>
                <a:lnTo>
                  <a:pt x="150380" y="153291"/>
                </a:lnTo>
                <a:lnTo>
                  <a:pt x="138307" y="134506"/>
                </a:lnTo>
                <a:lnTo>
                  <a:pt x="119260" y="121968"/>
                </a:lnTo>
                <a:lnTo>
                  <a:pt x="94118" y="117405"/>
                </a:lnTo>
                <a:lnTo>
                  <a:pt x="164468" y="117405"/>
                </a:lnTo>
                <a:lnTo>
                  <a:pt x="180757" y="140384"/>
                </a:lnTo>
                <a:lnTo>
                  <a:pt x="187913" y="176269"/>
                </a:lnTo>
                <a:lnTo>
                  <a:pt x="180580" y="212903"/>
                </a:lnTo>
                <a:lnTo>
                  <a:pt x="164400" y="235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036495" y="8291543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963" y="45927"/>
                </a:moveTo>
                <a:lnTo>
                  <a:pt x="13917" y="44158"/>
                </a:lnTo>
                <a:lnTo>
                  <a:pt x="6630" y="39296"/>
                </a:lnTo>
                <a:lnTo>
                  <a:pt x="1768" y="32009"/>
                </a:lnTo>
                <a:lnTo>
                  <a:pt x="0" y="22963"/>
                </a:lnTo>
                <a:lnTo>
                  <a:pt x="1768" y="13917"/>
                </a:lnTo>
                <a:lnTo>
                  <a:pt x="6630" y="6630"/>
                </a:lnTo>
                <a:lnTo>
                  <a:pt x="13917" y="1768"/>
                </a:lnTo>
                <a:lnTo>
                  <a:pt x="22963" y="0"/>
                </a:lnTo>
                <a:lnTo>
                  <a:pt x="31959" y="1768"/>
                </a:lnTo>
                <a:lnTo>
                  <a:pt x="39135" y="6630"/>
                </a:lnTo>
                <a:lnTo>
                  <a:pt x="43885" y="13917"/>
                </a:lnTo>
                <a:lnTo>
                  <a:pt x="45603" y="22963"/>
                </a:lnTo>
                <a:lnTo>
                  <a:pt x="43885" y="32009"/>
                </a:lnTo>
                <a:lnTo>
                  <a:pt x="39135" y="39296"/>
                </a:lnTo>
                <a:lnTo>
                  <a:pt x="31959" y="44158"/>
                </a:lnTo>
                <a:lnTo>
                  <a:pt x="22963" y="45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829822" y="6997951"/>
            <a:ext cx="183515" cy="265430"/>
          </a:xfrm>
          <a:custGeom>
            <a:avLst/>
            <a:gdLst/>
            <a:ahLst/>
            <a:cxnLst/>
            <a:rect l="l" t="t" r="r" b="b"/>
            <a:pathLst>
              <a:path w="183515" h="265429">
                <a:moveTo>
                  <a:pt x="91530" y="264889"/>
                </a:moveTo>
                <a:lnTo>
                  <a:pt x="53896" y="258881"/>
                </a:lnTo>
                <a:lnTo>
                  <a:pt x="25510" y="242290"/>
                </a:lnTo>
                <a:lnTo>
                  <a:pt x="7251" y="217269"/>
                </a:lnTo>
                <a:lnTo>
                  <a:pt x="0" y="185972"/>
                </a:lnTo>
                <a:lnTo>
                  <a:pt x="33636" y="185972"/>
                </a:lnTo>
                <a:lnTo>
                  <a:pt x="37952" y="205439"/>
                </a:lnTo>
                <a:lnTo>
                  <a:pt x="49242" y="221145"/>
                </a:lnTo>
                <a:lnTo>
                  <a:pt x="67202" y="231637"/>
                </a:lnTo>
                <a:lnTo>
                  <a:pt x="91530" y="235457"/>
                </a:lnTo>
                <a:lnTo>
                  <a:pt x="115773" y="230985"/>
                </a:lnTo>
                <a:lnTo>
                  <a:pt x="134102" y="218598"/>
                </a:lnTo>
                <a:lnTo>
                  <a:pt x="145700" y="199844"/>
                </a:lnTo>
                <a:lnTo>
                  <a:pt x="149748" y="176269"/>
                </a:lnTo>
                <a:lnTo>
                  <a:pt x="145574" y="153169"/>
                </a:lnTo>
                <a:lnTo>
                  <a:pt x="133819" y="134830"/>
                </a:lnTo>
                <a:lnTo>
                  <a:pt x="115636" y="122736"/>
                </a:lnTo>
                <a:lnTo>
                  <a:pt x="92177" y="118375"/>
                </a:lnTo>
                <a:lnTo>
                  <a:pt x="73009" y="120902"/>
                </a:lnTo>
                <a:lnTo>
                  <a:pt x="57934" y="127674"/>
                </a:lnTo>
                <a:lnTo>
                  <a:pt x="46558" y="137478"/>
                </a:lnTo>
                <a:lnTo>
                  <a:pt x="38488" y="149101"/>
                </a:lnTo>
                <a:lnTo>
                  <a:pt x="5174" y="149101"/>
                </a:lnTo>
                <a:lnTo>
                  <a:pt x="12613" y="0"/>
                </a:lnTo>
                <a:lnTo>
                  <a:pt x="169801" y="0"/>
                </a:lnTo>
                <a:lnTo>
                  <a:pt x="169801" y="29432"/>
                </a:lnTo>
                <a:lnTo>
                  <a:pt x="43663" y="29432"/>
                </a:lnTo>
                <a:lnTo>
                  <a:pt x="39135" y="114171"/>
                </a:lnTo>
                <a:lnTo>
                  <a:pt x="48191" y="105231"/>
                </a:lnTo>
                <a:lnTo>
                  <a:pt x="60885" y="97231"/>
                </a:lnTo>
                <a:lnTo>
                  <a:pt x="77340" y="91475"/>
                </a:lnTo>
                <a:lnTo>
                  <a:pt x="97676" y="89266"/>
                </a:lnTo>
                <a:lnTo>
                  <a:pt x="131757" y="95583"/>
                </a:lnTo>
                <a:lnTo>
                  <a:pt x="158804" y="113362"/>
                </a:lnTo>
                <a:lnTo>
                  <a:pt x="176633" y="140844"/>
                </a:lnTo>
                <a:lnTo>
                  <a:pt x="183061" y="176269"/>
                </a:lnTo>
                <a:lnTo>
                  <a:pt x="176401" y="211811"/>
                </a:lnTo>
                <a:lnTo>
                  <a:pt x="157672" y="239864"/>
                </a:lnTo>
                <a:lnTo>
                  <a:pt x="128755" y="258274"/>
                </a:lnTo>
                <a:lnTo>
                  <a:pt x="91530" y="264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037788" y="7215296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963" y="45927"/>
                </a:moveTo>
                <a:lnTo>
                  <a:pt x="13917" y="44158"/>
                </a:lnTo>
                <a:lnTo>
                  <a:pt x="6630" y="39296"/>
                </a:lnTo>
                <a:lnTo>
                  <a:pt x="1768" y="32009"/>
                </a:lnTo>
                <a:lnTo>
                  <a:pt x="0" y="22963"/>
                </a:lnTo>
                <a:lnTo>
                  <a:pt x="1768" y="13917"/>
                </a:lnTo>
                <a:lnTo>
                  <a:pt x="6630" y="6630"/>
                </a:lnTo>
                <a:lnTo>
                  <a:pt x="13917" y="1768"/>
                </a:lnTo>
                <a:lnTo>
                  <a:pt x="22963" y="0"/>
                </a:lnTo>
                <a:lnTo>
                  <a:pt x="31959" y="1768"/>
                </a:lnTo>
                <a:lnTo>
                  <a:pt x="39135" y="6630"/>
                </a:lnTo>
                <a:lnTo>
                  <a:pt x="43885" y="13917"/>
                </a:lnTo>
                <a:lnTo>
                  <a:pt x="45603" y="22963"/>
                </a:lnTo>
                <a:lnTo>
                  <a:pt x="43885" y="32009"/>
                </a:lnTo>
                <a:lnTo>
                  <a:pt x="39135" y="39296"/>
                </a:lnTo>
                <a:lnTo>
                  <a:pt x="31959" y="44158"/>
                </a:lnTo>
                <a:lnTo>
                  <a:pt x="22963" y="45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888742" y="5908585"/>
            <a:ext cx="279400" cy="273050"/>
          </a:xfrm>
          <a:custGeom>
            <a:avLst/>
            <a:gdLst/>
            <a:ahLst/>
            <a:cxnLst/>
            <a:rect l="l" t="t" r="r" b="b"/>
            <a:pathLst>
              <a:path w="279400" h="273050">
                <a:moveTo>
                  <a:pt x="240309" y="141339"/>
                </a:moveTo>
                <a:lnTo>
                  <a:pt x="208289" y="141339"/>
                </a:lnTo>
                <a:lnTo>
                  <a:pt x="208289" y="0"/>
                </a:lnTo>
                <a:lnTo>
                  <a:pt x="240309" y="0"/>
                </a:lnTo>
                <a:lnTo>
                  <a:pt x="240309" y="52072"/>
                </a:lnTo>
                <a:lnTo>
                  <a:pt x="279120" y="52072"/>
                </a:lnTo>
                <a:lnTo>
                  <a:pt x="279120" y="79887"/>
                </a:lnTo>
                <a:lnTo>
                  <a:pt x="240309" y="79887"/>
                </a:lnTo>
                <a:lnTo>
                  <a:pt x="240309" y="141339"/>
                </a:lnTo>
                <a:close/>
              </a:path>
              <a:path w="279400" h="273050">
                <a:moveTo>
                  <a:pt x="98646" y="133900"/>
                </a:moveTo>
                <a:lnTo>
                  <a:pt x="0" y="133900"/>
                </a:lnTo>
                <a:lnTo>
                  <a:pt x="0" y="6792"/>
                </a:lnTo>
                <a:lnTo>
                  <a:pt x="168507" y="6792"/>
                </a:lnTo>
                <a:lnTo>
                  <a:pt x="168507" y="30725"/>
                </a:lnTo>
                <a:lnTo>
                  <a:pt x="31696" y="30725"/>
                </a:lnTo>
                <a:lnTo>
                  <a:pt x="31696" y="58540"/>
                </a:lnTo>
                <a:lnTo>
                  <a:pt x="163009" y="58540"/>
                </a:lnTo>
                <a:lnTo>
                  <a:pt x="163009" y="81504"/>
                </a:lnTo>
                <a:lnTo>
                  <a:pt x="31696" y="81504"/>
                </a:lnTo>
                <a:lnTo>
                  <a:pt x="31696" y="109966"/>
                </a:lnTo>
                <a:lnTo>
                  <a:pt x="188236" y="109966"/>
                </a:lnTo>
                <a:lnTo>
                  <a:pt x="188236" y="121933"/>
                </a:lnTo>
                <a:lnTo>
                  <a:pt x="172509" y="126941"/>
                </a:lnTo>
                <a:lnTo>
                  <a:pt x="151689" y="130706"/>
                </a:lnTo>
                <a:lnTo>
                  <a:pt x="126744" y="133076"/>
                </a:lnTo>
                <a:lnTo>
                  <a:pt x="98646" y="133900"/>
                </a:lnTo>
                <a:close/>
              </a:path>
              <a:path w="279400" h="273050">
                <a:moveTo>
                  <a:pt x="188236" y="109966"/>
                </a:moveTo>
                <a:lnTo>
                  <a:pt x="101233" y="109966"/>
                </a:lnTo>
                <a:lnTo>
                  <a:pt x="128154" y="109142"/>
                </a:lnTo>
                <a:lnTo>
                  <a:pt x="152133" y="106772"/>
                </a:lnTo>
                <a:lnTo>
                  <a:pt x="172413" y="103007"/>
                </a:lnTo>
                <a:lnTo>
                  <a:pt x="188236" y="97999"/>
                </a:lnTo>
                <a:lnTo>
                  <a:pt x="188236" y="109966"/>
                </a:lnTo>
                <a:close/>
              </a:path>
              <a:path w="279400" h="273050">
                <a:moveTo>
                  <a:pt x="247101" y="272652"/>
                </a:moveTo>
                <a:lnTo>
                  <a:pt x="9702" y="272652"/>
                </a:lnTo>
                <a:lnTo>
                  <a:pt x="9702" y="203114"/>
                </a:lnTo>
                <a:lnTo>
                  <a:pt x="208936" y="203114"/>
                </a:lnTo>
                <a:lnTo>
                  <a:pt x="208936" y="180474"/>
                </a:lnTo>
                <a:lnTo>
                  <a:pt x="9056" y="180474"/>
                </a:lnTo>
                <a:lnTo>
                  <a:pt x="9056" y="156540"/>
                </a:lnTo>
                <a:lnTo>
                  <a:pt x="240309" y="156540"/>
                </a:lnTo>
                <a:lnTo>
                  <a:pt x="240309" y="225754"/>
                </a:lnTo>
                <a:lnTo>
                  <a:pt x="41075" y="225754"/>
                </a:lnTo>
                <a:lnTo>
                  <a:pt x="41075" y="248718"/>
                </a:lnTo>
                <a:lnTo>
                  <a:pt x="247101" y="248718"/>
                </a:lnTo>
                <a:lnTo>
                  <a:pt x="247101" y="27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180477" y="5906644"/>
            <a:ext cx="276225" cy="285115"/>
          </a:xfrm>
          <a:custGeom>
            <a:avLst/>
            <a:gdLst/>
            <a:ahLst/>
            <a:cxnLst/>
            <a:rect l="l" t="t" r="r" b="b"/>
            <a:pathLst>
              <a:path w="276225" h="285114">
                <a:moveTo>
                  <a:pt x="6468" y="148454"/>
                </a:moveTo>
                <a:lnTo>
                  <a:pt x="6468" y="118052"/>
                </a:lnTo>
                <a:lnTo>
                  <a:pt x="49853" y="108930"/>
                </a:lnTo>
                <a:lnTo>
                  <a:pt x="88175" y="83647"/>
                </a:lnTo>
                <a:lnTo>
                  <a:pt x="117582" y="46053"/>
                </a:lnTo>
                <a:lnTo>
                  <a:pt x="134223" y="0"/>
                </a:lnTo>
                <a:lnTo>
                  <a:pt x="167213" y="5174"/>
                </a:lnTo>
                <a:lnTo>
                  <a:pt x="164313" y="18379"/>
                </a:lnTo>
                <a:lnTo>
                  <a:pt x="160502" y="31251"/>
                </a:lnTo>
                <a:lnTo>
                  <a:pt x="155843" y="43698"/>
                </a:lnTo>
                <a:lnTo>
                  <a:pt x="150395" y="55630"/>
                </a:lnTo>
                <a:lnTo>
                  <a:pt x="194713" y="80210"/>
                </a:lnTo>
                <a:lnTo>
                  <a:pt x="134870" y="80210"/>
                </a:lnTo>
                <a:lnTo>
                  <a:pt x="108940" y="108430"/>
                </a:lnTo>
                <a:lnTo>
                  <a:pt x="78068" y="129857"/>
                </a:lnTo>
                <a:lnTo>
                  <a:pt x="43496" y="143522"/>
                </a:lnTo>
                <a:lnTo>
                  <a:pt x="6468" y="148454"/>
                </a:lnTo>
                <a:close/>
              </a:path>
              <a:path w="276225" h="285114">
                <a:moveTo>
                  <a:pt x="253893" y="148131"/>
                </a:moveTo>
                <a:lnTo>
                  <a:pt x="134870" y="80210"/>
                </a:lnTo>
                <a:lnTo>
                  <a:pt x="194713" y="80210"/>
                </a:lnTo>
                <a:lnTo>
                  <a:pt x="268771" y="121286"/>
                </a:lnTo>
                <a:lnTo>
                  <a:pt x="253893" y="148131"/>
                </a:lnTo>
                <a:close/>
              </a:path>
              <a:path w="276225" h="285114">
                <a:moveTo>
                  <a:pt x="275886" y="207319"/>
                </a:moveTo>
                <a:lnTo>
                  <a:pt x="0" y="207319"/>
                </a:lnTo>
                <a:lnTo>
                  <a:pt x="0" y="177563"/>
                </a:lnTo>
                <a:lnTo>
                  <a:pt x="275886" y="177563"/>
                </a:lnTo>
                <a:lnTo>
                  <a:pt x="275886" y="207319"/>
                </a:lnTo>
                <a:close/>
              </a:path>
              <a:path w="276225" h="285114">
                <a:moveTo>
                  <a:pt x="153953" y="284619"/>
                </a:moveTo>
                <a:lnTo>
                  <a:pt x="121286" y="284619"/>
                </a:lnTo>
                <a:lnTo>
                  <a:pt x="121286" y="207319"/>
                </a:lnTo>
                <a:lnTo>
                  <a:pt x="153953" y="207319"/>
                </a:lnTo>
                <a:lnTo>
                  <a:pt x="153953" y="284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562310" y="5911819"/>
            <a:ext cx="276225" cy="273685"/>
          </a:xfrm>
          <a:custGeom>
            <a:avLst/>
            <a:gdLst/>
            <a:ahLst/>
            <a:cxnLst/>
            <a:rect l="l" t="t" r="r" b="b"/>
            <a:pathLst>
              <a:path w="276225" h="273685">
                <a:moveTo>
                  <a:pt x="255510" y="93794"/>
                </a:moveTo>
                <a:lnTo>
                  <a:pt x="223490" y="93794"/>
                </a:lnTo>
                <a:lnTo>
                  <a:pt x="223490" y="27168"/>
                </a:lnTo>
                <a:lnTo>
                  <a:pt x="18435" y="27168"/>
                </a:lnTo>
                <a:lnTo>
                  <a:pt x="18435" y="0"/>
                </a:lnTo>
                <a:lnTo>
                  <a:pt x="255510" y="0"/>
                </a:lnTo>
                <a:lnTo>
                  <a:pt x="255510" y="93794"/>
                </a:lnTo>
                <a:close/>
              </a:path>
              <a:path w="276225" h="273685">
                <a:moveTo>
                  <a:pt x="135840" y="113200"/>
                </a:moveTo>
                <a:lnTo>
                  <a:pt x="103497" y="113200"/>
                </a:lnTo>
                <a:lnTo>
                  <a:pt x="103497" y="59187"/>
                </a:lnTo>
                <a:lnTo>
                  <a:pt x="135840" y="59187"/>
                </a:lnTo>
                <a:lnTo>
                  <a:pt x="135840" y="113200"/>
                </a:lnTo>
                <a:close/>
              </a:path>
              <a:path w="276225" h="273685">
                <a:moveTo>
                  <a:pt x="275886" y="139722"/>
                </a:moveTo>
                <a:lnTo>
                  <a:pt x="0" y="139722"/>
                </a:lnTo>
                <a:lnTo>
                  <a:pt x="0" y="113200"/>
                </a:lnTo>
                <a:lnTo>
                  <a:pt x="275886" y="113200"/>
                </a:lnTo>
                <a:lnTo>
                  <a:pt x="275886" y="139722"/>
                </a:lnTo>
                <a:close/>
              </a:path>
              <a:path w="276225" h="273685">
                <a:moveTo>
                  <a:pt x="137781" y="273299"/>
                </a:moveTo>
                <a:lnTo>
                  <a:pt x="90995" y="270317"/>
                </a:lnTo>
                <a:lnTo>
                  <a:pt x="52395" y="260847"/>
                </a:lnTo>
                <a:lnTo>
                  <a:pt x="26167" y="244099"/>
                </a:lnTo>
                <a:lnTo>
                  <a:pt x="16494" y="219286"/>
                </a:lnTo>
                <a:lnTo>
                  <a:pt x="26167" y="194114"/>
                </a:lnTo>
                <a:lnTo>
                  <a:pt x="52395" y="177523"/>
                </a:lnTo>
                <a:lnTo>
                  <a:pt x="90995" y="168391"/>
                </a:lnTo>
                <a:lnTo>
                  <a:pt x="137781" y="165596"/>
                </a:lnTo>
                <a:lnTo>
                  <a:pt x="184567" y="168573"/>
                </a:lnTo>
                <a:lnTo>
                  <a:pt x="223167" y="178008"/>
                </a:lnTo>
                <a:lnTo>
                  <a:pt x="243863" y="191147"/>
                </a:lnTo>
                <a:lnTo>
                  <a:pt x="137781" y="191147"/>
                </a:lnTo>
                <a:lnTo>
                  <a:pt x="105256" y="192678"/>
                </a:lnTo>
                <a:lnTo>
                  <a:pt x="77219" y="197575"/>
                </a:lnTo>
                <a:lnTo>
                  <a:pt x="57550" y="206293"/>
                </a:lnTo>
                <a:lnTo>
                  <a:pt x="50131" y="219286"/>
                </a:lnTo>
                <a:lnTo>
                  <a:pt x="57550" y="232056"/>
                </a:lnTo>
                <a:lnTo>
                  <a:pt x="77219" y="240915"/>
                </a:lnTo>
                <a:lnTo>
                  <a:pt x="105256" y="246075"/>
                </a:lnTo>
                <a:lnTo>
                  <a:pt x="137781" y="247748"/>
                </a:lnTo>
                <a:lnTo>
                  <a:pt x="243681" y="247748"/>
                </a:lnTo>
                <a:lnTo>
                  <a:pt x="223167" y="260847"/>
                </a:lnTo>
                <a:lnTo>
                  <a:pt x="184567" y="270317"/>
                </a:lnTo>
                <a:lnTo>
                  <a:pt x="137781" y="273299"/>
                </a:lnTo>
                <a:close/>
              </a:path>
              <a:path w="276225" h="273685">
                <a:moveTo>
                  <a:pt x="243681" y="247748"/>
                </a:moveTo>
                <a:lnTo>
                  <a:pt x="137781" y="247748"/>
                </a:lnTo>
                <a:lnTo>
                  <a:pt x="170306" y="246075"/>
                </a:lnTo>
                <a:lnTo>
                  <a:pt x="198344" y="240915"/>
                </a:lnTo>
                <a:lnTo>
                  <a:pt x="218012" y="232056"/>
                </a:lnTo>
                <a:lnTo>
                  <a:pt x="225431" y="219286"/>
                </a:lnTo>
                <a:lnTo>
                  <a:pt x="218012" y="206702"/>
                </a:lnTo>
                <a:lnTo>
                  <a:pt x="198344" y="197939"/>
                </a:lnTo>
                <a:lnTo>
                  <a:pt x="170306" y="192815"/>
                </a:lnTo>
                <a:lnTo>
                  <a:pt x="137781" y="191147"/>
                </a:lnTo>
                <a:lnTo>
                  <a:pt x="243863" y="191147"/>
                </a:lnTo>
                <a:lnTo>
                  <a:pt x="249395" y="194659"/>
                </a:lnTo>
                <a:lnTo>
                  <a:pt x="259068" y="219286"/>
                </a:lnTo>
                <a:lnTo>
                  <a:pt x="249395" y="244099"/>
                </a:lnTo>
                <a:lnTo>
                  <a:pt x="243681" y="247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869244" y="5908585"/>
            <a:ext cx="257175" cy="276225"/>
          </a:xfrm>
          <a:custGeom>
            <a:avLst/>
            <a:gdLst/>
            <a:ahLst/>
            <a:cxnLst/>
            <a:rect l="l" t="t" r="r" b="b"/>
            <a:pathLst>
              <a:path w="257175" h="276225">
                <a:moveTo>
                  <a:pt x="254540" y="155246"/>
                </a:moveTo>
                <a:lnTo>
                  <a:pt x="222520" y="155246"/>
                </a:lnTo>
                <a:lnTo>
                  <a:pt x="222520" y="79887"/>
                </a:lnTo>
                <a:lnTo>
                  <a:pt x="168830" y="79887"/>
                </a:lnTo>
                <a:lnTo>
                  <a:pt x="168830" y="52072"/>
                </a:lnTo>
                <a:lnTo>
                  <a:pt x="222520" y="52072"/>
                </a:lnTo>
                <a:lnTo>
                  <a:pt x="222520" y="0"/>
                </a:lnTo>
                <a:lnTo>
                  <a:pt x="254540" y="0"/>
                </a:lnTo>
                <a:lnTo>
                  <a:pt x="254540" y="155246"/>
                </a:lnTo>
                <a:close/>
              </a:path>
              <a:path w="257175" h="276225">
                <a:moveTo>
                  <a:pt x="179827" y="34607"/>
                </a:moveTo>
                <a:lnTo>
                  <a:pt x="3557" y="34607"/>
                </a:lnTo>
                <a:lnTo>
                  <a:pt x="3557" y="7115"/>
                </a:lnTo>
                <a:lnTo>
                  <a:pt x="179827" y="7115"/>
                </a:lnTo>
                <a:lnTo>
                  <a:pt x="179827" y="34607"/>
                </a:lnTo>
                <a:close/>
              </a:path>
              <a:path w="257175" h="276225">
                <a:moveTo>
                  <a:pt x="0" y="147161"/>
                </a:moveTo>
                <a:lnTo>
                  <a:pt x="0" y="118375"/>
                </a:lnTo>
                <a:lnTo>
                  <a:pt x="30872" y="109016"/>
                </a:lnTo>
                <a:lnTo>
                  <a:pt x="54619" y="91045"/>
                </a:lnTo>
                <a:lnTo>
                  <a:pt x="70543" y="65797"/>
                </a:lnTo>
                <a:lnTo>
                  <a:pt x="77946" y="34607"/>
                </a:lnTo>
                <a:lnTo>
                  <a:pt x="109966" y="34607"/>
                </a:lnTo>
                <a:lnTo>
                  <a:pt x="109188" y="42980"/>
                </a:lnTo>
                <a:lnTo>
                  <a:pt x="107864" y="51142"/>
                </a:lnTo>
                <a:lnTo>
                  <a:pt x="106055" y="59122"/>
                </a:lnTo>
                <a:lnTo>
                  <a:pt x="103821" y="66950"/>
                </a:lnTo>
                <a:lnTo>
                  <a:pt x="144302" y="92501"/>
                </a:lnTo>
                <a:lnTo>
                  <a:pt x="91854" y="92501"/>
                </a:lnTo>
                <a:lnTo>
                  <a:pt x="75182" y="113185"/>
                </a:lnTo>
                <a:lnTo>
                  <a:pt x="54053" y="129655"/>
                </a:lnTo>
                <a:lnTo>
                  <a:pt x="28861" y="141212"/>
                </a:lnTo>
                <a:lnTo>
                  <a:pt x="0" y="147161"/>
                </a:lnTo>
                <a:close/>
              </a:path>
              <a:path w="257175" h="276225">
                <a:moveTo>
                  <a:pt x="173035" y="144573"/>
                </a:moveTo>
                <a:lnTo>
                  <a:pt x="91854" y="92501"/>
                </a:lnTo>
                <a:lnTo>
                  <a:pt x="144302" y="92501"/>
                </a:lnTo>
                <a:lnTo>
                  <a:pt x="188883" y="120639"/>
                </a:lnTo>
                <a:lnTo>
                  <a:pt x="173035" y="144573"/>
                </a:lnTo>
                <a:close/>
              </a:path>
              <a:path w="257175" h="276225">
                <a:moveTo>
                  <a:pt x="137458" y="276209"/>
                </a:moveTo>
                <a:lnTo>
                  <a:pt x="90565" y="273152"/>
                </a:lnTo>
                <a:lnTo>
                  <a:pt x="52678" y="263394"/>
                </a:lnTo>
                <a:lnTo>
                  <a:pt x="27345" y="246055"/>
                </a:lnTo>
                <a:lnTo>
                  <a:pt x="18112" y="220256"/>
                </a:lnTo>
                <a:lnTo>
                  <a:pt x="27345" y="194457"/>
                </a:lnTo>
                <a:lnTo>
                  <a:pt x="52678" y="177118"/>
                </a:lnTo>
                <a:lnTo>
                  <a:pt x="90565" y="167360"/>
                </a:lnTo>
                <a:lnTo>
                  <a:pt x="137458" y="164302"/>
                </a:lnTo>
                <a:lnTo>
                  <a:pt x="184350" y="167360"/>
                </a:lnTo>
                <a:lnTo>
                  <a:pt x="222237" y="177118"/>
                </a:lnTo>
                <a:lnTo>
                  <a:pt x="241789" y="190500"/>
                </a:lnTo>
                <a:lnTo>
                  <a:pt x="137458" y="190500"/>
                </a:lnTo>
                <a:lnTo>
                  <a:pt x="104058" y="192284"/>
                </a:lnTo>
                <a:lnTo>
                  <a:pt x="76936" y="197737"/>
                </a:lnTo>
                <a:lnTo>
                  <a:pt x="58727" y="207010"/>
                </a:lnTo>
                <a:lnTo>
                  <a:pt x="52072" y="220256"/>
                </a:lnTo>
                <a:lnTo>
                  <a:pt x="58727" y="233501"/>
                </a:lnTo>
                <a:lnTo>
                  <a:pt x="76936" y="242775"/>
                </a:lnTo>
                <a:lnTo>
                  <a:pt x="104058" y="248228"/>
                </a:lnTo>
                <a:lnTo>
                  <a:pt x="137458" y="250012"/>
                </a:lnTo>
                <a:lnTo>
                  <a:pt x="241789" y="250012"/>
                </a:lnTo>
                <a:lnTo>
                  <a:pt x="222237" y="263394"/>
                </a:lnTo>
                <a:lnTo>
                  <a:pt x="184350" y="273152"/>
                </a:lnTo>
                <a:lnTo>
                  <a:pt x="137458" y="276209"/>
                </a:lnTo>
                <a:close/>
              </a:path>
              <a:path w="257175" h="276225">
                <a:moveTo>
                  <a:pt x="241789" y="250012"/>
                </a:moveTo>
                <a:lnTo>
                  <a:pt x="137458" y="250012"/>
                </a:lnTo>
                <a:lnTo>
                  <a:pt x="170857" y="248228"/>
                </a:lnTo>
                <a:lnTo>
                  <a:pt x="197980" y="242775"/>
                </a:lnTo>
                <a:lnTo>
                  <a:pt x="216188" y="233501"/>
                </a:lnTo>
                <a:lnTo>
                  <a:pt x="222843" y="220256"/>
                </a:lnTo>
                <a:lnTo>
                  <a:pt x="216188" y="207010"/>
                </a:lnTo>
                <a:lnTo>
                  <a:pt x="197980" y="197737"/>
                </a:lnTo>
                <a:lnTo>
                  <a:pt x="170857" y="192284"/>
                </a:lnTo>
                <a:lnTo>
                  <a:pt x="137458" y="190500"/>
                </a:lnTo>
                <a:lnTo>
                  <a:pt x="241789" y="190500"/>
                </a:lnTo>
                <a:lnTo>
                  <a:pt x="247571" y="194457"/>
                </a:lnTo>
                <a:lnTo>
                  <a:pt x="256804" y="220256"/>
                </a:lnTo>
                <a:lnTo>
                  <a:pt x="247571" y="246055"/>
                </a:lnTo>
                <a:lnTo>
                  <a:pt x="241789" y="250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165184" y="5908585"/>
            <a:ext cx="259079" cy="276225"/>
          </a:xfrm>
          <a:custGeom>
            <a:avLst/>
            <a:gdLst/>
            <a:ahLst/>
            <a:cxnLst/>
            <a:rect l="l" t="t" r="r" b="b"/>
            <a:pathLst>
              <a:path w="259080" h="276225">
                <a:moveTo>
                  <a:pt x="258744" y="276209"/>
                </a:moveTo>
                <a:lnTo>
                  <a:pt x="226725" y="276209"/>
                </a:lnTo>
                <a:lnTo>
                  <a:pt x="226725" y="0"/>
                </a:lnTo>
                <a:lnTo>
                  <a:pt x="258744" y="0"/>
                </a:lnTo>
                <a:lnTo>
                  <a:pt x="258744" y="276209"/>
                </a:lnTo>
                <a:close/>
              </a:path>
              <a:path w="259080" h="276225">
                <a:moveTo>
                  <a:pt x="94765" y="179827"/>
                </a:moveTo>
                <a:lnTo>
                  <a:pt x="60410" y="173465"/>
                </a:lnTo>
                <a:lnTo>
                  <a:pt x="33394" y="155610"/>
                </a:lnTo>
                <a:lnTo>
                  <a:pt x="15716" y="128114"/>
                </a:lnTo>
                <a:lnTo>
                  <a:pt x="9379" y="92824"/>
                </a:lnTo>
                <a:lnTo>
                  <a:pt x="15716" y="57535"/>
                </a:lnTo>
                <a:lnTo>
                  <a:pt x="33394" y="30038"/>
                </a:lnTo>
                <a:lnTo>
                  <a:pt x="60410" y="12184"/>
                </a:lnTo>
                <a:lnTo>
                  <a:pt x="94765" y="5821"/>
                </a:lnTo>
                <a:lnTo>
                  <a:pt x="128983" y="12184"/>
                </a:lnTo>
                <a:lnTo>
                  <a:pt x="156014" y="30038"/>
                </a:lnTo>
                <a:lnTo>
                  <a:pt x="158964" y="34607"/>
                </a:lnTo>
                <a:lnTo>
                  <a:pt x="94765" y="34607"/>
                </a:lnTo>
                <a:lnTo>
                  <a:pt x="72408" y="39064"/>
                </a:lnTo>
                <a:lnTo>
                  <a:pt x="55387" y="51344"/>
                </a:lnTo>
                <a:lnTo>
                  <a:pt x="44552" y="69810"/>
                </a:lnTo>
                <a:lnTo>
                  <a:pt x="40752" y="92824"/>
                </a:lnTo>
                <a:lnTo>
                  <a:pt x="44552" y="115788"/>
                </a:lnTo>
                <a:lnTo>
                  <a:pt x="55387" y="134142"/>
                </a:lnTo>
                <a:lnTo>
                  <a:pt x="72408" y="146312"/>
                </a:lnTo>
                <a:lnTo>
                  <a:pt x="94765" y="150718"/>
                </a:lnTo>
                <a:lnTo>
                  <a:pt x="159173" y="150718"/>
                </a:lnTo>
                <a:lnTo>
                  <a:pt x="156014" y="155610"/>
                </a:lnTo>
                <a:lnTo>
                  <a:pt x="128983" y="173465"/>
                </a:lnTo>
                <a:lnTo>
                  <a:pt x="94765" y="179827"/>
                </a:lnTo>
                <a:close/>
              </a:path>
              <a:path w="259080" h="276225">
                <a:moveTo>
                  <a:pt x="159173" y="150718"/>
                </a:moveTo>
                <a:lnTo>
                  <a:pt x="94765" y="150718"/>
                </a:lnTo>
                <a:lnTo>
                  <a:pt x="116985" y="146312"/>
                </a:lnTo>
                <a:lnTo>
                  <a:pt x="134021" y="134142"/>
                </a:lnTo>
                <a:lnTo>
                  <a:pt x="144932" y="115788"/>
                </a:lnTo>
                <a:lnTo>
                  <a:pt x="148778" y="92824"/>
                </a:lnTo>
                <a:lnTo>
                  <a:pt x="144932" y="69810"/>
                </a:lnTo>
                <a:lnTo>
                  <a:pt x="134021" y="51344"/>
                </a:lnTo>
                <a:lnTo>
                  <a:pt x="116985" y="39064"/>
                </a:lnTo>
                <a:lnTo>
                  <a:pt x="94765" y="34607"/>
                </a:lnTo>
                <a:lnTo>
                  <a:pt x="158964" y="34607"/>
                </a:lnTo>
                <a:lnTo>
                  <a:pt x="173768" y="57535"/>
                </a:lnTo>
                <a:lnTo>
                  <a:pt x="180151" y="92824"/>
                </a:lnTo>
                <a:lnTo>
                  <a:pt x="173768" y="128114"/>
                </a:lnTo>
                <a:lnTo>
                  <a:pt x="159173" y="150718"/>
                </a:lnTo>
                <a:close/>
              </a:path>
              <a:path w="259080" h="276225">
                <a:moveTo>
                  <a:pt x="110936" y="259715"/>
                </a:moveTo>
                <a:lnTo>
                  <a:pt x="0" y="259715"/>
                </a:lnTo>
                <a:lnTo>
                  <a:pt x="0" y="229635"/>
                </a:lnTo>
                <a:lnTo>
                  <a:pt x="112877" y="229635"/>
                </a:lnTo>
                <a:lnTo>
                  <a:pt x="140353" y="228842"/>
                </a:lnTo>
                <a:lnTo>
                  <a:pt x="165313" y="226442"/>
                </a:lnTo>
                <a:lnTo>
                  <a:pt x="186695" y="222404"/>
                </a:lnTo>
                <a:lnTo>
                  <a:pt x="203438" y="216698"/>
                </a:lnTo>
                <a:lnTo>
                  <a:pt x="203438" y="246454"/>
                </a:lnTo>
                <a:lnTo>
                  <a:pt x="186801" y="252073"/>
                </a:lnTo>
                <a:lnTo>
                  <a:pt x="165192" y="256238"/>
                </a:lnTo>
                <a:lnTo>
                  <a:pt x="139580" y="258825"/>
                </a:lnTo>
                <a:lnTo>
                  <a:pt x="110936" y="259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546957" y="5905027"/>
            <a:ext cx="276225" cy="266700"/>
          </a:xfrm>
          <a:custGeom>
            <a:avLst/>
            <a:gdLst/>
            <a:ahLst/>
            <a:cxnLst/>
            <a:rect l="l" t="t" r="r" b="b"/>
            <a:pathLst>
              <a:path w="276225" h="266700">
                <a:moveTo>
                  <a:pt x="153953" y="38811"/>
                </a:moveTo>
                <a:lnTo>
                  <a:pt x="120963" y="38811"/>
                </a:lnTo>
                <a:lnTo>
                  <a:pt x="120963" y="0"/>
                </a:lnTo>
                <a:lnTo>
                  <a:pt x="153953" y="0"/>
                </a:lnTo>
                <a:lnTo>
                  <a:pt x="153953" y="38811"/>
                </a:lnTo>
                <a:close/>
              </a:path>
              <a:path w="276225" h="266700">
                <a:moveTo>
                  <a:pt x="265860" y="67273"/>
                </a:moveTo>
                <a:lnTo>
                  <a:pt x="9702" y="67273"/>
                </a:lnTo>
                <a:lnTo>
                  <a:pt x="9702" y="38811"/>
                </a:lnTo>
                <a:lnTo>
                  <a:pt x="265860" y="38811"/>
                </a:lnTo>
                <a:lnTo>
                  <a:pt x="265860" y="67273"/>
                </a:lnTo>
                <a:close/>
              </a:path>
              <a:path w="276225" h="266700">
                <a:moveTo>
                  <a:pt x="95735" y="238368"/>
                </a:moveTo>
                <a:lnTo>
                  <a:pt x="63715" y="238368"/>
                </a:lnTo>
                <a:lnTo>
                  <a:pt x="63715" y="184679"/>
                </a:lnTo>
                <a:lnTo>
                  <a:pt x="46467" y="177209"/>
                </a:lnTo>
                <a:lnTo>
                  <a:pt x="33434" y="167375"/>
                </a:lnTo>
                <a:lnTo>
                  <a:pt x="25192" y="155115"/>
                </a:lnTo>
                <a:lnTo>
                  <a:pt x="22316" y="140369"/>
                </a:lnTo>
                <a:lnTo>
                  <a:pt x="31170" y="115641"/>
                </a:lnTo>
                <a:lnTo>
                  <a:pt x="55549" y="98767"/>
                </a:lnTo>
                <a:lnTo>
                  <a:pt x="92177" y="89110"/>
                </a:lnTo>
                <a:lnTo>
                  <a:pt x="137781" y="86032"/>
                </a:lnTo>
                <a:lnTo>
                  <a:pt x="183385" y="89110"/>
                </a:lnTo>
                <a:lnTo>
                  <a:pt x="220013" y="98767"/>
                </a:lnTo>
                <a:lnTo>
                  <a:pt x="239931" y="112553"/>
                </a:lnTo>
                <a:lnTo>
                  <a:pt x="137781" y="112553"/>
                </a:lnTo>
                <a:lnTo>
                  <a:pt x="105195" y="114080"/>
                </a:lnTo>
                <a:lnTo>
                  <a:pt x="78917" y="118941"/>
                </a:lnTo>
                <a:lnTo>
                  <a:pt x="61371" y="127563"/>
                </a:lnTo>
                <a:lnTo>
                  <a:pt x="54983" y="140369"/>
                </a:lnTo>
                <a:lnTo>
                  <a:pt x="61371" y="152987"/>
                </a:lnTo>
                <a:lnTo>
                  <a:pt x="78917" y="161513"/>
                </a:lnTo>
                <a:lnTo>
                  <a:pt x="105195" y="166339"/>
                </a:lnTo>
                <a:lnTo>
                  <a:pt x="137781" y="167860"/>
                </a:lnTo>
                <a:lnTo>
                  <a:pt x="241485" y="167860"/>
                </a:lnTo>
                <a:lnTo>
                  <a:pt x="229095" y="177209"/>
                </a:lnTo>
                <a:lnTo>
                  <a:pt x="211847" y="184679"/>
                </a:lnTo>
                <a:lnTo>
                  <a:pt x="211847" y="191471"/>
                </a:lnTo>
                <a:lnTo>
                  <a:pt x="95735" y="191471"/>
                </a:lnTo>
                <a:lnTo>
                  <a:pt x="95735" y="238368"/>
                </a:lnTo>
                <a:close/>
              </a:path>
              <a:path w="276225" h="266700">
                <a:moveTo>
                  <a:pt x="241485" y="167860"/>
                </a:moveTo>
                <a:lnTo>
                  <a:pt x="137781" y="167860"/>
                </a:lnTo>
                <a:lnTo>
                  <a:pt x="170503" y="166339"/>
                </a:lnTo>
                <a:lnTo>
                  <a:pt x="196767" y="161513"/>
                </a:lnTo>
                <a:lnTo>
                  <a:pt x="214237" y="152987"/>
                </a:lnTo>
                <a:lnTo>
                  <a:pt x="220579" y="140369"/>
                </a:lnTo>
                <a:lnTo>
                  <a:pt x="214237" y="127563"/>
                </a:lnTo>
                <a:lnTo>
                  <a:pt x="196767" y="118941"/>
                </a:lnTo>
                <a:lnTo>
                  <a:pt x="170503" y="114080"/>
                </a:lnTo>
                <a:lnTo>
                  <a:pt x="137781" y="112553"/>
                </a:lnTo>
                <a:lnTo>
                  <a:pt x="239931" y="112553"/>
                </a:lnTo>
                <a:lnTo>
                  <a:pt x="244392" y="115641"/>
                </a:lnTo>
                <a:lnTo>
                  <a:pt x="253246" y="140369"/>
                </a:lnTo>
                <a:lnTo>
                  <a:pt x="250370" y="155115"/>
                </a:lnTo>
                <a:lnTo>
                  <a:pt x="242128" y="167375"/>
                </a:lnTo>
                <a:lnTo>
                  <a:pt x="241485" y="167860"/>
                </a:lnTo>
                <a:close/>
              </a:path>
              <a:path w="276225" h="266700">
                <a:moveTo>
                  <a:pt x="137781" y="194058"/>
                </a:moveTo>
                <a:lnTo>
                  <a:pt x="126754" y="193881"/>
                </a:lnTo>
                <a:lnTo>
                  <a:pt x="116030" y="193371"/>
                </a:lnTo>
                <a:lnTo>
                  <a:pt x="105670" y="192557"/>
                </a:lnTo>
                <a:lnTo>
                  <a:pt x="95735" y="191471"/>
                </a:lnTo>
                <a:lnTo>
                  <a:pt x="180151" y="191471"/>
                </a:lnTo>
                <a:lnTo>
                  <a:pt x="170210" y="192557"/>
                </a:lnTo>
                <a:lnTo>
                  <a:pt x="159815" y="193371"/>
                </a:lnTo>
                <a:lnTo>
                  <a:pt x="148995" y="193881"/>
                </a:lnTo>
                <a:lnTo>
                  <a:pt x="137781" y="194058"/>
                </a:lnTo>
                <a:close/>
              </a:path>
              <a:path w="276225" h="266700">
                <a:moveTo>
                  <a:pt x="211847" y="238368"/>
                </a:moveTo>
                <a:lnTo>
                  <a:pt x="180151" y="238368"/>
                </a:lnTo>
                <a:lnTo>
                  <a:pt x="180151" y="191471"/>
                </a:lnTo>
                <a:lnTo>
                  <a:pt x="211847" y="191471"/>
                </a:lnTo>
                <a:lnTo>
                  <a:pt x="211847" y="238368"/>
                </a:lnTo>
                <a:close/>
              </a:path>
              <a:path w="276225" h="266700">
                <a:moveTo>
                  <a:pt x="275886" y="266507"/>
                </a:moveTo>
                <a:lnTo>
                  <a:pt x="0" y="266507"/>
                </a:lnTo>
                <a:lnTo>
                  <a:pt x="0" y="238368"/>
                </a:lnTo>
                <a:lnTo>
                  <a:pt x="275886" y="238368"/>
                </a:lnTo>
                <a:lnTo>
                  <a:pt x="275886" y="2665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848394" y="5907614"/>
            <a:ext cx="276225" cy="274320"/>
          </a:xfrm>
          <a:custGeom>
            <a:avLst/>
            <a:gdLst/>
            <a:ahLst/>
            <a:cxnLst/>
            <a:rect l="l" t="t" r="r" b="b"/>
            <a:pathLst>
              <a:path w="276225" h="274320">
                <a:moveTo>
                  <a:pt x="137781" y="99293"/>
                </a:moveTo>
                <a:lnTo>
                  <a:pt x="90722" y="96650"/>
                </a:lnTo>
                <a:lnTo>
                  <a:pt x="52153" y="88094"/>
                </a:lnTo>
                <a:lnTo>
                  <a:pt x="26076" y="72686"/>
                </a:lnTo>
                <a:lnTo>
                  <a:pt x="16494" y="49484"/>
                </a:lnTo>
                <a:lnTo>
                  <a:pt x="26076" y="26470"/>
                </a:lnTo>
                <a:lnTo>
                  <a:pt x="52153" y="11158"/>
                </a:lnTo>
                <a:lnTo>
                  <a:pt x="90722" y="2637"/>
                </a:lnTo>
                <a:lnTo>
                  <a:pt x="137781" y="0"/>
                </a:lnTo>
                <a:lnTo>
                  <a:pt x="184840" y="2637"/>
                </a:lnTo>
                <a:lnTo>
                  <a:pt x="223409" y="11158"/>
                </a:lnTo>
                <a:lnTo>
                  <a:pt x="245717" y="24257"/>
                </a:lnTo>
                <a:lnTo>
                  <a:pt x="137781" y="24257"/>
                </a:lnTo>
                <a:lnTo>
                  <a:pt x="103654" y="25652"/>
                </a:lnTo>
                <a:lnTo>
                  <a:pt x="75561" y="30079"/>
                </a:lnTo>
                <a:lnTo>
                  <a:pt x="56504" y="37902"/>
                </a:lnTo>
                <a:lnTo>
                  <a:pt x="49484" y="49484"/>
                </a:lnTo>
                <a:lnTo>
                  <a:pt x="56504" y="61254"/>
                </a:lnTo>
                <a:lnTo>
                  <a:pt x="75561" y="69173"/>
                </a:lnTo>
                <a:lnTo>
                  <a:pt x="103654" y="73636"/>
                </a:lnTo>
                <a:lnTo>
                  <a:pt x="137781" y="75035"/>
                </a:lnTo>
                <a:lnTo>
                  <a:pt x="245509" y="75035"/>
                </a:lnTo>
                <a:lnTo>
                  <a:pt x="223409" y="88094"/>
                </a:lnTo>
                <a:lnTo>
                  <a:pt x="184840" y="96650"/>
                </a:lnTo>
                <a:lnTo>
                  <a:pt x="137781" y="99293"/>
                </a:lnTo>
                <a:close/>
              </a:path>
              <a:path w="276225" h="274320">
                <a:moveTo>
                  <a:pt x="245509" y="75035"/>
                </a:moveTo>
                <a:lnTo>
                  <a:pt x="137781" y="75035"/>
                </a:lnTo>
                <a:lnTo>
                  <a:pt x="171908" y="73636"/>
                </a:lnTo>
                <a:lnTo>
                  <a:pt x="200001" y="69173"/>
                </a:lnTo>
                <a:lnTo>
                  <a:pt x="219058" y="61254"/>
                </a:lnTo>
                <a:lnTo>
                  <a:pt x="226078" y="49484"/>
                </a:lnTo>
                <a:lnTo>
                  <a:pt x="219058" y="37902"/>
                </a:lnTo>
                <a:lnTo>
                  <a:pt x="200001" y="30079"/>
                </a:lnTo>
                <a:lnTo>
                  <a:pt x="171908" y="25652"/>
                </a:lnTo>
                <a:lnTo>
                  <a:pt x="137781" y="24257"/>
                </a:lnTo>
                <a:lnTo>
                  <a:pt x="245717" y="24257"/>
                </a:lnTo>
                <a:lnTo>
                  <a:pt x="249486" y="26470"/>
                </a:lnTo>
                <a:lnTo>
                  <a:pt x="259068" y="49484"/>
                </a:lnTo>
                <a:lnTo>
                  <a:pt x="249486" y="72686"/>
                </a:lnTo>
                <a:lnTo>
                  <a:pt x="245509" y="75035"/>
                </a:lnTo>
                <a:close/>
              </a:path>
              <a:path w="276225" h="274320">
                <a:moveTo>
                  <a:pt x="275886" y="139722"/>
                </a:moveTo>
                <a:lnTo>
                  <a:pt x="0" y="139722"/>
                </a:lnTo>
                <a:lnTo>
                  <a:pt x="0" y="115141"/>
                </a:lnTo>
                <a:lnTo>
                  <a:pt x="275886" y="115141"/>
                </a:lnTo>
                <a:lnTo>
                  <a:pt x="275886" y="139722"/>
                </a:lnTo>
                <a:close/>
              </a:path>
              <a:path w="276225" h="274320">
                <a:moveTo>
                  <a:pt x="101557" y="165273"/>
                </a:moveTo>
                <a:lnTo>
                  <a:pt x="70184" y="165273"/>
                </a:lnTo>
                <a:lnTo>
                  <a:pt x="70184" y="139722"/>
                </a:lnTo>
                <a:lnTo>
                  <a:pt x="101557" y="139722"/>
                </a:lnTo>
                <a:lnTo>
                  <a:pt x="101557" y="165273"/>
                </a:lnTo>
                <a:close/>
              </a:path>
              <a:path w="276225" h="274320">
                <a:moveTo>
                  <a:pt x="205378" y="165273"/>
                </a:moveTo>
                <a:lnTo>
                  <a:pt x="174005" y="165273"/>
                </a:lnTo>
                <a:lnTo>
                  <a:pt x="174005" y="139722"/>
                </a:lnTo>
                <a:lnTo>
                  <a:pt x="205378" y="139722"/>
                </a:lnTo>
                <a:lnTo>
                  <a:pt x="205378" y="165273"/>
                </a:lnTo>
                <a:close/>
              </a:path>
              <a:path w="276225" h="274320">
                <a:moveTo>
                  <a:pt x="261655" y="273945"/>
                </a:moveTo>
                <a:lnTo>
                  <a:pt x="19082" y="273945"/>
                </a:lnTo>
                <a:lnTo>
                  <a:pt x="19082" y="208289"/>
                </a:lnTo>
                <a:lnTo>
                  <a:pt x="225431" y="208289"/>
                </a:lnTo>
                <a:lnTo>
                  <a:pt x="225431" y="189207"/>
                </a:lnTo>
                <a:lnTo>
                  <a:pt x="18435" y="189207"/>
                </a:lnTo>
                <a:lnTo>
                  <a:pt x="18435" y="165273"/>
                </a:lnTo>
                <a:lnTo>
                  <a:pt x="256804" y="165273"/>
                </a:lnTo>
                <a:lnTo>
                  <a:pt x="256804" y="230929"/>
                </a:lnTo>
                <a:lnTo>
                  <a:pt x="50455" y="230929"/>
                </a:lnTo>
                <a:lnTo>
                  <a:pt x="50455" y="250012"/>
                </a:lnTo>
                <a:lnTo>
                  <a:pt x="261655" y="250012"/>
                </a:lnTo>
                <a:lnTo>
                  <a:pt x="261655" y="273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148537" y="5905674"/>
            <a:ext cx="290195" cy="279400"/>
          </a:xfrm>
          <a:custGeom>
            <a:avLst/>
            <a:gdLst/>
            <a:ahLst/>
            <a:cxnLst/>
            <a:rect l="l" t="t" r="r" b="b"/>
            <a:pathLst>
              <a:path w="290194" h="279400">
                <a:moveTo>
                  <a:pt x="109966" y="34930"/>
                </a:moveTo>
                <a:lnTo>
                  <a:pt x="77299" y="34930"/>
                </a:lnTo>
                <a:lnTo>
                  <a:pt x="77299" y="0"/>
                </a:lnTo>
                <a:lnTo>
                  <a:pt x="109966" y="0"/>
                </a:lnTo>
                <a:lnTo>
                  <a:pt x="109966" y="34930"/>
                </a:lnTo>
                <a:close/>
              </a:path>
              <a:path w="290194" h="279400">
                <a:moveTo>
                  <a:pt x="187266" y="63069"/>
                </a:moveTo>
                <a:lnTo>
                  <a:pt x="0" y="63069"/>
                </a:lnTo>
                <a:lnTo>
                  <a:pt x="0" y="34930"/>
                </a:lnTo>
                <a:lnTo>
                  <a:pt x="187266" y="34930"/>
                </a:lnTo>
                <a:lnTo>
                  <a:pt x="187266" y="63069"/>
                </a:lnTo>
                <a:close/>
              </a:path>
              <a:path w="290194" h="279400">
                <a:moveTo>
                  <a:pt x="251952" y="279120"/>
                </a:moveTo>
                <a:lnTo>
                  <a:pt x="219933" y="279120"/>
                </a:lnTo>
                <a:lnTo>
                  <a:pt x="219933" y="2910"/>
                </a:lnTo>
                <a:lnTo>
                  <a:pt x="251952" y="2910"/>
                </a:lnTo>
                <a:lnTo>
                  <a:pt x="251952" y="112230"/>
                </a:lnTo>
                <a:lnTo>
                  <a:pt x="290117" y="112230"/>
                </a:lnTo>
                <a:lnTo>
                  <a:pt x="290117" y="142956"/>
                </a:lnTo>
                <a:lnTo>
                  <a:pt x="251952" y="142956"/>
                </a:lnTo>
                <a:lnTo>
                  <a:pt x="251952" y="279120"/>
                </a:lnTo>
                <a:close/>
              </a:path>
              <a:path w="290194" h="279400">
                <a:moveTo>
                  <a:pt x="109643" y="234163"/>
                </a:moveTo>
                <a:lnTo>
                  <a:pt x="77623" y="234163"/>
                </a:lnTo>
                <a:lnTo>
                  <a:pt x="77623" y="193088"/>
                </a:lnTo>
                <a:lnTo>
                  <a:pt x="51208" y="186938"/>
                </a:lnTo>
                <a:lnTo>
                  <a:pt x="31251" y="175178"/>
                </a:lnTo>
                <a:lnTo>
                  <a:pt x="18632" y="158385"/>
                </a:lnTo>
                <a:lnTo>
                  <a:pt x="14230" y="137134"/>
                </a:lnTo>
                <a:lnTo>
                  <a:pt x="19845" y="113317"/>
                </a:lnTo>
                <a:lnTo>
                  <a:pt x="35860" y="95290"/>
                </a:lnTo>
                <a:lnTo>
                  <a:pt x="61032" y="83874"/>
                </a:lnTo>
                <a:lnTo>
                  <a:pt x="94118" y="79887"/>
                </a:lnTo>
                <a:lnTo>
                  <a:pt x="127204" y="83874"/>
                </a:lnTo>
                <a:lnTo>
                  <a:pt x="152376" y="95290"/>
                </a:lnTo>
                <a:lnTo>
                  <a:pt x="161966" y="106085"/>
                </a:lnTo>
                <a:lnTo>
                  <a:pt x="94118" y="106085"/>
                </a:lnTo>
                <a:lnTo>
                  <a:pt x="72605" y="108480"/>
                </a:lnTo>
                <a:lnTo>
                  <a:pt x="57125" y="115060"/>
                </a:lnTo>
                <a:lnTo>
                  <a:pt x="47771" y="124915"/>
                </a:lnTo>
                <a:lnTo>
                  <a:pt x="44633" y="137134"/>
                </a:lnTo>
                <a:lnTo>
                  <a:pt x="47771" y="149303"/>
                </a:lnTo>
                <a:lnTo>
                  <a:pt x="57125" y="159047"/>
                </a:lnTo>
                <a:lnTo>
                  <a:pt x="72605" y="165515"/>
                </a:lnTo>
                <a:lnTo>
                  <a:pt x="94118" y="167860"/>
                </a:lnTo>
                <a:lnTo>
                  <a:pt x="162503" y="167860"/>
                </a:lnTo>
                <a:lnTo>
                  <a:pt x="156742" y="175461"/>
                </a:lnTo>
                <a:lnTo>
                  <a:pt x="136482" y="187256"/>
                </a:lnTo>
                <a:lnTo>
                  <a:pt x="109643" y="193411"/>
                </a:lnTo>
                <a:lnTo>
                  <a:pt x="109643" y="234163"/>
                </a:lnTo>
                <a:close/>
              </a:path>
              <a:path w="290194" h="279400">
                <a:moveTo>
                  <a:pt x="162503" y="167860"/>
                </a:moveTo>
                <a:lnTo>
                  <a:pt x="94118" y="167860"/>
                </a:lnTo>
                <a:lnTo>
                  <a:pt x="115631" y="165515"/>
                </a:lnTo>
                <a:lnTo>
                  <a:pt x="131110" y="159047"/>
                </a:lnTo>
                <a:lnTo>
                  <a:pt x="140465" y="149303"/>
                </a:lnTo>
                <a:lnTo>
                  <a:pt x="143603" y="137134"/>
                </a:lnTo>
                <a:lnTo>
                  <a:pt x="140465" y="124915"/>
                </a:lnTo>
                <a:lnTo>
                  <a:pt x="131110" y="115060"/>
                </a:lnTo>
                <a:lnTo>
                  <a:pt x="115631" y="108480"/>
                </a:lnTo>
                <a:lnTo>
                  <a:pt x="94118" y="106085"/>
                </a:lnTo>
                <a:lnTo>
                  <a:pt x="161966" y="106085"/>
                </a:lnTo>
                <a:lnTo>
                  <a:pt x="168391" y="113317"/>
                </a:lnTo>
                <a:lnTo>
                  <a:pt x="174005" y="137134"/>
                </a:lnTo>
                <a:lnTo>
                  <a:pt x="169543" y="158572"/>
                </a:lnTo>
                <a:lnTo>
                  <a:pt x="162503" y="167860"/>
                </a:lnTo>
                <a:close/>
              </a:path>
              <a:path w="290194" h="279400">
                <a:moveTo>
                  <a:pt x="106732" y="262625"/>
                </a:moveTo>
                <a:lnTo>
                  <a:pt x="1293" y="262625"/>
                </a:lnTo>
                <a:lnTo>
                  <a:pt x="1293" y="234163"/>
                </a:lnTo>
                <a:lnTo>
                  <a:pt x="109643" y="234163"/>
                </a:lnTo>
                <a:lnTo>
                  <a:pt x="136022" y="233335"/>
                </a:lnTo>
                <a:lnTo>
                  <a:pt x="159855" y="231172"/>
                </a:lnTo>
                <a:lnTo>
                  <a:pt x="180413" y="227432"/>
                </a:lnTo>
                <a:lnTo>
                  <a:pt x="196969" y="221873"/>
                </a:lnTo>
                <a:lnTo>
                  <a:pt x="196969" y="250982"/>
                </a:lnTo>
                <a:lnTo>
                  <a:pt x="180959" y="256076"/>
                </a:lnTo>
                <a:lnTo>
                  <a:pt x="159855" y="259715"/>
                </a:lnTo>
                <a:lnTo>
                  <a:pt x="134749" y="261898"/>
                </a:lnTo>
                <a:lnTo>
                  <a:pt x="106732" y="262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824324" y="5921703"/>
            <a:ext cx="205740" cy="259079"/>
          </a:xfrm>
          <a:custGeom>
            <a:avLst/>
            <a:gdLst/>
            <a:ahLst/>
            <a:cxnLst/>
            <a:rect l="l" t="t" r="r" b="b"/>
            <a:pathLst>
              <a:path w="205740" h="259079">
                <a:moveTo>
                  <a:pt x="205378" y="200527"/>
                </a:moveTo>
                <a:lnTo>
                  <a:pt x="0" y="200527"/>
                </a:lnTo>
                <a:lnTo>
                  <a:pt x="0" y="171741"/>
                </a:lnTo>
                <a:lnTo>
                  <a:pt x="122903" y="0"/>
                </a:lnTo>
                <a:lnTo>
                  <a:pt x="163009" y="0"/>
                </a:lnTo>
                <a:lnTo>
                  <a:pt x="163009" y="37194"/>
                </a:lnTo>
                <a:lnTo>
                  <a:pt x="130666" y="37194"/>
                </a:lnTo>
                <a:lnTo>
                  <a:pt x="34930" y="171741"/>
                </a:lnTo>
                <a:lnTo>
                  <a:pt x="205378" y="171741"/>
                </a:lnTo>
                <a:lnTo>
                  <a:pt x="205378" y="200527"/>
                </a:lnTo>
                <a:close/>
              </a:path>
              <a:path w="205740" h="259079">
                <a:moveTo>
                  <a:pt x="163009" y="171741"/>
                </a:moveTo>
                <a:lnTo>
                  <a:pt x="130666" y="171741"/>
                </a:lnTo>
                <a:lnTo>
                  <a:pt x="130666" y="37194"/>
                </a:lnTo>
                <a:lnTo>
                  <a:pt x="163009" y="37194"/>
                </a:lnTo>
                <a:lnTo>
                  <a:pt x="163009" y="171741"/>
                </a:lnTo>
                <a:close/>
              </a:path>
              <a:path w="205740" h="259079">
                <a:moveTo>
                  <a:pt x="163009" y="259068"/>
                </a:moveTo>
                <a:lnTo>
                  <a:pt x="130666" y="259068"/>
                </a:lnTo>
                <a:lnTo>
                  <a:pt x="130666" y="200527"/>
                </a:lnTo>
                <a:lnTo>
                  <a:pt x="163009" y="200527"/>
                </a:lnTo>
                <a:lnTo>
                  <a:pt x="163009" y="259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045227" y="6139049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20" h="46354">
                <a:moveTo>
                  <a:pt x="22963" y="45927"/>
                </a:moveTo>
                <a:lnTo>
                  <a:pt x="13917" y="44158"/>
                </a:lnTo>
                <a:lnTo>
                  <a:pt x="6630" y="39296"/>
                </a:lnTo>
                <a:lnTo>
                  <a:pt x="1768" y="32009"/>
                </a:lnTo>
                <a:lnTo>
                  <a:pt x="0" y="22963"/>
                </a:lnTo>
                <a:lnTo>
                  <a:pt x="1768" y="13917"/>
                </a:lnTo>
                <a:lnTo>
                  <a:pt x="6630" y="6630"/>
                </a:lnTo>
                <a:lnTo>
                  <a:pt x="13917" y="1768"/>
                </a:lnTo>
                <a:lnTo>
                  <a:pt x="22963" y="0"/>
                </a:lnTo>
                <a:lnTo>
                  <a:pt x="31959" y="1768"/>
                </a:lnTo>
                <a:lnTo>
                  <a:pt x="39135" y="6630"/>
                </a:lnTo>
                <a:lnTo>
                  <a:pt x="43885" y="13917"/>
                </a:lnTo>
                <a:lnTo>
                  <a:pt x="45603" y="22963"/>
                </a:lnTo>
                <a:lnTo>
                  <a:pt x="43885" y="32009"/>
                </a:lnTo>
                <a:lnTo>
                  <a:pt x="39135" y="39296"/>
                </a:lnTo>
                <a:lnTo>
                  <a:pt x="31959" y="44158"/>
                </a:lnTo>
                <a:lnTo>
                  <a:pt x="22963" y="45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62460" y="8096698"/>
            <a:ext cx="259715" cy="273050"/>
          </a:xfrm>
          <a:custGeom>
            <a:avLst/>
            <a:gdLst/>
            <a:ahLst/>
            <a:cxnLst/>
            <a:rect l="l" t="t" r="r" b="b"/>
            <a:pathLst>
              <a:path w="259714" h="273050">
                <a:moveTo>
                  <a:pt x="252599" y="135194"/>
                </a:moveTo>
                <a:lnTo>
                  <a:pt x="220579" y="135194"/>
                </a:lnTo>
                <a:lnTo>
                  <a:pt x="220579" y="0"/>
                </a:lnTo>
                <a:lnTo>
                  <a:pt x="252599" y="0"/>
                </a:lnTo>
                <a:lnTo>
                  <a:pt x="252599" y="135194"/>
                </a:lnTo>
                <a:close/>
              </a:path>
              <a:path w="259714" h="273050">
                <a:moveTo>
                  <a:pt x="85709" y="131636"/>
                </a:moveTo>
                <a:lnTo>
                  <a:pt x="50758" y="126855"/>
                </a:lnTo>
                <a:lnTo>
                  <a:pt x="23691" y="113524"/>
                </a:lnTo>
                <a:lnTo>
                  <a:pt x="6205" y="93158"/>
                </a:lnTo>
                <a:lnTo>
                  <a:pt x="0" y="67273"/>
                </a:lnTo>
                <a:lnTo>
                  <a:pt x="6205" y="41389"/>
                </a:lnTo>
                <a:lnTo>
                  <a:pt x="23691" y="21023"/>
                </a:lnTo>
                <a:lnTo>
                  <a:pt x="50758" y="7691"/>
                </a:lnTo>
                <a:lnTo>
                  <a:pt x="85709" y="2910"/>
                </a:lnTo>
                <a:lnTo>
                  <a:pt x="120609" y="7691"/>
                </a:lnTo>
                <a:lnTo>
                  <a:pt x="147565" y="21023"/>
                </a:lnTo>
                <a:lnTo>
                  <a:pt x="154187" y="28785"/>
                </a:lnTo>
                <a:lnTo>
                  <a:pt x="85709" y="28785"/>
                </a:lnTo>
                <a:lnTo>
                  <a:pt x="63897" y="31524"/>
                </a:lnTo>
                <a:lnTo>
                  <a:pt x="46816" y="39296"/>
                </a:lnTo>
                <a:lnTo>
                  <a:pt x="35678" y="51435"/>
                </a:lnTo>
                <a:lnTo>
                  <a:pt x="31696" y="67273"/>
                </a:lnTo>
                <a:lnTo>
                  <a:pt x="35678" y="83111"/>
                </a:lnTo>
                <a:lnTo>
                  <a:pt x="46816" y="95250"/>
                </a:lnTo>
                <a:lnTo>
                  <a:pt x="63897" y="103022"/>
                </a:lnTo>
                <a:lnTo>
                  <a:pt x="85709" y="105761"/>
                </a:lnTo>
                <a:lnTo>
                  <a:pt x="154187" y="105761"/>
                </a:lnTo>
                <a:lnTo>
                  <a:pt x="147565" y="113524"/>
                </a:lnTo>
                <a:lnTo>
                  <a:pt x="120609" y="126855"/>
                </a:lnTo>
                <a:lnTo>
                  <a:pt x="85709" y="131636"/>
                </a:lnTo>
                <a:close/>
              </a:path>
              <a:path w="259714" h="273050">
                <a:moveTo>
                  <a:pt x="154187" y="105761"/>
                </a:moveTo>
                <a:lnTo>
                  <a:pt x="85709" y="105761"/>
                </a:lnTo>
                <a:lnTo>
                  <a:pt x="107470" y="103022"/>
                </a:lnTo>
                <a:lnTo>
                  <a:pt x="124440" y="95250"/>
                </a:lnTo>
                <a:lnTo>
                  <a:pt x="135467" y="83111"/>
                </a:lnTo>
                <a:lnTo>
                  <a:pt x="139398" y="67273"/>
                </a:lnTo>
                <a:lnTo>
                  <a:pt x="135467" y="51435"/>
                </a:lnTo>
                <a:lnTo>
                  <a:pt x="124440" y="39296"/>
                </a:lnTo>
                <a:lnTo>
                  <a:pt x="107470" y="31524"/>
                </a:lnTo>
                <a:lnTo>
                  <a:pt x="85709" y="28785"/>
                </a:lnTo>
                <a:lnTo>
                  <a:pt x="154187" y="28785"/>
                </a:lnTo>
                <a:lnTo>
                  <a:pt x="164939" y="41389"/>
                </a:lnTo>
                <a:lnTo>
                  <a:pt x="171094" y="67273"/>
                </a:lnTo>
                <a:lnTo>
                  <a:pt x="164939" y="93158"/>
                </a:lnTo>
                <a:lnTo>
                  <a:pt x="154187" y="105761"/>
                </a:lnTo>
                <a:close/>
              </a:path>
              <a:path w="259714" h="273050">
                <a:moveTo>
                  <a:pt x="259391" y="272652"/>
                </a:moveTo>
                <a:lnTo>
                  <a:pt x="21993" y="272652"/>
                </a:lnTo>
                <a:lnTo>
                  <a:pt x="21993" y="199556"/>
                </a:lnTo>
                <a:lnTo>
                  <a:pt x="220903" y="199556"/>
                </a:lnTo>
                <a:lnTo>
                  <a:pt x="220903" y="175622"/>
                </a:lnTo>
                <a:lnTo>
                  <a:pt x="21346" y="175622"/>
                </a:lnTo>
                <a:lnTo>
                  <a:pt x="21346" y="150395"/>
                </a:lnTo>
                <a:lnTo>
                  <a:pt x="252599" y="150395"/>
                </a:lnTo>
                <a:lnTo>
                  <a:pt x="252599" y="223490"/>
                </a:lnTo>
                <a:lnTo>
                  <a:pt x="53689" y="223490"/>
                </a:lnTo>
                <a:lnTo>
                  <a:pt x="53689" y="247424"/>
                </a:lnTo>
                <a:lnTo>
                  <a:pt x="259391" y="247424"/>
                </a:lnTo>
                <a:lnTo>
                  <a:pt x="259391" y="27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76715" y="8096250"/>
            <a:ext cx="32384" cy="67310"/>
          </a:xfrm>
          <a:custGeom>
            <a:avLst/>
            <a:gdLst/>
            <a:ahLst/>
            <a:cxnLst/>
            <a:rect l="l" t="t" r="r" b="b"/>
            <a:pathLst>
              <a:path w="32384" h="67309">
                <a:moveTo>
                  <a:pt x="0" y="0"/>
                </a:moveTo>
                <a:lnTo>
                  <a:pt x="32019" y="0"/>
                </a:lnTo>
                <a:lnTo>
                  <a:pt x="32019" y="67309"/>
                </a:lnTo>
                <a:lnTo>
                  <a:pt x="0" y="67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76715" y="8163559"/>
            <a:ext cx="71120" cy="30480"/>
          </a:xfrm>
          <a:custGeom>
            <a:avLst/>
            <a:gdLst/>
            <a:ahLst/>
            <a:cxnLst/>
            <a:rect l="l" t="t" r="r" b="b"/>
            <a:pathLst>
              <a:path w="71120" h="30479">
                <a:moveTo>
                  <a:pt x="0" y="0"/>
                </a:moveTo>
                <a:lnTo>
                  <a:pt x="70831" y="0"/>
                </a:lnTo>
                <a:lnTo>
                  <a:pt x="70831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76715" y="8194040"/>
            <a:ext cx="32384" cy="107950"/>
          </a:xfrm>
          <a:custGeom>
            <a:avLst/>
            <a:gdLst/>
            <a:ahLst/>
            <a:cxnLst/>
            <a:rect l="l" t="t" r="r" b="b"/>
            <a:pathLst>
              <a:path w="32384" h="107950">
                <a:moveTo>
                  <a:pt x="0" y="0"/>
                </a:moveTo>
                <a:lnTo>
                  <a:pt x="32019" y="0"/>
                </a:lnTo>
                <a:lnTo>
                  <a:pt x="32019" y="107950"/>
                </a:lnTo>
                <a:lnTo>
                  <a:pt x="0" y="1079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68426" y="8101330"/>
            <a:ext cx="31750" cy="48260"/>
          </a:xfrm>
          <a:custGeom>
            <a:avLst/>
            <a:gdLst/>
            <a:ahLst/>
            <a:cxnLst/>
            <a:rect l="l" t="t" r="r" b="b"/>
            <a:pathLst>
              <a:path w="31750" h="48259">
                <a:moveTo>
                  <a:pt x="0" y="0"/>
                </a:moveTo>
                <a:lnTo>
                  <a:pt x="31372" y="0"/>
                </a:lnTo>
                <a:lnTo>
                  <a:pt x="31372" y="48260"/>
                </a:lnTo>
                <a:lnTo>
                  <a:pt x="0" y="482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68426" y="8149590"/>
            <a:ext cx="161925" cy="27940"/>
          </a:xfrm>
          <a:custGeom>
            <a:avLst/>
            <a:gdLst/>
            <a:ahLst/>
            <a:cxnLst/>
            <a:rect l="l" t="t" r="r" b="b"/>
            <a:pathLst>
              <a:path w="161925" h="27940">
                <a:moveTo>
                  <a:pt x="0" y="0"/>
                </a:moveTo>
                <a:lnTo>
                  <a:pt x="161392" y="0"/>
                </a:lnTo>
                <a:lnTo>
                  <a:pt x="161392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68426" y="8177530"/>
            <a:ext cx="31750" cy="52069"/>
          </a:xfrm>
          <a:custGeom>
            <a:avLst/>
            <a:gdLst/>
            <a:ahLst/>
            <a:cxnLst/>
            <a:rect l="l" t="t" r="r" b="b"/>
            <a:pathLst>
              <a:path w="31750" h="52070">
                <a:moveTo>
                  <a:pt x="0" y="0"/>
                </a:moveTo>
                <a:lnTo>
                  <a:pt x="31372" y="0"/>
                </a:lnTo>
                <a:lnTo>
                  <a:pt x="31372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68426" y="8229600"/>
            <a:ext cx="161925" cy="27940"/>
          </a:xfrm>
          <a:custGeom>
            <a:avLst/>
            <a:gdLst/>
            <a:ahLst/>
            <a:cxnLst/>
            <a:rect l="l" t="t" r="r" b="b"/>
            <a:pathLst>
              <a:path w="161925" h="27940">
                <a:moveTo>
                  <a:pt x="0" y="0"/>
                </a:moveTo>
                <a:lnTo>
                  <a:pt x="161392" y="0"/>
                </a:lnTo>
                <a:lnTo>
                  <a:pt x="161392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598445" y="8101549"/>
            <a:ext cx="31750" cy="48260"/>
          </a:xfrm>
          <a:custGeom>
            <a:avLst/>
            <a:gdLst/>
            <a:ahLst/>
            <a:cxnLst/>
            <a:rect l="l" t="t" r="r" b="b"/>
            <a:pathLst>
              <a:path w="31750" h="48259">
                <a:moveTo>
                  <a:pt x="31372" y="48191"/>
                </a:moveTo>
                <a:lnTo>
                  <a:pt x="0" y="48191"/>
                </a:lnTo>
                <a:lnTo>
                  <a:pt x="0" y="0"/>
                </a:lnTo>
                <a:lnTo>
                  <a:pt x="31372" y="0"/>
                </a:lnTo>
                <a:lnTo>
                  <a:pt x="31372" y="48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98445" y="8176909"/>
            <a:ext cx="31750" cy="53340"/>
          </a:xfrm>
          <a:custGeom>
            <a:avLst/>
            <a:gdLst/>
            <a:ahLst/>
            <a:cxnLst/>
            <a:rect l="l" t="t" r="r" b="b"/>
            <a:pathLst>
              <a:path w="31750" h="53340">
                <a:moveTo>
                  <a:pt x="31372" y="52719"/>
                </a:moveTo>
                <a:lnTo>
                  <a:pt x="0" y="52719"/>
                </a:lnTo>
                <a:lnTo>
                  <a:pt x="0" y="0"/>
                </a:lnTo>
                <a:lnTo>
                  <a:pt x="31372" y="0"/>
                </a:lnTo>
                <a:lnTo>
                  <a:pt x="31372" y="52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77805" y="8281669"/>
            <a:ext cx="32384" cy="58419"/>
          </a:xfrm>
          <a:custGeom>
            <a:avLst/>
            <a:gdLst/>
            <a:ahLst/>
            <a:cxnLst/>
            <a:rect l="l" t="t" r="r" b="b"/>
            <a:pathLst>
              <a:path w="32384" h="58420">
                <a:moveTo>
                  <a:pt x="0" y="0"/>
                </a:moveTo>
                <a:lnTo>
                  <a:pt x="32343" y="0"/>
                </a:lnTo>
                <a:lnTo>
                  <a:pt x="32343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477805" y="8340090"/>
            <a:ext cx="238760" cy="29209"/>
          </a:xfrm>
          <a:custGeom>
            <a:avLst/>
            <a:gdLst/>
            <a:ahLst/>
            <a:cxnLst/>
            <a:rect l="l" t="t" r="r" b="b"/>
            <a:pathLst>
              <a:path w="238759" h="29209">
                <a:moveTo>
                  <a:pt x="0" y="0"/>
                </a:moveTo>
                <a:lnTo>
                  <a:pt x="238368" y="0"/>
                </a:lnTo>
                <a:lnTo>
                  <a:pt x="238368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840556" y="8099932"/>
            <a:ext cx="276225" cy="273685"/>
          </a:xfrm>
          <a:custGeom>
            <a:avLst/>
            <a:gdLst/>
            <a:ahLst/>
            <a:cxnLst/>
            <a:rect l="l" t="t" r="r" b="b"/>
            <a:pathLst>
              <a:path w="276225" h="273684">
                <a:moveTo>
                  <a:pt x="256804" y="25874"/>
                </a:moveTo>
                <a:lnTo>
                  <a:pt x="18758" y="25874"/>
                </a:lnTo>
                <a:lnTo>
                  <a:pt x="18758" y="0"/>
                </a:lnTo>
                <a:lnTo>
                  <a:pt x="256804" y="0"/>
                </a:lnTo>
                <a:lnTo>
                  <a:pt x="256804" y="25874"/>
                </a:lnTo>
                <a:close/>
              </a:path>
              <a:path w="276225" h="273684">
                <a:moveTo>
                  <a:pt x="14230" y="101880"/>
                </a:moveTo>
                <a:lnTo>
                  <a:pt x="14230" y="75682"/>
                </a:lnTo>
                <a:lnTo>
                  <a:pt x="50824" y="71857"/>
                </a:lnTo>
                <a:lnTo>
                  <a:pt x="85021" y="62300"/>
                </a:lnTo>
                <a:lnTo>
                  <a:pt x="111881" y="46983"/>
                </a:lnTo>
                <a:lnTo>
                  <a:pt x="126461" y="25874"/>
                </a:lnTo>
                <a:lnTo>
                  <a:pt x="159128" y="25874"/>
                </a:lnTo>
                <a:lnTo>
                  <a:pt x="158157" y="33313"/>
                </a:lnTo>
                <a:lnTo>
                  <a:pt x="155570" y="40105"/>
                </a:lnTo>
                <a:lnTo>
                  <a:pt x="151689" y="46250"/>
                </a:lnTo>
                <a:lnTo>
                  <a:pt x="226342" y="67273"/>
                </a:lnTo>
                <a:lnTo>
                  <a:pt x="133253" y="67273"/>
                </a:lnTo>
                <a:lnTo>
                  <a:pt x="109061" y="82095"/>
                </a:lnTo>
                <a:lnTo>
                  <a:pt x="79927" y="92703"/>
                </a:lnTo>
                <a:lnTo>
                  <a:pt x="47701" y="99247"/>
                </a:lnTo>
                <a:lnTo>
                  <a:pt x="14230" y="101880"/>
                </a:lnTo>
                <a:close/>
              </a:path>
              <a:path w="276225" h="273684">
                <a:moveTo>
                  <a:pt x="255833" y="103174"/>
                </a:moveTo>
                <a:lnTo>
                  <a:pt x="133253" y="67273"/>
                </a:lnTo>
                <a:lnTo>
                  <a:pt x="226342" y="67273"/>
                </a:lnTo>
                <a:lnTo>
                  <a:pt x="264243" y="77946"/>
                </a:lnTo>
                <a:lnTo>
                  <a:pt x="255833" y="103174"/>
                </a:lnTo>
                <a:close/>
              </a:path>
              <a:path w="276225" h="273684">
                <a:moveTo>
                  <a:pt x="275886" y="149101"/>
                </a:moveTo>
                <a:lnTo>
                  <a:pt x="0" y="149101"/>
                </a:lnTo>
                <a:lnTo>
                  <a:pt x="0" y="123227"/>
                </a:lnTo>
                <a:lnTo>
                  <a:pt x="275886" y="123227"/>
                </a:lnTo>
                <a:lnTo>
                  <a:pt x="275886" y="149101"/>
                </a:lnTo>
                <a:close/>
              </a:path>
              <a:path w="276225" h="273684">
                <a:moveTo>
                  <a:pt x="137781" y="273622"/>
                </a:moveTo>
                <a:lnTo>
                  <a:pt x="90995" y="271060"/>
                </a:lnTo>
                <a:lnTo>
                  <a:pt x="52395" y="262585"/>
                </a:lnTo>
                <a:lnTo>
                  <a:pt x="26167" y="247015"/>
                </a:lnTo>
                <a:lnTo>
                  <a:pt x="16494" y="223167"/>
                </a:lnTo>
                <a:lnTo>
                  <a:pt x="26167" y="199420"/>
                </a:lnTo>
                <a:lnTo>
                  <a:pt x="52395" y="184072"/>
                </a:lnTo>
                <a:lnTo>
                  <a:pt x="90995" y="175820"/>
                </a:lnTo>
                <a:lnTo>
                  <a:pt x="137781" y="173358"/>
                </a:lnTo>
                <a:lnTo>
                  <a:pt x="184567" y="175820"/>
                </a:lnTo>
                <a:lnTo>
                  <a:pt x="223167" y="184072"/>
                </a:lnTo>
                <a:lnTo>
                  <a:pt x="247970" y="198586"/>
                </a:lnTo>
                <a:lnTo>
                  <a:pt x="137781" y="198586"/>
                </a:lnTo>
                <a:lnTo>
                  <a:pt x="105307" y="199789"/>
                </a:lnTo>
                <a:lnTo>
                  <a:pt x="77380" y="203842"/>
                </a:lnTo>
                <a:lnTo>
                  <a:pt x="57823" y="211412"/>
                </a:lnTo>
                <a:lnTo>
                  <a:pt x="50455" y="223167"/>
                </a:lnTo>
                <a:lnTo>
                  <a:pt x="57823" y="235159"/>
                </a:lnTo>
                <a:lnTo>
                  <a:pt x="77380" y="242937"/>
                </a:lnTo>
                <a:lnTo>
                  <a:pt x="105307" y="247136"/>
                </a:lnTo>
                <a:lnTo>
                  <a:pt x="137781" y="248394"/>
                </a:lnTo>
                <a:lnTo>
                  <a:pt x="247071" y="248394"/>
                </a:lnTo>
                <a:lnTo>
                  <a:pt x="223167" y="262585"/>
                </a:lnTo>
                <a:lnTo>
                  <a:pt x="184567" y="271060"/>
                </a:lnTo>
                <a:lnTo>
                  <a:pt x="137781" y="273622"/>
                </a:lnTo>
                <a:close/>
              </a:path>
              <a:path w="276225" h="273684">
                <a:moveTo>
                  <a:pt x="247071" y="248394"/>
                </a:moveTo>
                <a:lnTo>
                  <a:pt x="137781" y="248394"/>
                </a:lnTo>
                <a:lnTo>
                  <a:pt x="170306" y="247136"/>
                </a:lnTo>
                <a:lnTo>
                  <a:pt x="198344" y="242937"/>
                </a:lnTo>
                <a:lnTo>
                  <a:pt x="218012" y="235159"/>
                </a:lnTo>
                <a:lnTo>
                  <a:pt x="225431" y="223167"/>
                </a:lnTo>
                <a:lnTo>
                  <a:pt x="218012" y="211412"/>
                </a:lnTo>
                <a:lnTo>
                  <a:pt x="198344" y="203842"/>
                </a:lnTo>
                <a:lnTo>
                  <a:pt x="170306" y="199789"/>
                </a:lnTo>
                <a:lnTo>
                  <a:pt x="137781" y="198586"/>
                </a:lnTo>
                <a:lnTo>
                  <a:pt x="247970" y="198586"/>
                </a:lnTo>
                <a:lnTo>
                  <a:pt x="249395" y="199420"/>
                </a:lnTo>
                <a:lnTo>
                  <a:pt x="259068" y="223167"/>
                </a:lnTo>
                <a:lnTo>
                  <a:pt x="249395" y="247015"/>
                </a:lnTo>
                <a:lnTo>
                  <a:pt x="247071" y="248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161399" y="8105140"/>
            <a:ext cx="237490" cy="26670"/>
          </a:xfrm>
          <a:custGeom>
            <a:avLst/>
            <a:gdLst/>
            <a:ahLst/>
            <a:cxnLst/>
            <a:rect l="l" t="t" r="r" b="b"/>
            <a:pathLst>
              <a:path w="237490" h="26670">
                <a:moveTo>
                  <a:pt x="0" y="0"/>
                </a:moveTo>
                <a:lnTo>
                  <a:pt x="237398" y="0"/>
                </a:lnTo>
                <a:lnTo>
                  <a:pt x="237398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67424" y="8131809"/>
            <a:ext cx="31750" cy="33020"/>
          </a:xfrm>
          <a:custGeom>
            <a:avLst/>
            <a:gdLst/>
            <a:ahLst/>
            <a:cxnLst/>
            <a:rect l="l" t="t" r="r" b="b"/>
            <a:pathLst>
              <a:path w="31750" h="33020">
                <a:moveTo>
                  <a:pt x="0" y="0"/>
                </a:moveTo>
                <a:lnTo>
                  <a:pt x="31372" y="0"/>
                </a:lnTo>
                <a:lnTo>
                  <a:pt x="31372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1399" y="8164830"/>
            <a:ext cx="237490" cy="26670"/>
          </a:xfrm>
          <a:custGeom>
            <a:avLst/>
            <a:gdLst/>
            <a:ahLst/>
            <a:cxnLst/>
            <a:rect l="l" t="t" r="r" b="b"/>
            <a:pathLst>
              <a:path w="237490" h="26670">
                <a:moveTo>
                  <a:pt x="0" y="0"/>
                </a:moveTo>
                <a:lnTo>
                  <a:pt x="237398" y="0"/>
                </a:lnTo>
                <a:lnTo>
                  <a:pt x="237398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61399" y="8191500"/>
            <a:ext cx="31750" cy="33020"/>
          </a:xfrm>
          <a:custGeom>
            <a:avLst/>
            <a:gdLst/>
            <a:ahLst/>
            <a:cxnLst/>
            <a:rect l="l" t="t" r="r" b="b"/>
            <a:pathLst>
              <a:path w="31750" h="33020">
                <a:moveTo>
                  <a:pt x="0" y="0"/>
                </a:moveTo>
                <a:lnTo>
                  <a:pt x="31696" y="0"/>
                </a:lnTo>
                <a:lnTo>
                  <a:pt x="31696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161399" y="8224519"/>
            <a:ext cx="241935" cy="26670"/>
          </a:xfrm>
          <a:custGeom>
            <a:avLst/>
            <a:gdLst/>
            <a:ahLst/>
            <a:cxnLst/>
            <a:rect l="l" t="t" r="r" b="b"/>
            <a:pathLst>
              <a:path w="241934" h="26670">
                <a:moveTo>
                  <a:pt x="0" y="0"/>
                </a:moveTo>
                <a:lnTo>
                  <a:pt x="241602" y="0"/>
                </a:lnTo>
                <a:lnTo>
                  <a:pt x="241602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41993" y="8283964"/>
            <a:ext cx="276225" cy="29209"/>
          </a:xfrm>
          <a:custGeom>
            <a:avLst/>
            <a:gdLst/>
            <a:ahLst/>
            <a:cxnLst/>
            <a:rect l="l" t="t" r="r" b="b"/>
            <a:pathLst>
              <a:path w="276225" h="29209">
                <a:moveTo>
                  <a:pt x="275886" y="28785"/>
                </a:moveTo>
                <a:lnTo>
                  <a:pt x="0" y="28785"/>
                </a:lnTo>
                <a:lnTo>
                  <a:pt x="0" y="0"/>
                </a:lnTo>
                <a:lnTo>
                  <a:pt x="275886" y="0"/>
                </a:lnTo>
                <a:lnTo>
                  <a:pt x="275886" y="28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09914" y="8312749"/>
            <a:ext cx="31750" cy="66675"/>
          </a:xfrm>
          <a:custGeom>
            <a:avLst/>
            <a:gdLst/>
            <a:ahLst/>
            <a:cxnLst/>
            <a:rect l="l" t="t" r="r" b="b"/>
            <a:pathLst>
              <a:path w="31750" h="66675">
                <a:moveTo>
                  <a:pt x="31696" y="66626"/>
                </a:moveTo>
                <a:lnTo>
                  <a:pt x="0" y="66626"/>
                </a:lnTo>
                <a:lnTo>
                  <a:pt x="0" y="0"/>
                </a:lnTo>
                <a:lnTo>
                  <a:pt x="31696" y="0"/>
                </a:lnTo>
                <a:lnTo>
                  <a:pt x="31696" y="66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317940" y="8312749"/>
            <a:ext cx="31750" cy="66675"/>
          </a:xfrm>
          <a:custGeom>
            <a:avLst/>
            <a:gdLst/>
            <a:ahLst/>
            <a:cxnLst/>
            <a:rect l="l" t="t" r="r" b="b"/>
            <a:pathLst>
              <a:path w="31750" h="66675">
                <a:moveTo>
                  <a:pt x="31696" y="66626"/>
                </a:moveTo>
                <a:lnTo>
                  <a:pt x="0" y="66626"/>
                </a:lnTo>
                <a:lnTo>
                  <a:pt x="0" y="0"/>
                </a:lnTo>
                <a:lnTo>
                  <a:pt x="31696" y="0"/>
                </a:lnTo>
                <a:lnTo>
                  <a:pt x="31696" y="66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43430" y="8096698"/>
            <a:ext cx="259079" cy="276225"/>
          </a:xfrm>
          <a:custGeom>
            <a:avLst/>
            <a:gdLst/>
            <a:ahLst/>
            <a:cxnLst/>
            <a:rect l="l" t="t" r="r" b="b"/>
            <a:pathLst>
              <a:path w="259079" h="276225">
                <a:moveTo>
                  <a:pt x="258744" y="276209"/>
                </a:moveTo>
                <a:lnTo>
                  <a:pt x="226725" y="276209"/>
                </a:lnTo>
                <a:lnTo>
                  <a:pt x="226725" y="0"/>
                </a:lnTo>
                <a:lnTo>
                  <a:pt x="258744" y="0"/>
                </a:lnTo>
                <a:lnTo>
                  <a:pt x="258744" y="276209"/>
                </a:lnTo>
                <a:close/>
              </a:path>
              <a:path w="259079" h="276225">
                <a:moveTo>
                  <a:pt x="94765" y="179827"/>
                </a:moveTo>
                <a:lnTo>
                  <a:pt x="60410" y="173465"/>
                </a:lnTo>
                <a:lnTo>
                  <a:pt x="33394" y="155610"/>
                </a:lnTo>
                <a:lnTo>
                  <a:pt x="15716" y="128114"/>
                </a:lnTo>
                <a:lnTo>
                  <a:pt x="9379" y="92824"/>
                </a:lnTo>
                <a:lnTo>
                  <a:pt x="15716" y="57535"/>
                </a:lnTo>
                <a:lnTo>
                  <a:pt x="33394" y="30038"/>
                </a:lnTo>
                <a:lnTo>
                  <a:pt x="60410" y="12184"/>
                </a:lnTo>
                <a:lnTo>
                  <a:pt x="94765" y="5821"/>
                </a:lnTo>
                <a:lnTo>
                  <a:pt x="128983" y="12184"/>
                </a:lnTo>
                <a:lnTo>
                  <a:pt x="156014" y="30038"/>
                </a:lnTo>
                <a:lnTo>
                  <a:pt x="158964" y="34607"/>
                </a:lnTo>
                <a:lnTo>
                  <a:pt x="94765" y="34607"/>
                </a:lnTo>
                <a:lnTo>
                  <a:pt x="72408" y="39064"/>
                </a:lnTo>
                <a:lnTo>
                  <a:pt x="55387" y="51344"/>
                </a:lnTo>
                <a:lnTo>
                  <a:pt x="44552" y="69810"/>
                </a:lnTo>
                <a:lnTo>
                  <a:pt x="40752" y="92824"/>
                </a:lnTo>
                <a:lnTo>
                  <a:pt x="44552" y="115788"/>
                </a:lnTo>
                <a:lnTo>
                  <a:pt x="55387" y="134142"/>
                </a:lnTo>
                <a:lnTo>
                  <a:pt x="72408" y="146312"/>
                </a:lnTo>
                <a:lnTo>
                  <a:pt x="94765" y="150718"/>
                </a:lnTo>
                <a:lnTo>
                  <a:pt x="159173" y="150718"/>
                </a:lnTo>
                <a:lnTo>
                  <a:pt x="156014" y="155610"/>
                </a:lnTo>
                <a:lnTo>
                  <a:pt x="128983" y="173465"/>
                </a:lnTo>
                <a:lnTo>
                  <a:pt x="94765" y="179827"/>
                </a:lnTo>
                <a:close/>
              </a:path>
              <a:path w="259079" h="276225">
                <a:moveTo>
                  <a:pt x="159173" y="150718"/>
                </a:moveTo>
                <a:lnTo>
                  <a:pt x="94765" y="150718"/>
                </a:lnTo>
                <a:lnTo>
                  <a:pt x="116985" y="146312"/>
                </a:lnTo>
                <a:lnTo>
                  <a:pt x="134021" y="134142"/>
                </a:lnTo>
                <a:lnTo>
                  <a:pt x="144932" y="115788"/>
                </a:lnTo>
                <a:lnTo>
                  <a:pt x="148778" y="92824"/>
                </a:lnTo>
                <a:lnTo>
                  <a:pt x="144932" y="69810"/>
                </a:lnTo>
                <a:lnTo>
                  <a:pt x="134021" y="51344"/>
                </a:lnTo>
                <a:lnTo>
                  <a:pt x="116985" y="39064"/>
                </a:lnTo>
                <a:lnTo>
                  <a:pt x="94765" y="34607"/>
                </a:lnTo>
                <a:lnTo>
                  <a:pt x="158964" y="34607"/>
                </a:lnTo>
                <a:lnTo>
                  <a:pt x="173768" y="57535"/>
                </a:lnTo>
                <a:lnTo>
                  <a:pt x="180151" y="92824"/>
                </a:lnTo>
                <a:lnTo>
                  <a:pt x="173768" y="128114"/>
                </a:lnTo>
                <a:lnTo>
                  <a:pt x="159173" y="150718"/>
                </a:lnTo>
                <a:close/>
              </a:path>
              <a:path w="259079" h="276225">
                <a:moveTo>
                  <a:pt x="110936" y="259715"/>
                </a:moveTo>
                <a:lnTo>
                  <a:pt x="0" y="259715"/>
                </a:lnTo>
                <a:lnTo>
                  <a:pt x="0" y="229635"/>
                </a:lnTo>
                <a:lnTo>
                  <a:pt x="112877" y="229635"/>
                </a:lnTo>
                <a:lnTo>
                  <a:pt x="140353" y="228842"/>
                </a:lnTo>
                <a:lnTo>
                  <a:pt x="165313" y="226442"/>
                </a:lnTo>
                <a:lnTo>
                  <a:pt x="186695" y="222404"/>
                </a:lnTo>
                <a:lnTo>
                  <a:pt x="203438" y="216698"/>
                </a:lnTo>
                <a:lnTo>
                  <a:pt x="203438" y="246454"/>
                </a:lnTo>
                <a:lnTo>
                  <a:pt x="186801" y="252073"/>
                </a:lnTo>
                <a:lnTo>
                  <a:pt x="165192" y="256238"/>
                </a:lnTo>
                <a:lnTo>
                  <a:pt x="139580" y="258825"/>
                </a:lnTo>
                <a:lnTo>
                  <a:pt x="110936" y="259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24232" y="8091847"/>
            <a:ext cx="290195" cy="278130"/>
          </a:xfrm>
          <a:custGeom>
            <a:avLst/>
            <a:gdLst/>
            <a:ahLst/>
            <a:cxnLst/>
            <a:rect l="l" t="t" r="r" b="b"/>
            <a:pathLst>
              <a:path w="290195" h="278129">
                <a:moveTo>
                  <a:pt x="109966" y="31049"/>
                </a:moveTo>
                <a:lnTo>
                  <a:pt x="77623" y="31049"/>
                </a:lnTo>
                <a:lnTo>
                  <a:pt x="77623" y="0"/>
                </a:lnTo>
                <a:lnTo>
                  <a:pt x="109966" y="0"/>
                </a:lnTo>
                <a:lnTo>
                  <a:pt x="109966" y="31049"/>
                </a:lnTo>
                <a:close/>
              </a:path>
              <a:path w="290195" h="278129">
                <a:moveTo>
                  <a:pt x="187589" y="57247"/>
                </a:moveTo>
                <a:lnTo>
                  <a:pt x="0" y="57247"/>
                </a:lnTo>
                <a:lnTo>
                  <a:pt x="0" y="31049"/>
                </a:lnTo>
                <a:lnTo>
                  <a:pt x="187589" y="31049"/>
                </a:lnTo>
                <a:lnTo>
                  <a:pt x="187589" y="57247"/>
                </a:lnTo>
                <a:close/>
              </a:path>
              <a:path w="290195" h="278129">
                <a:moveTo>
                  <a:pt x="250982" y="211847"/>
                </a:moveTo>
                <a:lnTo>
                  <a:pt x="218962" y="211847"/>
                </a:lnTo>
                <a:lnTo>
                  <a:pt x="218962" y="4851"/>
                </a:lnTo>
                <a:lnTo>
                  <a:pt x="250982" y="4851"/>
                </a:lnTo>
                <a:lnTo>
                  <a:pt x="250982" y="80534"/>
                </a:lnTo>
                <a:lnTo>
                  <a:pt x="289794" y="80534"/>
                </a:lnTo>
                <a:lnTo>
                  <a:pt x="289794" y="111260"/>
                </a:lnTo>
                <a:lnTo>
                  <a:pt x="250982" y="111260"/>
                </a:lnTo>
                <a:lnTo>
                  <a:pt x="250982" y="211847"/>
                </a:lnTo>
                <a:close/>
              </a:path>
              <a:path w="290195" h="278129">
                <a:moveTo>
                  <a:pt x="93794" y="185972"/>
                </a:moveTo>
                <a:lnTo>
                  <a:pt x="61633" y="182222"/>
                </a:lnTo>
                <a:lnTo>
                  <a:pt x="35658" y="171256"/>
                </a:lnTo>
                <a:lnTo>
                  <a:pt x="18294" y="153498"/>
                </a:lnTo>
                <a:lnTo>
                  <a:pt x="11966" y="129372"/>
                </a:lnTo>
                <a:lnTo>
                  <a:pt x="18294" y="105246"/>
                </a:lnTo>
                <a:lnTo>
                  <a:pt x="35658" y="87488"/>
                </a:lnTo>
                <a:lnTo>
                  <a:pt x="61633" y="76521"/>
                </a:lnTo>
                <a:lnTo>
                  <a:pt x="93794" y="72771"/>
                </a:lnTo>
                <a:lnTo>
                  <a:pt x="125905" y="76521"/>
                </a:lnTo>
                <a:lnTo>
                  <a:pt x="151769" y="87488"/>
                </a:lnTo>
                <a:lnTo>
                  <a:pt x="161353" y="97352"/>
                </a:lnTo>
                <a:lnTo>
                  <a:pt x="93794" y="97352"/>
                </a:lnTo>
                <a:lnTo>
                  <a:pt x="72761" y="99763"/>
                </a:lnTo>
                <a:lnTo>
                  <a:pt x="56762" y="106449"/>
                </a:lnTo>
                <a:lnTo>
                  <a:pt x="46584" y="116591"/>
                </a:lnTo>
                <a:lnTo>
                  <a:pt x="43016" y="129372"/>
                </a:lnTo>
                <a:lnTo>
                  <a:pt x="46584" y="142289"/>
                </a:lnTo>
                <a:lnTo>
                  <a:pt x="56762" y="152416"/>
                </a:lnTo>
                <a:lnTo>
                  <a:pt x="72761" y="159026"/>
                </a:lnTo>
                <a:lnTo>
                  <a:pt x="93794" y="161392"/>
                </a:lnTo>
                <a:lnTo>
                  <a:pt x="161353" y="161392"/>
                </a:lnTo>
                <a:lnTo>
                  <a:pt x="151769" y="171256"/>
                </a:lnTo>
                <a:lnTo>
                  <a:pt x="125905" y="182222"/>
                </a:lnTo>
                <a:lnTo>
                  <a:pt x="93794" y="185972"/>
                </a:lnTo>
                <a:close/>
              </a:path>
              <a:path w="290195" h="278129">
                <a:moveTo>
                  <a:pt x="161353" y="161392"/>
                </a:moveTo>
                <a:lnTo>
                  <a:pt x="93794" y="161392"/>
                </a:lnTo>
                <a:lnTo>
                  <a:pt x="114828" y="159026"/>
                </a:lnTo>
                <a:lnTo>
                  <a:pt x="130827" y="152416"/>
                </a:lnTo>
                <a:lnTo>
                  <a:pt x="141005" y="142289"/>
                </a:lnTo>
                <a:lnTo>
                  <a:pt x="144573" y="129372"/>
                </a:lnTo>
                <a:lnTo>
                  <a:pt x="141005" y="116591"/>
                </a:lnTo>
                <a:lnTo>
                  <a:pt x="130827" y="106449"/>
                </a:lnTo>
                <a:lnTo>
                  <a:pt x="114828" y="99763"/>
                </a:lnTo>
                <a:lnTo>
                  <a:pt x="93794" y="97352"/>
                </a:lnTo>
                <a:lnTo>
                  <a:pt x="161353" y="97352"/>
                </a:lnTo>
                <a:lnTo>
                  <a:pt x="169022" y="105246"/>
                </a:lnTo>
                <a:lnTo>
                  <a:pt x="175299" y="129372"/>
                </a:lnTo>
                <a:lnTo>
                  <a:pt x="169022" y="153498"/>
                </a:lnTo>
                <a:lnTo>
                  <a:pt x="161353" y="161392"/>
                </a:lnTo>
                <a:close/>
              </a:path>
              <a:path w="290195" h="278129">
                <a:moveTo>
                  <a:pt x="258421" y="277503"/>
                </a:moveTo>
                <a:lnTo>
                  <a:pt x="20052" y="277503"/>
                </a:lnTo>
                <a:lnTo>
                  <a:pt x="20052" y="201820"/>
                </a:lnTo>
                <a:lnTo>
                  <a:pt x="52395" y="201820"/>
                </a:lnTo>
                <a:lnTo>
                  <a:pt x="52395" y="249041"/>
                </a:lnTo>
                <a:lnTo>
                  <a:pt x="258421" y="249041"/>
                </a:lnTo>
                <a:lnTo>
                  <a:pt x="258421" y="277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32785" y="8096698"/>
            <a:ext cx="259715" cy="276225"/>
          </a:xfrm>
          <a:custGeom>
            <a:avLst/>
            <a:gdLst/>
            <a:ahLst/>
            <a:cxnLst/>
            <a:rect l="l" t="t" r="r" b="b"/>
            <a:pathLst>
              <a:path w="259715" h="276225">
                <a:moveTo>
                  <a:pt x="259391" y="276209"/>
                </a:moveTo>
                <a:lnTo>
                  <a:pt x="229312" y="276209"/>
                </a:lnTo>
                <a:lnTo>
                  <a:pt x="229312" y="0"/>
                </a:lnTo>
                <a:lnTo>
                  <a:pt x="259391" y="0"/>
                </a:lnTo>
                <a:lnTo>
                  <a:pt x="259391" y="276209"/>
                </a:lnTo>
                <a:close/>
              </a:path>
              <a:path w="259715" h="276225">
                <a:moveTo>
                  <a:pt x="191471" y="69214"/>
                </a:moveTo>
                <a:lnTo>
                  <a:pt x="161392" y="69214"/>
                </a:lnTo>
                <a:lnTo>
                  <a:pt x="161392" y="1617"/>
                </a:lnTo>
                <a:lnTo>
                  <a:pt x="191471" y="1617"/>
                </a:lnTo>
                <a:lnTo>
                  <a:pt x="191471" y="69214"/>
                </a:lnTo>
                <a:close/>
              </a:path>
              <a:path w="259715" h="276225">
                <a:moveTo>
                  <a:pt x="0" y="259068"/>
                </a:moveTo>
                <a:lnTo>
                  <a:pt x="0" y="228989"/>
                </a:lnTo>
                <a:lnTo>
                  <a:pt x="34682" y="217977"/>
                </a:lnTo>
                <a:lnTo>
                  <a:pt x="60845" y="188924"/>
                </a:lnTo>
                <a:lnTo>
                  <a:pt x="77365" y="144164"/>
                </a:lnTo>
                <a:lnTo>
                  <a:pt x="83121" y="86032"/>
                </a:lnTo>
                <a:lnTo>
                  <a:pt x="83121" y="39135"/>
                </a:lnTo>
                <a:lnTo>
                  <a:pt x="0" y="39135"/>
                </a:lnTo>
                <a:lnTo>
                  <a:pt x="0" y="10026"/>
                </a:lnTo>
                <a:lnTo>
                  <a:pt x="114171" y="10026"/>
                </a:lnTo>
                <a:lnTo>
                  <a:pt x="114171" y="69214"/>
                </a:lnTo>
                <a:lnTo>
                  <a:pt x="191471" y="69214"/>
                </a:lnTo>
                <a:lnTo>
                  <a:pt x="191471" y="98969"/>
                </a:lnTo>
                <a:lnTo>
                  <a:pt x="113847" y="98969"/>
                </a:lnTo>
                <a:lnTo>
                  <a:pt x="112811" y="114236"/>
                </a:lnTo>
                <a:lnTo>
                  <a:pt x="111138" y="128927"/>
                </a:lnTo>
                <a:lnTo>
                  <a:pt x="108799" y="142951"/>
                </a:lnTo>
                <a:lnTo>
                  <a:pt x="105761" y="156217"/>
                </a:lnTo>
                <a:lnTo>
                  <a:pt x="191471" y="156217"/>
                </a:lnTo>
                <a:lnTo>
                  <a:pt x="191471" y="185972"/>
                </a:lnTo>
                <a:lnTo>
                  <a:pt x="96058" y="185972"/>
                </a:lnTo>
                <a:lnTo>
                  <a:pt x="78639" y="216860"/>
                </a:lnTo>
                <a:lnTo>
                  <a:pt x="56398" y="239743"/>
                </a:lnTo>
                <a:lnTo>
                  <a:pt x="29972" y="254014"/>
                </a:lnTo>
                <a:lnTo>
                  <a:pt x="0" y="259068"/>
                </a:lnTo>
                <a:close/>
              </a:path>
              <a:path w="259715" h="276225">
                <a:moveTo>
                  <a:pt x="191471" y="156217"/>
                </a:moveTo>
                <a:lnTo>
                  <a:pt x="161392" y="156217"/>
                </a:lnTo>
                <a:lnTo>
                  <a:pt x="161392" y="98969"/>
                </a:lnTo>
                <a:lnTo>
                  <a:pt x="191471" y="98969"/>
                </a:lnTo>
                <a:lnTo>
                  <a:pt x="191471" y="156217"/>
                </a:lnTo>
                <a:close/>
              </a:path>
              <a:path w="259715" h="276225">
                <a:moveTo>
                  <a:pt x="191471" y="271358"/>
                </a:moveTo>
                <a:lnTo>
                  <a:pt x="161392" y="271358"/>
                </a:lnTo>
                <a:lnTo>
                  <a:pt x="161392" y="185972"/>
                </a:lnTo>
                <a:lnTo>
                  <a:pt x="191471" y="185972"/>
                </a:lnTo>
                <a:lnTo>
                  <a:pt x="191471" y="271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6692" y="8084334"/>
            <a:ext cx="183515" cy="271145"/>
          </a:xfrm>
          <a:custGeom>
            <a:avLst/>
            <a:gdLst/>
            <a:ahLst/>
            <a:cxnLst/>
            <a:rect l="l" t="t" r="r" b="b"/>
            <a:pathLst>
              <a:path w="183514" h="271145">
                <a:moveTo>
                  <a:pt x="91854" y="271035"/>
                </a:moveTo>
                <a:lnTo>
                  <a:pt x="54306" y="265071"/>
                </a:lnTo>
                <a:lnTo>
                  <a:pt x="25793" y="248556"/>
                </a:lnTo>
                <a:lnTo>
                  <a:pt x="7347" y="223551"/>
                </a:lnTo>
                <a:lnTo>
                  <a:pt x="0" y="192117"/>
                </a:lnTo>
                <a:lnTo>
                  <a:pt x="33636" y="192117"/>
                </a:lnTo>
                <a:lnTo>
                  <a:pt x="38003" y="211584"/>
                </a:lnTo>
                <a:lnTo>
                  <a:pt x="49404" y="227291"/>
                </a:lnTo>
                <a:lnTo>
                  <a:pt x="67475" y="237782"/>
                </a:lnTo>
                <a:lnTo>
                  <a:pt x="91854" y="241602"/>
                </a:lnTo>
                <a:lnTo>
                  <a:pt x="116182" y="237964"/>
                </a:lnTo>
                <a:lnTo>
                  <a:pt x="134385" y="228018"/>
                </a:lnTo>
                <a:lnTo>
                  <a:pt x="145796" y="213221"/>
                </a:lnTo>
                <a:lnTo>
                  <a:pt x="149748" y="195028"/>
                </a:lnTo>
                <a:lnTo>
                  <a:pt x="145498" y="175521"/>
                </a:lnTo>
                <a:lnTo>
                  <a:pt x="133213" y="160987"/>
                </a:lnTo>
                <a:lnTo>
                  <a:pt x="113589" y="151911"/>
                </a:lnTo>
                <a:lnTo>
                  <a:pt x="87326" y="148778"/>
                </a:lnTo>
                <a:lnTo>
                  <a:pt x="58864" y="148778"/>
                </a:lnTo>
                <a:lnTo>
                  <a:pt x="58864" y="120639"/>
                </a:lnTo>
                <a:lnTo>
                  <a:pt x="87326" y="120639"/>
                </a:lnTo>
                <a:lnTo>
                  <a:pt x="109885" y="117289"/>
                </a:lnTo>
                <a:lnTo>
                  <a:pt x="127350" y="107904"/>
                </a:lnTo>
                <a:lnTo>
                  <a:pt x="138630" y="93486"/>
                </a:lnTo>
                <a:lnTo>
                  <a:pt x="142633" y="75035"/>
                </a:lnTo>
                <a:lnTo>
                  <a:pt x="138964" y="57216"/>
                </a:lnTo>
                <a:lnTo>
                  <a:pt x="128321" y="42612"/>
                </a:lnTo>
                <a:lnTo>
                  <a:pt x="111250" y="32737"/>
                </a:lnTo>
                <a:lnTo>
                  <a:pt x="88296" y="29108"/>
                </a:lnTo>
                <a:lnTo>
                  <a:pt x="65120" y="33379"/>
                </a:lnTo>
                <a:lnTo>
                  <a:pt x="48191" y="44835"/>
                </a:lnTo>
                <a:lnTo>
                  <a:pt x="37811" y="61446"/>
                </a:lnTo>
                <a:lnTo>
                  <a:pt x="34283" y="81181"/>
                </a:lnTo>
                <a:lnTo>
                  <a:pt x="323" y="81181"/>
                </a:lnTo>
                <a:lnTo>
                  <a:pt x="6610" y="49257"/>
                </a:lnTo>
                <a:lnTo>
                  <a:pt x="24419" y="23489"/>
                </a:lnTo>
                <a:lnTo>
                  <a:pt x="52173" y="6271"/>
                </a:lnTo>
                <a:lnTo>
                  <a:pt x="88296" y="0"/>
                </a:lnTo>
                <a:lnTo>
                  <a:pt x="124556" y="5841"/>
                </a:lnTo>
                <a:lnTo>
                  <a:pt x="152295" y="21750"/>
                </a:lnTo>
                <a:lnTo>
                  <a:pt x="170028" y="45300"/>
                </a:lnTo>
                <a:lnTo>
                  <a:pt x="176269" y="74065"/>
                </a:lnTo>
                <a:lnTo>
                  <a:pt x="172408" y="95917"/>
                </a:lnTo>
                <a:lnTo>
                  <a:pt x="162119" y="113524"/>
                </a:lnTo>
                <a:lnTo>
                  <a:pt x="147342" y="126279"/>
                </a:lnTo>
                <a:lnTo>
                  <a:pt x="130019" y="133576"/>
                </a:lnTo>
                <a:lnTo>
                  <a:pt x="149359" y="140126"/>
                </a:lnTo>
                <a:lnTo>
                  <a:pt x="166364" y="152497"/>
                </a:lnTo>
                <a:lnTo>
                  <a:pt x="178458" y="170690"/>
                </a:lnTo>
                <a:lnTo>
                  <a:pt x="183061" y="194705"/>
                </a:lnTo>
                <a:lnTo>
                  <a:pt x="176451" y="224915"/>
                </a:lnTo>
                <a:lnTo>
                  <a:pt x="157834" y="249122"/>
                </a:lnTo>
                <a:lnTo>
                  <a:pt x="129028" y="265203"/>
                </a:lnTo>
                <a:lnTo>
                  <a:pt x="91854" y="271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14658" y="8307825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19" h="46354">
                <a:moveTo>
                  <a:pt x="22963" y="45927"/>
                </a:moveTo>
                <a:lnTo>
                  <a:pt x="13917" y="44158"/>
                </a:lnTo>
                <a:lnTo>
                  <a:pt x="6630" y="39296"/>
                </a:lnTo>
                <a:lnTo>
                  <a:pt x="1768" y="32009"/>
                </a:lnTo>
                <a:lnTo>
                  <a:pt x="0" y="22963"/>
                </a:lnTo>
                <a:lnTo>
                  <a:pt x="1768" y="13917"/>
                </a:lnTo>
                <a:lnTo>
                  <a:pt x="6630" y="6630"/>
                </a:lnTo>
                <a:lnTo>
                  <a:pt x="13917" y="1768"/>
                </a:lnTo>
                <a:lnTo>
                  <a:pt x="22963" y="0"/>
                </a:lnTo>
                <a:lnTo>
                  <a:pt x="31959" y="1768"/>
                </a:lnTo>
                <a:lnTo>
                  <a:pt x="39135" y="6630"/>
                </a:lnTo>
                <a:lnTo>
                  <a:pt x="43885" y="13917"/>
                </a:lnTo>
                <a:lnTo>
                  <a:pt x="45603" y="22963"/>
                </a:lnTo>
                <a:lnTo>
                  <a:pt x="43885" y="32009"/>
                </a:lnTo>
                <a:lnTo>
                  <a:pt x="39135" y="39296"/>
                </a:lnTo>
                <a:lnTo>
                  <a:pt x="31959" y="44158"/>
                </a:lnTo>
                <a:lnTo>
                  <a:pt x="22963" y="45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58513" y="6996930"/>
            <a:ext cx="276225" cy="275590"/>
          </a:xfrm>
          <a:custGeom>
            <a:avLst/>
            <a:gdLst/>
            <a:ahLst/>
            <a:cxnLst/>
            <a:rect l="l" t="t" r="r" b="b"/>
            <a:pathLst>
              <a:path w="276225" h="275590">
                <a:moveTo>
                  <a:pt x="259715" y="29108"/>
                </a:moveTo>
                <a:lnTo>
                  <a:pt x="15848" y="29108"/>
                </a:lnTo>
                <a:lnTo>
                  <a:pt x="15848" y="0"/>
                </a:lnTo>
                <a:lnTo>
                  <a:pt x="259715" y="0"/>
                </a:lnTo>
                <a:lnTo>
                  <a:pt x="259715" y="29108"/>
                </a:lnTo>
                <a:close/>
              </a:path>
              <a:path w="276225" h="275590">
                <a:moveTo>
                  <a:pt x="9056" y="138751"/>
                </a:moveTo>
                <a:lnTo>
                  <a:pt x="9056" y="108996"/>
                </a:lnTo>
                <a:lnTo>
                  <a:pt x="49100" y="101062"/>
                </a:lnTo>
                <a:lnTo>
                  <a:pt x="83202" y="84577"/>
                </a:lnTo>
                <a:lnTo>
                  <a:pt x="108935" y="60329"/>
                </a:lnTo>
                <a:lnTo>
                  <a:pt x="123874" y="29108"/>
                </a:lnTo>
                <a:lnTo>
                  <a:pt x="157834" y="29108"/>
                </a:lnTo>
                <a:lnTo>
                  <a:pt x="156141" y="36557"/>
                </a:lnTo>
                <a:lnTo>
                  <a:pt x="153993" y="43824"/>
                </a:lnTo>
                <a:lnTo>
                  <a:pt x="151421" y="50849"/>
                </a:lnTo>
                <a:lnTo>
                  <a:pt x="148454" y="57570"/>
                </a:lnTo>
                <a:lnTo>
                  <a:pt x="204602" y="82474"/>
                </a:lnTo>
                <a:lnTo>
                  <a:pt x="132283" y="82474"/>
                </a:lnTo>
                <a:lnTo>
                  <a:pt x="108298" y="104730"/>
                </a:lnTo>
                <a:lnTo>
                  <a:pt x="78917" y="121771"/>
                </a:lnTo>
                <a:lnTo>
                  <a:pt x="45411" y="133233"/>
                </a:lnTo>
                <a:lnTo>
                  <a:pt x="9056" y="138751"/>
                </a:lnTo>
                <a:close/>
              </a:path>
              <a:path w="276225" h="275590">
                <a:moveTo>
                  <a:pt x="255510" y="137781"/>
                </a:moveTo>
                <a:lnTo>
                  <a:pt x="132283" y="82474"/>
                </a:lnTo>
                <a:lnTo>
                  <a:pt x="204602" y="82474"/>
                </a:lnTo>
                <a:lnTo>
                  <a:pt x="268771" y="110936"/>
                </a:lnTo>
                <a:lnTo>
                  <a:pt x="255510" y="137781"/>
                </a:lnTo>
                <a:close/>
              </a:path>
              <a:path w="276225" h="275590">
                <a:moveTo>
                  <a:pt x="275886" y="198263"/>
                </a:moveTo>
                <a:lnTo>
                  <a:pt x="0" y="198263"/>
                </a:lnTo>
                <a:lnTo>
                  <a:pt x="0" y="168507"/>
                </a:lnTo>
                <a:lnTo>
                  <a:pt x="275886" y="168507"/>
                </a:lnTo>
                <a:lnTo>
                  <a:pt x="275886" y="198263"/>
                </a:lnTo>
                <a:close/>
              </a:path>
              <a:path w="276225" h="275590">
                <a:moveTo>
                  <a:pt x="153629" y="275563"/>
                </a:moveTo>
                <a:lnTo>
                  <a:pt x="121286" y="275563"/>
                </a:lnTo>
                <a:lnTo>
                  <a:pt x="121286" y="198263"/>
                </a:lnTo>
                <a:lnTo>
                  <a:pt x="153629" y="198263"/>
                </a:lnTo>
                <a:lnTo>
                  <a:pt x="153629" y="275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762215" y="6989815"/>
            <a:ext cx="263525" cy="276225"/>
          </a:xfrm>
          <a:custGeom>
            <a:avLst/>
            <a:gdLst/>
            <a:ahLst/>
            <a:cxnLst/>
            <a:rect l="l" t="t" r="r" b="b"/>
            <a:pathLst>
              <a:path w="263525" h="276225">
                <a:moveTo>
                  <a:pt x="263272" y="276209"/>
                </a:moveTo>
                <a:lnTo>
                  <a:pt x="232870" y="276209"/>
                </a:lnTo>
                <a:lnTo>
                  <a:pt x="232870" y="0"/>
                </a:lnTo>
                <a:lnTo>
                  <a:pt x="263272" y="0"/>
                </a:lnTo>
                <a:lnTo>
                  <a:pt x="263272" y="276209"/>
                </a:lnTo>
                <a:close/>
              </a:path>
              <a:path w="263525" h="276225">
                <a:moveTo>
                  <a:pt x="191794" y="271358"/>
                </a:moveTo>
                <a:lnTo>
                  <a:pt x="161392" y="271358"/>
                </a:lnTo>
                <a:lnTo>
                  <a:pt x="161392" y="135194"/>
                </a:lnTo>
                <a:lnTo>
                  <a:pt x="117728" y="135194"/>
                </a:lnTo>
                <a:lnTo>
                  <a:pt x="117728" y="105115"/>
                </a:lnTo>
                <a:lnTo>
                  <a:pt x="161392" y="105115"/>
                </a:lnTo>
                <a:lnTo>
                  <a:pt x="161392" y="1617"/>
                </a:lnTo>
                <a:lnTo>
                  <a:pt x="191794" y="1617"/>
                </a:lnTo>
                <a:lnTo>
                  <a:pt x="191794" y="271358"/>
                </a:lnTo>
                <a:close/>
              </a:path>
              <a:path w="263525" h="276225">
                <a:moveTo>
                  <a:pt x="134547" y="39135"/>
                </a:moveTo>
                <a:lnTo>
                  <a:pt x="4528" y="39135"/>
                </a:lnTo>
                <a:lnTo>
                  <a:pt x="4528" y="10026"/>
                </a:lnTo>
                <a:lnTo>
                  <a:pt x="134547" y="10026"/>
                </a:lnTo>
                <a:lnTo>
                  <a:pt x="134547" y="39135"/>
                </a:lnTo>
                <a:close/>
              </a:path>
              <a:path w="263525" h="276225">
                <a:moveTo>
                  <a:pt x="0" y="259715"/>
                </a:moveTo>
                <a:lnTo>
                  <a:pt x="0" y="228342"/>
                </a:lnTo>
                <a:lnTo>
                  <a:pt x="23969" y="209466"/>
                </a:lnTo>
                <a:lnTo>
                  <a:pt x="41116" y="169760"/>
                </a:lnTo>
                <a:lnTo>
                  <a:pt x="51531" y="112043"/>
                </a:lnTo>
                <a:lnTo>
                  <a:pt x="55306" y="39135"/>
                </a:lnTo>
                <a:lnTo>
                  <a:pt x="86032" y="39135"/>
                </a:lnTo>
                <a:lnTo>
                  <a:pt x="85547" y="61815"/>
                </a:lnTo>
                <a:lnTo>
                  <a:pt x="84577" y="83283"/>
                </a:lnTo>
                <a:lnTo>
                  <a:pt x="83121" y="103538"/>
                </a:lnTo>
                <a:lnTo>
                  <a:pt x="81181" y="122580"/>
                </a:lnTo>
                <a:lnTo>
                  <a:pt x="106179" y="166566"/>
                </a:lnTo>
                <a:lnTo>
                  <a:pt x="73095" y="166566"/>
                </a:lnTo>
                <a:lnTo>
                  <a:pt x="60901" y="203862"/>
                </a:lnTo>
                <a:lnTo>
                  <a:pt x="44673" y="231819"/>
                </a:lnTo>
                <a:lnTo>
                  <a:pt x="24383" y="250436"/>
                </a:lnTo>
                <a:lnTo>
                  <a:pt x="0" y="259715"/>
                </a:lnTo>
                <a:close/>
              </a:path>
              <a:path w="263525" h="276225">
                <a:moveTo>
                  <a:pt x="122256" y="255833"/>
                </a:moveTo>
                <a:lnTo>
                  <a:pt x="73095" y="166566"/>
                </a:lnTo>
                <a:lnTo>
                  <a:pt x="106179" y="166566"/>
                </a:lnTo>
                <a:lnTo>
                  <a:pt x="148454" y="240956"/>
                </a:lnTo>
                <a:lnTo>
                  <a:pt x="122256" y="2558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142430" y="6989815"/>
            <a:ext cx="265430" cy="273050"/>
          </a:xfrm>
          <a:custGeom>
            <a:avLst/>
            <a:gdLst/>
            <a:ahLst/>
            <a:cxnLst/>
            <a:rect l="l" t="t" r="r" b="b"/>
            <a:pathLst>
              <a:path w="265429" h="273050">
                <a:moveTo>
                  <a:pt x="259391" y="205378"/>
                </a:moveTo>
                <a:lnTo>
                  <a:pt x="227371" y="205378"/>
                </a:lnTo>
                <a:lnTo>
                  <a:pt x="227371" y="81828"/>
                </a:lnTo>
                <a:lnTo>
                  <a:pt x="160745" y="81828"/>
                </a:lnTo>
                <a:lnTo>
                  <a:pt x="160745" y="52719"/>
                </a:lnTo>
                <a:lnTo>
                  <a:pt x="227371" y="52719"/>
                </a:lnTo>
                <a:lnTo>
                  <a:pt x="227371" y="0"/>
                </a:lnTo>
                <a:lnTo>
                  <a:pt x="259391" y="0"/>
                </a:lnTo>
                <a:lnTo>
                  <a:pt x="259391" y="205378"/>
                </a:lnTo>
                <a:close/>
              </a:path>
              <a:path w="265429" h="273050">
                <a:moveTo>
                  <a:pt x="0" y="166566"/>
                </a:moveTo>
                <a:lnTo>
                  <a:pt x="0" y="136487"/>
                </a:lnTo>
                <a:lnTo>
                  <a:pt x="34677" y="120887"/>
                </a:lnTo>
                <a:lnTo>
                  <a:pt x="60562" y="90762"/>
                </a:lnTo>
                <a:lnTo>
                  <a:pt x="76865" y="50025"/>
                </a:lnTo>
                <a:lnTo>
                  <a:pt x="82798" y="2587"/>
                </a:lnTo>
                <a:lnTo>
                  <a:pt x="114817" y="4528"/>
                </a:lnTo>
                <a:lnTo>
                  <a:pt x="114090" y="22756"/>
                </a:lnTo>
                <a:lnTo>
                  <a:pt x="111907" y="40469"/>
                </a:lnTo>
                <a:lnTo>
                  <a:pt x="108268" y="57515"/>
                </a:lnTo>
                <a:lnTo>
                  <a:pt x="103174" y="73742"/>
                </a:lnTo>
                <a:lnTo>
                  <a:pt x="137943" y="101557"/>
                </a:lnTo>
                <a:lnTo>
                  <a:pt x="90884" y="101557"/>
                </a:lnTo>
                <a:lnTo>
                  <a:pt x="73772" y="125723"/>
                </a:lnTo>
                <a:lnTo>
                  <a:pt x="52719" y="145220"/>
                </a:lnTo>
                <a:lnTo>
                  <a:pt x="28027" y="159138"/>
                </a:lnTo>
                <a:lnTo>
                  <a:pt x="0" y="166566"/>
                </a:lnTo>
                <a:close/>
              </a:path>
              <a:path w="265429" h="273050">
                <a:moveTo>
                  <a:pt x="168830" y="164949"/>
                </a:moveTo>
                <a:lnTo>
                  <a:pt x="90884" y="101557"/>
                </a:lnTo>
                <a:lnTo>
                  <a:pt x="137943" y="101557"/>
                </a:lnTo>
                <a:lnTo>
                  <a:pt x="188883" y="142309"/>
                </a:lnTo>
                <a:lnTo>
                  <a:pt x="168830" y="164949"/>
                </a:lnTo>
                <a:close/>
              </a:path>
              <a:path w="265429" h="273050">
                <a:moveTo>
                  <a:pt x="265213" y="272652"/>
                </a:moveTo>
                <a:lnTo>
                  <a:pt x="24257" y="272652"/>
                </a:lnTo>
                <a:lnTo>
                  <a:pt x="24257" y="184679"/>
                </a:lnTo>
                <a:lnTo>
                  <a:pt x="56923" y="184679"/>
                </a:lnTo>
                <a:lnTo>
                  <a:pt x="56923" y="243866"/>
                </a:lnTo>
                <a:lnTo>
                  <a:pt x="265213" y="243866"/>
                </a:lnTo>
                <a:lnTo>
                  <a:pt x="265213" y="27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448719" y="6989815"/>
            <a:ext cx="257175" cy="276225"/>
          </a:xfrm>
          <a:custGeom>
            <a:avLst/>
            <a:gdLst/>
            <a:ahLst/>
            <a:cxnLst/>
            <a:rect l="l" t="t" r="r" b="b"/>
            <a:pathLst>
              <a:path w="257175" h="276225">
                <a:moveTo>
                  <a:pt x="254540" y="155246"/>
                </a:moveTo>
                <a:lnTo>
                  <a:pt x="222520" y="155246"/>
                </a:lnTo>
                <a:lnTo>
                  <a:pt x="222520" y="79887"/>
                </a:lnTo>
                <a:lnTo>
                  <a:pt x="168830" y="79887"/>
                </a:lnTo>
                <a:lnTo>
                  <a:pt x="168830" y="52072"/>
                </a:lnTo>
                <a:lnTo>
                  <a:pt x="222520" y="52072"/>
                </a:lnTo>
                <a:lnTo>
                  <a:pt x="222520" y="0"/>
                </a:lnTo>
                <a:lnTo>
                  <a:pt x="254540" y="0"/>
                </a:lnTo>
                <a:lnTo>
                  <a:pt x="254540" y="155246"/>
                </a:lnTo>
                <a:close/>
              </a:path>
              <a:path w="257175" h="276225">
                <a:moveTo>
                  <a:pt x="179827" y="34607"/>
                </a:moveTo>
                <a:lnTo>
                  <a:pt x="3557" y="34607"/>
                </a:lnTo>
                <a:lnTo>
                  <a:pt x="3557" y="7115"/>
                </a:lnTo>
                <a:lnTo>
                  <a:pt x="179827" y="7115"/>
                </a:lnTo>
                <a:lnTo>
                  <a:pt x="179827" y="34607"/>
                </a:lnTo>
                <a:close/>
              </a:path>
              <a:path w="257175" h="276225">
                <a:moveTo>
                  <a:pt x="0" y="147161"/>
                </a:moveTo>
                <a:lnTo>
                  <a:pt x="0" y="118375"/>
                </a:lnTo>
                <a:lnTo>
                  <a:pt x="30872" y="109016"/>
                </a:lnTo>
                <a:lnTo>
                  <a:pt x="54619" y="91045"/>
                </a:lnTo>
                <a:lnTo>
                  <a:pt x="70543" y="65797"/>
                </a:lnTo>
                <a:lnTo>
                  <a:pt x="77946" y="34607"/>
                </a:lnTo>
                <a:lnTo>
                  <a:pt x="109966" y="34607"/>
                </a:lnTo>
                <a:lnTo>
                  <a:pt x="109188" y="42980"/>
                </a:lnTo>
                <a:lnTo>
                  <a:pt x="107864" y="51142"/>
                </a:lnTo>
                <a:lnTo>
                  <a:pt x="106055" y="59122"/>
                </a:lnTo>
                <a:lnTo>
                  <a:pt x="103821" y="66950"/>
                </a:lnTo>
                <a:lnTo>
                  <a:pt x="144302" y="92501"/>
                </a:lnTo>
                <a:lnTo>
                  <a:pt x="91854" y="92501"/>
                </a:lnTo>
                <a:lnTo>
                  <a:pt x="75182" y="113185"/>
                </a:lnTo>
                <a:lnTo>
                  <a:pt x="54053" y="129655"/>
                </a:lnTo>
                <a:lnTo>
                  <a:pt x="28861" y="141212"/>
                </a:lnTo>
                <a:lnTo>
                  <a:pt x="0" y="147161"/>
                </a:lnTo>
                <a:close/>
              </a:path>
              <a:path w="257175" h="276225">
                <a:moveTo>
                  <a:pt x="173035" y="144573"/>
                </a:moveTo>
                <a:lnTo>
                  <a:pt x="91854" y="92501"/>
                </a:lnTo>
                <a:lnTo>
                  <a:pt x="144302" y="92501"/>
                </a:lnTo>
                <a:lnTo>
                  <a:pt x="188883" y="120639"/>
                </a:lnTo>
                <a:lnTo>
                  <a:pt x="173035" y="144573"/>
                </a:lnTo>
                <a:close/>
              </a:path>
              <a:path w="257175" h="276225">
                <a:moveTo>
                  <a:pt x="137458" y="276209"/>
                </a:moveTo>
                <a:lnTo>
                  <a:pt x="90565" y="273152"/>
                </a:lnTo>
                <a:lnTo>
                  <a:pt x="52678" y="263394"/>
                </a:lnTo>
                <a:lnTo>
                  <a:pt x="27345" y="246055"/>
                </a:lnTo>
                <a:lnTo>
                  <a:pt x="18112" y="220256"/>
                </a:lnTo>
                <a:lnTo>
                  <a:pt x="27345" y="194457"/>
                </a:lnTo>
                <a:lnTo>
                  <a:pt x="52678" y="177118"/>
                </a:lnTo>
                <a:lnTo>
                  <a:pt x="90565" y="167360"/>
                </a:lnTo>
                <a:lnTo>
                  <a:pt x="137458" y="164302"/>
                </a:lnTo>
                <a:lnTo>
                  <a:pt x="184350" y="167360"/>
                </a:lnTo>
                <a:lnTo>
                  <a:pt x="222237" y="177118"/>
                </a:lnTo>
                <a:lnTo>
                  <a:pt x="241789" y="190500"/>
                </a:lnTo>
                <a:lnTo>
                  <a:pt x="137458" y="190500"/>
                </a:lnTo>
                <a:lnTo>
                  <a:pt x="104058" y="192284"/>
                </a:lnTo>
                <a:lnTo>
                  <a:pt x="76936" y="197737"/>
                </a:lnTo>
                <a:lnTo>
                  <a:pt x="58727" y="207010"/>
                </a:lnTo>
                <a:lnTo>
                  <a:pt x="52072" y="220256"/>
                </a:lnTo>
                <a:lnTo>
                  <a:pt x="58727" y="233501"/>
                </a:lnTo>
                <a:lnTo>
                  <a:pt x="76936" y="242775"/>
                </a:lnTo>
                <a:lnTo>
                  <a:pt x="104058" y="248228"/>
                </a:lnTo>
                <a:lnTo>
                  <a:pt x="137458" y="250012"/>
                </a:lnTo>
                <a:lnTo>
                  <a:pt x="241789" y="250012"/>
                </a:lnTo>
                <a:lnTo>
                  <a:pt x="222237" y="263394"/>
                </a:lnTo>
                <a:lnTo>
                  <a:pt x="184350" y="273152"/>
                </a:lnTo>
                <a:lnTo>
                  <a:pt x="137458" y="276209"/>
                </a:lnTo>
                <a:close/>
              </a:path>
              <a:path w="257175" h="276225">
                <a:moveTo>
                  <a:pt x="241789" y="250012"/>
                </a:moveTo>
                <a:lnTo>
                  <a:pt x="137458" y="250012"/>
                </a:lnTo>
                <a:lnTo>
                  <a:pt x="170857" y="248228"/>
                </a:lnTo>
                <a:lnTo>
                  <a:pt x="197980" y="242775"/>
                </a:lnTo>
                <a:lnTo>
                  <a:pt x="216188" y="233501"/>
                </a:lnTo>
                <a:lnTo>
                  <a:pt x="222843" y="220256"/>
                </a:lnTo>
                <a:lnTo>
                  <a:pt x="216188" y="207010"/>
                </a:lnTo>
                <a:lnTo>
                  <a:pt x="197980" y="197737"/>
                </a:lnTo>
                <a:lnTo>
                  <a:pt x="170857" y="192284"/>
                </a:lnTo>
                <a:lnTo>
                  <a:pt x="137458" y="190500"/>
                </a:lnTo>
                <a:lnTo>
                  <a:pt x="241789" y="190500"/>
                </a:lnTo>
                <a:lnTo>
                  <a:pt x="247571" y="194457"/>
                </a:lnTo>
                <a:lnTo>
                  <a:pt x="256804" y="220256"/>
                </a:lnTo>
                <a:lnTo>
                  <a:pt x="247571" y="246055"/>
                </a:lnTo>
                <a:lnTo>
                  <a:pt x="241789" y="250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36697" y="6989815"/>
            <a:ext cx="247015" cy="276225"/>
          </a:xfrm>
          <a:custGeom>
            <a:avLst/>
            <a:gdLst/>
            <a:ahLst/>
            <a:cxnLst/>
            <a:rect l="l" t="t" r="r" b="b"/>
            <a:pathLst>
              <a:path w="247015" h="276225">
                <a:moveTo>
                  <a:pt x="246454" y="276209"/>
                </a:moveTo>
                <a:lnTo>
                  <a:pt x="214111" y="276209"/>
                </a:lnTo>
                <a:lnTo>
                  <a:pt x="214111" y="0"/>
                </a:lnTo>
                <a:lnTo>
                  <a:pt x="246454" y="0"/>
                </a:lnTo>
                <a:lnTo>
                  <a:pt x="246454" y="276209"/>
                </a:lnTo>
                <a:close/>
              </a:path>
              <a:path w="247015" h="276225">
                <a:moveTo>
                  <a:pt x="83768" y="263272"/>
                </a:moveTo>
                <a:lnTo>
                  <a:pt x="49939" y="255535"/>
                </a:lnTo>
                <a:lnTo>
                  <a:pt x="23448" y="231940"/>
                </a:lnTo>
                <a:lnTo>
                  <a:pt x="6175" y="191910"/>
                </a:lnTo>
                <a:lnTo>
                  <a:pt x="0" y="134870"/>
                </a:lnTo>
                <a:lnTo>
                  <a:pt x="6175" y="77830"/>
                </a:lnTo>
                <a:lnTo>
                  <a:pt x="23448" y="37800"/>
                </a:lnTo>
                <a:lnTo>
                  <a:pt x="49939" y="14205"/>
                </a:lnTo>
                <a:lnTo>
                  <a:pt x="83768" y="6468"/>
                </a:lnTo>
                <a:lnTo>
                  <a:pt x="117410" y="14205"/>
                </a:lnTo>
                <a:lnTo>
                  <a:pt x="141679" y="35900"/>
                </a:lnTo>
                <a:lnTo>
                  <a:pt x="83768" y="35900"/>
                </a:lnTo>
                <a:lnTo>
                  <a:pt x="63266" y="41540"/>
                </a:lnTo>
                <a:lnTo>
                  <a:pt x="46857" y="59187"/>
                </a:lnTo>
                <a:lnTo>
                  <a:pt x="35966" y="89934"/>
                </a:lnTo>
                <a:lnTo>
                  <a:pt x="32019" y="134870"/>
                </a:lnTo>
                <a:lnTo>
                  <a:pt x="35966" y="179943"/>
                </a:lnTo>
                <a:lnTo>
                  <a:pt x="46857" y="210674"/>
                </a:lnTo>
                <a:lnTo>
                  <a:pt x="63266" y="228246"/>
                </a:lnTo>
                <a:lnTo>
                  <a:pt x="83768" y="233840"/>
                </a:lnTo>
                <a:lnTo>
                  <a:pt x="141679" y="233840"/>
                </a:lnTo>
                <a:lnTo>
                  <a:pt x="117410" y="255535"/>
                </a:lnTo>
                <a:lnTo>
                  <a:pt x="83768" y="263272"/>
                </a:lnTo>
                <a:close/>
              </a:path>
              <a:path w="247015" h="276225">
                <a:moveTo>
                  <a:pt x="141679" y="233840"/>
                </a:moveTo>
                <a:lnTo>
                  <a:pt x="83768" y="233840"/>
                </a:lnTo>
                <a:lnTo>
                  <a:pt x="103947" y="228246"/>
                </a:lnTo>
                <a:lnTo>
                  <a:pt x="120275" y="210674"/>
                </a:lnTo>
                <a:lnTo>
                  <a:pt x="131206" y="179943"/>
                </a:lnTo>
                <a:lnTo>
                  <a:pt x="135194" y="134870"/>
                </a:lnTo>
                <a:lnTo>
                  <a:pt x="131206" y="89934"/>
                </a:lnTo>
                <a:lnTo>
                  <a:pt x="120275" y="59187"/>
                </a:lnTo>
                <a:lnTo>
                  <a:pt x="103947" y="41540"/>
                </a:lnTo>
                <a:lnTo>
                  <a:pt x="83768" y="35900"/>
                </a:lnTo>
                <a:lnTo>
                  <a:pt x="141679" y="35900"/>
                </a:lnTo>
                <a:lnTo>
                  <a:pt x="143805" y="37800"/>
                </a:lnTo>
                <a:lnTo>
                  <a:pt x="161043" y="77830"/>
                </a:lnTo>
                <a:lnTo>
                  <a:pt x="167213" y="134870"/>
                </a:lnTo>
                <a:lnTo>
                  <a:pt x="161043" y="191910"/>
                </a:lnTo>
                <a:lnTo>
                  <a:pt x="143805" y="231940"/>
                </a:lnTo>
                <a:lnTo>
                  <a:pt x="141679" y="2338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126491" y="6992402"/>
            <a:ext cx="276225" cy="280670"/>
          </a:xfrm>
          <a:custGeom>
            <a:avLst/>
            <a:gdLst/>
            <a:ahLst/>
            <a:cxnLst/>
            <a:rect l="l" t="t" r="r" b="b"/>
            <a:pathLst>
              <a:path w="276225" h="280670">
                <a:moveTo>
                  <a:pt x="137781" y="145543"/>
                </a:moveTo>
                <a:lnTo>
                  <a:pt x="87331" y="140677"/>
                </a:lnTo>
                <a:lnTo>
                  <a:pt x="48555" y="126501"/>
                </a:lnTo>
                <a:lnTo>
                  <a:pt x="23666" y="103654"/>
                </a:lnTo>
                <a:lnTo>
                  <a:pt x="14877" y="72771"/>
                </a:lnTo>
                <a:lnTo>
                  <a:pt x="23666" y="41889"/>
                </a:lnTo>
                <a:lnTo>
                  <a:pt x="48555" y="19041"/>
                </a:lnTo>
                <a:lnTo>
                  <a:pt x="87331" y="4866"/>
                </a:lnTo>
                <a:lnTo>
                  <a:pt x="137781" y="0"/>
                </a:lnTo>
                <a:lnTo>
                  <a:pt x="188231" y="4866"/>
                </a:lnTo>
                <a:lnTo>
                  <a:pt x="227008" y="19041"/>
                </a:lnTo>
                <a:lnTo>
                  <a:pt x="237269" y="28461"/>
                </a:lnTo>
                <a:lnTo>
                  <a:pt x="137781" y="28461"/>
                </a:lnTo>
                <a:lnTo>
                  <a:pt x="101678" y="31337"/>
                </a:lnTo>
                <a:lnTo>
                  <a:pt x="73337" y="39822"/>
                </a:lnTo>
                <a:lnTo>
                  <a:pt x="54821" y="53704"/>
                </a:lnTo>
                <a:lnTo>
                  <a:pt x="48191" y="72771"/>
                </a:lnTo>
                <a:lnTo>
                  <a:pt x="54821" y="91652"/>
                </a:lnTo>
                <a:lnTo>
                  <a:pt x="73337" y="105438"/>
                </a:lnTo>
                <a:lnTo>
                  <a:pt x="101678" y="113888"/>
                </a:lnTo>
                <a:lnTo>
                  <a:pt x="137781" y="116758"/>
                </a:lnTo>
                <a:lnTo>
                  <a:pt x="237622" y="116758"/>
                </a:lnTo>
                <a:lnTo>
                  <a:pt x="227008" y="126501"/>
                </a:lnTo>
                <a:lnTo>
                  <a:pt x="188231" y="140677"/>
                </a:lnTo>
                <a:lnTo>
                  <a:pt x="137781" y="145543"/>
                </a:lnTo>
                <a:close/>
              </a:path>
              <a:path w="276225" h="280670">
                <a:moveTo>
                  <a:pt x="237622" y="116758"/>
                </a:moveTo>
                <a:lnTo>
                  <a:pt x="137781" y="116758"/>
                </a:lnTo>
                <a:lnTo>
                  <a:pt x="173884" y="113888"/>
                </a:lnTo>
                <a:lnTo>
                  <a:pt x="202225" y="105438"/>
                </a:lnTo>
                <a:lnTo>
                  <a:pt x="220741" y="91652"/>
                </a:lnTo>
                <a:lnTo>
                  <a:pt x="227371" y="72771"/>
                </a:lnTo>
                <a:lnTo>
                  <a:pt x="220741" y="53704"/>
                </a:lnTo>
                <a:lnTo>
                  <a:pt x="202225" y="39822"/>
                </a:lnTo>
                <a:lnTo>
                  <a:pt x="173884" y="31337"/>
                </a:lnTo>
                <a:lnTo>
                  <a:pt x="137781" y="28461"/>
                </a:lnTo>
                <a:lnTo>
                  <a:pt x="237269" y="28461"/>
                </a:lnTo>
                <a:lnTo>
                  <a:pt x="251897" y="41889"/>
                </a:lnTo>
                <a:lnTo>
                  <a:pt x="260685" y="72771"/>
                </a:lnTo>
                <a:lnTo>
                  <a:pt x="251897" y="103654"/>
                </a:lnTo>
                <a:lnTo>
                  <a:pt x="237622" y="116758"/>
                </a:lnTo>
                <a:close/>
              </a:path>
              <a:path w="276225" h="280670">
                <a:moveTo>
                  <a:pt x="275886" y="201820"/>
                </a:moveTo>
                <a:lnTo>
                  <a:pt x="0" y="201820"/>
                </a:lnTo>
                <a:lnTo>
                  <a:pt x="0" y="171741"/>
                </a:lnTo>
                <a:lnTo>
                  <a:pt x="275886" y="171741"/>
                </a:lnTo>
                <a:lnTo>
                  <a:pt x="275886" y="201820"/>
                </a:lnTo>
                <a:close/>
              </a:path>
              <a:path w="276225" h="280670">
                <a:moveTo>
                  <a:pt x="99616" y="280091"/>
                </a:moveTo>
                <a:lnTo>
                  <a:pt x="67920" y="280091"/>
                </a:lnTo>
                <a:lnTo>
                  <a:pt x="67920" y="201820"/>
                </a:lnTo>
                <a:lnTo>
                  <a:pt x="99616" y="201820"/>
                </a:lnTo>
                <a:lnTo>
                  <a:pt x="99616" y="280091"/>
                </a:lnTo>
                <a:close/>
              </a:path>
              <a:path w="276225" h="280670">
                <a:moveTo>
                  <a:pt x="207642" y="280091"/>
                </a:moveTo>
                <a:lnTo>
                  <a:pt x="175946" y="280091"/>
                </a:lnTo>
                <a:lnTo>
                  <a:pt x="175946" y="201820"/>
                </a:lnTo>
                <a:lnTo>
                  <a:pt x="207642" y="201820"/>
                </a:lnTo>
                <a:lnTo>
                  <a:pt x="207642" y="2800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805721" y="7008086"/>
            <a:ext cx="183515" cy="265430"/>
          </a:xfrm>
          <a:custGeom>
            <a:avLst/>
            <a:gdLst/>
            <a:ahLst/>
            <a:cxnLst/>
            <a:rect l="l" t="t" r="r" b="b"/>
            <a:pathLst>
              <a:path w="183514" h="265429">
                <a:moveTo>
                  <a:pt x="183061" y="265213"/>
                </a:moveTo>
                <a:lnTo>
                  <a:pt x="2910" y="265213"/>
                </a:lnTo>
                <a:lnTo>
                  <a:pt x="2910" y="243220"/>
                </a:lnTo>
                <a:lnTo>
                  <a:pt x="94765" y="151042"/>
                </a:lnTo>
                <a:lnTo>
                  <a:pt x="115859" y="128210"/>
                </a:lnTo>
                <a:lnTo>
                  <a:pt x="130100" y="109077"/>
                </a:lnTo>
                <a:lnTo>
                  <a:pt x="138155" y="92733"/>
                </a:lnTo>
                <a:lnTo>
                  <a:pt x="140692" y="78270"/>
                </a:lnTo>
                <a:lnTo>
                  <a:pt x="136952" y="57914"/>
                </a:lnTo>
                <a:lnTo>
                  <a:pt x="126299" y="42773"/>
                </a:lnTo>
                <a:lnTo>
                  <a:pt x="109582" y="33333"/>
                </a:lnTo>
                <a:lnTo>
                  <a:pt x="87649" y="30079"/>
                </a:lnTo>
                <a:lnTo>
                  <a:pt x="64524" y="34672"/>
                </a:lnTo>
                <a:lnTo>
                  <a:pt x="47706" y="46937"/>
                </a:lnTo>
                <a:lnTo>
                  <a:pt x="37437" y="64600"/>
                </a:lnTo>
                <a:lnTo>
                  <a:pt x="33960" y="85385"/>
                </a:lnTo>
                <a:lnTo>
                  <a:pt x="0" y="85385"/>
                </a:lnTo>
                <a:lnTo>
                  <a:pt x="6150" y="52259"/>
                </a:lnTo>
                <a:lnTo>
                  <a:pt x="23731" y="25106"/>
                </a:lnTo>
                <a:lnTo>
                  <a:pt x="51440" y="6746"/>
                </a:lnTo>
                <a:lnTo>
                  <a:pt x="87973" y="0"/>
                </a:lnTo>
                <a:lnTo>
                  <a:pt x="123434" y="5629"/>
                </a:lnTo>
                <a:lnTo>
                  <a:pt x="150678" y="21508"/>
                </a:lnTo>
                <a:lnTo>
                  <a:pt x="168158" y="46119"/>
                </a:lnTo>
                <a:lnTo>
                  <a:pt x="174329" y="77946"/>
                </a:lnTo>
                <a:lnTo>
                  <a:pt x="171246" y="98338"/>
                </a:lnTo>
                <a:lnTo>
                  <a:pt x="161553" y="119063"/>
                </a:lnTo>
                <a:lnTo>
                  <a:pt x="144583" y="142031"/>
                </a:lnTo>
                <a:lnTo>
                  <a:pt x="119669" y="169154"/>
                </a:lnTo>
                <a:lnTo>
                  <a:pt x="51748" y="235781"/>
                </a:lnTo>
                <a:lnTo>
                  <a:pt x="183061" y="235781"/>
                </a:lnTo>
                <a:lnTo>
                  <a:pt x="183061" y="2652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014011" y="7231577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19" h="46354">
                <a:moveTo>
                  <a:pt x="22963" y="45927"/>
                </a:moveTo>
                <a:lnTo>
                  <a:pt x="13917" y="44158"/>
                </a:lnTo>
                <a:lnTo>
                  <a:pt x="6630" y="39296"/>
                </a:lnTo>
                <a:lnTo>
                  <a:pt x="1768" y="32009"/>
                </a:lnTo>
                <a:lnTo>
                  <a:pt x="0" y="22963"/>
                </a:lnTo>
                <a:lnTo>
                  <a:pt x="1768" y="13917"/>
                </a:lnTo>
                <a:lnTo>
                  <a:pt x="6630" y="6630"/>
                </a:lnTo>
                <a:lnTo>
                  <a:pt x="13917" y="1768"/>
                </a:lnTo>
                <a:lnTo>
                  <a:pt x="22963" y="0"/>
                </a:lnTo>
                <a:lnTo>
                  <a:pt x="31959" y="1768"/>
                </a:lnTo>
                <a:lnTo>
                  <a:pt x="39135" y="6630"/>
                </a:lnTo>
                <a:lnTo>
                  <a:pt x="43885" y="13917"/>
                </a:lnTo>
                <a:lnTo>
                  <a:pt x="45603" y="22963"/>
                </a:lnTo>
                <a:lnTo>
                  <a:pt x="43885" y="32009"/>
                </a:lnTo>
                <a:lnTo>
                  <a:pt x="39135" y="39296"/>
                </a:lnTo>
                <a:lnTo>
                  <a:pt x="31959" y="44158"/>
                </a:lnTo>
                <a:lnTo>
                  <a:pt x="22963" y="45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80587" y="5908585"/>
            <a:ext cx="260985" cy="273050"/>
          </a:xfrm>
          <a:custGeom>
            <a:avLst/>
            <a:gdLst/>
            <a:ahLst/>
            <a:cxnLst/>
            <a:rect l="l" t="t" r="r" b="b"/>
            <a:pathLst>
              <a:path w="260985" h="273050">
                <a:moveTo>
                  <a:pt x="253569" y="135194"/>
                </a:moveTo>
                <a:lnTo>
                  <a:pt x="221550" y="135194"/>
                </a:lnTo>
                <a:lnTo>
                  <a:pt x="221550" y="0"/>
                </a:lnTo>
                <a:lnTo>
                  <a:pt x="253569" y="0"/>
                </a:lnTo>
                <a:lnTo>
                  <a:pt x="253569" y="135194"/>
                </a:lnTo>
                <a:close/>
              </a:path>
              <a:path w="260985" h="273050">
                <a:moveTo>
                  <a:pt x="0" y="132606"/>
                </a:moveTo>
                <a:lnTo>
                  <a:pt x="0" y="104144"/>
                </a:lnTo>
                <a:lnTo>
                  <a:pt x="35400" y="91369"/>
                </a:lnTo>
                <a:lnTo>
                  <a:pt x="62220" y="68648"/>
                </a:lnTo>
                <a:lnTo>
                  <a:pt x="79275" y="38286"/>
                </a:lnTo>
                <a:lnTo>
                  <a:pt x="85385" y="2587"/>
                </a:lnTo>
                <a:lnTo>
                  <a:pt x="117405" y="4528"/>
                </a:lnTo>
                <a:lnTo>
                  <a:pt x="116743" y="17970"/>
                </a:lnTo>
                <a:lnTo>
                  <a:pt x="114777" y="31049"/>
                </a:lnTo>
                <a:lnTo>
                  <a:pt x="111538" y="43642"/>
                </a:lnTo>
                <a:lnTo>
                  <a:pt x="107055" y="55630"/>
                </a:lnTo>
                <a:lnTo>
                  <a:pt x="150586" y="79564"/>
                </a:lnTo>
                <a:lnTo>
                  <a:pt x="93148" y="79564"/>
                </a:lnTo>
                <a:lnTo>
                  <a:pt x="75500" y="98995"/>
                </a:lnTo>
                <a:lnTo>
                  <a:pt x="53851" y="114696"/>
                </a:lnTo>
                <a:lnTo>
                  <a:pt x="28562" y="126092"/>
                </a:lnTo>
                <a:lnTo>
                  <a:pt x="0" y="132606"/>
                </a:lnTo>
                <a:close/>
              </a:path>
              <a:path w="260985" h="273050">
                <a:moveTo>
                  <a:pt x="179180" y="128078"/>
                </a:moveTo>
                <a:lnTo>
                  <a:pt x="93148" y="79564"/>
                </a:lnTo>
                <a:lnTo>
                  <a:pt x="150586" y="79564"/>
                </a:lnTo>
                <a:lnTo>
                  <a:pt x="194705" y="103821"/>
                </a:lnTo>
                <a:lnTo>
                  <a:pt x="179180" y="128078"/>
                </a:lnTo>
                <a:close/>
              </a:path>
              <a:path w="260985" h="273050">
                <a:moveTo>
                  <a:pt x="260361" y="272652"/>
                </a:moveTo>
                <a:lnTo>
                  <a:pt x="19729" y="272652"/>
                </a:lnTo>
                <a:lnTo>
                  <a:pt x="19729" y="199556"/>
                </a:lnTo>
                <a:lnTo>
                  <a:pt x="221873" y="199556"/>
                </a:lnTo>
                <a:lnTo>
                  <a:pt x="221873" y="175622"/>
                </a:lnTo>
                <a:lnTo>
                  <a:pt x="19082" y="175622"/>
                </a:lnTo>
                <a:lnTo>
                  <a:pt x="19082" y="150395"/>
                </a:lnTo>
                <a:lnTo>
                  <a:pt x="253569" y="150395"/>
                </a:lnTo>
                <a:lnTo>
                  <a:pt x="253569" y="223490"/>
                </a:lnTo>
                <a:lnTo>
                  <a:pt x="51425" y="223490"/>
                </a:lnTo>
                <a:lnTo>
                  <a:pt x="51425" y="247424"/>
                </a:lnTo>
                <a:lnTo>
                  <a:pt x="260361" y="247424"/>
                </a:lnTo>
                <a:lnTo>
                  <a:pt x="260361" y="27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378467" y="5903733"/>
            <a:ext cx="259715" cy="278130"/>
          </a:xfrm>
          <a:custGeom>
            <a:avLst/>
            <a:gdLst/>
            <a:ahLst/>
            <a:cxnLst/>
            <a:rect l="l" t="t" r="r" b="b"/>
            <a:pathLst>
              <a:path w="259715" h="278129">
                <a:moveTo>
                  <a:pt x="109966" y="28138"/>
                </a:moveTo>
                <a:lnTo>
                  <a:pt x="77623" y="28138"/>
                </a:lnTo>
                <a:lnTo>
                  <a:pt x="77623" y="0"/>
                </a:lnTo>
                <a:lnTo>
                  <a:pt x="109966" y="0"/>
                </a:lnTo>
                <a:lnTo>
                  <a:pt x="109966" y="28138"/>
                </a:lnTo>
                <a:close/>
              </a:path>
              <a:path w="259715" h="278129">
                <a:moveTo>
                  <a:pt x="259391" y="169154"/>
                </a:moveTo>
                <a:lnTo>
                  <a:pt x="227371" y="169154"/>
                </a:lnTo>
                <a:lnTo>
                  <a:pt x="227371" y="117081"/>
                </a:lnTo>
                <a:lnTo>
                  <a:pt x="184032" y="117081"/>
                </a:lnTo>
                <a:lnTo>
                  <a:pt x="184032" y="88620"/>
                </a:lnTo>
                <a:lnTo>
                  <a:pt x="227371" y="88620"/>
                </a:lnTo>
                <a:lnTo>
                  <a:pt x="227371" y="4851"/>
                </a:lnTo>
                <a:lnTo>
                  <a:pt x="259391" y="4851"/>
                </a:lnTo>
                <a:lnTo>
                  <a:pt x="259391" y="169154"/>
                </a:lnTo>
                <a:close/>
              </a:path>
              <a:path w="259715" h="278129">
                <a:moveTo>
                  <a:pt x="187589" y="53042"/>
                </a:moveTo>
                <a:lnTo>
                  <a:pt x="0" y="53042"/>
                </a:lnTo>
                <a:lnTo>
                  <a:pt x="0" y="28138"/>
                </a:lnTo>
                <a:lnTo>
                  <a:pt x="187589" y="28138"/>
                </a:lnTo>
                <a:lnTo>
                  <a:pt x="187589" y="53042"/>
                </a:lnTo>
                <a:close/>
              </a:path>
              <a:path w="259715" h="278129">
                <a:moveTo>
                  <a:pt x="93794" y="167213"/>
                </a:moveTo>
                <a:lnTo>
                  <a:pt x="62245" y="163939"/>
                </a:lnTo>
                <a:lnTo>
                  <a:pt x="36668" y="154357"/>
                </a:lnTo>
                <a:lnTo>
                  <a:pt x="19522" y="138832"/>
                </a:lnTo>
                <a:lnTo>
                  <a:pt x="13260" y="117728"/>
                </a:lnTo>
                <a:lnTo>
                  <a:pt x="19522" y="96761"/>
                </a:lnTo>
                <a:lnTo>
                  <a:pt x="36668" y="81221"/>
                </a:lnTo>
                <a:lnTo>
                  <a:pt x="62245" y="71564"/>
                </a:lnTo>
                <a:lnTo>
                  <a:pt x="93794" y="68243"/>
                </a:lnTo>
                <a:lnTo>
                  <a:pt x="125294" y="71564"/>
                </a:lnTo>
                <a:lnTo>
                  <a:pt x="150759" y="81221"/>
                </a:lnTo>
                <a:lnTo>
                  <a:pt x="162770" y="92177"/>
                </a:lnTo>
                <a:lnTo>
                  <a:pt x="93794" y="92177"/>
                </a:lnTo>
                <a:lnTo>
                  <a:pt x="72999" y="94123"/>
                </a:lnTo>
                <a:lnTo>
                  <a:pt x="57206" y="99495"/>
                </a:lnTo>
                <a:lnTo>
                  <a:pt x="47175" y="107596"/>
                </a:lnTo>
                <a:lnTo>
                  <a:pt x="43663" y="117728"/>
                </a:lnTo>
                <a:lnTo>
                  <a:pt x="47175" y="127911"/>
                </a:lnTo>
                <a:lnTo>
                  <a:pt x="57206" y="136123"/>
                </a:lnTo>
                <a:lnTo>
                  <a:pt x="72999" y="141607"/>
                </a:lnTo>
                <a:lnTo>
                  <a:pt x="93794" y="143603"/>
                </a:lnTo>
                <a:lnTo>
                  <a:pt x="162560" y="143603"/>
                </a:lnTo>
                <a:lnTo>
                  <a:pt x="150759" y="154357"/>
                </a:lnTo>
                <a:lnTo>
                  <a:pt x="125294" y="163939"/>
                </a:lnTo>
                <a:lnTo>
                  <a:pt x="93794" y="167213"/>
                </a:lnTo>
                <a:close/>
              </a:path>
              <a:path w="259715" h="278129">
                <a:moveTo>
                  <a:pt x="162560" y="143603"/>
                </a:moveTo>
                <a:lnTo>
                  <a:pt x="93794" y="143603"/>
                </a:lnTo>
                <a:lnTo>
                  <a:pt x="114540" y="141607"/>
                </a:lnTo>
                <a:lnTo>
                  <a:pt x="130221" y="136123"/>
                </a:lnTo>
                <a:lnTo>
                  <a:pt x="140141" y="127911"/>
                </a:lnTo>
                <a:lnTo>
                  <a:pt x="143603" y="117728"/>
                </a:lnTo>
                <a:lnTo>
                  <a:pt x="140141" y="107596"/>
                </a:lnTo>
                <a:lnTo>
                  <a:pt x="130221" y="99495"/>
                </a:lnTo>
                <a:lnTo>
                  <a:pt x="114540" y="94123"/>
                </a:lnTo>
                <a:lnTo>
                  <a:pt x="93794" y="92177"/>
                </a:lnTo>
                <a:lnTo>
                  <a:pt x="162770" y="92177"/>
                </a:lnTo>
                <a:lnTo>
                  <a:pt x="167794" y="96761"/>
                </a:lnTo>
                <a:lnTo>
                  <a:pt x="174005" y="117728"/>
                </a:lnTo>
                <a:lnTo>
                  <a:pt x="167794" y="138832"/>
                </a:lnTo>
                <a:lnTo>
                  <a:pt x="162560" y="143603"/>
                </a:lnTo>
                <a:close/>
              </a:path>
              <a:path w="259715" h="278129">
                <a:moveTo>
                  <a:pt x="258421" y="277503"/>
                </a:moveTo>
                <a:lnTo>
                  <a:pt x="24257" y="277503"/>
                </a:lnTo>
                <a:lnTo>
                  <a:pt x="24257" y="184679"/>
                </a:lnTo>
                <a:lnTo>
                  <a:pt x="258421" y="184679"/>
                </a:lnTo>
                <a:lnTo>
                  <a:pt x="258421" y="210230"/>
                </a:lnTo>
                <a:lnTo>
                  <a:pt x="55953" y="210230"/>
                </a:lnTo>
                <a:lnTo>
                  <a:pt x="55953" y="251952"/>
                </a:lnTo>
                <a:lnTo>
                  <a:pt x="258421" y="251952"/>
                </a:lnTo>
                <a:lnTo>
                  <a:pt x="258421" y="277503"/>
                </a:lnTo>
                <a:close/>
              </a:path>
              <a:path w="259715" h="278129">
                <a:moveTo>
                  <a:pt x="258421" y="251952"/>
                </a:moveTo>
                <a:lnTo>
                  <a:pt x="226725" y="251952"/>
                </a:lnTo>
                <a:lnTo>
                  <a:pt x="226725" y="210230"/>
                </a:lnTo>
                <a:lnTo>
                  <a:pt x="258421" y="210230"/>
                </a:lnTo>
                <a:lnTo>
                  <a:pt x="258421" y="251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759652" y="5913436"/>
            <a:ext cx="276225" cy="258445"/>
          </a:xfrm>
          <a:custGeom>
            <a:avLst/>
            <a:gdLst/>
            <a:ahLst/>
            <a:cxnLst/>
            <a:rect l="l" t="t" r="r" b="b"/>
            <a:pathLst>
              <a:path w="276225" h="258445">
                <a:moveTo>
                  <a:pt x="95412" y="228665"/>
                </a:moveTo>
                <a:lnTo>
                  <a:pt x="63392" y="228665"/>
                </a:lnTo>
                <a:lnTo>
                  <a:pt x="63392" y="153953"/>
                </a:lnTo>
                <a:lnTo>
                  <a:pt x="42187" y="141263"/>
                </a:lnTo>
                <a:lnTo>
                  <a:pt x="26440" y="125208"/>
                </a:lnTo>
                <a:lnTo>
                  <a:pt x="16636" y="106060"/>
                </a:lnTo>
                <a:lnTo>
                  <a:pt x="13260" y="84092"/>
                </a:lnTo>
                <a:lnTo>
                  <a:pt x="22119" y="49393"/>
                </a:lnTo>
                <a:lnTo>
                  <a:pt x="47261" y="22882"/>
                </a:lnTo>
                <a:lnTo>
                  <a:pt x="86532" y="5953"/>
                </a:lnTo>
                <a:lnTo>
                  <a:pt x="137781" y="0"/>
                </a:lnTo>
                <a:lnTo>
                  <a:pt x="189030" y="5953"/>
                </a:lnTo>
                <a:lnTo>
                  <a:pt x="228301" y="22882"/>
                </a:lnTo>
                <a:lnTo>
                  <a:pt x="234206" y="29108"/>
                </a:lnTo>
                <a:lnTo>
                  <a:pt x="137781" y="29108"/>
                </a:lnTo>
                <a:lnTo>
                  <a:pt x="100708" y="32969"/>
                </a:lnTo>
                <a:lnTo>
                  <a:pt x="72125" y="43986"/>
                </a:lnTo>
                <a:lnTo>
                  <a:pt x="53729" y="61310"/>
                </a:lnTo>
                <a:lnTo>
                  <a:pt x="47220" y="84092"/>
                </a:lnTo>
                <a:lnTo>
                  <a:pt x="53729" y="106550"/>
                </a:lnTo>
                <a:lnTo>
                  <a:pt x="72125" y="123793"/>
                </a:lnTo>
                <a:lnTo>
                  <a:pt x="100708" y="134850"/>
                </a:lnTo>
                <a:lnTo>
                  <a:pt x="137781" y="138751"/>
                </a:lnTo>
                <a:lnTo>
                  <a:pt x="235785" y="138751"/>
                </a:lnTo>
                <a:lnTo>
                  <a:pt x="233512" y="141081"/>
                </a:lnTo>
                <a:lnTo>
                  <a:pt x="212494" y="153629"/>
                </a:lnTo>
                <a:lnTo>
                  <a:pt x="212494" y="163979"/>
                </a:lnTo>
                <a:lnTo>
                  <a:pt x="95412" y="163979"/>
                </a:lnTo>
                <a:lnTo>
                  <a:pt x="95412" y="228665"/>
                </a:lnTo>
                <a:close/>
              </a:path>
              <a:path w="276225" h="258445">
                <a:moveTo>
                  <a:pt x="235785" y="138751"/>
                </a:moveTo>
                <a:lnTo>
                  <a:pt x="137781" y="138751"/>
                </a:lnTo>
                <a:lnTo>
                  <a:pt x="174905" y="134850"/>
                </a:lnTo>
                <a:lnTo>
                  <a:pt x="203599" y="123793"/>
                </a:lnTo>
                <a:lnTo>
                  <a:pt x="222106" y="106550"/>
                </a:lnTo>
                <a:lnTo>
                  <a:pt x="228665" y="84092"/>
                </a:lnTo>
                <a:lnTo>
                  <a:pt x="222106" y="61310"/>
                </a:lnTo>
                <a:lnTo>
                  <a:pt x="203599" y="43986"/>
                </a:lnTo>
                <a:lnTo>
                  <a:pt x="174905" y="32969"/>
                </a:lnTo>
                <a:lnTo>
                  <a:pt x="137781" y="29108"/>
                </a:lnTo>
                <a:lnTo>
                  <a:pt x="234206" y="29108"/>
                </a:lnTo>
                <a:lnTo>
                  <a:pt x="253443" y="49393"/>
                </a:lnTo>
                <a:lnTo>
                  <a:pt x="262302" y="84092"/>
                </a:lnTo>
                <a:lnTo>
                  <a:pt x="258931" y="105918"/>
                </a:lnTo>
                <a:lnTo>
                  <a:pt x="249163" y="125046"/>
                </a:lnTo>
                <a:lnTo>
                  <a:pt x="235785" y="138751"/>
                </a:lnTo>
                <a:close/>
              </a:path>
              <a:path w="276225" h="258445">
                <a:moveTo>
                  <a:pt x="137781" y="167860"/>
                </a:moveTo>
                <a:lnTo>
                  <a:pt x="126567" y="167618"/>
                </a:lnTo>
                <a:lnTo>
                  <a:pt x="115747" y="166890"/>
                </a:lnTo>
                <a:lnTo>
                  <a:pt x="105352" y="165677"/>
                </a:lnTo>
                <a:lnTo>
                  <a:pt x="95412" y="163979"/>
                </a:lnTo>
                <a:lnTo>
                  <a:pt x="180474" y="163979"/>
                </a:lnTo>
                <a:lnTo>
                  <a:pt x="170528" y="165677"/>
                </a:lnTo>
                <a:lnTo>
                  <a:pt x="160098" y="166890"/>
                </a:lnTo>
                <a:lnTo>
                  <a:pt x="149182" y="167618"/>
                </a:lnTo>
                <a:lnTo>
                  <a:pt x="137781" y="167860"/>
                </a:lnTo>
                <a:close/>
              </a:path>
              <a:path w="276225" h="258445">
                <a:moveTo>
                  <a:pt x="212494" y="228665"/>
                </a:moveTo>
                <a:lnTo>
                  <a:pt x="180474" y="228665"/>
                </a:lnTo>
                <a:lnTo>
                  <a:pt x="180474" y="163979"/>
                </a:lnTo>
                <a:lnTo>
                  <a:pt x="212494" y="163979"/>
                </a:lnTo>
                <a:lnTo>
                  <a:pt x="212494" y="228665"/>
                </a:lnTo>
                <a:close/>
              </a:path>
              <a:path w="276225" h="258445">
                <a:moveTo>
                  <a:pt x="275886" y="258097"/>
                </a:moveTo>
                <a:lnTo>
                  <a:pt x="0" y="258097"/>
                </a:lnTo>
                <a:lnTo>
                  <a:pt x="0" y="228665"/>
                </a:lnTo>
                <a:lnTo>
                  <a:pt x="275886" y="228665"/>
                </a:lnTo>
                <a:lnTo>
                  <a:pt x="275886" y="2580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061413" y="5908585"/>
            <a:ext cx="288925" cy="276225"/>
          </a:xfrm>
          <a:custGeom>
            <a:avLst/>
            <a:gdLst/>
            <a:ahLst/>
            <a:cxnLst/>
            <a:rect l="l" t="t" r="r" b="b"/>
            <a:pathLst>
              <a:path w="288925" h="276225">
                <a:moveTo>
                  <a:pt x="249688" y="164949"/>
                </a:moveTo>
                <a:lnTo>
                  <a:pt x="217669" y="164949"/>
                </a:lnTo>
                <a:lnTo>
                  <a:pt x="217669" y="0"/>
                </a:lnTo>
                <a:lnTo>
                  <a:pt x="249688" y="0"/>
                </a:lnTo>
                <a:lnTo>
                  <a:pt x="249688" y="31696"/>
                </a:lnTo>
                <a:lnTo>
                  <a:pt x="288500" y="31696"/>
                </a:lnTo>
                <a:lnTo>
                  <a:pt x="288500" y="59511"/>
                </a:lnTo>
                <a:lnTo>
                  <a:pt x="249688" y="59511"/>
                </a:lnTo>
                <a:lnTo>
                  <a:pt x="249688" y="99616"/>
                </a:lnTo>
                <a:lnTo>
                  <a:pt x="288500" y="99616"/>
                </a:lnTo>
                <a:lnTo>
                  <a:pt x="288500" y="127431"/>
                </a:lnTo>
                <a:lnTo>
                  <a:pt x="249688" y="127431"/>
                </a:lnTo>
                <a:lnTo>
                  <a:pt x="249688" y="164949"/>
                </a:lnTo>
                <a:close/>
              </a:path>
              <a:path w="288925" h="276225">
                <a:moveTo>
                  <a:pt x="85709" y="156217"/>
                </a:moveTo>
                <a:lnTo>
                  <a:pt x="50212" y="150425"/>
                </a:lnTo>
                <a:lnTo>
                  <a:pt x="23206" y="134385"/>
                </a:lnTo>
                <a:lnTo>
                  <a:pt x="6023" y="110097"/>
                </a:lnTo>
                <a:lnTo>
                  <a:pt x="0" y="79564"/>
                </a:lnTo>
                <a:lnTo>
                  <a:pt x="6023" y="49030"/>
                </a:lnTo>
                <a:lnTo>
                  <a:pt x="23206" y="24742"/>
                </a:lnTo>
                <a:lnTo>
                  <a:pt x="50212" y="8702"/>
                </a:lnTo>
                <a:lnTo>
                  <a:pt x="85709" y="2910"/>
                </a:lnTo>
                <a:lnTo>
                  <a:pt x="121018" y="8702"/>
                </a:lnTo>
                <a:lnTo>
                  <a:pt x="147929" y="24742"/>
                </a:lnTo>
                <a:lnTo>
                  <a:pt x="151468" y="29755"/>
                </a:lnTo>
                <a:lnTo>
                  <a:pt x="85709" y="29755"/>
                </a:lnTo>
                <a:lnTo>
                  <a:pt x="63948" y="33217"/>
                </a:lnTo>
                <a:lnTo>
                  <a:pt x="46978" y="43137"/>
                </a:lnTo>
                <a:lnTo>
                  <a:pt x="35951" y="58818"/>
                </a:lnTo>
                <a:lnTo>
                  <a:pt x="32019" y="79564"/>
                </a:lnTo>
                <a:lnTo>
                  <a:pt x="35951" y="100309"/>
                </a:lnTo>
                <a:lnTo>
                  <a:pt x="46978" y="115990"/>
                </a:lnTo>
                <a:lnTo>
                  <a:pt x="63948" y="125910"/>
                </a:lnTo>
                <a:lnTo>
                  <a:pt x="85709" y="129372"/>
                </a:lnTo>
                <a:lnTo>
                  <a:pt x="151468" y="129372"/>
                </a:lnTo>
                <a:lnTo>
                  <a:pt x="147929" y="134385"/>
                </a:lnTo>
                <a:lnTo>
                  <a:pt x="121018" y="150425"/>
                </a:lnTo>
                <a:lnTo>
                  <a:pt x="85709" y="156217"/>
                </a:lnTo>
                <a:close/>
              </a:path>
              <a:path w="288925" h="276225">
                <a:moveTo>
                  <a:pt x="151468" y="129372"/>
                </a:moveTo>
                <a:lnTo>
                  <a:pt x="85709" y="129372"/>
                </a:lnTo>
                <a:lnTo>
                  <a:pt x="107283" y="125910"/>
                </a:lnTo>
                <a:lnTo>
                  <a:pt x="124157" y="115990"/>
                </a:lnTo>
                <a:lnTo>
                  <a:pt x="135148" y="100309"/>
                </a:lnTo>
                <a:lnTo>
                  <a:pt x="139075" y="79564"/>
                </a:lnTo>
                <a:lnTo>
                  <a:pt x="135148" y="58818"/>
                </a:lnTo>
                <a:lnTo>
                  <a:pt x="124157" y="43137"/>
                </a:lnTo>
                <a:lnTo>
                  <a:pt x="107283" y="33217"/>
                </a:lnTo>
                <a:lnTo>
                  <a:pt x="85709" y="29755"/>
                </a:lnTo>
                <a:lnTo>
                  <a:pt x="151468" y="29755"/>
                </a:lnTo>
                <a:lnTo>
                  <a:pt x="165076" y="49030"/>
                </a:lnTo>
                <a:lnTo>
                  <a:pt x="171094" y="79564"/>
                </a:lnTo>
                <a:lnTo>
                  <a:pt x="165076" y="110097"/>
                </a:lnTo>
                <a:lnTo>
                  <a:pt x="151468" y="129372"/>
                </a:lnTo>
                <a:close/>
              </a:path>
              <a:path w="288925" h="276225">
                <a:moveTo>
                  <a:pt x="249688" y="276209"/>
                </a:moveTo>
                <a:lnTo>
                  <a:pt x="217345" y="276209"/>
                </a:lnTo>
                <a:lnTo>
                  <a:pt x="217345" y="207966"/>
                </a:lnTo>
                <a:lnTo>
                  <a:pt x="19405" y="207966"/>
                </a:lnTo>
                <a:lnTo>
                  <a:pt x="19405" y="180151"/>
                </a:lnTo>
                <a:lnTo>
                  <a:pt x="249688" y="180151"/>
                </a:lnTo>
                <a:lnTo>
                  <a:pt x="249688" y="276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455536" y="5908585"/>
            <a:ext cx="255904" cy="276860"/>
          </a:xfrm>
          <a:custGeom>
            <a:avLst/>
            <a:gdLst/>
            <a:ahLst/>
            <a:cxnLst/>
            <a:rect l="l" t="t" r="r" b="b"/>
            <a:pathLst>
              <a:path w="255904" h="276860">
                <a:moveTo>
                  <a:pt x="245160" y="150718"/>
                </a:moveTo>
                <a:lnTo>
                  <a:pt x="213140" y="150718"/>
                </a:lnTo>
                <a:lnTo>
                  <a:pt x="213140" y="0"/>
                </a:lnTo>
                <a:lnTo>
                  <a:pt x="245160" y="0"/>
                </a:lnTo>
                <a:lnTo>
                  <a:pt x="245160" y="150718"/>
                </a:lnTo>
                <a:close/>
              </a:path>
              <a:path w="255904" h="276860">
                <a:moveTo>
                  <a:pt x="164302" y="128402"/>
                </a:moveTo>
                <a:lnTo>
                  <a:pt x="0" y="128402"/>
                </a:lnTo>
                <a:lnTo>
                  <a:pt x="0" y="6792"/>
                </a:lnTo>
                <a:lnTo>
                  <a:pt x="164302" y="6792"/>
                </a:lnTo>
                <a:lnTo>
                  <a:pt x="164302" y="33636"/>
                </a:lnTo>
                <a:lnTo>
                  <a:pt x="31696" y="33636"/>
                </a:lnTo>
                <a:lnTo>
                  <a:pt x="31696" y="101557"/>
                </a:lnTo>
                <a:lnTo>
                  <a:pt x="164302" y="101557"/>
                </a:lnTo>
                <a:lnTo>
                  <a:pt x="164302" y="128402"/>
                </a:lnTo>
                <a:close/>
              </a:path>
              <a:path w="255904" h="276860">
                <a:moveTo>
                  <a:pt x="164302" y="101557"/>
                </a:moveTo>
                <a:lnTo>
                  <a:pt x="132606" y="101557"/>
                </a:lnTo>
                <a:lnTo>
                  <a:pt x="132606" y="33636"/>
                </a:lnTo>
                <a:lnTo>
                  <a:pt x="164302" y="33636"/>
                </a:lnTo>
                <a:lnTo>
                  <a:pt x="164302" y="101557"/>
                </a:lnTo>
                <a:close/>
              </a:path>
              <a:path w="255904" h="276860">
                <a:moveTo>
                  <a:pt x="145543" y="170124"/>
                </a:moveTo>
                <a:lnTo>
                  <a:pt x="112877" y="170124"/>
                </a:lnTo>
                <a:lnTo>
                  <a:pt x="112877" y="142956"/>
                </a:lnTo>
                <a:lnTo>
                  <a:pt x="145543" y="142956"/>
                </a:lnTo>
                <a:lnTo>
                  <a:pt x="145543" y="170124"/>
                </a:lnTo>
                <a:close/>
              </a:path>
              <a:path w="255904" h="276860">
                <a:moveTo>
                  <a:pt x="249041" y="196645"/>
                </a:moveTo>
                <a:lnTo>
                  <a:pt x="9056" y="196645"/>
                </a:lnTo>
                <a:lnTo>
                  <a:pt x="9056" y="170124"/>
                </a:lnTo>
                <a:lnTo>
                  <a:pt x="249041" y="170124"/>
                </a:lnTo>
                <a:lnTo>
                  <a:pt x="249041" y="196645"/>
                </a:lnTo>
                <a:close/>
              </a:path>
              <a:path w="255904" h="276860">
                <a:moveTo>
                  <a:pt x="7115" y="272652"/>
                </a:moveTo>
                <a:lnTo>
                  <a:pt x="7115" y="245484"/>
                </a:lnTo>
                <a:lnTo>
                  <a:pt x="42364" y="242219"/>
                </a:lnTo>
                <a:lnTo>
                  <a:pt x="74429" y="232708"/>
                </a:lnTo>
                <a:lnTo>
                  <a:pt x="99763" y="217375"/>
                </a:lnTo>
                <a:lnTo>
                  <a:pt x="114817" y="196645"/>
                </a:lnTo>
                <a:lnTo>
                  <a:pt x="147161" y="196645"/>
                </a:lnTo>
                <a:lnTo>
                  <a:pt x="145543" y="202467"/>
                </a:lnTo>
                <a:lnTo>
                  <a:pt x="143603" y="208289"/>
                </a:lnTo>
                <a:lnTo>
                  <a:pt x="140692" y="213464"/>
                </a:lnTo>
                <a:lnTo>
                  <a:pt x="207353" y="234810"/>
                </a:lnTo>
                <a:lnTo>
                  <a:pt x="124197" y="234810"/>
                </a:lnTo>
                <a:lnTo>
                  <a:pt x="100900" y="251366"/>
                </a:lnTo>
                <a:lnTo>
                  <a:pt x="72448" y="263191"/>
                </a:lnTo>
                <a:lnTo>
                  <a:pt x="40600" y="270287"/>
                </a:lnTo>
                <a:lnTo>
                  <a:pt x="7115" y="272652"/>
                </a:lnTo>
                <a:close/>
              </a:path>
              <a:path w="255904" h="276860">
                <a:moveTo>
                  <a:pt x="246454" y="276533"/>
                </a:moveTo>
                <a:lnTo>
                  <a:pt x="124197" y="234810"/>
                </a:lnTo>
                <a:lnTo>
                  <a:pt x="207353" y="234810"/>
                </a:lnTo>
                <a:lnTo>
                  <a:pt x="255833" y="250335"/>
                </a:lnTo>
                <a:lnTo>
                  <a:pt x="246454" y="276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833845" y="5908585"/>
            <a:ext cx="258445" cy="273050"/>
          </a:xfrm>
          <a:custGeom>
            <a:avLst/>
            <a:gdLst/>
            <a:ahLst/>
            <a:cxnLst/>
            <a:rect l="l" t="t" r="r" b="b"/>
            <a:pathLst>
              <a:path w="258445" h="273050">
                <a:moveTo>
                  <a:pt x="251305" y="135840"/>
                </a:moveTo>
                <a:lnTo>
                  <a:pt x="219286" y="135840"/>
                </a:lnTo>
                <a:lnTo>
                  <a:pt x="219286" y="108025"/>
                </a:lnTo>
                <a:lnTo>
                  <a:pt x="159128" y="108025"/>
                </a:lnTo>
                <a:lnTo>
                  <a:pt x="159128" y="81828"/>
                </a:lnTo>
                <a:lnTo>
                  <a:pt x="219286" y="81828"/>
                </a:lnTo>
                <a:lnTo>
                  <a:pt x="219286" y="53366"/>
                </a:lnTo>
                <a:lnTo>
                  <a:pt x="171094" y="53366"/>
                </a:lnTo>
                <a:lnTo>
                  <a:pt x="171094" y="27168"/>
                </a:lnTo>
                <a:lnTo>
                  <a:pt x="219286" y="27168"/>
                </a:lnTo>
                <a:lnTo>
                  <a:pt x="219286" y="0"/>
                </a:lnTo>
                <a:lnTo>
                  <a:pt x="251305" y="0"/>
                </a:lnTo>
                <a:lnTo>
                  <a:pt x="251305" y="135840"/>
                </a:lnTo>
                <a:close/>
              </a:path>
              <a:path w="258445" h="273050">
                <a:moveTo>
                  <a:pt x="0" y="130989"/>
                </a:moveTo>
                <a:lnTo>
                  <a:pt x="0" y="104144"/>
                </a:lnTo>
                <a:lnTo>
                  <a:pt x="51946" y="100278"/>
                </a:lnTo>
                <a:lnTo>
                  <a:pt x="91490" y="88741"/>
                </a:lnTo>
                <a:lnTo>
                  <a:pt x="116662" y="68895"/>
                </a:lnTo>
                <a:lnTo>
                  <a:pt x="125491" y="40105"/>
                </a:lnTo>
                <a:lnTo>
                  <a:pt x="125491" y="33636"/>
                </a:lnTo>
                <a:lnTo>
                  <a:pt x="0" y="33636"/>
                </a:lnTo>
                <a:lnTo>
                  <a:pt x="0" y="6792"/>
                </a:lnTo>
                <a:lnTo>
                  <a:pt x="157510" y="6792"/>
                </a:lnTo>
                <a:lnTo>
                  <a:pt x="157510" y="34930"/>
                </a:lnTo>
                <a:lnTo>
                  <a:pt x="150165" y="70877"/>
                </a:lnTo>
                <a:lnTo>
                  <a:pt x="129173" y="97945"/>
                </a:lnTo>
                <a:lnTo>
                  <a:pt x="96102" y="116644"/>
                </a:lnTo>
                <a:lnTo>
                  <a:pt x="52522" y="127488"/>
                </a:lnTo>
                <a:lnTo>
                  <a:pt x="0" y="130989"/>
                </a:lnTo>
                <a:close/>
              </a:path>
              <a:path w="258445" h="273050">
                <a:moveTo>
                  <a:pt x="258097" y="272652"/>
                </a:moveTo>
                <a:lnTo>
                  <a:pt x="17465" y="272652"/>
                </a:lnTo>
                <a:lnTo>
                  <a:pt x="17465" y="199556"/>
                </a:lnTo>
                <a:lnTo>
                  <a:pt x="219609" y="199556"/>
                </a:lnTo>
                <a:lnTo>
                  <a:pt x="219609" y="175622"/>
                </a:lnTo>
                <a:lnTo>
                  <a:pt x="16818" y="175622"/>
                </a:lnTo>
                <a:lnTo>
                  <a:pt x="16818" y="150395"/>
                </a:lnTo>
                <a:lnTo>
                  <a:pt x="251305" y="150395"/>
                </a:lnTo>
                <a:lnTo>
                  <a:pt x="251305" y="223490"/>
                </a:lnTo>
                <a:lnTo>
                  <a:pt x="49161" y="223490"/>
                </a:lnTo>
                <a:lnTo>
                  <a:pt x="49161" y="247424"/>
                </a:lnTo>
                <a:lnTo>
                  <a:pt x="258097" y="247424"/>
                </a:lnTo>
                <a:lnTo>
                  <a:pt x="258097" y="27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126551" y="5908585"/>
            <a:ext cx="288925" cy="276225"/>
          </a:xfrm>
          <a:custGeom>
            <a:avLst/>
            <a:gdLst/>
            <a:ahLst/>
            <a:cxnLst/>
            <a:rect l="l" t="t" r="r" b="b"/>
            <a:pathLst>
              <a:path w="288925" h="276225">
                <a:moveTo>
                  <a:pt x="250658" y="276209"/>
                </a:moveTo>
                <a:lnTo>
                  <a:pt x="218639" y="276209"/>
                </a:lnTo>
                <a:lnTo>
                  <a:pt x="218639" y="0"/>
                </a:lnTo>
                <a:lnTo>
                  <a:pt x="250658" y="0"/>
                </a:lnTo>
                <a:lnTo>
                  <a:pt x="250658" y="109319"/>
                </a:lnTo>
                <a:lnTo>
                  <a:pt x="288823" y="109319"/>
                </a:lnTo>
                <a:lnTo>
                  <a:pt x="288823" y="140045"/>
                </a:lnTo>
                <a:lnTo>
                  <a:pt x="250658" y="140045"/>
                </a:lnTo>
                <a:lnTo>
                  <a:pt x="250658" y="276209"/>
                </a:lnTo>
                <a:close/>
              </a:path>
              <a:path w="288925" h="276225">
                <a:moveTo>
                  <a:pt x="168184" y="186619"/>
                </a:moveTo>
                <a:lnTo>
                  <a:pt x="135840" y="186619"/>
                </a:lnTo>
                <a:lnTo>
                  <a:pt x="135840" y="40428"/>
                </a:lnTo>
                <a:lnTo>
                  <a:pt x="10026" y="40428"/>
                </a:lnTo>
                <a:lnTo>
                  <a:pt x="10026" y="10673"/>
                </a:lnTo>
                <a:lnTo>
                  <a:pt x="168184" y="10673"/>
                </a:lnTo>
                <a:lnTo>
                  <a:pt x="168184" y="186619"/>
                </a:lnTo>
                <a:close/>
              </a:path>
              <a:path w="288925" h="276225">
                <a:moveTo>
                  <a:pt x="80534" y="229635"/>
                </a:moveTo>
                <a:lnTo>
                  <a:pt x="48191" y="229635"/>
                </a:lnTo>
                <a:lnTo>
                  <a:pt x="48191" y="112553"/>
                </a:lnTo>
                <a:lnTo>
                  <a:pt x="80534" y="112553"/>
                </a:lnTo>
                <a:lnTo>
                  <a:pt x="80534" y="229635"/>
                </a:lnTo>
                <a:close/>
              </a:path>
              <a:path w="288925" h="276225">
                <a:moveTo>
                  <a:pt x="105438" y="259715"/>
                </a:moveTo>
                <a:lnTo>
                  <a:pt x="0" y="259715"/>
                </a:lnTo>
                <a:lnTo>
                  <a:pt x="0" y="229635"/>
                </a:lnTo>
                <a:lnTo>
                  <a:pt x="105115" y="229635"/>
                </a:lnTo>
                <a:lnTo>
                  <a:pt x="132182" y="228999"/>
                </a:lnTo>
                <a:lnTo>
                  <a:pt x="156944" y="226967"/>
                </a:lnTo>
                <a:lnTo>
                  <a:pt x="178432" y="223359"/>
                </a:lnTo>
                <a:lnTo>
                  <a:pt x="195675" y="217992"/>
                </a:lnTo>
                <a:lnTo>
                  <a:pt x="195675" y="248071"/>
                </a:lnTo>
                <a:lnTo>
                  <a:pt x="178574" y="253301"/>
                </a:lnTo>
                <a:lnTo>
                  <a:pt x="157349" y="256925"/>
                </a:lnTo>
                <a:lnTo>
                  <a:pt x="132727" y="259032"/>
                </a:lnTo>
                <a:lnTo>
                  <a:pt x="105438" y="259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811835" y="5919470"/>
            <a:ext cx="88265" cy="29209"/>
          </a:xfrm>
          <a:custGeom>
            <a:avLst/>
            <a:gdLst/>
            <a:ahLst/>
            <a:cxnLst/>
            <a:rect l="l" t="t" r="r" b="b"/>
            <a:pathLst>
              <a:path w="88264" h="29210">
                <a:moveTo>
                  <a:pt x="0" y="0"/>
                </a:moveTo>
                <a:lnTo>
                  <a:pt x="87649" y="0"/>
                </a:lnTo>
                <a:lnTo>
                  <a:pt x="87649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865524" y="5948679"/>
            <a:ext cx="34290" cy="229870"/>
          </a:xfrm>
          <a:custGeom>
            <a:avLst/>
            <a:gdLst/>
            <a:ahLst/>
            <a:cxnLst/>
            <a:rect l="l" t="t" r="r" b="b"/>
            <a:pathLst>
              <a:path w="34289" h="229870">
                <a:moveTo>
                  <a:pt x="0" y="0"/>
                </a:moveTo>
                <a:lnTo>
                  <a:pt x="33960" y="0"/>
                </a:lnTo>
                <a:lnTo>
                  <a:pt x="33960" y="229870"/>
                </a:lnTo>
                <a:lnTo>
                  <a:pt x="0" y="2298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952527" y="6136280"/>
            <a:ext cx="45720" cy="46355"/>
          </a:xfrm>
          <a:custGeom>
            <a:avLst/>
            <a:gdLst/>
            <a:ahLst/>
            <a:cxnLst/>
            <a:rect l="l" t="t" r="r" b="b"/>
            <a:pathLst>
              <a:path w="45719" h="46354">
                <a:moveTo>
                  <a:pt x="22963" y="45927"/>
                </a:moveTo>
                <a:lnTo>
                  <a:pt x="13917" y="44158"/>
                </a:lnTo>
                <a:lnTo>
                  <a:pt x="6630" y="39296"/>
                </a:lnTo>
                <a:lnTo>
                  <a:pt x="1768" y="32009"/>
                </a:lnTo>
                <a:lnTo>
                  <a:pt x="0" y="22963"/>
                </a:lnTo>
                <a:lnTo>
                  <a:pt x="1768" y="13917"/>
                </a:lnTo>
                <a:lnTo>
                  <a:pt x="6630" y="6630"/>
                </a:lnTo>
                <a:lnTo>
                  <a:pt x="13917" y="1768"/>
                </a:lnTo>
                <a:lnTo>
                  <a:pt x="22963" y="0"/>
                </a:lnTo>
                <a:lnTo>
                  <a:pt x="31959" y="1768"/>
                </a:lnTo>
                <a:lnTo>
                  <a:pt x="39135" y="6630"/>
                </a:lnTo>
                <a:lnTo>
                  <a:pt x="43885" y="13917"/>
                </a:lnTo>
                <a:lnTo>
                  <a:pt x="45603" y="22963"/>
                </a:lnTo>
                <a:lnTo>
                  <a:pt x="43885" y="32009"/>
                </a:lnTo>
                <a:lnTo>
                  <a:pt x="39135" y="39296"/>
                </a:lnTo>
                <a:lnTo>
                  <a:pt x="31959" y="44158"/>
                </a:lnTo>
                <a:lnTo>
                  <a:pt x="22963" y="45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958515" y="2727553"/>
            <a:ext cx="833119" cy="851535"/>
          </a:xfrm>
          <a:custGeom>
            <a:avLst/>
            <a:gdLst/>
            <a:ahLst/>
            <a:cxnLst/>
            <a:rect l="l" t="t" r="r" b="b"/>
            <a:pathLst>
              <a:path w="833120" h="851535">
                <a:moveTo>
                  <a:pt x="426720" y="851408"/>
                </a:moveTo>
                <a:lnTo>
                  <a:pt x="378446" y="849043"/>
                </a:lnTo>
                <a:lnTo>
                  <a:pt x="332113" y="842086"/>
                </a:lnTo>
                <a:lnTo>
                  <a:pt x="287926" y="830738"/>
                </a:lnTo>
                <a:lnTo>
                  <a:pt x="246090" y="815201"/>
                </a:lnTo>
                <a:lnTo>
                  <a:pt x="206812" y="795678"/>
                </a:lnTo>
                <a:lnTo>
                  <a:pt x="170297" y="772371"/>
                </a:lnTo>
                <a:lnTo>
                  <a:pt x="136752" y="745482"/>
                </a:lnTo>
                <a:lnTo>
                  <a:pt x="106382" y="715214"/>
                </a:lnTo>
                <a:lnTo>
                  <a:pt x="79394" y="681768"/>
                </a:lnTo>
                <a:lnTo>
                  <a:pt x="55992" y="645348"/>
                </a:lnTo>
                <a:lnTo>
                  <a:pt x="36384" y="606155"/>
                </a:lnTo>
                <a:lnTo>
                  <a:pt x="20775" y="564392"/>
                </a:lnTo>
                <a:lnTo>
                  <a:pt x="9370" y="520260"/>
                </a:lnTo>
                <a:lnTo>
                  <a:pt x="2376" y="473964"/>
                </a:lnTo>
                <a:lnTo>
                  <a:pt x="0" y="425703"/>
                </a:lnTo>
                <a:lnTo>
                  <a:pt x="2376" y="377443"/>
                </a:lnTo>
                <a:lnTo>
                  <a:pt x="9370" y="331147"/>
                </a:lnTo>
                <a:lnTo>
                  <a:pt x="20775" y="287015"/>
                </a:lnTo>
                <a:lnTo>
                  <a:pt x="36384" y="245252"/>
                </a:lnTo>
                <a:lnTo>
                  <a:pt x="55992" y="206059"/>
                </a:lnTo>
                <a:lnTo>
                  <a:pt x="79394" y="169639"/>
                </a:lnTo>
                <a:lnTo>
                  <a:pt x="106382" y="136193"/>
                </a:lnTo>
                <a:lnTo>
                  <a:pt x="136752" y="105925"/>
                </a:lnTo>
                <a:lnTo>
                  <a:pt x="170297" y="79036"/>
                </a:lnTo>
                <a:lnTo>
                  <a:pt x="206812" y="55729"/>
                </a:lnTo>
                <a:lnTo>
                  <a:pt x="246090" y="36206"/>
                </a:lnTo>
                <a:lnTo>
                  <a:pt x="287926" y="20669"/>
                </a:lnTo>
                <a:lnTo>
                  <a:pt x="332113" y="9321"/>
                </a:lnTo>
                <a:lnTo>
                  <a:pt x="378446" y="2364"/>
                </a:lnTo>
                <a:lnTo>
                  <a:pt x="426720" y="0"/>
                </a:lnTo>
                <a:lnTo>
                  <a:pt x="482437" y="2967"/>
                </a:lnTo>
                <a:lnTo>
                  <a:pt x="534761" y="11651"/>
                </a:lnTo>
                <a:lnTo>
                  <a:pt x="583521" y="25721"/>
                </a:lnTo>
                <a:lnTo>
                  <a:pt x="628549" y="44847"/>
                </a:lnTo>
                <a:lnTo>
                  <a:pt x="669674" y="68700"/>
                </a:lnTo>
                <a:lnTo>
                  <a:pt x="706728" y="96949"/>
                </a:lnTo>
                <a:lnTo>
                  <a:pt x="739541" y="129266"/>
                </a:lnTo>
                <a:lnTo>
                  <a:pt x="767943" y="165320"/>
                </a:lnTo>
                <a:lnTo>
                  <a:pt x="791765" y="204781"/>
                </a:lnTo>
                <a:lnTo>
                  <a:pt x="810838" y="247320"/>
                </a:lnTo>
                <a:lnTo>
                  <a:pt x="824991" y="292608"/>
                </a:lnTo>
                <a:lnTo>
                  <a:pt x="716280" y="292608"/>
                </a:lnTo>
                <a:lnTo>
                  <a:pt x="700091" y="251307"/>
                </a:lnTo>
                <a:lnTo>
                  <a:pt x="677640" y="213852"/>
                </a:lnTo>
                <a:lnTo>
                  <a:pt x="649235" y="180754"/>
                </a:lnTo>
                <a:lnTo>
                  <a:pt x="615187" y="152527"/>
                </a:lnTo>
                <a:lnTo>
                  <a:pt x="575806" y="129680"/>
                </a:lnTo>
                <a:lnTo>
                  <a:pt x="531399" y="112728"/>
                </a:lnTo>
                <a:lnTo>
                  <a:pt x="482278" y="102181"/>
                </a:lnTo>
                <a:lnTo>
                  <a:pt x="428751" y="98552"/>
                </a:lnTo>
                <a:lnTo>
                  <a:pt x="379114" y="101866"/>
                </a:lnTo>
                <a:lnTo>
                  <a:pt x="332422" y="111565"/>
                </a:lnTo>
                <a:lnTo>
                  <a:pt x="289050" y="127282"/>
                </a:lnTo>
                <a:lnTo>
                  <a:pt x="249374" y="148651"/>
                </a:lnTo>
                <a:lnTo>
                  <a:pt x="213769" y="175305"/>
                </a:lnTo>
                <a:lnTo>
                  <a:pt x="182612" y="206878"/>
                </a:lnTo>
                <a:lnTo>
                  <a:pt x="156278" y="243004"/>
                </a:lnTo>
                <a:lnTo>
                  <a:pt x="135142" y="283315"/>
                </a:lnTo>
                <a:lnTo>
                  <a:pt x="119580" y="327447"/>
                </a:lnTo>
                <a:lnTo>
                  <a:pt x="109967" y="375032"/>
                </a:lnTo>
                <a:lnTo>
                  <a:pt x="106680" y="425703"/>
                </a:lnTo>
                <a:lnTo>
                  <a:pt x="109990" y="476146"/>
                </a:lnTo>
                <a:lnTo>
                  <a:pt x="119662" y="523589"/>
                </a:lnTo>
                <a:lnTo>
                  <a:pt x="135307" y="567652"/>
                </a:lnTo>
                <a:lnTo>
                  <a:pt x="156534" y="607955"/>
                </a:lnTo>
                <a:lnTo>
                  <a:pt x="182956" y="644117"/>
                </a:lnTo>
                <a:lnTo>
                  <a:pt x="214182" y="675759"/>
                </a:lnTo>
                <a:lnTo>
                  <a:pt x="249823" y="702500"/>
                </a:lnTo>
                <a:lnTo>
                  <a:pt x="289489" y="723960"/>
                </a:lnTo>
                <a:lnTo>
                  <a:pt x="332793" y="739760"/>
                </a:lnTo>
                <a:lnTo>
                  <a:pt x="379343" y="749518"/>
                </a:lnTo>
                <a:lnTo>
                  <a:pt x="428751" y="752856"/>
                </a:lnTo>
                <a:lnTo>
                  <a:pt x="484002" y="748788"/>
                </a:lnTo>
                <a:lnTo>
                  <a:pt x="535098" y="737076"/>
                </a:lnTo>
                <a:lnTo>
                  <a:pt x="581503" y="718458"/>
                </a:lnTo>
                <a:lnTo>
                  <a:pt x="622680" y="693673"/>
                </a:lnTo>
                <a:lnTo>
                  <a:pt x="658096" y="663459"/>
                </a:lnTo>
                <a:lnTo>
                  <a:pt x="687212" y="628554"/>
                </a:lnTo>
                <a:lnTo>
                  <a:pt x="709495" y="589696"/>
                </a:lnTo>
                <a:lnTo>
                  <a:pt x="724407" y="547623"/>
                </a:lnTo>
                <a:lnTo>
                  <a:pt x="833119" y="547623"/>
                </a:lnTo>
                <a:lnTo>
                  <a:pt x="821767" y="589244"/>
                </a:lnTo>
                <a:lnTo>
                  <a:pt x="805626" y="629040"/>
                </a:lnTo>
                <a:lnTo>
                  <a:pt x="784907" y="666670"/>
                </a:lnTo>
                <a:lnTo>
                  <a:pt x="759817" y="701792"/>
                </a:lnTo>
                <a:lnTo>
                  <a:pt x="730564" y="734064"/>
                </a:lnTo>
                <a:lnTo>
                  <a:pt x="697356" y="763143"/>
                </a:lnTo>
                <a:lnTo>
                  <a:pt x="660402" y="788687"/>
                </a:lnTo>
                <a:lnTo>
                  <a:pt x="619910" y="810354"/>
                </a:lnTo>
                <a:lnTo>
                  <a:pt x="576087" y="827801"/>
                </a:lnTo>
                <a:lnTo>
                  <a:pt x="529143" y="840688"/>
                </a:lnTo>
                <a:lnTo>
                  <a:pt x="479284" y="848671"/>
                </a:lnTo>
                <a:lnTo>
                  <a:pt x="426720" y="8514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861740" y="2727553"/>
            <a:ext cx="858519" cy="851535"/>
          </a:xfrm>
          <a:custGeom>
            <a:avLst/>
            <a:gdLst/>
            <a:ahLst/>
            <a:cxnLst/>
            <a:rect l="l" t="t" r="r" b="b"/>
            <a:pathLst>
              <a:path w="858520" h="851535">
                <a:moveTo>
                  <a:pt x="429768" y="851408"/>
                </a:moveTo>
                <a:lnTo>
                  <a:pt x="381279" y="849043"/>
                </a:lnTo>
                <a:lnTo>
                  <a:pt x="334708" y="842086"/>
                </a:lnTo>
                <a:lnTo>
                  <a:pt x="290267" y="830738"/>
                </a:lnTo>
                <a:lnTo>
                  <a:pt x="248166" y="815201"/>
                </a:lnTo>
                <a:lnTo>
                  <a:pt x="208618" y="795678"/>
                </a:lnTo>
                <a:lnTo>
                  <a:pt x="171834" y="772371"/>
                </a:lnTo>
                <a:lnTo>
                  <a:pt x="138024" y="745482"/>
                </a:lnTo>
                <a:lnTo>
                  <a:pt x="107400" y="715214"/>
                </a:lnTo>
                <a:lnTo>
                  <a:pt x="80174" y="681768"/>
                </a:lnTo>
                <a:lnTo>
                  <a:pt x="56557" y="645348"/>
                </a:lnTo>
                <a:lnTo>
                  <a:pt x="36760" y="606155"/>
                </a:lnTo>
                <a:lnTo>
                  <a:pt x="20994" y="564392"/>
                </a:lnTo>
                <a:lnTo>
                  <a:pt x="9471" y="520260"/>
                </a:lnTo>
                <a:lnTo>
                  <a:pt x="2403" y="473964"/>
                </a:lnTo>
                <a:lnTo>
                  <a:pt x="0" y="425704"/>
                </a:lnTo>
                <a:lnTo>
                  <a:pt x="2390" y="377443"/>
                </a:lnTo>
                <a:lnTo>
                  <a:pt x="9422" y="331147"/>
                </a:lnTo>
                <a:lnTo>
                  <a:pt x="20888" y="287015"/>
                </a:lnTo>
                <a:lnTo>
                  <a:pt x="36582" y="245252"/>
                </a:lnTo>
                <a:lnTo>
                  <a:pt x="56314" y="206027"/>
                </a:lnTo>
                <a:lnTo>
                  <a:pt x="79816" y="169639"/>
                </a:lnTo>
                <a:lnTo>
                  <a:pt x="106943" y="136193"/>
                </a:lnTo>
                <a:lnTo>
                  <a:pt x="137465" y="105925"/>
                </a:lnTo>
                <a:lnTo>
                  <a:pt x="171175" y="79036"/>
                </a:lnTo>
                <a:lnTo>
                  <a:pt x="207866" y="55729"/>
                </a:lnTo>
                <a:lnTo>
                  <a:pt x="247329" y="36206"/>
                </a:lnTo>
                <a:lnTo>
                  <a:pt x="289356" y="20669"/>
                </a:lnTo>
                <a:lnTo>
                  <a:pt x="333741" y="9321"/>
                </a:lnTo>
                <a:lnTo>
                  <a:pt x="380276" y="2364"/>
                </a:lnTo>
                <a:lnTo>
                  <a:pt x="428752" y="0"/>
                </a:lnTo>
                <a:lnTo>
                  <a:pt x="477240" y="2364"/>
                </a:lnTo>
                <a:lnTo>
                  <a:pt x="523811" y="9321"/>
                </a:lnTo>
                <a:lnTo>
                  <a:pt x="568252" y="20669"/>
                </a:lnTo>
                <a:lnTo>
                  <a:pt x="610353" y="36206"/>
                </a:lnTo>
                <a:lnTo>
                  <a:pt x="649901" y="55729"/>
                </a:lnTo>
                <a:lnTo>
                  <a:pt x="686685" y="79036"/>
                </a:lnTo>
                <a:lnTo>
                  <a:pt x="709946" y="97536"/>
                </a:lnTo>
                <a:lnTo>
                  <a:pt x="428752" y="97536"/>
                </a:lnTo>
                <a:lnTo>
                  <a:pt x="379343" y="100851"/>
                </a:lnTo>
                <a:lnTo>
                  <a:pt x="332793" y="110555"/>
                </a:lnTo>
                <a:lnTo>
                  <a:pt x="289489" y="126287"/>
                </a:lnTo>
                <a:lnTo>
                  <a:pt x="249823" y="147684"/>
                </a:lnTo>
                <a:lnTo>
                  <a:pt x="214182" y="174384"/>
                </a:lnTo>
                <a:lnTo>
                  <a:pt x="182932" y="206059"/>
                </a:lnTo>
                <a:lnTo>
                  <a:pt x="156534" y="242249"/>
                </a:lnTo>
                <a:lnTo>
                  <a:pt x="135307" y="282690"/>
                </a:lnTo>
                <a:lnTo>
                  <a:pt x="119662" y="326987"/>
                </a:lnTo>
                <a:lnTo>
                  <a:pt x="109990" y="374779"/>
                </a:lnTo>
                <a:lnTo>
                  <a:pt x="106680" y="425704"/>
                </a:lnTo>
                <a:lnTo>
                  <a:pt x="110014" y="476399"/>
                </a:lnTo>
                <a:lnTo>
                  <a:pt x="119751" y="524049"/>
                </a:lnTo>
                <a:lnTo>
                  <a:pt x="135492" y="568277"/>
                </a:lnTo>
                <a:lnTo>
                  <a:pt x="156840" y="608709"/>
                </a:lnTo>
                <a:lnTo>
                  <a:pt x="183395" y="644968"/>
                </a:lnTo>
                <a:lnTo>
                  <a:pt x="214759" y="676679"/>
                </a:lnTo>
                <a:lnTo>
                  <a:pt x="250533" y="703467"/>
                </a:lnTo>
                <a:lnTo>
                  <a:pt x="290320" y="724956"/>
                </a:lnTo>
                <a:lnTo>
                  <a:pt x="333720" y="740770"/>
                </a:lnTo>
                <a:lnTo>
                  <a:pt x="380335" y="750533"/>
                </a:lnTo>
                <a:lnTo>
                  <a:pt x="429768" y="753872"/>
                </a:lnTo>
                <a:lnTo>
                  <a:pt x="710536" y="753872"/>
                </a:lnTo>
                <a:lnTo>
                  <a:pt x="687344" y="772371"/>
                </a:lnTo>
                <a:lnTo>
                  <a:pt x="650653" y="795678"/>
                </a:lnTo>
                <a:lnTo>
                  <a:pt x="611191" y="815201"/>
                </a:lnTo>
                <a:lnTo>
                  <a:pt x="569163" y="830738"/>
                </a:lnTo>
                <a:lnTo>
                  <a:pt x="524778" y="842086"/>
                </a:lnTo>
                <a:lnTo>
                  <a:pt x="478244" y="849043"/>
                </a:lnTo>
                <a:lnTo>
                  <a:pt x="429768" y="851408"/>
                </a:lnTo>
                <a:close/>
              </a:path>
              <a:path w="858520" h="851535">
                <a:moveTo>
                  <a:pt x="710536" y="753872"/>
                </a:moveTo>
                <a:lnTo>
                  <a:pt x="429768" y="753872"/>
                </a:lnTo>
                <a:lnTo>
                  <a:pt x="478947" y="750533"/>
                </a:lnTo>
                <a:lnTo>
                  <a:pt x="525355" y="740770"/>
                </a:lnTo>
                <a:lnTo>
                  <a:pt x="568590" y="724956"/>
                </a:lnTo>
                <a:lnTo>
                  <a:pt x="608248" y="703467"/>
                </a:lnTo>
                <a:lnTo>
                  <a:pt x="643925" y="676679"/>
                </a:lnTo>
                <a:lnTo>
                  <a:pt x="675220" y="644968"/>
                </a:lnTo>
                <a:lnTo>
                  <a:pt x="701728" y="608709"/>
                </a:lnTo>
                <a:lnTo>
                  <a:pt x="723047" y="568277"/>
                </a:lnTo>
                <a:lnTo>
                  <a:pt x="738774" y="524049"/>
                </a:lnTo>
                <a:lnTo>
                  <a:pt x="748506" y="476399"/>
                </a:lnTo>
                <a:lnTo>
                  <a:pt x="751840" y="425704"/>
                </a:lnTo>
                <a:lnTo>
                  <a:pt x="748505" y="374779"/>
                </a:lnTo>
                <a:lnTo>
                  <a:pt x="738768" y="326987"/>
                </a:lnTo>
                <a:lnTo>
                  <a:pt x="723027" y="282690"/>
                </a:lnTo>
                <a:lnTo>
                  <a:pt x="701679" y="242249"/>
                </a:lnTo>
                <a:lnTo>
                  <a:pt x="675124" y="206027"/>
                </a:lnTo>
                <a:lnTo>
                  <a:pt x="643760" y="174384"/>
                </a:lnTo>
                <a:lnTo>
                  <a:pt x="607986" y="147684"/>
                </a:lnTo>
                <a:lnTo>
                  <a:pt x="568199" y="126287"/>
                </a:lnTo>
                <a:lnTo>
                  <a:pt x="524799" y="110555"/>
                </a:lnTo>
                <a:lnTo>
                  <a:pt x="478184" y="100851"/>
                </a:lnTo>
                <a:lnTo>
                  <a:pt x="428752" y="97536"/>
                </a:lnTo>
                <a:lnTo>
                  <a:pt x="709946" y="97536"/>
                </a:lnTo>
                <a:lnTo>
                  <a:pt x="751119" y="136193"/>
                </a:lnTo>
                <a:lnTo>
                  <a:pt x="778345" y="169639"/>
                </a:lnTo>
                <a:lnTo>
                  <a:pt x="801962" y="206059"/>
                </a:lnTo>
                <a:lnTo>
                  <a:pt x="821759" y="245252"/>
                </a:lnTo>
                <a:lnTo>
                  <a:pt x="837525" y="287015"/>
                </a:lnTo>
                <a:lnTo>
                  <a:pt x="849048" y="331147"/>
                </a:lnTo>
                <a:lnTo>
                  <a:pt x="856116" y="377443"/>
                </a:lnTo>
                <a:lnTo>
                  <a:pt x="858520" y="425704"/>
                </a:lnTo>
                <a:lnTo>
                  <a:pt x="856129" y="473964"/>
                </a:lnTo>
                <a:lnTo>
                  <a:pt x="849097" y="520260"/>
                </a:lnTo>
                <a:lnTo>
                  <a:pt x="837631" y="564392"/>
                </a:lnTo>
                <a:lnTo>
                  <a:pt x="821938" y="606155"/>
                </a:lnTo>
                <a:lnTo>
                  <a:pt x="802226" y="645348"/>
                </a:lnTo>
                <a:lnTo>
                  <a:pt x="778703" y="681768"/>
                </a:lnTo>
                <a:lnTo>
                  <a:pt x="751576" y="715214"/>
                </a:lnTo>
                <a:lnTo>
                  <a:pt x="721054" y="745482"/>
                </a:lnTo>
                <a:lnTo>
                  <a:pt x="710536" y="753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829987" y="2741777"/>
            <a:ext cx="700405" cy="819150"/>
          </a:xfrm>
          <a:custGeom>
            <a:avLst/>
            <a:gdLst/>
            <a:ahLst/>
            <a:cxnLst/>
            <a:rect l="l" t="t" r="r" b="b"/>
            <a:pathLst>
              <a:path w="700404" h="819150">
                <a:moveTo>
                  <a:pt x="106680" y="818896"/>
                </a:moveTo>
                <a:lnTo>
                  <a:pt x="0" y="818896"/>
                </a:lnTo>
                <a:lnTo>
                  <a:pt x="0" y="5080"/>
                </a:lnTo>
                <a:lnTo>
                  <a:pt x="99567" y="5080"/>
                </a:lnTo>
                <a:lnTo>
                  <a:pt x="592327" y="639064"/>
                </a:lnTo>
                <a:lnTo>
                  <a:pt x="592327" y="0"/>
                </a:lnTo>
                <a:lnTo>
                  <a:pt x="700023" y="0"/>
                </a:lnTo>
                <a:lnTo>
                  <a:pt x="700023" y="813815"/>
                </a:lnTo>
                <a:lnTo>
                  <a:pt x="599439" y="813815"/>
                </a:lnTo>
                <a:lnTo>
                  <a:pt x="106680" y="179832"/>
                </a:lnTo>
                <a:lnTo>
                  <a:pt x="106680" y="818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624499" y="2747010"/>
            <a:ext cx="690880" cy="95250"/>
          </a:xfrm>
          <a:custGeom>
            <a:avLst/>
            <a:gdLst/>
            <a:ahLst/>
            <a:cxnLst/>
            <a:rect l="l" t="t" r="r" b="b"/>
            <a:pathLst>
              <a:path w="690879" h="95250">
                <a:moveTo>
                  <a:pt x="0" y="0"/>
                </a:moveTo>
                <a:lnTo>
                  <a:pt x="690879" y="0"/>
                </a:lnTo>
                <a:lnTo>
                  <a:pt x="690879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917107" y="2842260"/>
            <a:ext cx="106680" cy="718820"/>
          </a:xfrm>
          <a:custGeom>
            <a:avLst/>
            <a:gdLst/>
            <a:ahLst/>
            <a:cxnLst/>
            <a:rect l="l" t="t" r="r" b="b"/>
            <a:pathLst>
              <a:path w="106679" h="718820">
                <a:moveTo>
                  <a:pt x="0" y="0"/>
                </a:moveTo>
                <a:lnTo>
                  <a:pt x="106679" y="0"/>
                </a:lnTo>
                <a:lnTo>
                  <a:pt x="106679" y="718820"/>
                </a:lnTo>
                <a:lnTo>
                  <a:pt x="0" y="7188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410883" y="2747010"/>
            <a:ext cx="578485" cy="93980"/>
          </a:xfrm>
          <a:custGeom>
            <a:avLst/>
            <a:gdLst/>
            <a:ahLst/>
            <a:cxnLst/>
            <a:rect l="l" t="t" r="r" b="b"/>
            <a:pathLst>
              <a:path w="578484" h="93980">
                <a:moveTo>
                  <a:pt x="0" y="0"/>
                </a:moveTo>
                <a:lnTo>
                  <a:pt x="578103" y="0"/>
                </a:lnTo>
                <a:lnTo>
                  <a:pt x="578103" y="93980"/>
                </a:lnTo>
                <a:lnTo>
                  <a:pt x="0" y="939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410883" y="2840989"/>
            <a:ext cx="106680" cy="256540"/>
          </a:xfrm>
          <a:custGeom>
            <a:avLst/>
            <a:gdLst/>
            <a:ahLst/>
            <a:cxnLst/>
            <a:rect l="l" t="t" r="r" b="b"/>
            <a:pathLst>
              <a:path w="106679" h="256539">
                <a:moveTo>
                  <a:pt x="0" y="0"/>
                </a:moveTo>
                <a:lnTo>
                  <a:pt x="106679" y="0"/>
                </a:lnTo>
                <a:lnTo>
                  <a:pt x="106679" y="256539"/>
                </a:lnTo>
                <a:lnTo>
                  <a:pt x="0" y="256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410883" y="3097529"/>
            <a:ext cx="542925" cy="93980"/>
          </a:xfrm>
          <a:custGeom>
            <a:avLst/>
            <a:gdLst/>
            <a:ahLst/>
            <a:cxnLst/>
            <a:rect l="l" t="t" r="r" b="b"/>
            <a:pathLst>
              <a:path w="542925" h="93980">
                <a:moveTo>
                  <a:pt x="0" y="0"/>
                </a:moveTo>
                <a:lnTo>
                  <a:pt x="542544" y="0"/>
                </a:lnTo>
                <a:lnTo>
                  <a:pt x="542544" y="93980"/>
                </a:lnTo>
                <a:lnTo>
                  <a:pt x="0" y="939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410883" y="3191510"/>
            <a:ext cx="106680" cy="274320"/>
          </a:xfrm>
          <a:custGeom>
            <a:avLst/>
            <a:gdLst/>
            <a:ahLst/>
            <a:cxnLst/>
            <a:rect l="l" t="t" r="r" b="b"/>
            <a:pathLst>
              <a:path w="106679" h="274320">
                <a:moveTo>
                  <a:pt x="0" y="0"/>
                </a:moveTo>
                <a:lnTo>
                  <a:pt x="106679" y="0"/>
                </a:lnTo>
                <a:lnTo>
                  <a:pt x="106679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410883" y="3465829"/>
            <a:ext cx="587375" cy="95250"/>
          </a:xfrm>
          <a:custGeom>
            <a:avLst/>
            <a:gdLst/>
            <a:ahLst/>
            <a:cxnLst/>
            <a:rect l="l" t="t" r="r" b="b"/>
            <a:pathLst>
              <a:path w="587375" h="95250">
                <a:moveTo>
                  <a:pt x="0" y="0"/>
                </a:moveTo>
                <a:lnTo>
                  <a:pt x="587247" y="0"/>
                </a:lnTo>
                <a:lnTo>
                  <a:pt x="587247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0104811" y="2741777"/>
            <a:ext cx="700405" cy="819150"/>
          </a:xfrm>
          <a:custGeom>
            <a:avLst/>
            <a:gdLst/>
            <a:ahLst/>
            <a:cxnLst/>
            <a:rect l="l" t="t" r="r" b="b"/>
            <a:pathLst>
              <a:path w="700404" h="819150">
                <a:moveTo>
                  <a:pt x="106679" y="818896"/>
                </a:moveTo>
                <a:lnTo>
                  <a:pt x="0" y="818896"/>
                </a:lnTo>
                <a:lnTo>
                  <a:pt x="0" y="5080"/>
                </a:lnTo>
                <a:lnTo>
                  <a:pt x="99568" y="5080"/>
                </a:lnTo>
                <a:lnTo>
                  <a:pt x="592328" y="639064"/>
                </a:lnTo>
                <a:lnTo>
                  <a:pt x="592328" y="0"/>
                </a:lnTo>
                <a:lnTo>
                  <a:pt x="700024" y="0"/>
                </a:lnTo>
                <a:lnTo>
                  <a:pt x="700024" y="813815"/>
                </a:lnTo>
                <a:lnTo>
                  <a:pt x="599440" y="813815"/>
                </a:lnTo>
                <a:lnTo>
                  <a:pt x="106679" y="179832"/>
                </a:lnTo>
                <a:lnTo>
                  <a:pt x="106679" y="818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0899323" y="2747010"/>
            <a:ext cx="690880" cy="95250"/>
          </a:xfrm>
          <a:custGeom>
            <a:avLst/>
            <a:gdLst/>
            <a:ahLst/>
            <a:cxnLst/>
            <a:rect l="l" t="t" r="r" b="b"/>
            <a:pathLst>
              <a:path w="690879" h="95250">
                <a:moveTo>
                  <a:pt x="0" y="0"/>
                </a:moveTo>
                <a:lnTo>
                  <a:pt x="690879" y="0"/>
                </a:lnTo>
                <a:lnTo>
                  <a:pt x="690879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1191931" y="2842260"/>
            <a:ext cx="106680" cy="718820"/>
          </a:xfrm>
          <a:custGeom>
            <a:avLst/>
            <a:gdLst/>
            <a:ahLst/>
            <a:cxnLst/>
            <a:rect l="l" t="t" r="r" b="b"/>
            <a:pathLst>
              <a:path w="106679" h="718820">
                <a:moveTo>
                  <a:pt x="0" y="0"/>
                </a:moveTo>
                <a:lnTo>
                  <a:pt x="106679" y="0"/>
                </a:lnTo>
                <a:lnTo>
                  <a:pt x="106679" y="718820"/>
                </a:lnTo>
                <a:lnTo>
                  <a:pt x="0" y="7188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1647099" y="2727553"/>
            <a:ext cx="662940" cy="851535"/>
          </a:xfrm>
          <a:custGeom>
            <a:avLst/>
            <a:gdLst/>
            <a:ahLst/>
            <a:cxnLst/>
            <a:rect l="l" t="t" r="r" b="b"/>
            <a:pathLst>
              <a:path w="662940" h="851535">
                <a:moveTo>
                  <a:pt x="338327" y="851408"/>
                </a:moveTo>
                <a:lnTo>
                  <a:pt x="282988" y="848348"/>
                </a:lnTo>
                <a:lnTo>
                  <a:pt x="231257" y="839370"/>
                </a:lnTo>
                <a:lnTo>
                  <a:pt x="183574" y="824771"/>
                </a:lnTo>
                <a:lnTo>
                  <a:pt x="140378" y="804850"/>
                </a:lnTo>
                <a:lnTo>
                  <a:pt x="102108" y="779907"/>
                </a:lnTo>
                <a:lnTo>
                  <a:pt x="69201" y="750238"/>
                </a:lnTo>
                <a:lnTo>
                  <a:pt x="42098" y="716144"/>
                </a:lnTo>
                <a:lnTo>
                  <a:pt x="21238" y="677923"/>
                </a:lnTo>
                <a:lnTo>
                  <a:pt x="7059" y="635874"/>
                </a:lnTo>
                <a:lnTo>
                  <a:pt x="0" y="590295"/>
                </a:lnTo>
                <a:lnTo>
                  <a:pt x="109727" y="590295"/>
                </a:lnTo>
                <a:lnTo>
                  <a:pt x="119159" y="630669"/>
                </a:lnTo>
                <a:lnTo>
                  <a:pt x="137530" y="666830"/>
                </a:lnTo>
                <a:lnTo>
                  <a:pt x="164325" y="698051"/>
                </a:lnTo>
                <a:lnTo>
                  <a:pt x="199029" y="723602"/>
                </a:lnTo>
                <a:lnTo>
                  <a:pt x="241126" y="742755"/>
                </a:lnTo>
                <a:lnTo>
                  <a:pt x="290102" y="754781"/>
                </a:lnTo>
                <a:lnTo>
                  <a:pt x="345440" y="758952"/>
                </a:lnTo>
                <a:lnTo>
                  <a:pt x="403201" y="754436"/>
                </a:lnTo>
                <a:lnTo>
                  <a:pt x="453625" y="741454"/>
                </a:lnTo>
                <a:lnTo>
                  <a:pt x="495300" y="720851"/>
                </a:lnTo>
                <a:lnTo>
                  <a:pt x="526814" y="693476"/>
                </a:lnTo>
                <a:lnTo>
                  <a:pt x="546758" y="660174"/>
                </a:lnTo>
                <a:lnTo>
                  <a:pt x="553720" y="621792"/>
                </a:lnTo>
                <a:lnTo>
                  <a:pt x="549096" y="586175"/>
                </a:lnTo>
                <a:lnTo>
                  <a:pt x="510612" y="530885"/>
                </a:lnTo>
                <a:lnTo>
                  <a:pt x="475757" y="509291"/>
                </a:lnTo>
                <a:lnTo>
                  <a:pt x="429830" y="490452"/>
                </a:lnTo>
                <a:lnTo>
                  <a:pt x="372332" y="473408"/>
                </a:lnTo>
                <a:lnTo>
                  <a:pt x="302768" y="457200"/>
                </a:lnTo>
                <a:lnTo>
                  <a:pt x="244822" y="443257"/>
                </a:lnTo>
                <a:lnTo>
                  <a:pt x="193600" y="426940"/>
                </a:lnTo>
                <a:lnTo>
                  <a:pt x="149126" y="407905"/>
                </a:lnTo>
                <a:lnTo>
                  <a:pt x="111425" y="385809"/>
                </a:lnTo>
                <a:lnTo>
                  <a:pt x="80523" y="360310"/>
                </a:lnTo>
                <a:lnTo>
                  <a:pt x="39214" y="297731"/>
                </a:lnTo>
                <a:lnTo>
                  <a:pt x="28857" y="259964"/>
                </a:lnTo>
                <a:lnTo>
                  <a:pt x="25400" y="217424"/>
                </a:lnTo>
                <a:lnTo>
                  <a:pt x="30211" y="174378"/>
                </a:lnTo>
                <a:lnTo>
                  <a:pt x="44170" y="135488"/>
                </a:lnTo>
                <a:lnTo>
                  <a:pt x="66566" y="100997"/>
                </a:lnTo>
                <a:lnTo>
                  <a:pt x="96690" y="71147"/>
                </a:lnTo>
                <a:lnTo>
                  <a:pt x="133829" y="46181"/>
                </a:lnTo>
                <a:lnTo>
                  <a:pt x="177273" y="26340"/>
                </a:lnTo>
                <a:lnTo>
                  <a:pt x="226311" y="11868"/>
                </a:lnTo>
                <a:lnTo>
                  <a:pt x="280233" y="3007"/>
                </a:lnTo>
                <a:lnTo>
                  <a:pt x="338327" y="0"/>
                </a:lnTo>
                <a:lnTo>
                  <a:pt x="390495" y="2987"/>
                </a:lnTo>
                <a:lnTo>
                  <a:pt x="439407" y="11704"/>
                </a:lnTo>
                <a:lnTo>
                  <a:pt x="484613" y="25786"/>
                </a:lnTo>
                <a:lnTo>
                  <a:pt x="525662" y="44866"/>
                </a:lnTo>
                <a:lnTo>
                  <a:pt x="562102" y="68580"/>
                </a:lnTo>
                <a:lnTo>
                  <a:pt x="593482" y="96560"/>
                </a:lnTo>
                <a:lnTo>
                  <a:pt x="619351" y="128442"/>
                </a:lnTo>
                <a:lnTo>
                  <a:pt x="639259" y="163860"/>
                </a:lnTo>
                <a:lnTo>
                  <a:pt x="652753" y="202448"/>
                </a:lnTo>
                <a:lnTo>
                  <a:pt x="659384" y="243840"/>
                </a:lnTo>
                <a:lnTo>
                  <a:pt x="549656" y="243840"/>
                </a:lnTo>
                <a:lnTo>
                  <a:pt x="538564" y="202564"/>
                </a:lnTo>
                <a:lnTo>
                  <a:pt x="516805" y="165946"/>
                </a:lnTo>
                <a:lnTo>
                  <a:pt x="484886" y="135254"/>
                </a:lnTo>
                <a:lnTo>
                  <a:pt x="443314" y="111759"/>
                </a:lnTo>
                <a:lnTo>
                  <a:pt x="392599" y="96731"/>
                </a:lnTo>
                <a:lnTo>
                  <a:pt x="333248" y="91440"/>
                </a:lnTo>
                <a:lnTo>
                  <a:pt x="273971" y="95692"/>
                </a:lnTo>
                <a:lnTo>
                  <a:pt x="224460" y="107846"/>
                </a:lnTo>
                <a:lnTo>
                  <a:pt x="185166" y="127000"/>
                </a:lnTo>
                <a:lnTo>
                  <a:pt x="156539" y="152249"/>
                </a:lnTo>
                <a:lnTo>
                  <a:pt x="133096" y="217424"/>
                </a:lnTo>
                <a:lnTo>
                  <a:pt x="137767" y="250780"/>
                </a:lnTo>
                <a:lnTo>
                  <a:pt x="176363" y="303292"/>
                </a:lnTo>
                <a:lnTo>
                  <a:pt x="211105" y="324118"/>
                </a:lnTo>
                <a:lnTo>
                  <a:pt x="256689" y="342439"/>
                </a:lnTo>
                <a:lnTo>
                  <a:pt x="313523" y="359089"/>
                </a:lnTo>
                <a:lnTo>
                  <a:pt x="382016" y="374904"/>
                </a:lnTo>
                <a:lnTo>
                  <a:pt x="444347" y="390419"/>
                </a:lnTo>
                <a:lnTo>
                  <a:pt x="498124" y="408569"/>
                </a:lnTo>
                <a:lnTo>
                  <a:pt x="543672" y="429429"/>
                </a:lnTo>
                <a:lnTo>
                  <a:pt x="581319" y="453073"/>
                </a:lnTo>
                <a:lnTo>
                  <a:pt x="611389" y="479577"/>
                </a:lnTo>
                <a:lnTo>
                  <a:pt x="650106" y="541465"/>
                </a:lnTo>
                <a:lnTo>
                  <a:pt x="662432" y="615696"/>
                </a:lnTo>
                <a:lnTo>
                  <a:pt x="658239" y="657847"/>
                </a:lnTo>
                <a:lnTo>
                  <a:pt x="646086" y="696390"/>
                </a:lnTo>
                <a:lnTo>
                  <a:pt x="626605" y="731129"/>
                </a:lnTo>
                <a:lnTo>
                  <a:pt x="600431" y="761869"/>
                </a:lnTo>
                <a:lnTo>
                  <a:pt x="568198" y="788416"/>
                </a:lnTo>
                <a:lnTo>
                  <a:pt x="530538" y="810572"/>
                </a:lnTo>
                <a:lnTo>
                  <a:pt x="488088" y="828145"/>
                </a:lnTo>
                <a:lnTo>
                  <a:pt x="441480" y="840939"/>
                </a:lnTo>
                <a:lnTo>
                  <a:pt x="391348" y="848758"/>
                </a:lnTo>
                <a:lnTo>
                  <a:pt x="338327" y="8514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3524171" y="6999030"/>
            <a:ext cx="266065" cy="278130"/>
          </a:xfrm>
          <a:custGeom>
            <a:avLst/>
            <a:gdLst/>
            <a:ahLst/>
            <a:cxnLst/>
            <a:rect l="l" t="t" r="r" b="b"/>
            <a:pathLst>
              <a:path w="266065" h="278129">
                <a:moveTo>
                  <a:pt x="108996" y="32019"/>
                </a:moveTo>
                <a:lnTo>
                  <a:pt x="76653" y="32019"/>
                </a:lnTo>
                <a:lnTo>
                  <a:pt x="76653" y="0"/>
                </a:lnTo>
                <a:lnTo>
                  <a:pt x="108996" y="0"/>
                </a:lnTo>
                <a:lnTo>
                  <a:pt x="108996" y="32019"/>
                </a:lnTo>
                <a:close/>
              </a:path>
              <a:path w="266065" h="278129">
                <a:moveTo>
                  <a:pt x="178210" y="57570"/>
                </a:moveTo>
                <a:lnTo>
                  <a:pt x="0" y="57570"/>
                </a:lnTo>
                <a:lnTo>
                  <a:pt x="0" y="32019"/>
                </a:lnTo>
                <a:lnTo>
                  <a:pt x="178210" y="32019"/>
                </a:lnTo>
                <a:lnTo>
                  <a:pt x="178210" y="57570"/>
                </a:lnTo>
                <a:close/>
              </a:path>
              <a:path w="266065" h="278129">
                <a:moveTo>
                  <a:pt x="259391" y="211523"/>
                </a:moveTo>
                <a:lnTo>
                  <a:pt x="227695" y="211523"/>
                </a:lnTo>
                <a:lnTo>
                  <a:pt x="227695" y="159128"/>
                </a:lnTo>
                <a:lnTo>
                  <a:pt x="185972" y="159128"/>
                </a:lnTo>
                <a:lnTo>
                  <a:pt x="185972" y="131959"/>
                </a:lnTo>
                <a:lnTo>
                  <a:pt x="227695" y="131959"/>
                </a:lnTo>
                <a:lnTo>
                  <a:pt x="227695" y="94441"/>
                </a:lnTo>
                <a:lnTo>
                  <a:pt x="185972" y="94441"/>
                </a:lnTo>
                <a:lnTo>
                  <a:pt x="185972" y="67273"/>
                </a:lnTo>
                <a:lnTo>
                  <a:pt x="227695" y="67273"/>
                </a:lnTo>
                <a:lnTo>
                  <a:pt x="227695" y="4851"/>
                </a:lnTo>
                <a:lnTo>
                  <a:pt x="259391" y="4851"/>
                </a:lnTo>
                <a:lnTo>
                  <a:pt x="259391" y="211523"/>
                </a:lnTo>
                <a:close/>
              </a:path>
              <a:path w="266065" h="278129">
                <a:moveTo>
                  <a:pt x="92824" y="185972"/>
                </a:moveTo>
                <a:lnTo>
                  <a:pt x="61189" y="182324"/>
                </a:lnTo>
                <a:lnTo>
                  <a:pt x="35739" y="171580"/>
                </a:lnTo>
                <a:lnTo>
                  <a:pt x="18779" y="154044"/>
                </a:lnTo>
                <a:lnTo>
                  <a:pt x="12613" y="130019"/>
                </a:lnTo>
                <a:lnTo>
                  <a:pt x="18779" y="106130"/>
                </a:lnTo>
                <a:lnTo>
                  <a:pt x="35739" y="88579"/>
                </a:lnTo>
                <a:lnTo>
                  <a:pt x="61189" y="77759"/>
                </a:lnTo>
                <a:lnTo>
                  <a:pt x="92824" y="74065"/>
                </a:lnTo>
                <a:lnTo>
                  <a:pt x="124409" y="77759"/>
                </a:lnTo>
                <a:lnTo>
                  <a:pt x="149748" y="88579"/>
                </a:lnTo>
                <a:lnTo>
                  <a:pt x="159412" y="98646"/>
                </a:lnTo>
                <a:lnTo>
                  <a:pt x="92824" y="98646"/>
                </a:lnTo>
                <a:lnTo>
                  <a:pt x="71993" y="101046"/>
                </a:lnTo>
                <a:lnTo>
                  <a:pt x="56438" y="107662"/>
                </a:lnTo>
                <a:lnTo>
                  <a:pt x="46705" y="117612"/>
                </a:lnTo>
                <a:lnTo>
                  <a:pt x="43339" y="130019"/>
                </a:lnTo>
                <a:lnTo>
                  <a:pt x="46705" y="142612"/>
                </a:lnTo>
                <a:lnTo>
                  <a:pt x="56438" y="152659"/>
                </a:lnTo>
                <a:lnTo>
                  <a:pt x="71993" y="159309"/>
                </a:lnTo>
                <a:lnTo>
                  <a:pt x="92824" y="161715"/>
                </a:lnTo>
                <a:lnTo>
                  <a:pt x="159226" y="161715"/>
                </a:lnTo>
                <a:lnTo>
                  <a:pt x="149748" y="171580"/>
                </a:lnTo>
                <a:lnTo>
                  <a:pt x="124409" y="182324"/>
                </a:lnTo>
                <a:lnTo>
                  <a:pt x="92824" y="185972"/>
                </a:lnTo>
                <a:close/>
              </a:path>
              <a:path w="266065" h="278129">
                <a:moveTo>
                  <a:pt x="159226" y="161715"/>
                </a:moveTo>
                <a:lnTo>
                  <a:pt x="92824" y="161715"/>
                </a:lnTo>
                <a:lnTo>
                  <a:pt x="113468" y="159309"/>
                </a:lnTo>
                <a:lnTo>
                  <a:pt x="128927" y="152659"/>
                </a:lnTo>
                <a:lnTo>
                  <a:pt x="138625" y="142612"/>
                </a:lnTo>
                <a:lnTo>
                  <a:pt x="141986" y="130019"/>
                </a:lnTo>
                <a:lnTo>
                  <a:pt x="138625" y="117612"/>
                </a:lnTo>
                <a:lnTo>
                  <a:pt x="128927" y="107662"/>
                </a:lnTo>
                <a:lnTo>
                  <a:pt x="113468" y="101046"/>
                </a:lnTo>
                <a:lnTo>
                  <a:pt x="92824" y="98646"/>
                </a:lnTo>
                <a:lnTo>
                  <a:pt x="159412" y="98646"/>
                </a:lnTo>
                <a:lnTo>
                  <a:pt x="166597" y="106130"/>
                </a:lnTo>
                <a:lnTo>
                  <a:pt x="172712" y="130019"/>
                </a:lnTo>
                <a:lnTo>
                  <a:pt x="166597" y="154044"/>
                </a:lnTo>
                <a:lnTo>
                  <a:pt x="159226" y="161715"/>
                </a:lnTo>
                <a:close/>
              </a:path>
              <a:path w="266065" h="278129">
                <a:moveTo>
                  <a:pt x="265860" y="277503"/>
                </a:moveTo>
                <a:lnTo>
                  <a:pt x="24257" y="277503"/>
                </a:lnTo>
                <a:lnTo>
                  <a:pt x="24257" y="198910"/>
                </a:lnTo>
                <a:lnTo>
                  <a:pt x="56600" y="198910"/>
                </a:lnTo>
                <a:lnTo>
                  <a:pt x="56600" y="249041"/>
                </a:lnTo>
                <a:lnTo>
                  <a:pt x="265860" y="249041"/>
                </a:lnTo>
                <a:lnTo>
                  <a:pt x="265860" y="277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3829166" y="7003882"/>
            <a:ext cx="260985" cy="273050"/>
          </a:xfrm>
          <a:custGeom>
            <a:avLst/>
            <a:gdLst/>
            <a:ahLst/>
            <a:cxnLst/>
            <a:rect l="l" t="t" r="r" b="b"/>
            <a:pathLst>
              <a:path w="260984" h="273050">
                <a:moveTo>
                  <a:pt x="253569" y="135194"/>
                </a:moveTo>
                <a:lnTo>
                  <a:pt x="221550" y="135194"/>
                </a:lnTo>
                <a:lnTo>
                  <a:pt x="221550" y="0"/>
                </a:lnTo>
                <a:lnTo>
                  <a:pt x="253569" y="0"/>
                </a:lnTo>
                <a:lnTo>
                  <a:pt x="253569" y="135194"/>
                </a:lnTo>
                <a:close/>
              </a:path>
              <a:path w="260984" h="273050">
                <a:moveTo>
                  <a:pt x="0" y="132606"/>
                </a:moveTo>
                <a:lnTo>
                  <a:pt x="0" y="104144"/>
                </a:lnTo>
                <a:lnTo>
                  <a:pt x="35400" y="91369"/>
                </a:lnTo>
                <a:lnTo>
                  <a:pt x="62220" y="68648"/>
                </a:lnTo>
                <a:lnTo>
                  <a:pt x="79275" y="38286"/>
                </a:lnTo>
                <a:lnTo>
                  <a:pt x="85385" y="2587"/>
                </a:lnTo>
                <a:lnTo>
                  <a:pt x="117405" y="4528"/>
                </a:lnTo>
                <a:lnTo>
                  <a:pt x="116743" y="17970"/>
                </a:lnTo>
                <a:lnTo>
                  <a:pt x="114777" y="31049"/>
                </a:lnTo>
                <a:lnTo>
                  <a:pt x="111538" y="43642"/>
                </a:lnTo>
                <a:lnTo>
                  <a:pt x="107055" y="55630"/>
                </a:lnTo>
                <a:lnTo>
                  <a:pt x="150586" y="79564"/>
                </a:lnTo>
                <a:lnTo>
                  <a:pt x="93148" y="79564"/>
                </a:lnTo>
                <a:lnTo>
                  <a:pt x="75500" y="98995"/>
                </a:lnTo>
                <a:lnTo>
                  <a:pt x="53851" y="114696"/>
                </a:lnTo>
                <a:lnTo>
                  <a:pt x="28562" y="126092"/>
                </a:lnTo>
                <a:lnTo>
                  <a:pt x="0" y="132606"/>
                </a:lnTo>
                <a:close/>
              </a:path>
              <a:path w="260984" h="273050">
                <a:moveTo>
                  <a:pt x="179180" y="128078"/>
                </a:moveTo>
                <a:lnTo>
                  <a:pt x="93148" y="79564"/>
                </a:lnTo>
                <a:lnTo>
                  <a:pt x="150586" y="79564"/>
                </a:lnTo>
                <a:lnTo>
                  <a:pt x="194705" y="103821"/>
                </a:lnTo>
                <a:lnTo>
                  <a:pt x="179180" y="128078"/>
                </a:lnTo>
                <a:close/>
              </a:path>
              <a:path w="260984" h="273050">
                <a:moveTo>
                  <a:pt x="260361" y="272652"/>
                </a:moveTo>
                <a:lnTo>
                  <a:pt x="19729" y="272652"/>
                </a:lnTo>
                <a:lnTo>
                  <a:pt x="19729" y="199556"/>
                </a:lnTo>
                <a:lnTo>
                  <a:pt x="221873" y="199556"/>
                </a:lnTo>
                <a:lnTo>
                  <a:pt x="221873" y="175622"/>
                </a:lnTo>
                <a:lnTo>
                  <a:pt x="19082" y="175622"/>
                </a:lnTo>
                <a:lnTo>
                  <a:pt x="19082" y="150395"/>
                </a:lnTo>
                <a:lnTo>
                  <a:pt x="253569" y="150395"/>
                </a:lnTo>
                <a:lnTo>
                  <a:pt x="253569" y="223490"/>
                </a:lnTo>
                <a:lnTo>
                  <a:pt x="51425" y="223490"/>
                </a:lnTo>
                <a:lnTo>
                  <a:pt x="51425" y="247424"/>
                </a:lnTo>
                <a:lnTo>
                  <a:pt x="260361" y="247424"/>
                </a:lnTo>
                <a:lnTo>
                  <a:pt x="260361" y="27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4219732" y="7003882"/>
            <a:ext cx="245110" cy="276225"/>
          </a:xfrm>
          <a:custGeom>
            <a:avLst/>
            <a:gdLst/>
            <a:ahLst/>
            <a:cxnLst/>
            <a:rect l="l" t="t" r="r" b="b"/>
            <a:pathLst>
              <a:path w="245109" h="276225">
                <a:moveTo>
                  <a:pt x="244837" y="276209"/>
                </a:moveTo>
                <a:lnTo>
                  <a:pt x="212817" y="276209"/>
                </a:lnTo>
                <a:lnTo>
                  <a:pt x="212817" y="0"/>
                </a:lnTo>
                <a:lnTo>
                  <a:pt x="244837" y="0"/>
                </a:lnTo>
                <a:lnTo>
                  <a:pt x="244837" y="276209"/>
                </a:lnTo>
                <a:close/>
              </a:path>
              <a:path w="245109" h="276225">
                <a:moveTo>
                  <a:pt x="0" y="259068"/>
                </a:moveTo>
                <a:lnTo>
                  <a:pt x="0" y="228665"/>
                </a:lnTo>
                <a:lnTo>
                  <a:pt x="41484" y="221679"/>
                </a:lnTo>
                <a:lnTo>
                  <a:pt x="75020" y="201885"/>
                </a:lnTo>
                <a:lnTo>
                  <a:pt x="99878" y="170448"/>
                </a:lnTo>
                <a:lnTo>
                  <a:pt x="115327" y="128531"/>
                </a:lnTo>
                <a:lnTo>
                  <a:pt x="120639" y="77299"/>
                </a:lnTo>
                <a:lnTo>
                  <a:pt x="120639" y="39458"/>
                </a:lnTo>
                <a:lnTo>
                  <a:pt x="0" y="39458"/>
                </a:lnTo>
                <a:lnTo>
                  <a:pt x="0" y="10026"/>
                </a:lnTo>
                <a:lnTo>
                  <a:pt x="153306" y="10026"/>
                </a:lnTo>
                <a:lnTo>
                  <a:pt x="153246" y="77299"/>
                </a:lnTo>
                <a:lnTo>
                  <a:pt x="148508" y="128572"/>
                </a:lnTo>
                <a:lnTo>
                  <a:pt x="134547" y="173107"/>
                </a:lnTo>
                <a:lnTo>
                  <a:pt x="112068" y="209340"/>
                </a:lnTo>
                <a:lnTo>
                  <a:pt x="81720" y="236356"/>
                </a:lnTo>
                <a:lnTo>
                  <a:pt x="44148" y="253237"/>
                </a:lnTo>
                <a:lnTo>
                  <a:pt x="0" y="259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4510819" y="7003882"/>
            <a:ext cx="257810" cy="273050"/>
          </a:xfrm>
          <a:custGeom>
            <a:avLst/>
            <a:gdLst/>
            <a:ahLst/>
            <a:cxnLst/>
            <a:rect l="l" t="t" r="r" b="b"/>
            <a:pathLst>
              <a:path w="257809" h="273050">
                <a:moveTo>
                  <a:pt x="257451" y="55306"/>
                </a:moveTo>
                <a:lnTo>
                  <a:pt x="225431" y="55306"/>
                </a:lnTo>
                <a:lnTo>
                  <a:pt x="225431" y="0"/>
                </a:lnTo>
                <a:lnTo>
                  <a:pt x="257451" y="0"/>
                </a:lnTo>
                <a:lnTo>
                  <a:pt x="257451" y="55306"/>
                </a:lnTo>
                <a:close/>
              </a:path>
              <a:path w="257809" h="273050">
                <a:moveTo>
                  <a:pt x="85385" y="139722"/>
                </a:moveTo>
                <a:lnTo>
                  <a:pt x="49939" y="134698"/>
                </a:lnTo>
                <a:lnTo>
                  <a:pt x="23044" y="120639"/>
                </a:lnTo>
                <a:lnTo>
                  <a:pt x="5973" y="99060"/>
                </a:lnTo>
                <a:lnTo>
                  <a:pt x="0" y="71478"/>
                </a:lnTo>
                <a:lnTo>
                  <a:pt x="5973" y="43895"/>
                </a:lnTo>
                <a:lnTo>
                  <a:pt x="23044" y="22316"/>
                </a:lnTo>
                <a:lnTo>
                  <a:pt x="49939" y="8257"/>
                </a:lnTo>
                <a:lnTo>
                  <a:pt x="85385" y="3234"/>
                </a:lnTo>
                <a:lnTo>
                  <a:pt x="116111" y="6958"/>
                </a:lnTo>
                <a:lnTo>
                  <a:pt x="140773" y="17505"/>
                </a:lnTo>
                <a:lnTo>
                  <a:pt x="154006" y="29755"/>
                </a:lnTo>
                <a:lnTo>
                  <a:pt x="85385" y="29755"/>
                </a:lnTo>
                <a:lnTo>
                  <a:pt x="63675" y="32636"/>
                </a:lnTo>
                <a:lnTo>
                  <a:pt x="46816" y="40914"/>
                </a:lnTo>
                <a:lnTo>
                  <a:pt x="35900" y="54043"/>
                </a:lnTo>
                <a:lnTo>
                  <a:pt x="32019" y="71478"/>
                </a:lnTo>
                <a:lnTo>
                  <a:pt x="35900" y="88913"/>
                </a:lnTo>
                <a:lnTo>
                  <a:pt x="46816" y="102042"/>
                </a:lnTo>
                <a:lnTo>
                  <a:pt x="63675" y="110320"/>
                </a:lnTo>
                <a:lnTo>
                  <a:pt x="85385" y="113200"/>
                </a:lnTo>
                <a:lnTo>
                  <a:pt x="153688" y="113200"/>
                </a:lnTo>
                <a:lnTo>
                  <a:pt x="141945" y="124642"/>
                </a:lnTo>
                <a:lnTo>
                  <a:pt x="116895" y="135775"/>
                </a:lnTo>
                <a:lnTo>
                  <a:pt x="85385" y="139722"/>
                </a:lnTo>
                <a:close/>
              </a:path>
              <a:path w="257809" h="273050">
                <a:moveTo>
                  <a:pt x="153688" y="113200"/>
                </a:moveTo>
                <a:lnTo>
                  <a:pt x="85385" y="113200"/>
                </a:lnTo>
                <a:lnTo>
                  <a:pt x="107045" y="110320"/>
                </a:lnTo>
                <a:lnTo>
                  <a:pt x="123793" y="102042"/>
                </a:lnTo>
                <a:lnTo>
                  <a:pt x="134597" y="88913"/>
                </a:lnTo>
                <a:lnTo>
                  <a:pt x="138428" y="71478"/>
                </a:lnTo>
                <a:lnTo>
                  <a:pt x="134597" y="54043"/>
                </a:lnTo>
                <a:lnTo>
                  <a:pt x="123793" y="40914"/>
                </a:lnTo>
                <a:lnTo>
                  <a:pt x="107045" y="32636"/>
                </a:lnTo>
                <a:lnTo>
                  <a:pt x="85385" y="29755"/>
                </a:lnTo>
                <a:lnTo>
                  <a:pt x="154006" y="29755"/>
                </a:lnTo>
                <a:lnTo>
                  <a:pt x="158521" y="33934"/>
                </a:lnTo>
                <a:lnTo>
                  <a:pt x="168507" y="55306"/>
                </a:lnTo>
                <a:lnTo>
                  <a:pt x="257451" y="55306"/>
                </a:lnTo>
                <a:lnTo>
                  <a:pt x="257451" y="85062"/>
                </a:lnTo>
                <a:lnTo>
                  <a:pt x="169154" y="85062"/>
                </a:lnTo>
                <a:lnTo>
                  <a:pt x="159658" y="107384"/>
                </a:lnTo>
                <a:lnTo>
                  <a:pt x="153688" y="113200"/>
                </a:lnTo>
                <a:close/>
              </a:path>
              <a:path w="257809" h="273050">
                <a:moveTo>
                  <a:pt x="257451" y="141662"/>
                </a:moveTo>
                <a:lnTo>
                  <a:pt x="225431" y="141662"/>
                </a:lnTo>
                <a:lnTo>
                  <a:pt x="225431" y="85062"/>
                </a:lnTo>
                <a:lnTo>
                  <a:pt x="257451" y="85062"/>
                </a:lnTo>
                <a:lnTo>
                  <a:pt x="257451" y="141662"/>
                </a:lnTo>
                <a:close/>
              </a:path>
              <a:path w="257809" h="273050">
                <a:moveTo>
                  <a:pt x="257451" y="272652"/>
                </a:moveTo>
                <a:lnTo>
                  <a:pt x="25551" y="272652"/>
                </a:lnTo>
                <a:lnTo>
                  <a:pt x="25551" y="156863"/>
                </a:lnTo>
                <a:lnTo>
                  <a:pt x="56923" y="156863"/>
                </a:lnTo>
                <a:lnTo>
                  <a:pt x="56923" y="185972"/>
                </a:lnTo>
                <a:lnTo>
                  <a:pt x="257451" y="185972"/>
                </a:lnTo>
                <a:lnTo>
                  <a:pt x="257451" y="211523"/>
                </a:lnTo>
                <a:lnTo>
                  <a:pt x="56923" y="211523"/>
                </a:lnTo>
                <a:lnTo>
                  <a:pt x="56923" y="246454"/>
                </a:lnTo>
                <a:lnTo>
                  <a:pt x="257451" y="246454"/>
                </a:lnTo>
                <a:lnTo>
                  <a:pt x="257451" y="272652"/>
                </a:lnTo>
                <a:close/>
              </a:path>
              <a:path w="257809" h="273050">
                <a:moveTo>
                  <a:pt x="257451" y="185972"/>
                </a:moveTo>
                <a:lnTo>
                  <a:pt x="225754" y="185972"/>
                </a:lnTo>
                <a:lnTo>
                  <a:pt x="225754" y="156863"/>
                </a:lnTo>
                <a:lnTo>
                  <a:pt x="257451" y="156863"/>
                </a:lnTo>
                <a:lnTo>
                  <a:pt x="257451" y="185972"/>
                </a:lnTo>
                <a:close/>
              </a:path>
              <a:path w="257809" h="273050">
                <a:moveTo>
                  <a:pt x="257451" y="246454"/>
                </a:moveTo>
                <a:lnTo>
                  <a:pt x="225754" y="246454"/>
                </a:lnTo>
                <a:lnTo>
                  <a:pt x="225754" y="211523"/>
                </a:lnTo>
                <a:lnTo>
                  <a:pt x="257451" y="211523"/>
                </a:lnTo>
                <a:lnTo>
                  <a:pt x="257451" y="246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4892328" y="7003882"/>
            <a:ext cx="287020" cy="276225"/>
          </a:xfrm>
          <a:custGeom>
            <a:avLst/>
            <a:gdLst/>
            <a:ahLst/>
            <a:cxnLst/>
            <a:rect l="l" t="t" r="r" b="b"/>
            <a:pathLst>
              <a:path w="287019" h="276225">
                <a:moveTo>
                  <a:pt x="247748" y="276209"/>
                </a:moveTo>
                <a:lnTo>
                  <a:pt x="215728" y="276209"/>
                </a:lnTo>
                <a:lnTo>
                  <a:pt x="215728" y="0"/>
                </a:lnTo>
                <a:lnTo>
                  <a:pt x="247748" y="0"/>
                </a:lnTo>
                <a:lnTo>
                  <a:pt x="247748" y="111907"/>
                </a:lnTo>
                <a:lnTo>
                  <a:pt x="286559" y="111907"/>
                </a:lnTo>
                <a:lnTo>
                  <a:pt x="286559" y="142633"/>
                </a:lnTo>
                <a:lnTo>
                  <a:pt x="247748" y="142633"/>
                </a:lnTo>
                <a:lnTo>
                  <a:pt x="247748" y="276209"/>
                </a:lnTo>
                <a:close/>
              </a:path>
              <a:path w="287019" h="276225">
                <a:moveTo>
                  <a:pt x="0" y="259715"/>
                </a:moveTo>
                <a:lnTo>
                  <a:pt x="0" y="227371"/>
                </a:lnTo>
                <a:lnTo>
                  <a:pt x="29985" y="212225"/>
                </a:lnTo>
                <a:lnTo>
                  <a:pt x="53513" y="179395"/>
                </a:lnTo>
                <a:lnTo>
                  <a:pt x="70489" y="132081"/>
                </a:lnTo>
                <a:lnTo>
                  <a:pt x="80821" y="73480"/>
                </a:lnTo>
                <a:lnTo>
                  <a:pt x="84415" y="6792"/>
                </a:lnTo>
                <a:lnTo>
                  <a:pt x="117081" y="8085"/>
                </a:lnTo>
                <a:lnTo>
                  <a:pt x="116227" y="39488"/>
                </a:lnTo>
                <a:lnTo>
                  <a:pt x="114130" y="69133"/>
                </a:lnTo>
                <a:lnTo>
                  <a:pt x="110759" y="96958"/>
                </a:lnTo>
                <a:lnTo>
                  <a:pt x="106085" y="122903"/>
                </a:lnTo>
                <a:lnTo>
                  <a:pt x="133811" y="160421"/>
                </a:lnTo>
                <a:lnTo>
                  <a:pt x="96058" y="160421"/>
                </a:lnTo>
                <a:lnTo>
                  <a:pt x="78775" y="200860"/>
                </a:lnTo>
                <a:lnTo>
                  <a:pt x="56762" y="231414"/>
                </a:lnTo>
                <a:lnTo>
                  <a:pt x="30382" y="251295"/>
                </a:lnTo>
                <a:lnTo>
                  <a:pt x="0" y="259715"/>
                </a:lnTo>
                <a:close/>
              </a:path>
              <a:path w="287019" h="276225">
                <a:moveTo>
                  <a:pt x="167213" y="259068"/>
                </a:moveTo>
                <a:lnTo>
                  <a:pt x="96058" y="160421"/>
                </a:lnTo>
                <a:lnTo>
                  <a:pt x="133811" y="160421"/>
                </a:lnTo>
                <a:lnTo>
                  <a:pt x="193088" y="240632"/>
                </a:lnTo>
                <a:lnTo>
                  <a:pt x="167213" y="259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5199910" y="7003882"/>
            <a:ext cx="257175" cy="276225"/>
          </a:xfrm>
          <a:custGeom>
            <a:avLst/>
            <a:gdLst/>
            <a:ahLst/>
            <a:cxnLst/>
            <a:rect l="l" t="t" r="r" b="b"/>
            <a:pathLst>
              <a:path w="257175" h="276225">
                <a:moveTo>
                  <a:pt x="257127" y="276209"/>
                </a:moveTo>
                <a:lnTo>
                  <a:pt x="227048" y="276209"/>
                </a:lnTo>
                <a:lnTo>
                  <a:pt x="227048" y="0"/>
                </a:lnTo>
                <a:lnTo>
                  <a:pt x="257127" y="0"/>
                </a:lnTo>
                <a:lnTo>
                  <a:pt x="257127" y="276209"/>
                </a:lnTo>
                <a:close/>
              </a:path>
              <a:path w="257175" h="276225">
                <a:moveTo>
                  <a:pt x="190824" y="271358"/>
                </a:moveTo>
                <a:lnTo>
                  <a:pt x="160745" y="271358"/>
                </a:lnTo>
                <a:lnTo>
                  <a:pt x="160745" y="174329"/>
                </a:lnTo>
                <a:lnTo>
                  <a:pt x="124197" y="174329"/>
                </a:lnTo>
                <a:lnTo>
                  <a:pt x="124197" y="144897"/>
                </a:lnTo>
                <a:lnTo>
                  <a:pt x="160745" y="144897"/>
                </a:lnTo>
                <a:lnTo>
                  <a:pt x="160745" y="94118"/>
                </a:lnTo>
                <a:lnTo>
                  <a:pt x="124197" y="94118"/>
                </a:lnTo>
                <a:lnTo>
                  <a:pt x="124197" y="64686"/>
                </a:lnTo>
                <a:lnTo>
                  <a:pt x="160745" y="64686"/>
                </a:lnTo>
                <a:lnTo>
                  <a:pt x="160745" y="1617"/>
                </a:lnTo>
                <a:lnTo>
                  <a:pt x="190824" y="1617"/>
                </a:lnTo>
                <a:lnTo>
                  <a:pt x="190824" y="271358"/>
                </a:lnTo>
                <a:close/>
              </a:path>
              <a:path w="257175" h="276225">
                <a:moveTo>
                  <a:pt x="53042" y="259715"/>
                </a:moveTo>
                <a:lnTo>
                  <a:pt x="0" y="259715"/>
                </a:lnTo>
                <a:lnTo>
                  <a:pt x="0" y="118375"/>
                </a:lnTo>
                <a:lnTo>
                  <a:pt x="77299" y="118375"/>
                </a:lnTo>
                <a:lnTo>
                  <a:pt x="77299" y="38488"/>
                </a:lnTo>
                <a:lnTo>
                  <a:pt x="0" y="38488"/>
                </a:lnTo>
                <a:lnTo>
                  <a:pt x="0" y="10026"/>
                </a:lnTo>
                <a:lnTo>
                  <a:pt x="107055" y="10026"/>
                </a:lnTo>
                <a:lnTo>
                  <a:pt x="107055" y="146837"/>
                </a:lnTo>
                <a:lnTo>
                  <a:pt x="29755" y="146837"/>
                </a:lnTo>
                <a:lnTo>
                  <a:pt x="29755" y="231253"/>
                </a:lnTo>
                <a:lnTo>
                  <a:pt x="134547" y="231253"/>
                </a:lnTo>
                <a:lnTo>
                  <a:pt x="134547" y="247101"/>
                </a:lnTo>
                <a:lnTo>
                  <a:pt x="118992" y="252483"/>
                </a:lnTo>
                <a:lnTo>
                  <a:pt x="99859" y="256440"/>
                </a:lnTo>
                <a:lnTo>
                  <a:pt x="77694" y="258881"/>
                </a:lnTo>
                <a:lnTo>
                  <a:pt x="53042" y="259715"/>
                </a:lnTo>
                <a:close/>
              </a:path>
              <a:path w="257175" h="276225">
                <a:moveTo>
                  <a:pt x="134547" y="231253"/>
                </a:moveTo>
                <a:lnTo>
                  <a:pt x="54659" y="231253"/>
                </a:lnTo>
                <a:lnTo>
                  <a:pt x="78330" y="230459"/>
                </a:lnTo>
                <a:lnTo>
                  <a:pt x="99455" y="228059"/>
                </a:lnTo>
                <a:lnTo>
                  <a:pt x="118153" y="224021"/>
                </a:lnTo>
                <a:lnTo>
                  <a:pt x="134547" y="218315"/>
                </a:lnTo>
                <a:lnTo>
                  <a:pt x="134547" y="2312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56953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80" h="3594734">
                <a:moveTo>
                  <a:pt x="0" y="3153938"/>
                </a:moveTo>
                <a:lnTo>
                  <a:pt x="0" y="440723"/>
                </a:ln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556953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80" h="3594734">
                <a:moveTo>
                  <a:pt x="0" y="440723"/>
                </a:move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1469079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1797331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1469079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lnTo>
                  <a:pt x="0" y="1797331"/>
                </a:lnTo>
                <a:lnTo>
                  <a:pt x="0" y="440723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35597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79" h="3594734">
                <a:moveTo>
                  <a:pt x="0" y="3153938"/>
                </a:moveTo>
                <a:lnTo>
                  <a:pt x="0" y="440723"/>
                </a:ln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635597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79" h="3594734">
                <a:moveTo>
                  <a:pt x="0" y="440723"/>
                </a:move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1469079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1797331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1469079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lnTo>
                  <a:pt x="0" y="1797331"/>
                </a:lnTo>
                <a:lnTo>
                  <a:pt x="0" y="440723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4242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79" h="3594734">
                <a:moveTo>
                  <a:pt x="0" y="3153938"/>
                </a:moveTo>
                <a:lnTo>
                  <a:pt x="0" y="440723"/>
                </a:ln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4242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79" h="3594734">
                <a:moveTo>
                  <a:pt x="0" y="440723"/>
                </a:move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1469079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1797331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1469079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lnTo>
                  <a:pt x="0" y="1797331"/>
                </a:lnTo>
                <a:lnTo>
                  <a:pt x="0" y="440723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2886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79" h="3594734">
                <a:moveTo>
                  <a:pt x="0" y="3153938"/>
                </a:moveTo>
                <a:lnTo>
                  <a:pt x="0" y="440723"/>
                </a:ln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2886" y="4320055"/>
            <a:ext cx="2938780" cy="3594735"/>
          </a:xfrm>
          <a:custGeom>
            <a:avLst/>
            <a:gdLst/>
            <a:ahLst/>
            <a:cxnLst/>
            <a:rect l="l" t="t" r="r" b="b"/>
            <a:pathLst>
              <a:path w="2938779" h="3594734">
                <a:moveTo>
                  <a:pt x="0" y="440723"/>
                </a:moveTo>
                <a:lnTo>
                  <a:pt x="2586" y="392703"/>
                </a:lnTo>
                <a:lnTo>
                  <a:pt x="10165" y="346180"/>
                </a:lnTo>
                <a:lnTo>
                  <a:pt x="22469" y="301424"/>
                </a:lnTo>
                <a:lnTo>
                  <a:pt x="39228" y="258702"/>
                </a:lnTo>
                <a:lnTo>
                  <a:pt x="60173" y="218285"/>
                </a:lnTo>
                <a:lnTo>
                  <a:pt x="85036" y="180441"/>
                </a:lnTo>
                <a:lnTo>
                  <a:pt x="113548" y="145439"/>
                </a:lnTo>
                <a:lnTo>
                  <a:pt x="145439" y="113548"/>
                </a:lnTo>
                <a:lnTo>
                  <a:pt x="180441" y="85036"/>
                </a:lnTo>
                <a:lnTo>
                  <a:pt x="218285" y="60173"/>
                </a:lnTo>
                <a:lnTo>
                  <a:pt x="258702" y="39228"/>
                </a:lnTo>
                <a:lnTo>
                  <a:pt x="301424" y="22469"/>
                </a:lnTo>
                <a:lnTo>
                  <a:pt x="346180" y="10165"/>
                </a:lnTo>
                <a:lnTo>
                  <a:pt x="392703" y="2586"/>
                </a:lnTo>
                <a:lnTo>
                  <a:pt x="440723" y="0"/>
                </a:lnTo>
                <a:lnTo>
                  <a:pt x="1469079" y="0"/>
                </a:lnTo>
                <a:lnTo>
                  <a:pt x="2497435" y="0"/>
                </a:lnTo>
                <a:lnTo>
                  <a:pt x="2545456" y="2586"/>
                </a:lnTo>
                <a:lnTo>
                  <a:pt x="2591979" y="10165"/>
                </a:lnTo>
                <a:lnTo>
                  <a:pt x="2636735" y="22469"/>
                </a:lnTo>
                <a:lnTo>
                  <a:pt x="2679456" y="39228"/>
                </a:lnTo>
                <a:lnTo>
                  <a:pt x="2719874" y="60173"/>
                </a:lnTo>
                <a:lnTo>
                  <a:pt x="2757718" y="85036"/>
                </a:lnTo>
                <a:lnTo>
                  <a:pt x="2792720" y="113548"/>
                </a:lnTo>
                <a:lnTo>
                  <a:pt x="2824611" y="145439"/>
                </a:lnTo>
                <a:lnTo>
                  <a:pt x="2853123" y="180441"/>
                </a:lnTo>
                <a:lnTo>
                  <a:pt x="2877986" y="218285"/>
                </a:lnTo>
                <a:lnTo>
                  <a:pt x="2898931" y="258702"/>
                </a:lnTo>
                <a:lnTo>
                  <a:pt x="2915690" y="301424"/>
                </a:lnTo>
                <a:lnTo>
                  <a:pt x="2927994" y="346180"/>
                </a:lnTo>
                <a:lnTo>
                  <a:pt x="2935573" y="392703"/>
                </a:lnTo>
                <a:lnTo>
                  <a:pt x="2938159" y="440723"/>
                </a:lnTo>
                <a:lnTo>
                  <a:pt x="2938159" y="1797331"/>
                </a:lnTo>
                <a:lnTo>
                  <a:pt x="2938159" y="3153938"/>
                </a:lnTo>
                <a:lnTo>
                  <a:pt x="2935573" y="3201958"/>
                </a:lnTo>
                <a:lnTo>
                  <a:pt x="2927994" y="3248481"/>
                </a:lnTo>
                <a:lnTo>
                  <a:pt x="2915690" y="3293237"/>
                </a:lnTo>
                <a:lnTo>
                  <a:pt x="2898931" y="3335959"/>
                </a:lnTo>
                <a:lnTo>
                  <a:pt x="2877986" y="3376376"/>
                </a:lnTo>
                <a:lnTo>
                  <a:pt x="2853123" y="3414220"/>
                </a:lnTo>
                <a:lnTo>
                  <a:pt x="2824611" y="3449222"/>
                </a:lnTo>
                <a:lnTo>
                  <a:pt x="2792720" y="3481114"/>
                </a:lnTo>
                <a:lnTo>
                  <a:pt x="2757718" y="3509625"/>
                </a:lnTo>
                <a:lnTo>
                  <a:pt x="2719874" y="3534488"/>
                </a:lnTo>
                <a:lnTo>
                  <a:pt x="2679456" y="3555434"/>
                </a:lnTo>
                <a:lnTo>
                  <a:pt x="2636735" y="3572192"/>
                </a:lnTo>
                <a:lnTo>
                  <a:pt x="2591979" y="3584496"/>
                </a:lnTo>
                <a:lnTo>
                  <a:pt x="2545456" y="3592075"/>
                </a:lnTo>
                <a:lnTo>
                  <a:pt x="2497435" y="3594662"/>
                </a:lnTo>
                <a:lnTo>
                  <a:pt x="1469079" y="3594662"/>
                </a:lnTo>
                <a:lnTo>
                  <a:pt x="440723" y="3594662"/>
                </a:lnTo>
                <a:lnTo>
                  <a:pt x="392703" y="3592075"/>
                </a:lnTo>
                <a:lnTo>
                  <a:pt x="346180" y="3584496"/>
                </a:lnTo>
                <a:lnTo>
                  <a:pt x="301424" y="3572192"/>
                </a:lnTo>
                <a:lnTo>
                  <a:pt x="258702" y="3555434"/>
                </a:lnTo>
                <a:lnTo>
                  <a:pt x="218285" y="3534488"/>
                </a:lnTo>
                <a:lnTo>
                  <a:pt x="180441" y="3509625"/>
                </a:lnTo>
                <a:lnTo>
                  <a:pt x="145439" y="3481114"/>
                </a:lnTo>
                <a:lnTo>
                  <a:pt x="113548" y="3449222"/>
                </a:lnTo>
                <a:lnTo>
                  <a:pt x="85036" y="3414220"/>
                </a:lnTo>
                <a:lnTo>
                  <a:pt x="60173" y="3376376"/>
                </a:lnTo>
                <a:lnTo>
                  <a:pt x="39228" y="3335959"/>
                </a:lnTo>
                <a:lnTo>
                  <a:pt x="22469" y="3293237"/>
                </a:lnTo>
                <a:lnTo>
                  <a:pt x="10165" y="3248481"/>
                </a:lnTo>
                <a:lnTo>
                  <a:pt x="2586" y="3201958"/>
                </a:lnTo>
                <a:lnTo>
                  <a:pt x="0" y="3153938"/>
                </a:lnTo>
                <a:lnTo>
                  <a:pt x="0" y="1797331"/>
                </a:lnTo>
                <a:lnTo>
                  <a:pt x="0" y="440723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789133" y="584115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1" y="552445"/>
                </a:moveTo>
                <a:lnTo>
                  <a:pt x="226571" y="547995"/>
                </a:lnTo>
                <a:lnTo>
                  <a:pt x="179839" y="535164"/>
                </a:lnTo>
                <a:lnTo>
                  <a:pt x="136808" y="514732"/>
                </a:lnTo>
                <a:lnTo>
                  <a:pt x="98256" y="487480"/>
                </a:lnTo>
                <a:lnTo>
                  <a:pt x="64964" y="454188"/>
                </a:lnTo>
                <a:lnTo>
                  <a:pt x="37712" y="415636"/>
                </a:lnTo>
                <a:lnTo>
                  <a:pt x="17280" y="372604"/>
                </a:lnTo>
                <a:lnTo>
                  <a:pt x="4449" y="325873"/>
                </a:lnTo>
                <a:lnTo>
                  <a:pt x="0" y="276233"/>
                </a:lnTo>
                <a:lnTo>
                  <a:pt x="4449" y="226572"/>
                </a:lnTo>
                <a:lnTo>
                  <a:pt x="17280" y="179840"/>
                </a:lnTo>
                <a:lnTo>
                  <a:pt x="37712" y="136809"/>
                </a:lnTo>
                <a:lnTo>
                  <a:pt x="64964" y="98257"/>
                </a:lnTo>
                <a:lnTo>
                  <a:pt x="98256" y="64965"/>
                </a:lnTo>
                <a:lnTo>
                  <a:pt x="136808" y="37713"/>
                </a:lnTo>
                <a:lnTo>
                  <a:pt x="179839" y="17281"/>
                </a:lnTo>
                <a:lnTo>
                  <a:pt x="226571" y="4450"/>
                </a:lnTo>
                <a:lnTo>
                  <a:pt x="276221" y="0"/>
                </a:lnTo>
                <a:lnTo>
                  <a:pt x="325872" y="4450"/>
                </a:lnTo>
                <a:lnTo>
                  <a:pt x="372603" y="17281"/>
                </a:lnTo>
                <a:lnTo>
                  <a:pt x="415635" y="37713"/>
                </a:lnTo>
                <a:lnTo>
                  <a:pt x="454187" y="64965"/>
                </a:lnTo>
                <a:lnTo>
                  <a:pt x="487479" y="98257"/>
                </a:lnTo>
                <a:lnTo>
                  <a:pt x="514731" y="136809"/>
                </a:lnTo>
                <a:lnTo>
                  <a:pt x="515193" y="137781"/>
                </a:lnTo>
                <a:lnTo>
                  <a:pt x="275047" y="137781"/>
                </a:lnTo>
                <a:lnTo>
                  <a:pt x="263802" y="139843"/>
                </a:lnTo>
                <a:lnTo>
                  <a:pt x="253972" y="146311"/>
                </a:lnTo>
                <a:lnTo>
                  <a:pt x="247504" y="156140"/>
                </a:lnTo>
                <a:lnTo>
                  <a:pt x="245441" y="167384"/>
                </a:lnTo>
                <a:lnTo>
                  <a:pt x="247766" y="178682"/>
                </a:lnTo>
                <a:lnTo>
                  <a:pt x="254459" y="188676"/>
                </a:lnTo>
                <a:lnTo>
                  <a:pt x="311751" y="245957"/>
                </a:lnTo>
                <a:lnTo>
                  <a:pt x="170130" y="245957"/>
                </a:lnTo>
                <a:lnTo>
                  <a:pt x="158336" y="248284"/>
                </a:lnTo>
                <a:lnTo>
                  <a:pt x="148705" y="254630"/>
                </a:lnTo>
                <a:lnTo>
                  <a:pt x="142213" y="264040"/>
                </a:lnTo>
                <a:lnTo>
                  <a:pt x="139832" y="275562"/>
                </a:lnTo>
                <a:lnTo>
                  <a:pt x="142213" y="287083"/>
                </a:lnTo>
                <a:lnTo>
                  <a:pt x="148705" y="296494"/>
                </a:lnTo>
                <a:lnTo>
                  <a:pt x="158336" y="302839"/>
                </a:lnTo>
                <a:lnTo>
                  <a:pt x="170130" y="305166"/>
                </a:lnTo>
                <a:lnTo>
                  <a:pt x="313084" y="305166"/>
                </a:lnTo>
                <a:lnTo>
                  <a:pt x="254459" y="363780"/>
                </a:lnTo>
                <a:lnTo>
                  <a:pt x="247766" y="373769"/>
                </a:lnTo>
                <a:lnTo>
                  <a:pt x="245441" y="385068"/>
                </a:lnTo>
                <a:lnTo>
                  <a:pt x="247504" y="396314"/>
                </a:lnTo>
                <a:lnTo>
                  <a:pt x="253972" y="406145"/>
                </a:lnTo>
                <a:lnTo>
                  <a:pt x="263808" y="412603"/>
                </a:lnTo>
                <a:lnTo>
                  <a:pt x="275056" y="414665"/>
                </a:lnTo>
                <a:lnTo>
                  <a:pt x="515192" y="414665"/>
                </a:lnTo>
                <a:lnTo>
                  <a:pt x="514731" y="415636"/>
                </a:lnTo>
                <a:lnTo>
                  <a:pt x="487479" y="454188"/>
                </a:lnTo>
                <a:lnTo>
                  <a:pt x="454187" y="487480"/>
                </a:lnTo>
                <a:lnTo>
                  <a:pt x="415635" y="514732"/>
                </a:lnTo>
                <a:lnTo>
                  <a:pt x="372603" y="535164"/>
                </a:lnTo>
                <a:lnTo>
                  <a:pt x="325872" y="547995"/>
                </a:lnTo>
                <a:lnTo>
                  <a:pt x="276221" y="552445"/>
                </a:lnTo>
                <a:close/>
              </a:path>
              <a:path w="552450" h="552450">
                <a:moveTo>
                  <a:pt x="515192" y="414665"/>
                </a:moveTo>
                <a:lnTo>
                  <a:pt x="275056" y="414665"/>
                </a:lnTo>
                <a:lnTo>
                  <a:pt x="286349" y="412343"/>
                </a:lnTo>
                <a:lnTo>
                  <a:pt x="296326" y="405646"/>
                </a:lnTo>
                <a:lnTo>
                  <a:pt x="409772" y="292232"/>
                </a:lnTo>
                <a:lnTo>
                  <a:pt x="412751" y="284162"/>
                </a:lnTo>
                <a:lnTo>
                  <a:pt x="412600" y="276233"/>
                </a:lnTo>
                <a:lnTo>
                  <a:pt x="412751" y="268282"/>
                </a:lnTo>
                <a:lnTo>
                  <a:pt x="409762" y="260223"/>
                </a:lnTo>
                <a:lnTo>
                  <a:pt x="296326" y="146798"/>
                </a:lnTo>
                <a:lnTo>
                  <a:pt x="286343" y="140105"/>
                </a:lnTo>
                <a:lnTo>
                  <a:pt x="275047" y="137781"/>
                </a:lnTo>
                <a:lnTo>
                  <a:pt x="515193" y="137781"/>
                </a:lnTo>
                <a:lnTo>
                  <a:pt x="535163" y="179840"/>
                </a:lnTo>
                <a:lnTo>
                  <a:pt x="547994" y="226572"/>
                </a:lnTo>
                <a:lnTo>
                  <a:pt x="552443" y="276233"/>
                </a:lnTo>
                <a:lnTo>
                  <a:pt x="547994" y="325873"/>
                </a:lnTo>
                <a:lnTo>
                  <a:pt x="535163" y="372604"/>
                </a:lnTo>
                <a:lnTo>
                  <a:pt x="515192" y="41466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67778" y="584115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1" y="552445"/>
                </a:moveTo>
                <a:lnTo>
                  <a:pt x="226571" y="547995"/>
                </a:lnTo>
                <a:lnTo>
                  <a:pt x="179839" y="535164"/>
                </a:lnTo>
                <a:lnTo>
                  <a:pt x="136808" y="514732"/>
                </a:lnTo>
                <a:lnTo>
                  <a:pt x="98256" y="487480"/>
                </a:lnTo>
                <a:lnTo>
                  <a:pt x="64964" y="454188"/>
                </a:lnTo>
                <a:lnTo>
                  <a:pt x="37712" y="415636"/>
                </a:lnTo>
                <a:lnTo>
                  <a:pt x="17280" y="372604"/>
                </a:lnTo>
                <a:lnTo>
                  <a:pt x="4449" y="325873"/>
                </a:lnTo>
                <a:lnTo>
                  <a:pt x="0" y="276233"/>
                </a:lnTo>
                <a:lnTo>
                  <a:pt x="4449" y="226572"/>
                </a:lnTo>
                <a:lnTo>
                  <a:pt x="17280" y="179840"/>
                </a:lnTo>
                <a:lnTo>
                  <a:pt x="37712" y="136809"/>
                </a:lnTo>
                <a:lnTo>
                  <a:pt x="64964" y="98257"/>
                </a:lnTo>
                <a:lnTo>
                  <a:pt x="98256" y="64965"/>
                </a:lnTo>
                <a:lnTo>
                  <a:pt x="136808" y="37713"/>
                </a:lnTo>
                <a:lnTo>
                  <a:pt x="179839" y="17281"/>
                </a:lnTo>
                <a:lnTo>
                  <a:pt x="226571" y="4450"/>
                </a:lnTo>
                <a:lnTo>
                  <a:pt x="276221" y="0"/>
                </a:lnTo>
                <a:lnTo>
                  <a:pt x="325872" y="4450"/>
                </a:lnTo>
                <a:lnTo>
                  <a:pt x="372603" y="17281"/>
                </a:lnTo>
                <a:lnTo>
                  <a:pt x="415635" y="37713"/>
                </a:lnTo>
                <a:lnTo>
                  <a:pt x="454187" y="64965"/>
                </a:lnTo>
                <a:lnTo>
                  <a:pt x="487479" y="98257"/>
                </a:lnTo>
                <a:lnTo>
                  <a:pt x="514731" y="136809"/>
                </a:lnTo>
                <a:lnTo>
                  <a:pt x="515193" y="137781"/>
                </a:lnTo>
                <a:lnTo>
                  <a:pt x="275047" y="137781"/>
                </a:lnTo>
                <a:lnTo>
                  <a:pt x="263802" y="139843"/>
                </a:lnTo>
                <a:lnTo>
                  <a:pt x="253972" y="146311"/>
                </a:lnTo>
                <a:lnTo>
                  <a:pt x="247504" y="156140"/>
                </a:lnTo>
                <a:lnTo>
                  <a:pt x="245441" y="167384"/>
                </a:lnTo>
                <a:lnTo>
                  <a:pt x="247766" y="178682"/>
                </a:lnTo>
                <a:lnTo>
                  <a:pt x="254459" y="188676"/>
                </a:lnTo>
                <a:lnTo>
                  <a:pt x="311751" y="245957"/>
                </a:lnTo>
                <a:lnTo>
                  <a:pt x="170130" y="245957"/>
                </a:lnTo>
                <a:lnTo>
                  <a:pt x="158336" y="248284"/>
                </a:lnTo>
                <a:lnTo>
                  <a:pt x="148705" y="254630"/>
                </a:lnTo>
                <a:lnTo>
                  <a:pt x="142213" y="264040"/>
                </a:lnTo>
                <a:lnTo>
                  <a:pt x="139832" y="275562"/>
                </a:lnTo>
                <a:lnTo>
                  <a:pt x="142213" y="287083"/>
                </a:lnTo>
                <a:lnTo>
                  <a:pt x="148705" y="296494"/>
                </a:lnTo>
                <a:lnTo>
                  <a:pt x="158336" y="302839"/>
                </a:lnTo>
                <a:lnTo>
                  <a:pt x="170130" y="305166"/>
                </a:lnTo>
                <a:lnTo>
                  <a:pt x="313084" y="305166"/>
                </a:lnTo>
                <a:lnTo>
                  <a:pt x="254459" y="363780"/>
                </a:lnTo>
                <a:lnTo>
                  <a:pt x="247766" y="373769"/>
                </a:lnTo>
                <a:lnTo>
                  <a:pt x="245441" y="385068"/>
                </a:lnTo>
                <a:lnTo>
                  <a:pt x="247504" y="396314"/>
                </a:lnTo>
                <a:lnTo>
                  <a:pt x="253972" y="406145"/>
                </a:lnTo>
                <a:lnTo>
                  <a:pt x="263808" y="412603"/>
                </a:lnTo>
                <a:lnTo>
                  <a:pt x="275056" y="414665"/>
                </a:lnTo>
                <a:lnTo>
                  <a:pt x="515192" y="414665"/>
                </a:lnTo>
                <a:lnTo>
                  <a:pt x="514731" y="415636"/>
                </a:lnTo>
                <a:lnTo>
                  <a:pt x="487479" y="454188"/>
                </a:lnTo>
                <a:lnTo>
                  <a:pt x="454187" y="487480"/>
                </a:lnTo>
                <a:lnTo>
                  <a:pt x="415635" y="514732"/>
                </a:lnTo>
                <a:lnTo>
                  <a:pt x="372603" y="535164"/>
                </a:lnTo>
                <a:lnTo>
                  <a:pt x="325872" y="547995"/>
                </a:lnTo>
                <a:lnTo>
                  <a:pt x="276221" y="552445"/>
                </a:lnTo>
                <a:close/>
              </a:path>
              <a:path w="552450" h="552450">
                <a:moveTo>
                  <a:pt x="515192" y="414665"/>
                </a:moveTo>
                <a:lnTo>
                  <a:pt x="275056" y="414665"/>
                </a:lnTo>
                <a:lnTo>
                  <a:pt x="286349" y="412343"/>
                </a:lnTo>
                <a:lnTo>
                  <a:pt x="296326" y="405646"/>
                </a:lnTo>
                <a:lnTo>
                  <a:pt x="409772" y="292232"/>
                </a:lnTo>
                <a:lnTo>
                  <a:pt x="412751" y="284162"/>
                </a:lnTo>
                <a:lnTo>
                  <a:pt x="412600" y="276233"/>
                </a:lnTo>
                <a:lnTo>
                  <a:pt x="412751" y="268282"/>
                </a:lnTo>
                <a:lnTo>
                  <a:pt x="409762" y="260223"/>
                </a:lnTo>
                <a:lnTo>
                  <a:pt x="296326" y="146798"/>
                </a:lnTo>
                <a:lnTo>
                  <a:pt x="286343" y="140105"/>
                </a:lnTo>
                <a:lnTo>
                  <a:pt x="275047" y="137781"/>
                </a:lnTo>
                <a:lnTo>
                  <a:pt x="515193" y="137781"/>
                </a:lnTo>
                <a:lnTo>
                  <a:pt x="535163" y="179840"/>
                </a:lnTo>
                <a:lnTo>
                  <a:pt x="547994" y="226572"/>
                </a:lnTo>
                <a:lnTo>
                  <a:pt x="552443" y="276233"/>
                </a:lnTo>
                <a:lnTo>
                  <a:pt x="547994" y="325873"/>
                </a:lnTo>
                <a:lnTo>
                  <a:pt x="535163" y="372604"/>
                </a:lnTo>
                <a:lnTo>
                  <a:pt x="515192" y="41466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6422" y="584115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1" y="552445"/>
                </a:moveTo>
                <a:lnTo>
                  <a:pt x="226571" y="547995"/>
                </a:lnTo>
                <a:lnTo>
                  <a:pt x="179839" y="535164"/>
                </a:lnTo>
                <a:lnTo>
                  <a:pt x="136808" y="514732"/>
                </a:lnTo>
                <a:lnTo>
                  <a:pt x="98256" y="487480"/>
                </a:lnTo>
                <a:lnTo>
                  <a:pt x="64964" y="454188"/>
                </a:lnTo>
                <a:lnTo>
                  <a:pt x="37712" y="415636"/>
                </a:lnTo>
                <a:lnTo>
                  <a:pt x="17280" y="372604"/>
                </a:lnTo>
                <a:lnTo>
                  <a:pt x="4449" y="325873"/>
                </a:lnTo>
                <a:lnTo>
                  <a:pt x="0" y="276233"/>
                </a:lnTo>
                <a:lnTo>
                  <a:pt x="4449" y="226572"/>
                </a:lnTo>
                <a:lnTo>
                  <a:pt x="17280" y="179840"/>
                </a:lnTo>
                <a:lnTo>
                  <a:pt x="37712" y="136809"/>
                </a:lnTo>
                <a:lnTo>
                  <a:pt x="64964" y="98257"/>
                </a:lnTo>
                <a:lnTo>
                  <a:pt x="98256" y="64965"/>
                </a:lnTo>
                <a:lnTo>
                  <a:pt x="136808" y="37713"/>
                </a:lnTo>
                <a:lnTo>
                  <a:pt x="179839" y="17281"/>
                </a:lnTo>
                <a:lnTo>
                  <a:pt x="226571" y="4450"/>
                </a:lnTo>
                <a:lnTo>
                  <a:pt x="276221" y="0"/>
                </a:lnTo>
                <a:lnTo>
                  <a:pt x="325872" y="4450"/>
                </a:lnTo>
                <a:lnTo>
                  <a:pt x="372603" y="17281"/>
                </a:lnTo>
                <a:lnTo>
                  <a:pt x="415635" y="37713"/>
                </a:lnTo>
                <a:lnTo>
                  <a:pt x="454187" y="64965"/>
                </a:lnTo>
                <a:lnTo>
                  <a:pt x="487479" y="98257"/>
                </a:lnTo>
                <a:lnTo>
                  <a:pt x="514731" y="136809"/>
                </a:lnTo>
                <a:lnTo>
                  <a:pt x="515193" y="137781"/>
                </a:lnTo>
                <a:lnTo>
                  <a:pt x="275047" y="137781"/>
                </a:lnTo>
                <a:lnTo>
                  <a:pt x="263802" y="139843"/>
                </a:lnTo>
                <a:lnTo>
                  <a:pt x="253972" y="146311"/>
                </a:lnTo>
                <a:lnTo>
                  <a:pt x="247504" y="156140"/>
                </a:lnTo>
                <a:lnTo>
                  <a:pt x="245441" y="167384"/>
                </a:lnTo>
                <a:lnTo>
                  <a:pt x="247766" y="178682"/>
                </a:lnTo>
                <a:lnTo>
                  <a:pt x="254459" y="188676"/>
                </a:lnTo>
                <a:lnTo>
                  <a:pt x="311751" y="245957"/>
                </a:lnTo>
                <a:lnTo>
                  <a:pt x="170130" y="245957"/>
                </a:lnTo>
                <a:lnTo>
                  <a:pt x="158336" y="248284"/>
                </a:lnTo>
                <a:lnTo>
                  <a:pt x="148705" y="254630"/>
                </a:lnTo>
                <a:lnTo>
                  <a:pt x="142213" y="264040"/>
                </a:lnTo>
                <a:lnTo>
                  <a:pt x="139832" y="275562"/>
                </a:lnTo>
                <a:lnTo>
                  <a:pt x="142213" y="287083"/>
                </a:lnTo>
                <a:lnTo>
                  <a:pt x="148705" y="296494"/>
                </a:lnTo>
                <a:lnTo>
                  <a:pt x="158336" y="302839"/>
                </a:lnTo>
                <a:lnTo>
                  <a:pt x="170130" y="305166"/>
                </a:lnTo>
                <a:lnTo>
                  <a:pt x="313084" y="305166"/>
                </a:lnTo>
                <a:lnTo>
                  <a:pt x="254459" y="363780"/>
                </a:lnTo>
                <a:lnTo>
                  <a:pt x="247766" y="373769"/>
                </a:lnTo>
                <a:lnTo>
                  <a:pt x="245441" y="385068"/>
                </a:lnTo>
                <a:lnTo>
                  <a:pt x="247504" y="396314"/>
                </a:lnTo>
                <a:lnTo>
                  <a:pt x="253972" y="406145"/>
                </a:lnTo>
                <a:lnTo>
                  <a:pt x="263808" y="412603"/>
                </a:lnTo>
                <a:lnTo>
                  <a:pt x="275056" y="414665"/>
                </a:lnTo>
                <a:lnTo>
                  <a:pt x="515192" y="414665"/>
                </a:lnTo>
                <a:lnTo>
                  <a:pt x="514731" y="415636"/>
                </a:lnTo>
                <a:lnTo>
                  <a:pt x="487479" y="454188"/>
                </a:lnTo>
                <a:lnTo>
                  <a:pt x="454187" y="487480"/>
                </a:lnTo>
                <a:lnTo>
                  <a:pt x="415635" y="514732"/>
                </a:lnTo>
                <a:lnTo>
                  <a:pt x="372603" y="535164"/>
                </a:lnTo>
                <a:lnTo>
                  <a:pt x="325872" y="547995"/>
                </a:lnTo>
                <a:lnTo>
                  <a:pt x="276221" y="552445"/>
                </a:lnTo>
                <a:close/>
              </a:path>
              <a:path w="552450" h="552450">
                <a:moveTo>
                  <a:pt x="515192" y="414665"/>
                </a:moveTo>
                <a:lnTo>
                  <a:pt x="275056" y="414665"/>
                </a:lnTo>
                <a:lnTo>
                  <a:pt x="286349" y="412343"/>
                </a:lnTo>
                <a:lnTo>
                  <a:pt x="296326" y="405646"/>
                </a:lnTo>
                <a:lnTo>
                  <a:pt x="409772" y="292232"/>
                </a:lnTo>
                <a:lnTo>
                  <a:pt x="412751" y="284162"/>
                </a:lnTo>
                <a:lnTo>
                  <a:pt x="412600" y="276233"/>
                </a:lnTo>
                <a:lnTo>
                  <a:pt x="412751" y="268282"/>
                </a:lnTo>
                <a:lnTo>
                  <a:pt x="409762" y="260223"/>
                </a:lnTo>
                <a:lnTo>
                  <a:pt x="296326" y="146798"/>
                </a:lnTo>
                <a:lnTo>
                  <a:pt x="286343" y="140105"/>
                </a:lnTo>
                <a:lnTo>
                  <a:pt x="275047" y="137781"/>
                </a:lnTo>
                <a:lnTo>
                  <a:pt x="515193" y="137781"/>
                </a:lnTo>
                <a:lnTo>
                  <a:pt x="535163" y="179840"/>
                </a:lnTo>
                <a:lnTo>
                  <a:pt x="547994" y="226572"/>
                </a:lnTo>
                <a:lnTo>
                  <a:pt x="552443" y="276233"/>
                </a:lnTo>
                <a:lnTo>
                  <a:pt x="547994" y="325873"/>
                </a:lnTo>
                <a:lnTo>
                  <a:pt x="535163" y="372604"/>
                </a:lnTo>
                <a:lnTo>
                  <a:pt x="515192" y="41466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672911" y="5840572"/>
            <a:ext cx="269875" cy="220345"/>
          </a:xfrm>
          <a:custGeom>
            <a:avLst/>
            <a:gdLst/>
            <a:ahLst/>
            <a:cxnLst/>
            <a:rect l="l" t="t" r="r" b="b"/>
            <a:pathLst>
              <a:path w="269875" h="220345">
                <a:moveTo>
                  <a:pt x="224140" y="164464"/>
                </a:moveTo>
                <a:lnTo>
                  <a:pt x="202590" y="161740"/>
                </a:lnTo>
                <a:lnTo>
                  <a:pt x="208891" y="122630"/>
                </a:lnTo>
                <a:lnTo>
                  <a:pt x="212151" y="88181"/>
                </a:lnTo>
                <a:lnTo>
                  <a:pt x="213413" y="57507"/>
                </a:lnTo>
                <a:lnTo>
                  <a:pt x="213720" y="29719"/>
                </a:lnTo>
                <a:lnTo>
                  <a:pt x="213720" y="17760"/>
                </a:lnTo>
                <a:lnTo>
                  <a:pt x="29009" y="17760"/>
                </a:lnTo>
                <a:lnTo>
                  <a:pt x="29009" y="0"/>
                </a:lnTo>
                <a:lnTo>
                  <a:pt x="234796" y="0"/>
                </a:lnTo>
                <a:lnTo>
                  <a:pt x="234796" y="29719"/>
                </a:lnTo>
                <a:lnTo>
                  <a:pt x="234496" y="57849"/>
                </a:lnTo>
                <a:lnTo>
                  <a:pt x="233286" y="88788"/>
                </a:lnTo>
                <a:lnTo>
                  <a:pt x="230167" y="123879"/>
                </a:lnTo>
                <a:lnTo>
                  <a:pt x="224140" y="164464"/>
                </a:lnTo>
                <a:close/>
              </a:path>
              <a:path w="269875" h="220345">
                <a:moveTo>
                  <a:pt x="129416" y="202353"/>
                </a:moveTo>
                <a:lnTo>
                  <a:pt x="108458" y="202353"/>
                </a:lnTo>
                <a:lnTo>
                  <a:pt x="108458" y="95434"/>
                </a:lnTo>
                <a:lnTo>
                  <a:pt x="129416" y="95434"/>
                </a:lnTo>
                <a:lnTo>
                  <a:pt x="129416" y="202353"/>
                </a:lnTo>
                <a:close/>
              </a:path>
              <a:path w="269875" h="220345">
                <a:moveTo>
                  <a:pt x="269252" y="220351"/>
                </a:moveTo>
                <a:lnTo>
                  <a:pt x="0" y="220351"/>
                </a:lnTo>
                <a:lnTo>
                  <a:pt x="0" y="202353"/>
                </a:lnTo>
                <a:lnTo>
                  <a:pt x="269252" y="202353"/>
                </a:lnTo>
                <a:lnTo>
                  <a:pt x="269252" y="22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955207" y="5816654"/>
            <a:ext cx="271145" cy="281305"/>
          </a:xfrm>
          <a:custGeom>
            <a:avLst/>
            <a:gdLst/>
            <a:ahLst/>
            <a:cxnLst/>
            <a:rect l="l" t="t" r="r" b="b"/>
            <a:pathLst>
              <a:path w="271144" h="281304">
                <a:moveTo>
                  <a:pt x="26167" y="116628"/>
                </a:moveTo>
                <a:lnTo>
                  <a:pt x="17523" y="99696"/>
                </a:lnTo>
                <a:lnTo>
                  <a:pt x="54175" y="89404"/>
                </a:lnTo>
                <a:lnTo>
                  <a:pt x="88640" y="70998"/>
                </a:lnTo>
                <a:lnTo>
                  <a:pt x="114247" y="46131"/>
                </a:lnTo>
                <a:lnTo>
                  <a:pt x="124324" y="16458"/>
                </a:lnTo>
                <a:lnTo>
                  <a:pt x="124324" y="0"/>
                </a:lnTo>
                <a:lnTo>
                  <a:pt x="145874" y="0"/>
                </a:lnTo>
                <a:lnTo>
                  <a:pt x="145874" y="16458"/>
                </a:lnTo>
                <a:lnTo>
                  <a:pt x="155985" y="45609"/>
                </a:lnTo>
                <a:lnTo>
                  <a:pt x="157555" y="47125"/>
                </a:lnTo>
                <a:lnTo>
                  <a:pt x="135336" y="47125"/>
                </a:lnTo>
                <a:lnTo>
                  <a:pt x="116713" y="72387"/>
                </a:lnTo>
                <a:lnTo>
                  <a:pt x="90076" y="92755"/>
                </a:lnTo>
                <a:lnTo>
                  <a:pt x="58776" y="107683"/>
                </a:lnTo>
                <a:lnTo>
                  <a:pt x="26167" y="116628"/>
                </a:lnTo>
                <a:close/>
              </a:path>
              <a:path w="271144" h="281304">
                <a:moveTo>
                  <a:pt x="244150" y="116273"/>
                </a:moveTo>
                <a:lnTo>
                  <a:pt x="211713" y="107283"/>
                </a:lnTo>
                <a:lnTo>
                  <a:pt x="180552" y="92311"/>
                </a:lnTo>
                <a:lnTo>
                  <a:pt x="153987" y="72032"/>
                </a:lnTo>
                <a:lnTo>
                  <a:pt x="135336" y="47125"/>
                </a:lnTo>
                <a:lnTo>
                  <a:pt x="157555" y="47125"/>
                </a:lnTo>
                <a:lnTo>
                  <a:pt x="181736" y="70465"/>
                </a:lnTo>
                <a:lnTo>
                  <a:pt x="216256" y="89038"/>
                </a:lnTo>
                <a:lnTo>
                  <a:pt x="252675" y="99341"/>
                </a:lnTo>
                <a:lnTo>
                  <a:pt x="244150" y="116273"/>
                </a:lnTo>
                <a:close/>
              </a:path>
              <a:path w="271144" h="281304">
                <a:moveTo>
                  <a:pt x="270554" y="162451"/>
                </a:moveTo>
                <a:lnTo>
                  <a:pt x="0" y="162451"/>
                </a:lnTo>
                <a:lnTo>
                  <a:pt x="0" y="144690"/>
                </a:lnTo>
                <a:lnTo>
                  <a:pt x="270554" y="144690"/>
                </a:lnTo>
                <a:lnTo>
                  <a:pt x="270554" y="162451"/>
                </a:lnTo>
                <a:close/>
              </a:path>
              <a:path w="271144" h="281304">
                <a:moveTo>
                  <a:pt x="147177" y="226034"/>
                </a:moveTo>
                <a:lnTo>
                  <a:pt x="126219" y="226034"/>
                </a:lnTo>
                <a:lnTo>
                  <a:pt x="126219" y="162451"/>
                </a:lnTo>
                <a:lnTo>
                  <a:pt x="147177" y="162451"/>
                </a:lnTo>
                <a:lnTo>
                  <a:pt x="147177" y="226034"/>
                </a:lnTo>
                <a:close/>
              </a:path>
              <a:path w="271144" h="281304">
                <a:moveTo>
                  <a:pt x="240361" y="280974"/>
                </a:moveTo>
                <a:lnTo>
                  <a:pt x="35758" y="280974"/>
                </a:lnTo>
                <a:lnTo>
                  <a:pt x="35758" y="195959"/>
                </a:lnTo>
                <a:lnTo>
                  <a:pt x="56834" y="195959"/>
                </a:lnTo>
                <a:lnTo>
                  <a:pt x="56834" y="263095"/>
                </a:lnTo>
                <a:lnTo>
                  <a:pt x="240361" y="263095"/>
                </a:lnTo>
                <a:lnTo>
                  <a:pt x="240361" y="280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73852" y="5834379"/>
            <a:ext cx="199390" cy="17780"/>
          </a:xfrm>
          <a:custGeom>
            <a:avLst/>
            <a:gdLst/>
            <a:ahLst/>
            <a:cxnLst/>
            <a:rect l="l" t="t" r="r" b="b"/>
            <a:pathLst>
              <a:path w="199390" h="17779">
                <a:moveTo>
                  <a:pt x="0" y="0"/>
                </a:moveTo>
                <a:lnTo>
                  <a:pt x="199393" y="0"/>
                </a:lnTo>
                <a:lnTo>
                  <a:pt x="199393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273852" y="5852159"/>
            <a:ext cx="21590" cy="97790"/>
          </a:xfrm>
          <a:custGeom>
            <a:avLst/>
            <a:gdLst/>
            <a:ahLst/>
            <a:cxnLst/>
            <a:rect l="l" t="t" r="r" b="b"/>
            <a:pathLst>
              <a:path w="21590" h="97789">
                <a:moveTo>
                  <a:pt x="0" y="0"/>
                </a:moveTo>
                <a:lnTo>
                  <a:pt x="21194" y="0"/>
                </a:lnTo>
                <a:lnTo>
                  <a:pt x="21194" y="97790"/>
                </a:lnTo>
                <a:lnTo>
                  <a:pt x="0" y="977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273852" y="5949950"/>
            <a:ext cx="203200" cy="17780"/>
          </a:xfrm>
          <a:custGeom>
            <a:avLst/>
            <a:gdLst/>
            <a:ahLst/>
            <a:cxnLst/>
            <a:rect l="l" t="t" r="r" b="b"/>
            <a:pathLst>
              <a:path w="203200" h="17779">
                <a:moveTo>
                  <a:pt x="0" y="0"/>
                </a:moveTo>
                <a:lnTo>
                  <a:pt x="202590" y="0"/>
                </a:lnTo>
                <a:lnTo>
                  <a:pt x="20259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362419" y="5967729"/>
            <a:ext cx="20955" cy="80010"/>
          </a:xfrm>
          <a:custGeom>
            <a:avLst/>
            <a:gdLst/>
            <a:ahLst/>
            <a:cxnLst/>
            <a:rect l="l" t="t" r="r" b="b"/>
            <a:pathLst>
              <a:path w="20955" h="80010">
                <a:moveTo>
                  <a:pt x="0" y="0"/>
                </a:moveTo>
                <a:lnTo>
                  <a:pt x="20839" y="0"/>
                </a:lnTo>
                <a:lnTo>
                  <a:pt x="20839" y="80009"/>
                </a:lnTo>
                <a:lnTo>
                  <a:pt x="0" y="800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38450" y="6047740"/>
            <a:ext cx="271145" cy="17780"/>
          </a:xfrm>
          <a:custGeom>
            <a:avLst/>
            <a:gdLst/>
            <a:ahLst/>
            <a:cxnLst/>
            <a:rect l="l" t="t" r="r" b="b"/>
            <a:pathLst>
              <a:path w="271144" h="17779">
                <a:moveTo>
                  <a:pt x="0" y="0"/>
                </a:moveTo>
                <a:lnTo>
                  <a:pt x="270554" y="0"/>
                </a:lnTo>
                <a:lnTo>
                  <a:pt x="270554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594431" y="5809195"/>
            <a:ext cx="248285" cy="295910"/>
          </a:xfrm>
          <a:custGeom>
            <a:avLst/>
            <a:gdLst/>
            <a:ahLst/>
            <a:cxnLst/>
            <a:rect l="l" t="t" r="r" b="b"/>
            <a:pathLst>
              <a:path w="248284" h="295910">
                <a:moveTo>
                  <a:pt x="248176" y="295538"/>
                </a:moveTo>
                <a:lnTo>
                  <a:pt x="227573" y="295538"/>
                </a:lnTo>
                <a:lnTo>
                  <a:pt x="227573" y="0"/>
                </a:lnTo>
                <a:lnTo>
                  <a:pt x="248176" y="0"/>
                </a:lnTo>
                <a:lnTo>
                  <a:pt x="248176" y="295538"/>
                </a:lnTo>
                <a:close/>
              </a:path>
              <a:path w="248284" h="295910">
                <a:moveTo>
                  <a:pt x="189447" y="117102"/>
                </a:moveTo>
                <a:lnTo>
                  <a:pt x="168963" y="117102"/>
                </a:lnTo>
                <a:lnTo>
                  <a:pt x="168963" y="6985"/>
                </a:lnTo>
                <a:lnTo>
                  <a:pt x="189447" y="6985"/>
                </a:lnTo>
                <a:lnTo>
                  <a:pt x="189447" y="117102"/>
                </a:lnTo>
                <a:close/>
              </a:path>
              <a:path w="248284" h="295910">
                <a:moveTo>
                  <a:pt x="62991" y="228521"/>
                </a:moveTo>
                <a:lnTo>
                  <a:pt x="37064" y="221444"/>
                </a:lnTo>
                <a:lnTo>
                  <a:pt x="17198" y="201125"/>
                </a:lnTo>
                <a:lnTo>
                  <a:pt x="4480" y="169194"/>
                </a:lnTo>
                <a:lnTo>
                  <a:pt x="0" y="127285"/>
                </a:lnTo>
                <a:lnTo>
                  <a:pt x="4480" y="85478"/>
                </a:lnTo>
                <a:lnTo>
                  <a:pt x="17198" y="53652"/>
                </a:lnTo>
                <a:lnTo>
                  <a:pt x="37064" y="33391"/>
                </a:lnTo>
                <a:lnTo>
                  <a:pt x="62991" y="26285"/>
                </a:lnTo>
                <a:lnTo>
                  <a:pt x="87704" y="32633"/>
                </a:lnTo>
                <a:lnTo>
                  <a:pt x="101777" y="45822"/>
                </a:lnTo>
                <a:lnTo>
                  <a:pt x="62991" y="45822"/>
                </a:lnTo>
                <a:lnTo>
                  <a:pt x="45202" y="51674"/>
                </a:lnTo>
                <a:lnTo>
                  <a:pt x="31599" y="68215"/>
                </a:lnTo>
                <a:lnTo>
                  <a:pt x="22946" y="93926"/>
                </a:lnTo>
                <a:lnTo>
                  <a:pt x="20010" y="127285"/>
                </a:lnTo>
                <a:lnTo>
                  <a:pt x="22946" y="160610"/>
                </a:lnTo>
                <a:lnTo>
                  <a:pt x="31599" y="186354"/>
                </a:lnTo>
                <a:lnTo>
                  <a:pt x="45202" y="202929"/>
                </a:lnTo>
                <a:lnTo>
                  <a:pt x="62991" y="208747"/>
                </a:lnTo>
                <a:lnTo>
                  <a:pt x="101871" y="208747"/>
                </a:lnTo>
                <a:lnTo>
                  <a:pt x="88006" y="222031"/>
                </a:lnTo>
                <a:lnTo>
                  <a:pt x="62991" y="228521"/>
                </a:lnTo>
                <a:close/>
              </a:path>
              <a:path w="248284" h="295910">
                <a:moveTo>
                  <a:pt x="101871" y="208747"/>
                </a:moveTo>
                <a:lnTo>
                  <a:pt x="62991" y="208747"/>
                </a:lnTo>
                <a:lnTo>
                  <a:pt x="80901" y="202929"/>
                </a:lnTo>
                <a:lnTo>
                  <a:pt x="94560" y="186354"/>
                </a:lnTo>
                <a:lnTo>
                  <a:pt x="103269" y="160610"/>
                </a:lnTo>
                <a:lnTo>
                  <a:pt x="106327" y="127285"/>
                </a:lnTo>
                <a:lnTo>
                  <a:pt x="103269" y="93926"/>
                </a:lnTo>
                <a:lnTo>
                  <a:pt x="94560" y="68215"/>
                </a:lnTo>
                <a:lnTo>
                  <a:pt x="80901" y="51674"/>
                </a:lnTo>
                <a:lnTo>
                  <a:pt x="62991" y="45822"/>
                </a:lnTo>
                <a:lnTo>
                  <a:pt x="101777" y="45822"/>
                </a:lnTo>
                <a:lnTo>
                  <a:pt x="107067" y="50780"/>
                </a:lnTo>
                <a:lnTo>
                  <a:pt x="120169" y="79384"/>
                </a:lnTo>
                <a:lnTo>
                  <a:pt x="126101" y="117102"/>
                </a:lnTo>
                <a:lnTo>
                  <a:pt x="189447" y="117102"/>
                </a:lnTo>
                <a:lnTo>
                  <a:pt x="189447" y="134981"/>
                </a:lnTo>
                <a:lnTo>
                  <a:pt x="126219" y="134981"/>
                </a:lnTo>
                <a:lnTo>
                  <a:pt x="120585" y="173840"/>
                </a:lnTo>
                <a:lnTo>
                  <a:pt x="107526" y="203330"/>
                </a:lnTo>
                <a:lnTo>
                  <a:pt x="101871" y="208747"/>
                </a:lnTo>
                <a:close/>
              </a:path>
              <a:path w="248284" h="295910">
                <a:moveTo>
                  <a:pt x="189447" y="280027"/>
                </a:moveTo>
                <a:lnTo>
                  <a:pt x="168963" y="280027"/>
                </a:lnTo>
                <a:lnTo>
                  <a:pt x="168963" y="134981"/>
                </a:lnTo>
                <a:lnTo>
                  <a:pt x="189447" y="134981"/>
                </a:lnTo>
                <a:lnTo>
                  <a:pt x="189447" y="2800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887857" y="5808840"/>
            <a:ext cx="260985" cy="288925"/>
          </a:xfrm>
          <a:custGeom>
            <a:avLst/>
            <a:gdLst/>
            <a:ahLst/>
            <a:cxnLst/>
            <a:rect l="l" t="t" r="r" b="b"/>
            <a:pathLst>
              <a:path w="260984" h="288925">
                <a:moveTo>
                  <a:pt x="215259" y="219048"/>
                </a:moveTo>
                <a:lnTo>
                  <a:pt x="194065" y="219048"/>
                </a:lnTo>
                <a:lnTo>
                  <a:pt x="194065" y="0"/>
                </a:lnTo>
                <a:lnTo>
                  <a:pt x="215259" y="0"/>
                </a:lnTo>
                <a:lnTo>
                  <a:pt x="215259" y="93658"/>
                </a:lnTo>
                <a:lnTo>
                  <a:pt x="260963" y="93658"/>
                </a:lnTo>
                <a:lnTo>
                  <a:pt x="260963" y="111774"/>
                </a:lnTo>
                <a:lnTo>
                  <a:pt x="215259" y="111774"/>
                </a:lnTo>
                <a:lnTo>
                  <a:pt x="215259" y="219048"/>
                </a:lnTo>
                <a:close/>
              </a:path>
              <a:path w="260984" h="288925">
                <a:moveTo>
                  <a:pt x="21668" y="172278"/>
                </a:moveTo>
                <a:lnTo>
                  <a:pt x="0" y="172278"/>
                </a:lnTo>
                <a:lnTo>
                  <a:pt x="0" y="24391"/>
                </a:lnTo>
                <a:lnTo>
                  <a:pt x="134507" y="24391"/>
                </a:lnTo>
                <a:lnTo>
                  <a:pt x="134507" y="42033"/>
                </a:lnTo>
                <a:lnTo>
                  <a:pt x="20957" y="42033"/>
                </a:lnTo>
                <a:lnTo>
                  <a:pt x="20957" y="87974"/>
                </a:lnTo>
                <a:lnTo>
                  <a:pt x="129416" y="87974"/>
                </a:lnTo>
                <a:lnTo>
                  <a:pt x="129416" y="105735"/>
                </a:lnTo>
                <a:lnTo>
                  <a:pt x="20957" y="105735"/>
                </a:lnTo>
                <a:lnTo>
                  <a:pt x="20957" y="154518"/>
                </a:lnTo>
                <a:lnTo>
                  <a:pt x="156573" y="154518"/>
                </a:lnTo>
                <a:lnTo>
                  <a:pt x="157833" y="163280"/>
                </a:lnTo>
                <a:lnTo>
                  <a:pt x="127816" y="167883"/>
                </a:lnTo>
                <a:lnTo>
                  <a:pt x="97343" y="170621"/>
                </a:lnTo>
                <a:lnTo>
                  <a:pt x="63074" y="171938"/>
                </a:lnTo>
                <a:lnTo>
                  <a:pt x="21668" y="172278"/>
                </a:lnTo>
                <a:close/>
              </a:path>
              <a:path w="260984" h="288925">
                <a:moveTo>
                  <a:pt x="156573" y="154518"/>
                </a:moveTo>
                <a:lnTo>
                  <a:pt x="21668" y="154518"/>
                </a:lnTo>
                <a:lnTo>
                  <a:pt x="62602" y="154135"/>
                </a:lnTo>
                <a:lnTo>
                  <a:pt x="96322" y="152875"/>
                </a:lnTo>
                <a:lnTo>
                  <a:pt x="126134" y="150305"/>
                </a:lnTo>
                <a:lnTo>
                  <a:pt x="155346" y="145992"/>
                </a:lnTo>
                <a:lnTo>
                  <a:pt x="156573" y="154518"/>
                </a:lnTo>
                <a:close/>
              </a:path>
              <a:path w="260984" h="288925">
                <a:moveTo>
                  <a:pt x="229705" y="288789"/>
                </a:moveTo>
                <a:lnTo>
                  <a:pt x="32324" y="288789"/>
                </a:lnTo>
                <a:lnTo>
                  <a:pt x="32324" y="199511"/>
                </a:lnTo>
                <a:lnTo>
                  <a:pt x="53163" y="199511"/>
                </a:lnTo>
                <a:lnTo>
                  <a:pt x="53163" y="270909"/>
                </a:lnTo>
                <a:lnTo>
                  <a:pt x="229705" y="270909"/>
                </a:lnTo>
                <a:lnTo>
                  <a:pt x="229705" y="2887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155826" y="5812983"/>
            <a:ext cx="269875" cy="288290"/>
          </a:xfrm>
          <a:custGeom>
            <a:avLst/>
            <a:gdLst/>
            <a:ahLst/>
            <a:cxnLst/>
            <a:rect l="l" t="t" r="r" b="b"/>
            <a:pathLst>
              <a:path w="269875" h="288289">
                <a:moveTo>
                  <a:pt x="144572" y="127166"/>
                </a:moveTo>
                <a:lnTo>
                  <a:pt x="123851" y="127166"/>
                </a:lnTo>
                <a:lnTo>
                  <a:pt x="123851" y="103012"/>
                </a:lnTo>
                <a:lnTo>
                  <a:pt x="84583" y="98527"/>
                </a:lnTo>
                <a:lnTo>
                  <a:pt x="55339" y="88270"/>
                </a:lnTo>
                <a:lnTo>
                  <a:pt x="37084" y="72508"/>
                </a:lnTo>
                <a:lnTo>
                  <a:pt x="30785" y="51506"/>
                </a:lnTo>
                <a:lnTo>
                  <a:pt x="37832" y="29588"/>
                </a:lnTo>
                <a:lnTo>
                  <a:pt x="58210" y="13453"/>
                </a:lnTo>
                <a:lnTo>
                  <a:pt x="90777" y="3468"/>
                </a:lnTo>
                <a:lnTo>
                  <a:pt x="134389" y="0"/>
                </a:lnTo>
                <a:lnTo>
                  <a:pt x="177982" y="3468"/>
                </a:lnTo>
                <a:lnTo>
                  <a:pt x="210508" y="13453"/>
                </a:lnTo>
                <a:lnTo>
                  <a:pt x="214594" y="16695"/>
                </a:lnTo>
                <a:lnTo>
                  <a:pt x="134389" y="16695"/>
                </a:lnTo>
                <a:lnTo>
                  <a:pt x="100227" y="19153"/>
                </a:lnTo>
                <a:lnTo>
                  <a:pt x="74491" y="26063"/>
                </a:lnTo>
                <a:lnTo>
                  <a:pt x="58279" y="36992"/>
                </a:lnTo>
                <a:lnTo>
                  <a:pt x="52690" y="51506"/>
                </a:lnTo>
                <a:lnTo>
                  <a:pt x="58279" y="66306"/>
                </a:lnTo>
                <a:lnTo>
                  <a:pt x="74491" y="77288"/>
                </a:lnTo>
                <a:lnTo>
                  <a:pt x="100227" y="84141"/>
                </a:lnTo>
                <a:lnTo>
                  <a:pt x="134389" y="86553"/>
                </a:lnTo>
                <a:lnTo>
                  <a:pt x="215397" y="86553"/>
                </a:lnTo>
                <a:lnTo>
                  <a:pt x="213291" y="88374"/>
                </a:lnTo>
                <a:lnTo>
                  <a:pt x="183976" y="98644"/>
                </a:lnTo>
                <a:lnTo>
                  <a:pt x="144572" y="103130"/>
                </a:lnTo>
                <a:lnTo>
                  <a:pt x="144572" y="127166"/>
                </a:lnTo>
                <a:close/>
              </a:path>
              <a:path w="269875" h="288289">
                <a:moveTo>
                  <a:pt x="215397" y="86553"/>
                </a:moveTo>
                <a:lnTo>
                  <a:pt x="134389" y="86553"/>
                </a:lnTo>
                <a:lnTo>
                  <a:pt x="168639" y="84141"/>
                </a:lnTo>
                <a:lnTo>
                  <a:pt x="194464" y="77288"/>
                </a:lnTo>
                <a:lnTo>
                  <a:pt x="210765" y="66306"/>
                </a:lnTo>
                <a:lnTo>
                  <a:pt x="216443" y="51506"/>
                </a:lnTo>
                <a:lnTo>
                  <a:pt x="210765" y="36992"/>
                </a:lnTo>
                <a:lnTo>
                  <a:pt x="194464" y="26063"/>
                </a:lnTo>
                <a:lnTo>
                  <a:pt x="168639" y="19153"/>
                </a:lnTo>
                <a:lnTo>
                  <a:pt x="134389" y="16695"/>
                </a:lnTo>
                <a:lnTo>
                  <a:pt x="214594" y="16695"/>
                </a:lnTo>
                <a:lnTo>
                  <a:pt x="230846" y="29588"/>
                </a:lnTo>
                <a:lnTo>
                  <a:pt x="237875" y="51506"/>
                </a:lnTo>
                <a:lnTo>
                  <a:pt x="231571" y="72576"/>
                </a:lnTo>
                <a:lnTo>
                  <a:pt x="215397" y="86553"/>
                </a:lnTo>
                <a:close/>
              </a:path>
              <a:path w="269875" h="288289">
                <a:moveTo>
                  <a:pt x="269252" y="144927"/>
                </a:moveTo>
                <a:lnTo>
                  <a:pt x="0" y="144927"/>
                </a:lnTo>
                <a:lnTo>
                  <a:pt x="0" y="127166"/>
                </a:lnTo>
                <a:lnTo>
                  <a:pt x="269252" y="127166"/>
                </a:lnTo>
                <a:lnTo>
                  <a:pt x="269252" y="144927"/>
                </a:lnTo>
                <a:close/>
              </a:path>
              <a:path w="269875" h="288289">
                <a:moveTo>
                  <a:pt x="243203" y="287960"/>
                </a:moveTo>
                <a:lnTo>
                  <a:pt x="34100" y="287960"/>
                </a:lnTo>
                <a:lnTo>
                  <a:pt x="34100" y="219759"/>
                </a:lnTo>
                <a:lnTo>
                  <a:pt x="213246" y="219759"/>
                </a:lnTo>
                <a:lnTo>
                  <a:pt x="213246" y="189684"/>
                </a:lnTo>
                <a:lnTo>
                  <a:pt x="33271" y="189684"/>
                </a:lnTo>
                <a:lnTo>
                  <a:pt x="33271" y="172634"/>
                </a:lnTo>
                <a:lnTo>
                  <a:pt x="233967" y="172634"/>
                </a:lnTo>
                <a:lnTo>
                  <a:pt x="233967" y="235980"/>
                </a:lnTo>
                <a:lnTo>
                  <a:pt x="54702" y="235980"/>
                </a:lnTo>
                <a:lnTo>
                  <a:pt x="54702" y="270673"/>
                </a:lnTo>
                <a:lnTo>
                  <a:pt x="243203" y="270673"/>
                </a:lnTo>
                <a:lnTo>
                  <a:pt x="243203" y="287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507813" y="5820443"/>
            <a:ext cx="269875" cy="284480"/>
          </a:xfrm>
          <a:custGeom>
            <a:avLst/>
            <a:gdLst/>
            <a:ahLst/>
            <a:cxnLst/>
            <a:rect l="l" t="t" r="r" b="b"/>
            <a:pathLst>
              <a:path w="269875" h="284479">
                <a:moveTo>
                  <a:pt x="24036" y="121364"/>
                </a:moveTo>
                <a:lnTo>
                  <a:pt x="15037" y="103959"/>
                </a:lnTo>
                <a:lnTo>
                  <a:pt x="52638" y="93671"/>
                </a:lnTo>
                <a:lnTo>
                  <a:pt x="87797" y="74846"/>
                </a:lnTo>
                <a:lnTo>
                  <a:pt x="113809" y="49028"/>
                </a:lnTo>
                <a:lnTo>
                  <a:pt x="123969" y="17760"/>
                </a:lnTo>
                <a:lnTo>
                  <a:pt x="123969" y="0"/>
                </a:lnTo>
                <a:lnTo>
                  <a:pt x="145637" y="0"/>
                </a:lnTo>
                <a:lnTo>
                  <a:pt x="145637" y="17760"/>
                </a:lnTo>
                <a:lnTo>
                  <a:pt x="155783" y="48629"/>
                </a:lnTo>
                <a:lnTo>
                  <a:pt x="157252" y="50085"/>
                </a:lnTo>
                <a:lnTo>
                  <a:pt x="134981" y="50085"/>
                </a:lnTo>
                <a:lnTo>
                  <a:pt x="116031" y="76208"/>
                </a:lnTo>
                <a:lnTo>
                  <a:pt x="88966" y="97091"/>
                </a:lnTo>
                <a:lnTo>
                  <a:pt x="57172" y="112292"/>
                </a:lnTo>
                <a:lnTo>
                  <a:pt x="24036" y="121364"/>
                </a:lnTo>
                <a:close/>
              </a:path>
              <a:path w="269875" h="284479">
                <a:moveTo>
                  <a:pt x="245926" y="121364"/>
                </a:moveTo>
                <a:lnTo>
                  <a:pt x="212806" y="112242"/>
                </a:lnTo>
                <a:lnTo>
                  <a:pt x="181040" y="96958"/>
                </a:lnTo>
                <a:lnTo>
                  <a:pt x="153981" y="76058"/>
                </a:lnTo>
                <a:lnTo>
                  <a:pt x="134981" y="50085"/>
                </a:lnTo>
                <a:lnTo>
                  <a:pt x="157252" y="50085"/>
                </a:lnTo>
                <a:lnTo>
                  <a:pt x="181869" y="74491"/>
                </a:lnTo>
                <a:lnTo>
                  <a:pt x="217102" y="93537"/>
                </a:lnTo>
                <a:lnTo>
                  <a:pt x="254688" y="103959"/>
                </a:lnTo>
                <a:lnTo>
                  <a:pt x="245926" y="121364"/>
                </a:lnTo>
                <a:close/>
              </a:path>
              <a:path w="269875" h="284479">
                <a:moveTo>
                  <a:pt x="269252" y="175120"/>
                </a:moveTo>
                <a:lnTo>
                  <a:pt x="0" y="175120"/>
                </a:lnTo>
                <a:lnTo>
                  <a:pt x="0" y="157123"/>
                </a:lnTo>
                <a:lnTo>
                  <a:pt x="269252" y="157123"/>
                </a:lnTo>
                <a:lnTo>
                  <a:pt x="269252" y="175120"/>
                </a:lnTo>
                <a:close/>
              </a:path>
              <a:path w="269875" h="284479">
                <a:moveTo>
                  <a:pt x="144572" y="284289"/>
                </a:moveTo>
                <a:lnTo>
                  <a:pt x="123851" y="284289"/>
                </a:lnTo>
                <a:lnTo>
                  <a:pt x="123851" y="175120"/>
                </a:lnTo>
                <a:lnTo>
                  <a:pt x="144572" y="175120"/>
                </a:lnTo>
                <a:lnTo>
                  <a:pt x="144572" y="284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790583" y="5815233"/>
            <a:ext cx="269875" cy="288925"/>
          </a:xfrm>
          <a:custGeom>
            <a:avLst/>
            <a:gdLst/>
            <a:ahLst/>
            <a:cxnLst/>
            <a:rect l="l" t="t" r="r" b="b"/>
            <a:pathLst>
              <a:path w="269875" h="288925">
                <a:moveTo>
                  <a:pt x="89632" y="142204"/>
                </a:moveTo>
                <a:lnTo>
                  <a:pt x="68674" y="142204"/>
                </a:lnTo>
                <a:lnTo>
                  <a:pt x="68674" y="98394"/>
                </a:lnTo>
                <a:lnTo>
                  <a:pt x="52514" y="90525"/>
                </a:lnTo>
                <a:lnTo>
                  <a:pt x="40627" y="80470"/>
                </a:lnTo>
                <a:lnTo>
                  <a:pt x="33292" y="68306"/>
                </a:lnTo>
                <a:lnTo>
                  <a:pt x="30785" y="54110"/>
                </a:lnTo>
                <a:lnTo>
                  <a:pt x="37932" y="31120"/>
                </a:lnTo>
                <a:lnTo>
                  <a:pt x="58477" y="14134"/>
                </a:lnTo>
                <a:lnTo>
                  <a:pt x="91077" y="3609"/>
                </a:lnTo>
                <a:lnTo>
                  <a:pt x="134389" y="0"/>
                </a:lnTo>
                <a:lnTo>
                  <a:pt x="177582" y="3609"/>
                </a:lnTo>
                <a:lnTo>
                  <a:pt x="210153" y="14134"/>
                </a:lnTo>
                <a:lnTo>
                  <a:pt x="213396" y="16813"/>
                </a:lnTo>
                <a:lnTo>
                  <a:pt x="134389" y="16813"/>
                </a:lnTo>
                <a:lnTo>
                  <a:pt x="100392" y="19410"/>
                </a:lnTo>
                <a:lnTo>
                  <a:pt x="74565" y="26848"/>
                </a:lnTo>
                <a:lnTo>
                  <a:pt x="58195" y="38592"/>
                </a:lnTo>
                <a:lnTo>
                  <a:pt x="52571" y="54110"/>
                </a:lnTo>
                <a:lnTo>
                  <a:pt x="58195" y="69710"/>
                </a:lnTo>
                <a:lnTo>
                  <a:pt x="74565" y="81403"/>
                </a:lnTo>
                <a:lnTo>
                  <a:pt x="100392" y="88744"/>
                </a:lnTo>
                <a:lnTo>
                  <a:pt x="134389" y="91290"/>
                </a:lnTo>
                <a:lnTo>
                  <a:pt x="214329" y="91290"/>
                </a:lnTo>
                <a:lnTo>
                  <a:pt x="200695" y="98039"/>
                </a:lnTo>
                <a:lnTo>
                  <a:pt x="200695" y="103959"/>
                </a:lnTo>
                <a:lnTo>
                  <a:pt x="179856" y="103959"/>
                </a:lnTo>
                <a:lnTo>
                  <a:pt x="179142" y="104077"/>
                </a:lnTo>
                <a:lnTo>
                  <a:pt x="89632" y="104077"/>
                </a:lnTo>
                <a:lnTo>
                  <a:pt x="89632" y="142204"/>
                </a:lnTo>
                <a:close/>
              </a:path>
              <a:path w="269875" h="288925">
                <a:moveTo>
                  <a:pt x="214329" y="91290"/>
                </a:moveTo>
                <a:lnTo>
                  <a:pt x="134389" y="91290"/>
                </a:lnTo>
                <a:lnTo>
                  <a:pt x="168340" y="88744"/>
                </a:lnTo>
                <a:lnTo>
                  <a:pt x="194198" y="81403"/>
                </a:lnTo>
                <a:lnTo>
                  <a:pt x="210666" y="69710"/>
                </a:lnTo>
                <a:lnTo>
                  <a:pt x="216443" y="54110"/>
                </a:lnTo>
                <a:lnTo>
                  <a:pt x="210666" y="38592"/>
                </a:lnTo>
                <a:lnTo>
                  <a:pt x="194198" y="26848"/>
                </a:lnTo>
                <a:lnTo>
                  <a:pt x="168340" y="19410"/>
                </a:lnTo>
                <a:lnTo>
                  <a:pt x="134389" y="16813"/>
                </a:lnTo>
                <a:lnTo>
                  <a:pt x="213396" y="16813"/>
                </a:lnTo>
                <a:lnTo>
                  <a:pt x="230713" y="31120"/>
                </a:lnTo>
                <a:lnTo>
                  <a:pt x="237875" y="54110"/>
                </a:lnTo>
                <a:lnTo>
                  <a:pt x="235412" y="68151"/>
                </a:lnTo>
                <a:lnTo>
                  <a:pt x="228210" y="80204"/>
                </a:lnTo>
                <a:lnTo>
                  <a:pt x="216545" y="90192"/>
                </a:lnTo>
                <a:lnTo>
                  <a:pt x="214329" y="91290"/>
                </a:lnTo>
                <a:close/>
              </a:path>
              <a:path w="269875" h="288925">
                <a:moveTo>
                  <a:pt x="200695" y="142204"/>
                </a:moveTo>
                <a:lnTo>
                  <a:pt x="179856" y="142204"/>
                </a:lnTo>
                <a:lnTo>
                  <a:pt x="179856" y="103959"/>
                </a:lnTo>
                <a:lnTo>
                  <a:pt x="200695" y="103959"/>
                </a:lnTo>
                <a:lnTo>
                  <a:pt x="200695" y="142204"/>
                </a:lnTo>
                <a:close/>
              </a:path>
              <a:path w="269875" h="288925">
                <a:moveTo>
                  <a:pt x="134389" y="107866"/>
                </a:moveTo>
                <a:lnTo>
                  <a:pt x="122154" y="107622"/>
                </a:lnTo>
                <a:lnTo>
                  <a:pt x="110634" y="106904"/>
                </a:lnTo>
                <a:lnTo>
                  <a:pt x="99772" y="105718"/>
                </a:lnTo>
                <a:lnTo>
                  <a:pt x="89632" y="104077"/>
                </a:lnTo>
                <a:lnTo>
                  <a:pt x="179142" y="104077"/>
                </a:lnTo>
                <a:lnTo>
                  <a:pt x="169538" y="105668"/>
                </a:lnTo>
                <a:lnTo>
                  <a:pt x="158499" y="106889"/>
                </a:lnTo>
                <a:lnTo>
                  <a:pt x="146678" y="107624"/>
                </a:lnTo>
                <a:lnTo>
                  <a:pt x="134389" y="107866"/>
                </a:lnTo>
                <a:close/>
              </a:path>
              <a:path w="269875" h="288925">
                <a:moveTo>
                  <a:pt x="269252" y="159727"/>
                </a:moveTo>
                <a:lnTo>
                  <a:pt x="0" y="159727"/>
                </a:lnTo>
                <a:lnTo>
                  <a:pt x="0" y="142204"/>
                </a:lnTo>
                <a:lnTo>
                  <a:pt x="269252" y="142204"/>
                </a:lnTo>
                <a:lnTo>
                  <a:pt x="269252" y="159727"/>
                </a:lnTo>
                <a:close/>
              </a:path>
              <a:path w="269875" h="288925">
                <a:moveTo>
                  <a:pt x="134507" y="288670"/>
                </a:moveTo>
                <a:lnTo>
                  <a:pt x="91759" y="285240"/>
                </a:lnTo>
                <a:lnTo>
                  <a:pt x="59823" y="275172"/>
                </a:lnTo>
                <a:lnTo>
                  <a:pt x="39832" y="258799"/>
                </a:lnTo>
                <a:lnTo>
                  <a:pt x="32916" y="236454"/>
                </a:lnTo>
                <a:lnTo>
                  <a:pt x="39832" y="214334"/>
                </a:lnTo>
                <a:lnTo>
                  <a:pt x="59823" y="198120"/>
                </a:lnTo>
                <a:lnTo>
                  <a:pt x="91759" y="188167"/>
                </a:lnTo>
                <a:lnTo>
                  <a:pt x="134507" y="184829"/>
                </a:lnTo>
                <a:lnTo>
                  <a:pt x="177052" y="188167"/>
                </a:lnTo>
                <a:lnTo>
                  <a:pt x="208895" y="198120"/>
                </a:lnTo>
                <a:lnTo>
                  <a:pt x="212946" y="201406"/>
                </a:lnTo>
                <a:lnTo>
                  <a:pt x="134507" y="201406"/>
                </a:lnTo>
                <a:lnTo>
                  <a:pt x="101137" y="203902"/>
                </a:lnTo>
                <a:lnTo>
                  <a:pt x="75882" y="210893"/>
                </a:lnTo>
                <a:lnTo>
                  <a:pt x="59929" y="221903"/>
                </a:lnTo>
                <a:lnTo>
                  <a:pt x="54466" y="236454"/>
                </a:lnTo>
                <a:lnTo>
                  <a:pt x="59929" y="251273"/>
                </a:lnTo>
                <a:lnTo>
                  <a:pt x="75882" y="262384"/>
                </a:lnTo>
                <a:lnTo>
                  <a:pt x="101137" y="269322"/>
                </a:lnTo>
                <a:lnTo>
                  <a:pt x="134507" y="271620"/>
                </a:lnTo>
                <a:lnTo>
                  <a:pt x="213231" y="271620"/>
                </a:lnTo>
                <a:lnTo>
                  <a:pt x="208895" y="275172"/>
                </a:lnTo>
                <a:lnTo>
                  <a:pt x="177052" y="285240"/>
                </a:lnTo>
                <a:lnTo>
                  <a:pt x="134507" y="288670"/>
                </a:lnTo>
                <a:close/>
              </a:path>
              <a:path w="269875" h="288925">
                <a:moveTo>
                  <a:pt x="213231" y="271620"/>
                </a:moveTo>
                <a:lnTo>
                  <a:pt x="134507" y="271620"/>
                </a:lnTo>
                <a:lnTo>
                  <a:pt x="167748" y="269322"/>
                </a:lnTo>
                <a:lnTo>
                  <a:pt x="192984" y="262384"/>
                </a:lnTo>
                <a:lnTo>
                  <a:pt x="209052" y="251273"/>
                </a:lnTo>
                <a:lnTo>
                  <a:pt x="214786" y="236454"/>
                </a:lnTo>
                <a:lnTo>
                  <a:pt x="209052" y="221903"/>
                </a:lnTo>
                <a:lnTo>
                  <a:pt x="192984" y="210893"/>
                </a:lnTo>
                <a:lnTo>
                  <a:pt x="167748" y="203902"/>
                </a:lnTo>
                <a:lnTo>
                  <a:pt x="134507" y="201406"/>
                </a:lnTo>
                <a:lnTo>
                  <a:pt x="212946" y="201406"/>
                </a:lnTo>
                <a:lnTo>
                  <a:pt x="228883" y="214334"/>
                </a:lnTo>
                <a:lnTo>
                  <a:pt x="235862" y="236454"/>
                </a:lnTo>
                <a:lnTo>
                  <a:pt x="228883" y="258799"/>
                </a:lnTo>
                <a:lnTo>
                  <a:pt x="213231" y="271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077258" y="5809550"/>
            <a:ext cx="246379" cy="295275"/>
          </a:xfrm>
          <a:custGeom>
            <a:avLst/>
            <a:gdLst/>
            <a:ahLst/>
            <a:cxnLst/>
            <a:rect l="l" t="t" r="r" b="b"/>
            <a:pathLst>
              <a:path w="246380" h="295275">
                <a:moveTo>
                  <a:pt x="245926" y="77436"/>
                </a:moveTo>
                <a:lnTo>
                  <a:pt x="225916" y="77436"/>
                </a:lnTo>
                <a:lnTo>
                  <a:pt x="225916" y="0"/>
                </a:lnTo>
                <a:lnTo>
                  <a:pt x="245926" y="0"/>
                </a:lnTo>
                <a:lnTo>
                  <a:pt x="245926" y="77436"/>
                </a:lnTo>
                <a:close/>
              </a:path>
              <a:path w="246380" h="295275">
                <a:moveTo>
                  <a:pt x="181869" y="173226"/>
                </a:moveTo>
                <a:lnTo>
                  <a:pt x="161622" y="173226"/>
                </a:lnTo>
                <a:lnTo>
                  <a:pt x="161622" y="5683"/>
                </a:lnTo>
                <a:lnTo>
                  <a:pt x="181869" y="5683"/>
                </a:lnTo>
                <a:lnTo>
                  <a:pt x="181869" y="77436"/>
                </a:lnTo>
                <a:lnTo>
                  <a:pt x="245926" y="77436"/>
                </a:lnTo>
                <a:lnTo>
                  <a:pt x="245926" y="95078"/>
                </a:lnTo>
                <a:lnTo>
                  <a:pt x="181869" y="95078"/>
                </a:lnTo>
                <a:lnTo>
                  <a:pt x="181869" y="173226"/>
                </a:lnTo>
                <a:close/>
              </a:path>
              <a:path w="246380" h="295275">
                <a:moveTo>
                  <a:pt x="245926" y="175475"/>
                </a:moveTo>
                <a:lnTo>
                  <a:pt x="225916" y="175475"/>
                </a:lnTo>
                <a:lnTo>
                  <a:pt x="225916" y="95078"/>
                </a:lnTo>
                <a:lnTo>
                  <a:pt x="245926" y="95078"/>
                </a:lnTo>
                <a:lnTo>
                  <a:pt x="245926" y="175475"/>
                </a:lnTo>
                <a:close/>
              </a:path>
              <a:path w="246380" h="295275">
                <a:moveTo>
                  <a:pt x="67372" y="155820"/>
                </a:moveTo>
                <a:lnTo>
                  <a:pt x="40178" y="150856"/>
                </a:lnTo>
                <a:lnTo>
                  <a:pt x="18811" y="136890"/>
                </a:lnTo>
                <a:lnTo>
                  <a:pt x="4882" y="115309"/>
                </a:lnTo>
                <a:lnTo>
                  <a:pt x="0" y="87501"/>
                </a:lnTo>
                <a:lnTo>
                  <a:pt x="4882" y="59548"/>
                </a:lnTo>
                <a:lnTo>
                  <a:pt x="18811" y="37756"/>
                </a:lnTo>
                <a:lnTo>
                  <a:pt x="40178" y="23579"/>
                </a:lnTo>
                <a:lnTo>
                  <a:pt x="67372" y="18471"/>
                </a:lnTo>
                <a:lnTo>
                  <a:pt x="94351" y="23579"/>
                </a:lnTo>
                <a:lnTo>
                  <a:pt x="114498" y="36942"/>
                </a:lnTo>
                <a:lnTo>
                  <a:pt x="67372" y="36942"/>
                </a:lnTo>
                <a:lnTo>
                  <a:pt x="48120" y="40795"/>
                </a:lnTo>
                <a:lnTo>
                  <a:pt x="32798" y="51432"/>
                </a:lnTo>
                <a:lnTo>
                  <a:pt x="22715" y="67462"/>
                </a:lnTo>
                <a:lnTo>
                  <a:pt x="19181" y="87501"/>
                </a:lnTo>
                <a:lnTo>
                  <a:pt x="22715" y="107418"/>
                </a:lnTo>
                <a:lnTo>
                  <a:pt x="32798" y="123407"/>
                </a:lnTo>
                <a:lnTo>
                  <a:pt x="48120" y="134023"/>
                </a:lnTo>
                <a:lnTo>
                  <a:pt x="67372" y="137823"/>
                </a:lnTo>
                <a:lnTo>
                  <a:pt x="114298" y="137823"/>
                </a:lnTo>
                <a:lnTo>
                  <a:pt x="94351" y="150856"/>
                </a:lnTo>
                <a:lnTo>
                  <a:pt x="67372" y="155820"/>
                </a:lnTo>
                <a:close/>
              </a:path>
              <a:path w="246380" h="295275">
                <a:moveTo>
                  <a:pt x="114298" y="137823"/>
                </a:moveTo>
                <a:lnTo>
                  <a:pt x="67372" y="137823"/>
                </a:lnTo>
                <a:lnTo>
                  <a:pt x="86457" y="134023"/>
                </a:lnTo>
                <a:lnTo>
                  <a:pt x="101680" y="123407"/>
                </a:lnTo>
                <a:lnTo>
                  <a:pt x="111796" y="107418"/>
                </a:lnTo>
                <a:lnTo>
                  <a:pt x="115562" y="87501"/>
                </a:lnTo>
                <a:lnTo>
                  <a:pt x="111796" y="67462"/>
                </a:lnTo>
                <a:lnTo>
                  <a:pt x="101680" y="51432"/>
                </a:lnTo>
                <a:lnTo>
                  <a:pt x="86457" y="40795"/>
                </a:lnTo>
                <a:lnTo>
                  <a:pt x="67372" y="36942"/>
                </a:lnTo>
                <a:lnTo>
                  <a:pt x="114498" y="36942"/>
                </a:lnTo>
                <a:lnTo>
                  <a:pt x="115725" y="37756"/>
                </a:lnTo>
                <a:lnTo>
                  <a:pt x="129795" y="59548"/>
                </a:lnTo>
                <a:lnTo>
                  <a:pt x="134862" y="87501"/>
                </a:lnTo>
                <a:lnTo>
                  <a:pt x="129795" y="115309"/>
                </a:lnTo>
                <a:lnTo>
                  <a:pt x="115725" y="136890"/>
                </a:lnTo>
                <a:lnTo>
                  <a:pt x="114298" y="137823"/>
                </a:lnTo>
                <a:close/>
              </a:path>
              <a:path w="246380" h="295275">
                <a:moveTo>
                  <a:pt x="245926" y="295182"/>
                </a:moveTo>
                <a:lnTo>
                  <a:pt x="225324" y="295182"/>
                </a:lnTo>
                <a:lnTo>
                  <a:pt x="225324" y="210523"/>
                </a:lnTo>
                <a:lnTo>
                  <a:pt x="48427" y="210523"/>
                </a:lnTo>
                <a:lnTo>
                  <a:pt x="48427" y="192999"/>
                </a:lnTo>
                <a:lnTo>
                  <a:pt x="245926" y="192999"/>
                </a:lnTo>
                <a:lnTo>
                  <a:pt x="245926" y="295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519065" y="6297929"/>
            <a:ext cx="21590" cy="40640"/>
          </a:xfrm>
          <a:custGeom>
            <a:avLst/>
            <a:gdLst/>
            <a:ahLst/>
            <a:cxnLst/>
            <a:rect l="l" t="t" r="r" b="b"/>
            <a:pathLst>
              <a:path w="21590" h="40639">
                <a:moveTo>
                  <a:pt x="0" y="0"/>
                </a:moveTo>
                <a:lnTo>
                  <a:pt x="21076" y="0"/>
                </a:lnTo>
                <a:lnTo>
                  <a:pt x="21076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519065" y="6338570"/>
            <a:ext cx="198120" cy="16510"/>
          </a:xfrm>
          <a:custGeom>
            <a:avLst/>
            <a:gdLst/>
            <a:ahLst/>
            <a:cxnLst/>
            <a:rect l="l" t="t" r="r" b="b"/>
            <a:pathLst>
              <a:path w="198119" h="16510">
                <a:moveTo>
                  <a:pt x="0" y="0"/>
                </a:moveTo>
                <a:lnTo>
                  <a:pt x="197499" y="0"/>
                </a:lnTo>
                <a:lnTo>
                  <a:pt x="197499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519065" y="6355079"/>
            <a:ext cx="21590" cy="43180"/>
          </a:xfrm>
          <a:custGeom>
            <a:avLst/>
            <a:gdLst/>
            <a:ahLst/>
            <a:cxnLst/>
            <a:rect l="l" t="t" r="r" b="b"/>
            <a:pathLst>
              <a:path w="21590" h="43179">
                <a:moveTo>
                  <a:pt x="0" y="0"/>
                </a:moveTo>
                <a:lnTo>
                  <a:pt x="21076" y="0"/>
                </a:lnTo>
                <a:lnTo>
                  <a:pt x="21076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519065" y="6398259"/>
            <a:ext cx="198120" cy="17780"/>
          </a:xfrm>
          <a:custGeom>
            <a:avLst/>
            <a:gdLst/>
            <a:ahLst/>
            <a:cxnLst/>
            <a:rect l="l" t="t" r="r" b="b"/>
            <a:pathLst>
              <a:path w="198119" h="17779">
                <a:moveTo>
                  <a:pt x="0" y="0"/>
                </a:moveTo>
                <a:lnTo>
                  <a:pt x="197499" y="0"/>
                </a:lnTo>
                <a:lnTo>
                  <a:pt x="197499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695489" y="6298519"/>
            <a:ext cx="21590" cy="40640"/>
          </a:xfrm>
          <a:custGeom>
            <a:avLst/>
            <a:gdLst/>
            <a:ahLst/>
            <a:cxnLst/>
            <a:rect l="l" t="t" r="r" b="b"/>
            <a:pathLst>
              <a:path w="21590" h="40639">
                <a:moveTo>
                  <a:pt x="21076" y="40494"/>
                </a:moveTo>
                <a:lnTo>
                  <a:pt x="0" y="40494"/>
                </a:lnTo>
                <a:lnTo>
                  <a:pt x="0" y="0"/>
                </a:lnTo>
                <a:lnTo>
                  <a:pt x="21076" y="0"/>
                </a:lnTo>
                <a:lnTo>
                  <a:pt x="21076" y="404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695489" y="6355590"/>
            <a:ext cx="21590" cy="42545"/>
          </a:xfrm>
          <a:custGeom>
            <a:avLst/>
            <a:gdLst/>
            <a:ahLst/>
            <a:cxnLst/>
            <a:rect l="l" t="t" r="r" b="b"/>
            <a:pathLst>
              <a:path w="21590" h="42545">
                <a:moveTo>
                  <a:pt x="21076" y="42388"/>
                </a:moveTo>
                <a:lnTo>
                  <a:pt x="0" y="42388"/>
                </a:lnTo>
                <a:lnTo>
                  <a:pt x="0" y="0"/>
                </a:lnTo>
                <a:lnTo>
                  <a:pt x="21076" y="0"/>
                </a:lnTo>
                <a:lnTo>
                  <a:pt x="21076" y="42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482360" y="6446880"/>
            <a:ext cx="271145" cy="17780"/>
          </a:xfrm>
          <a:custGeom>
            <a:avLst/>
            <a:gdLst/>
            <a:ahLst/>
            <a:cxnLst/>
            <a:rect l="l" t="t" r="r" b="b"/>
            <a:pathLst>
              <a:path w="271144" h="17779">
                <a:moveTo>
                  <a:pt x="270554" y="17760"/>
                </a:moveTo>
                <a:lnTo>
                  <a:pt x="0" y="17760"/>
                </a:lnTo>
                <a:lnTo>
                  <a:pt x="0" y="0"/>
                </a:lnTo>
                <a:lnTo>
                  <a:pt x="270554" y="0"/>
                </a:lnTo>
                <a:lnTo>
                  <a:pt x="270554" y="17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608579" y="6464641"/>
            <a:ext cx="20955" cy="61594"/>
          </a:xfrm>
          <a:custGeom>
            <a:avLst/>
            <a:gdLst/>
            <a:ahLst/>
            <a:cxnLst/>
            <a:rect l="l" t="t" r="r" b="b"/>
            <a:pathLst>
              <a:path w="20955" h="61595">
                <a:moveTo>
                  <a:pt x="20957" y="61215"/>
                </a:moveTo>
                <a:lnTo>
                  <a:pt x="0" y="61215"/>
                </a:lnTo>
                <a:lnTo>
                  <a:pt x="0" y="0"/>
                </a:lnTo>
                <a:lnTo>
                  <a:pt x="20957" y="0"/>
                </a:lnTo>
                <a:lnTo>
                  <a:pt x="20957" y="612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518118" y="6497320"/>
            <a:ext cx="20955" cy="62230"/>
          </a:xfrm>
          <a:custGeom>
            <a:avLst/>
            <a:gdLst/>
            <a:ahLst/>
            <a:cxnLst/>
            <a:rect l="l" t="t" r="r" b="b"/>
            <a:pathLst>
              <a:path w="20955" h="62229">
                <a:moveTo>
                  <a:pt x="0" y="0"/>
                </a:moveTo>
                <a:lnTo>
                  <a:pt x="20839" y="0"/>
                </a:lnTo>
                <a:lnTo>
                  <a:pt x="20839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518118" y="6559550"/>
            <a:ext cx="205104" cy="17780"/>
          </a:xfrm>
          <a:custGeom>
            <a:avLst/>
            <a:gdLst/>
            <a:ahLst/>
            <a:cxnLst/>
            <a:rect l="l" t="t" r="r" b="b"/>
            <a:pathLst>
              <a:path w="205105" h="17779">
                <a:moveTo>
                  <a:pt x="0" y="0"/>
                </a:moveTo>
                <a:lnTo>
                  <a:pt x="204603" y="0"/>
                </a:lnTo>
                <a:lnTo>
                  <a:pt x="204603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782654" y="6289165"/>
            <a:ext cx="226060" cy="295910"/>
          </a:xfrm>
          <a:custGeom>
            <a:avLst/>
            <a:gdLst/>
            <a:ahLst/>
            <a:cxnLst/>
            <a:rect l="l" t="t" r="r" b="b"/>
            <a:pathLst>
              <a:path w="226059" h="295909">
                <a:moveTo>
                  <a:pt x="225797" y="295893"/>
                </a:moveTo>
                <a:lnTo>
                  <a:pt x="204840" y="295893"/>
                </a:lnTo>
                <a:lnTo>
                  <a:pt x="204840" y="0"/>
                </a:lnTo>
                <a:lnTo>
                  <a:pt x="225797" y="0"/>
                </a:lnTo>
                <a:lnTo>
                  <a:pt x="225797" y="295893"/>
                </a:lnTo>
                <a:close/>
              </a:path>
              <a:path w="226059" h="295909">
                <a:moveTo>
                  <a:pt x="24746" y="223429"/>
                </a:moveTo>
                <a:lnTo>
                  <a:pt x="592" y="223429"/>
                </a:lnTo>
                <a:lnTo>
                  <a:pt x="592" y="112839"/>
                </a:lnTo>
                <a:lnTo>
                  <a:pt x="115326" y="112839"/>
                </a:lnTo>
                <a:lnTo>
                  <a:pt x="115326" y="46177"/>
                </a:lnTo>
                <a:lnTo>
                  <a:pt x="0" y="46177"/>
                </a:lnTo>
                <a:lnTo>
                  <a:pt x="0" y="28417"/>
                </a:lnTo>
                <a:lnTo>
                  <a:pt x="136520" y="28417"/>
                </a:lnTo>
                <a:lnTo>
                  <a:pt x="136520" y="130600"/>
                </a:lnTo>
                <a:lnTo>
                  <a:pt x="22141" y="130600"/>
                </a:lnTo>
                <a:lnTo>
                  <a:pt x="22141" y="205313"/>
                </a:lnTo>
                <a:lnTo>
                  <a:pt x="175188" y="205313"/>
                </a:lnTo>
                <a:lnTo>
                  <a:pt x="176067" y="212299"/>
                </a:lnTo>
                <a:lnTo>
                  <a:pt x="135706" y="217785"/>
                </a:lnTo>
                <a:lnTo>
                  <a:pt x="98009" y="221194"/>
                </a:lnTo>
                <a:lnTo>
                  <a:pt x="61511" y="222939"/>
                </a:lnTo>
                <a:lnTo>
                  <a:pt x="24746" y="223429"/>
                </a:lnTo>
                <a:close/>
              </a:path>
              <a:path w="226059" h="295909">
                <a:moveTo>
                  <a:pt x="175188" y="205313"/>
                </a:moveTo>
                <a:lnTo>
                  <a:pt x="24746" y="205313"/>
                </a:lnTo>
                <a:lnTo>
                  <a:pt x="60843" y="204860"/>
                </a:lnTo>
                <a:lnTo>
                  <a:pt x="96840" y="203197"/>
                </a:lnTo>
                <a:lnTo>
                  <a:pt x="134058" y="199868"/>
                </a:lnTo>
                <a:lnTo>
                  <a:pt x="173818" y="194420"/>
                </a:lnTo>
                <a:lnTo>
                  <a:pt x="175188" y="2053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059620" y="6434566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5">
                <a:moveTo>
                  <a:pt x="27706" y="35758"/>
                </a:moveTo>
                <a:lnTo>
                  <a:pt x="17879" y="35758"/>
                </a:lnTo>
                <a:lnTo>
                  <a:pt x="10906" y="34346"/>
                </a:lnTo>
                <a:lnTo>
                  <a:pt x="5165" y="30504"/>
                </a:lnTo>
                <a:lnTo>
                  <a:pt x="1311" y="24818"/>
                </a:lnTo>
                <a:lnTo>
                  <a:pt x="0" y="17879"/>
                </a:lnTo>
                <a:lnTo>
                  <a:pt x="1311" y="10939"/>
                </a:lnTo>
                <a:lnTo>
                  <a:pt x="5165" y="5254"/>
                </a:lnTo>
                <a:lnTo>
                  <a:pt x="10906" y="1411"/>
                </a:lnTo>
                <a:lnTo>
                  <a:pt x="17879" y="0"/>
                </a:lnTo>
                <a:lnTo>
                  <a:pt x="27706" y="0"/>
                </a:lnTo>
                <a:lnTo>
                  <a:pt x="35758" y="8051"/>
                </a:lnTo>
                <a:lnTo>
                  <a:pt x="35758" y="27706"/>
                </a:lnTo>
                <a:lnTo>
                  <a:pt x="27706" y="35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5118843" y="6288810"/>
            <a:ext cx="269875" cy="296545"/>
          </a:xfrm>
          <a:custGeom>
            <a:avLst/>
            <a:gdLst/>
            <a:ahLst/>
            <a:cxnLst/>
            <a:rect l="l" t="t" r="r" b="b"/>
            <a:pathLst>
              <a:path w="269875" h="296545">
                <a:moveTo>
                  <a:pt x="145045" y="37889"/>
                </a:moveTo>
                <a:lnTo>
                  <a:pt x="124206" y="37889"/>
                </a:lnTo>
                <a:lnTo>
                  <a:pt x="124206" y="0"/>
                </a:lnTo>
                <a:lnTo>
                  <a:pt x="145045" y="0"/>
                </a:lnTo>
                <a:lnTo>
                  <a:pt x="145045" y="37889"/>
                </a:lnTo>
                <a:close/>
              </a:path>
              <a:path w="269875" h="296545">
                <a:moveTo>
                  <a:pt x="242729" y="55531"/>
                </a:moveTo>
                <a:lnTo>
                  <a:pt x="26759" y="55531"/>
                </a:lnTo>
                <a:lnTo>
                  <a:pt x="26759" y="37889"/>
                </a:lnTo>
                <a:lnTo>
                  <a:pt x="242729" y="37889"/>
                </a:lnTo>
                <a:lnTo>
                  <a:pt x="242729" y="55531"/>
                </a:lnTo>
                <a:close/>
              </a:path>
              <a:path w="269875" h="296545">
                <a:moveTo>
                  <a:pt x="25930" y="154399"/>
                </a:moveTo>
                <a:lnTo>
                  <a:pt x="17997" y="136994"/>
                </a:lnTo>
                <a:lnTo>
                  <a:pt x="54906" y="127436"/>
                </a:lnTo>
                <a:lnTo>
                  <a:pt x="89129" y="110086"/>
                </a:lnTo>
                <a:lnTo>
                  <a:pt x="114338" y="86476"/>
                </a:lnTo>
                <a:lnTo>
                  <a:pt x="124206" y="58136"/>
                </a:lnTo>
                <a:lnTo>
                  <a:pt x="124206" y="55531"/>
                </a:lnTo>
                <a:lnTo>
                  <a:pt x="145045" y="55531"/>
                </a:lnTo>
                <a:lnTo>
                  <a:pt x="145045" y="58136"/>
                </a:lnTo>
                <a:lnTo>
                  <a:pt x="154777" y="86376"/>
                </a:lnTo>
                <a:lnTo>
                  <a:pt x="157979" y="89395"/>
                </a:lnTo>
                <a:lnTo>
                  <a:pt x="134744" y="89395"/>
                </a:lnTo>
                <a:lnTo>
                  <a:pt x="116127" y="113106"/>
                </a:lnTo>
                <a:lnTo>
                  <a:pt x="89795" y="132110"/>
                </a:lnTo>
                <a:lnTo>
                  <a:pt x="58734" y="146007"/>
                </a:lnTo>
                <a:lnTo>
                  <a:pt x="25930" y="154399"/>
                </a:lnTo>
                <a:close/>
              </a:path>
              <a:path w="269875" h="296545">
                <a:moveTo>
                  <a:pt x="242966" y="154399"/>
                </a:moveTo>
                <a:lnTo>
                  <a:pt x="210305" y="145957"/>
                </a:lnTo>
                <a:lnTo>
                  <a:pt x="179442" y="131976"/>
                </a:lnTo>
                <a:lnTo>
                  <a:pt x="153285" y="112956"/>
                </a:lnTo>
                <a:lnTo>
                  <a:pt x="134744" y="89395"/>
                </a:lnTo>
                <a:lnTo>
                  <a:pt x="157979" y="89395"/>
                </a:lnTo>
                <a:lnTo>
                  <a:pt x="179827" y="109997"/>
                </a:lnTo>
                <a:lnTo>
                  <a:pt x="213979" y="127403"/>
                </a:lnTo>
                <a:lnTo>
                  <a:pt x="251017" y="136994"/>
                </a:lnTo>
                <a:lnTo>
                  <a:pt x="242966" y="154399"/>
                </a:lnTo>
                <a:close/>
              </a:path>
              <a:path w="269875" h="296545">
                <a:moveTo>
                  <a:pt x="269252" y="197499"/>
                </a:moveTo>
                <a:lnTo>
                  <a:pt x="0" y="197499"/>
                </a:lnTo>
                <a:lnTo>
                  <a:pt x="0" y="179619"/>
                </a:lnTo>
                <a:lnTo>
                  <a:pt x="269252" y="179619"/>
                </a:lnTo>
                <a:lnTo>
                  <a:pt x="269252" y="197499"/>
                </a:lnTo>
                <a:close/>
              </a:path>
              <a:path w="269875" h="296545">
                <a:moveTo>
                  <a:pt x="145045" y="296248"/>
                </a:moveTo>
                <a:lnTo>
                  <a:pt x="124206" y="296248"/>
                </a:lnTo>
                <a:lnTo>
                  <a:pt x="124206" y="197499"/>
                </a:lnTo>
                <a:lnTo>
                  <a:pt x="145045" y="197499"/>
                </a:lnTo>
                <a:lnTo>
                  <a:pt x="145045" y="2962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401729" y="6287034"/>
            <a:ext cx="269240" cy="294005"/>
          </a:xfrm>
          <a:custGeom>
            <a:avLst/>
            <a:gdLst/>
            <a:ahLst/>
            <a:cxnLst/>
            <a:rect l="l" t="t" r="r" b="b"/>
            <a:pathLst>
              <a:path w="269240" h="294004">
                <a:moveTo>
                  <a:pt x="144927" y="29009"/>
                </a:moveTo>
                <a:lnTo>
                  <a:pt x="124088" y="29009"/>
                </a:lnTo>
                <a:lnTo>
                  <a:pt x="124088" y="0"/>
                </a:lnTo>
                <a:lnTo>
                  <a:pt x="144927" y="0"/>
                </a:lnTo>
                <a:lnTo>
                  <a:pt x="144927" y="29009"/>
                </a:lnTo>
                <a:close/>
              </a:path>
              <a:path w="269240" h="294004">
                <a:moveTo>
                  <a:pt x="241190" y="46059"/>
                </a:moveTo>
                <a:lnTo>
                  <a:pt x="28298" y="46059"/>
                </a:lnTo>
                <a:lnTo>
                  <a:pt x="28298" y="29009"/>
                </a:lnTo>
                <a:lnTo>
                  <a:pt x="241190" y="29009"/>
                </a:lnTo>
                <a:lnTo>
                  <a:pt x="241190" y="46059"/>
                </a:lnTo>
                <a:close/>
              </a:path>
              <a:path w="269240" h="294004">
                <a:moveTo>
                  <a:pt x="22260" y="120062"/>
                </a:moveTo>
                <a:lnTo>
                  <a:pt x="15629" y="103604"/>
                </a:lnTo>
                <a:lnTo>
                  <a:pt x="53522" y="97776"/>
                </a:lnTo>
                <a:lnTo>
                  <a:pt x="87264" y="86198"/>
                </a:lnTo>
                <a:lnTo>
                  <a:pt x="112036" y="68937"/>
                </a:lnTo>
                <a:lnTo>
                  <a:pt x="123022" y="46059"/>
                </a:lnTo>
                <a:lnTo>
                  <a:pt x="145992" y="46059"/>
                </a:lnTo>
                <a:lnTo>
                  <a:pt x="156845" y="68937"/>
                </a:lnTo>
                <a:lnTo>
                  <a:pt x="157317" y="69266"/>
                </a:lnTo>
                <a:lnTo>
                  <a:pt x="134507" y="69266"/>
                </a:lnTo>
                <a:lnTo>
                  <a:pt x="116136" y="89408"/>
                </a:lnTo>
                <a:lnTo>
                  <a:pt x="89395" y="104388"/>
                </a:lnTo>
                <a:lnTo>
                  <a:pt x="57148" y="114506"/>
                </a:lnTo>
                <a:lnTo>
                  <a:pt x="22260" y="120062"/>
                </a:lnTo>
                <a:close/>
              </a:path>
              <a:path w="269240" h="294004">
                <a:moveTo>
                  <a:pt x="246636" y="120062"/>
                </a:moveTo>
                <a:lnTo>
                  <a:pt x="211750" y="114506"/>
                </a:lnTo>
                <a:lnTo>
                  <a:pt x="179516" y="104388"/>
                </a:lnTo>
                <a:lnTo>
                  <a:pt x="152810" y="89408"/>
                </a:lnTo>
                <a:lnTo>
                  <a:pt x="134507" y="69266"/>
                </a:lnTo>
                <a:lnTo>
                  <a:pt x="157317" y="69266"/>
                </a:lnTo>
                <a:lnTo>
                  <a:pt x="181573" y="86198"/>
                </a:lnTo>
                <a:lnTo>
                  <a:pt x="215359" y="97776"/>
                </a:lnTo>
                <a:lnTo>
                  <a:pt x="253386" y="103604"/>
                </a:lnTo>
                <a:lnTo>
                  <a:pt x="246636" y="120062"/>
                </a:lnTo>
                <a:close/>
              </a:path>
              <a:path w="269240" h="294004">
                <a:moveTo>
                  <a:pt x="269015" y="152386"/>
                </a:moveTo>
                <a:lnTo>
                  <a:pt x="0" y="152386"/>
                </a:lnTo>
                <a:lnTo>
                  <a:pt x="0" y="135573"/>
                </a:lnTo>
                <a:lnTo>
                  <a:pt x="269015" y="135573"/>
                </a:lnTo>
                <a:lnTo>
                  <a:pt x="269015" y="152386"/>
                </a:lnTo>
                <a:close/>
              </a:path>
              <a:path w="269240" h="294004">
                <a:moveTo>
                  <a:pt x="144690" y="182935"/>
                </a:moveTo>
                <a:lnTo>
                  <a:pt x="123851" y="182935"/>
                </a:lnTo>
                <a:lnTo>
                  <a:pt x="123851" y="152386"/>
                </a:lnTo>
                <a:lnTo>
                  <a:pt x="144690" y="152386"/>
                </a:lnTo>
                <a:lnTo>
                  <a:pt x="144690" y="182935"/>
                </a:lnTo>
                <a:close/>
              </a:path>
              <a:path w="269240" h="294004">
                <a:moveTo>
                  <a:pt x="243084" y="293880"/>
                </a:moveTo>
                <a:lnTo>
                  <a:pt x="33982" y="293880"/>
                </a:lnTo>
                <a:lnTo>
                  <a:pt x="33982" y="228639"/>
                </a:lnTo>
                <a:lnTo>
                  <a:pt x="213128" y="228639"/>
                </a:lnTo>
                <a:lnTo>
                  <a:pt x="213128" y="199156"/>
                </a:lnTo>
                <a:lnTo>
                  <a:pt x="33153" y="199156"/>
                </a:lnTo>
                <a:lnTo>
                  <a:pt x="33153" y="182935"/>
                </a:lnTo>
                <a:lnTo>
                  <a:pt x="233849" y="182935"/>
                </a:lnTo>
                <a:lnTo>
                  <a:pt x="233849" y="244268"/>
                </a:lnTo>
                <a:lnTo>
                  <a:pt x="54584" y="244268"/>
                </a:lnTo>
                <a:lnTo>
                  <a:pt x="54584" y="276948"/>
                </a:lnTo>
                <a:lnTo>
                  <a:pt x="243084" y="276948"/>
                </a:lnTo>
                <a:lnTo>
                  <a:pt x="243084" y="293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986575" y="5808979"/>
            <a:ext cx="21590" cy="91440"/>
          </a:xfrm>
          <a:custGeom>
            <a:avLst/>
            <a:gdLst/>
            <a:ahLst/>
            <a:cxnLst/>
            <a:rect l="l" t="t" r="r" b="b"/>
            <a:pathLst>
              <a:path w="21590" h="91439">
                <a:moveTo>
                  <a:pt x="0" y="0"/>
                </a:moveTo>
                <a:lnTo>
                  <a:pt x="21194" y="0"/>
                </a:lnTo>
                <a:lnTo>
                  <a:pt x="21194" y="91440"/>
                </a:ln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986575" y="5900420"/>
            <a:ext cx="67310" cy="19050"/>
          </a:xfrm>
          <a:custGeom>
            <a:avLst/>
            <a:gdLst/>
            <a:ahLst/>
            <a:cxnLst/>
            <a:rect l="l" t="t" r="r" b="b"/>
            <a:pathLst>
              <a:path w="67309" h="19050">
                <a:moveTo>
                  <a:pt x="0" y="0"/>
                </a:moveTo>
                <a:lnTo>
                  <a:pt x="66898" y="0"/>
                </a:lnTo>
                <a:lnTo>
                  <a:pt x="6689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986575" y="5919470"/>
            <a:ext cx="21590" cy="106680"/>
          </a:xfrm>
          <a:custGeom>
            <a:avLst/>
            <a:gdLst/>
            <a:ahLst/>
            <a:cxnLst/>
            <a:rect l="l" t="t" r="r" b="b"/>
            <a:pathLst>
              <a:path w="21590" h="106679">
                <a:moveTo>
                  <a:pt x="0" y="0"/>
                </a:moveTo>
                <a:lnTo>
                  <a:pt x="21194" y="0"/>
                </a:lnTo>
                <a:lnTo>
                  <a:pt x="21194" y="106679"/>
                </a:lnTo>
                <a:lnTo>
                  <a:pt x="0" y="1066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791562" y="5830570"/>
            <a:ext cx="20955" cy="127000"/>
          </a:xfrm>
          <a:custGeom>
            <a:avLst/>
            <a:gdLst/>
            <a:ahLst/>
            <a:cxnLst/>
            <a:rect l="l" t="t" r="r" b="b"/>
            <a:pathLst>
              <a:path w="20954" h="127000">
                <a:moveTo>
                  <a:pt x="0" y="0"/>
                </a:moveTo>
                <a:lnTo>
                  <a:pt x="20720" y="0"/>
                </a:lnTo>
                <a:lnTo>
                  <a:pt x="20720" y="126999"/>
                </a:lnTo>
                <a:lnTo>
                  <a:pt x="0" y="1269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791562" y="5882640"/>
            <a:ext cx="135890" cy="17780"/>
          </a:xfrm>
          <a:custGeom>
            <a:avLst/>
            <a:gdLst/>
            <a:ahLst/>
            <a:cxnLst/>
            <a:rect l="l" t="t" r="r" b="b"/>
            <a:pathLst>
              <a:path w="135890" h="17779">
                <a:moveTo>
                  <a:pt x="0" y="0"/>
                </a:moveTo>
                <a:lnTo>
                  <a:pt x="135810" y="0"/>
                </a:lnTo>
                <a:lnTo>
                  <a:pt x="13581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791562" y="5957570"/>
            <a:ext cx="135890" cy="17780"/>
          </a:xfrm>
          <a:custGeom>
            <a:avLst/>
            <a:gdLst/>
            <a:ahLst/>
            <a:cxnLst/>
            <a:rect l="l" t="t" r="r" b="b"/>
            <a:pathLst>
              <a:path w="135890" h="17779">
                <a:moveTo>
                  <a:pt x="0" y="0"/>
                </a:moveTo>
                <a:lnTo>
                  <a:pt x="135810" y="0"/>
                </a:lnTo>
                <a:lnTo>
                  <a:pt x="13581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906534" y="5830626"/>
            <a:ext cx="20955" cy="127635"/>
          </a:xfrm>
          <a:custGeom>
            <a:avLst/>
            <a:gdLst/>
            <a:ahLst/>
            <a:cxnLst/>
            <a:rect l="l" t="t" r="r" b="b"/>
            <a:pathLst>
              <a:path w="20954" h="127635">
                <a:moveTo>
                  <a:pt x="0" y="0"/>
                </a:moveTo>
                <a:lnTo>
                  <a:pt x="20839" y="0"/>
                </a:lnTo>
                <a:lnTo>
                  <a:pt x="20839" y="127285"/>
                </a:lnTo>
                <a:lnTo>
                  <a:pt x="0" y="1272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824834" y="6005829"/>
            <a:ext cx="20955" cy="73660"/>
          </a:xfrm>
          <a:custGeom>
            <a:avLst/>
            <a:gdLst/>
            <a:ahLst/>
            <a:cxnLst/>
            <a:rect l="l" t="t" r="r" b="b"/>
            <a:pathLst>
              <a:path w="20954" h="73660">
                <a:moveTo>
                  <a:pt x="0" y="0"/>
                </a:moveTo>
                <a:lnTo>
                  <a:pt x="20839" y="0"/>
                </a:lnTo>
                <a:lnTo>
                  <a:pt x="20839" y="73660"/>
                </a:lnTo>
                <a:lnTo>
                  <a:pt x="0" y="736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824834" y="6079490"/>
            <a:ext cx="197485" cy="17780"/>
          </a:xfrm>
          <a:custGeom>
            <a:avLst/>
            <a:gdLst/>
            <a:ahLst/>
            <a:cxnLst/>
            <a:rect l="l" t="t" r="r" b="b"/>
            <a:pathLst>
              <a:path w="197484" h="17779">
                <a:moveTo>
                  <a:pt x="0" y="0"/>
                </a:moveTo>
                <a:lnTo>
                  <a:pt x="197380" y="0"/>
                </a:lnTo>
                <a:lnTo>
                  <a:pt x="19738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0096710" y="5815329"/>
            <a:ext cx="21590" cy="36830"/>
          </a:xfrm>
          <a:custGeom>
            <a:avLst/>
            <a:gdLst/>
            <a:ahLst/>
            <a:cxnLst/>
            <a:rect l="l" t="t" r="r" b="b"/>
            <a:pathLst>
              <a:path w="21590" h="36829">
                <a:moveTo>
                  <a:pt x="0" y="0"/>
                </a:moveTo>
                <a:lnTo>
                  <a:pt x="21076" y="0"/>
                </a:lnTo>
                <a:lnTo>
                  <a:pt x="21076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096710" y="5852159"/>
            <a:ext cx="198120" cy="16510"/>
          </a:xfrm>
          <a:custGeom>
            <a:avLst/>
            <a:gdLst/>
            <a:ahLst/>
            <a:cxnLst/>
            <a:rect l="l" t="t" r="r" b="b"/>
            <a:pathLst>
              <a:path w="198120" h="16510">
                <a:moveTo>
                  <a:pt x="0" y="0"/>
                </a:moveTo>
                <a:lnTo>
                  <a:pt x="197499" y="0"/>
                </a:lnTo>
                <a:lnTo>
                  <a:pt x="197499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096710" y="5868670"/>
            <a:ext cx="21590" cy="39370"/>
          </a:xfrm>
          <a:custGeom>
            <a:avLst/>
            <a:gdLst/>
            <a:ahLst/>
            <a:cxnLst/>
            <a:rect l="l" t="t" r="r" b="b"/>
            <a:pathLst>
              <a:path w="21590" h="39370">
                <a:moveTo>
                  <a:pt x="0" y="0"/>
                </a:moveTo>
                <a:lnTo>
                  <a:pt x="21076" y="0"/>
                </a:lnTo>
                <a:lnTo>
                  <a:pt x="21076" y="39369"/>
                </a:lnTo>
                <a:lnTo>
                  <a:pt x="0" y="393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096710" y="5908040"/>
            <a:ext cx="198120" cy="16510"/>
          </a:xfrm>
          <a:custGeom>
            <a:avLst/>
            <a:gdLst/>
            <a:ahLst/>
            <a:cxnLst/>
            <a:rect l="l" t="t" r="r" b="b"/>
            <a:pathLst>
              <a:path w="198120" h="16510">
                <a:moveTo>
                  <a:pt x="0" y="0"/>
                </a:moveTo>
                <a:lnTo>
                  <a:pt x="197499" y="0"/>
                </a:lnTo>
                <a:lnTo>
                  <a:pt x="197499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273133" y="5815944"/>
            <a:ext cx="21590" cy="36830"/>
          </a:xfrm>
          <a:custGeom>
            <a:avLst/>
            <a:gdLst/>
            <a:ahLst/>
            <a:cxnLst/>
            <a:rect l="l" t="t" r="r" b="b"/>
            <a:pathLst>
              <a:path w="21590" h="36829">
                <a:moveTo>
                  <a:pt x="21076" y="36468"/>
                </a:moveTo>
                <a:lnTo>
                  <a:pt x="0" y="36468"/>
                </a:lnTo>
                <a:lnTo>
                  <a:pt x="0" y="0"/>
                </a:lnTo>
                <a:lnTo>
                  <a:pt x="21076" y="0"/>
                </a:lnTo>
                <a:lnTo>
                  <a:pt x="21076" y="36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273133" y="5869226"/>
            <a:ext cx="21590" cy="38735"/>
          </a:xfrm>
          <a:custGeom>
            <a:avLst/>
            <a:gdLst/>
            <a:ahLst/>
            <a:cxnLst/>
            <a:rect l="l" t="t" r="r" b="b"/>
            <a:pathLst>
              <a:path w="21590" h="38735">
                <a:moveTo>
                  <a:pt x="21076" y="38481"/>
                </a:moveTo>
                <a:lnTo>
                  <a:pt x="0" y="38481"/>
                </a:lnTo>
                <a:lnTo>
                  <a:pt x="0" y="0"/>
                </a:lnTo>
                <a:lnTo>
                  <a:pt x="21076" y="0"/>
                </a:lnTo>
                <a:lnTo>
                  <a:pt x="21076" y="384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184922" y="5925113"/>
            <a:ext cx="20955" cy="39370"/>
          </a:xfrm>
          <a:custGeom>
            <a:avLst/>
            <a:gdLst/>
            <a:ahLst/>
            <a:cxnLst/>
            <a:rect l="l" t="t" r="r" b="b"/>
            <a:pathLst>
              <a:path w="20954" h="39370">
                <a:moveTo>
                  <a:pt x="20839" y="38836"/>
                </a:moveTo>
                <a:lnTo>
                  <a:pt x="0" y="38836"/>
                </a:lnTo>
                <a:lnTo>
                  <a:pt x="0" y="0"/>
                </a:lnTo>
                <a:lnTo>
                  <a:pt x="20839" y="0"/>
                </a:lnTo>
                <a:lnTo>
                  <a:pt x="20839" y="388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060478" y="5963949"/>
            <a:ext cx="269875" cy="18415"/>
          </a:xfrm>
          <a:custGeom>
            <a:avLst/>
            <a:gdLst/>
            <a:ahLst/>
            <a:cxnLst/>
            <a:rect l="l" t="t" r="r" b="b"/>
            <a:pathLst>
              <a:path w="269875" h="18414">
                <a:moveTo>
                  <a:pt x="269252" y="17879"/>
                </a:moveTo>
                <a:lnTo>
                  <a:pt x="0" y="17879"/>
                </a:lnTo>
                <a:lnTo>
                  <a:pt x="0" y="0"/>
                </a:lnTo>
                <a:lnTo>
                  <a:pt x="269252" y="0"/>
                </a:lnTo>
                <a:lnTo>
                  <a:pt x="269252" y="17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090435" y="6013450"/>
            <a:ext cx="205740" cy="17780"/>
          </a:xfrm>
          <a:custGeom>
            <a:avLst/>
            <a:gdLst/>
            <a:ahLst/>
            <a:cxnLst/>
            <a:rect l="l" t="t" r="r" b="b"/>
            <a:pathLst>
              <a:path w="205740" h="17779">
                <a:moveTo>
                  <a:pt x="0" y="0"/>
                </a:moveTo>
                <a:lnTo>
                  <a:pt x="205668" y="0"/>
                </a:lnTo>
                <a:lnTo>
                  <a:pt x="20566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274791" y="6031229"/>
            <a:ext cx="21590" cy="73660"/>
          </a:xfrm>
          <a:custGeom>
            <a:avLst/>
            <a:gdLst/>
            <a:ahLst/>
            <a:cxnLst/>
            <a:rect l="l" t="t" r="r" b="b"/>
            <a:pathLst>
              <a:path w="21590" h="73660">
                <a:moveTo>
                  <a:pt x="0" y="0"/>
                </a:moveTo>
                <a:lnTo>
                  <a:pt x="21312" y="0"/>
                </a:lnTo>
                <a:lnTo>
                  <a:pt x="21312" y="73659"/>
                </a:lnTo>
                <a:lnTo>
                  <a:pt x="0" y="736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345260" y="5809195"/>
            <a:ext cx="241935" cy="295910"/>
          </a:xfrm>
          <a:custGeom>
            <a:avLst/>
            <a:gdLst/>
            <a:ahLst/>
            <a:cxnLst/>
            <a:rect l="l" t="t" r="r" b="b"/>
            <a:pathLst>
              <a:path w="241934" h="295910">
                <a:moveTo>
                  <a:pt x="241545" y="177370"/>
                </a:moveTo>
                <a:lnTo>
                  <a:pt x="220351" y="177370"/>
                </a:lnTo>
                <a:lnTo>
                  <a:pt x="220351" y="97447"/>
                </a:lnTo>
                <a:lnTo>
                  <a:pt x="156412" y="97447"/>
                </a:lnTo>
                <a:lnTo>
                  <a:pt x="156412" y="79449"/>
                </a:lnTo>
                <a:lnTo>
                  <a:pt x="220351" y="79449"/>
                </a:lnTo>
                <a:lnTo>
                  <a:pt x="220351" y="0"/>
                </a:lnTo>
                <a:lnTo>
                  <a:pt x="241545" y="0"/>
                </a:lnTo>
                <a:lnTo>
                  <a:pt x="241545" y="177370"/>
                </a:lnTo>
                <a:close/>
              </a:path>
              <a:path w="241934" h="295910">
                <a:moveTo>
                  <a:pt x="166240" y="39428"/>
                </a:moveTo>
                <a:lnTo>
                  <a:pt x="7459" y="39428"/>
                </a:lnTo>
                <a:lnTo>
                  <a:pt x="7459" y="21786"/>
                </a:lnTo>
                <a:lnTo>
                  <a:pt x="166240" y="21786"/>
                </a:lnTo>
                <a:lnTo>
                  <a:pt x="166240" y="39428"/>
                </a:lnTo>
                <a:close/>
              </a:path>
              <a:path w="241934" h="295910">
                <a:moveTo>
                  <a:pt x="11248" y="171568"/>
                </a:moveTo>
                <a:lnTo>
                  <a:pt x="0" y="154754"/>
                </a:lnTo>
                <a:lnTo>
                  <a:pt x="29771" y="139001"/>
                </a:lnTo>
                <a:lnTo>
                  <a:pt x="54170" y="116110"/>
                </a:lnTo>
                <a:lnTo>
                  <a:pt x="70665" y="88002"/>
                </a:lnTo>
                <a:lnTo>
                  <a:pt x="76726" y="56597"/>
                </a:lnTo>
                <a:lnTo>
                  <a:pt x="76726" y="39428"/>
                </a:lnTo>
                <a:lnTo>
                  <a:pt x="97802" y="39428"/>
                </a:lnTo>
                <a:lnTo>
                  <a:pt x="97849" y="56597"/>
                </a:lnTo>
                <a:lnTo>
                  <a:pt x="103528" y="85158"/>
                </a:lnTo>
                <a:lnTo>
                  <a:pt x="109245" y="94605"/>
                </a:lnTo>
                <a:lnTo>
                  <a:pt x="87737" y="94605"/>
                </a:lnTo>
                <a:lnTo>
                  <a:pt x="75453" y="119734"/>
                </a:lnTo>
                <a:lnTo>
                  <a:pt x="57929" y="141390"/>
                </a:lnTo>
                <a:lnTo>
                  <a:pt x="36187" y="158893"/>
                </a:lnTo>
                <a:lnTo>
                  <a:pt x="11248" y="171568"/>
                </a:lnTo>
                <a:close/>
              </a:path>
              <a:path w="241934" h="295910">
                <a:moveTo>
                  <a:pt x="161030" y="164227"/>
                </a:moveTo>
                <a:lnTo>
                  <a:pt x="137256" y="152599"/>
                </a:lnTo>
                <a:lnTo>
                  <a:pt x="116569" y="136653"/>
                </a:lnTo>
                <a:lnTo>
                  <a:pt x="99789" y="117089"/>
                </a:lnTo>
                <a:lnTo>
                  <a:pt x="87737" y="94605"/>
                </a:lnTo>
                <a:lnTo>
                  <a:pt x="109245" y="94605"/>
                </a:lnTo>
                <a:lnTo>
                  <a:pt x="119277" y="111182"/>
                </a:lnTo>
                <a:lnTo>
                  <a:pt x="142908" y="132587"/>
                </a:lnTo>
                <a:lnTo>
                  <a:pt x="172278" y="147532"/>
                </a:lnTo>
                <a:lnTo>
                  <a:pt x="161030" y="164227"/>
                </a:lnTo>
                <a:close/>
              </a:path>
              <a:path w="241934" h="295910">
                <a:moveTo>
                  <a:pt x="241545" y="295538"/>
                </a:moveTo>
                <a:lnTo>
                  <a:pt x="220351" y="295538"/>
                </a:lnTo>
                <a:lnTo>
                  <a:pt x="220351" y="211589"/>
                </a:lnTo>
                <a:lnTo>
                  <a:pt x="44164" y="211589"/>
                </a:lnTo>
                <a:lnTo>
                  <a:pt x="44164" y="193946"/>
                </a:lnTo>
                <a:lnTo>
                  <a:pt x="241545" y="193946"/>
                </a:lnTo>
                <a:lnTo>
                  <a:pt x="241545" y="2955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0699822" y="5809195"/>
            <a:ext cx="238760" cy="295910"/>
          </a:xfrm>
          <a:custGeom>
            <a:avLst/>
            <a:gdLst/>
            <a:ahLst/>
            <a:cxnLst/>
            <a:rect l="l" t="t" r="r" b="b"/>
            <a:pathLst>
              <a:path w="238759" h="295910">
                <a:moveTo>
                  <a:pt x="238230" y="295538"/>
                </a:moveTo>
                <a:lnTo>
                  <a:pt x="217154" y="295538"/>
                </a:lnTo>
                <a:lnTo>
                  <a:pt x="217154" y="0"/>
                </a:lnTo>
                <a:lnTo>
                  <a:pt x="238230" y="0"/>
                </a:lnTo>
                <a:lnTo>
                  <a:pt x="238230" y="295538"/>
                </a:lnTo>
                <a:close/>
              </a:path>
              <a:path w="238759" h="295910">
                <a:moveTo>
                  <a:pt x="11603" y="238348"/>
                </a:moveTo>
                <a:lnTo>
                  <a:pt x="0" y="220824"/>
                </a:lnTo>
                <a:lnTo>
                  <a:pt x="44128" y="195144"/>
                </a:lnTo>
                <a:lnTo>
                  <a:pt x="79175" y="164740"/>
                </a:lnTo>
                <a:lnTo>
                  <a:pt x="105123" y="130091"/>
                </a:lnTo>
                <a:lnTo>
                  <a:pt x="121954" y="91674"/>
                </a:lnTo>
                <a:lnTo>
                  <a:pt x="129653" y="49966"/>
                </a:lnTo>
                <a:lnTo>
                  <a:pt x="12906" y="49966"/>
                </a:lnTo>
                <a:lnTo>
                  <a:pt x="12906" y="32561"/>
                </a:lnTo>
                <a:lnTo>
                  <a:pt x="150965" y="32561"/>
                </a:lnTo>
                <a:lnTo>
                  <a:pt x="145747" y="81459"/>
                </a:lnTo>
                <a:lnTo>
                  <a:pt x="129821" y="127470"/>
                </a:lnTo>
                <a:lnTo>
                  <a:pt x="102568" y="169611"/>
                </a:lnTo>
                <a:lnTo>
                  <a:pt x="63369" y="206898"/>
                </a:lnTo>
                <a:lnTo>
                  <a:pt x="11603" y="238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974066" y="5809195"/>
            <a:ext cx="280670" cy="295910"/>
          </a:xfrm>
          <a:custGeom>
            <a:avLst/>
            <a:gdLst/>
            <a:ahLst/>
            <a:cxnLst/>
            <a:rect l="l" t="t" r="r" b="b"/>
            <a:pathLst>
              <a:path w="280670" h="295910">
                <a:moveTo>
                  <a:pt x="230652" y="295538"/>
                </a:moveTo>
                <a:lnTo>
                  <a:pt x="209694" y="295538"/>
                </a:lnTo>
                <a:lnTo>
                  <a:pt x="209694" y="0"/>
                </a:lnTo>
                <a:lnTo>
                  <a:pt x="230652" y="0"/>
                </a:lnTo>
                <a:lnTo>
                  <a:pt x="230652" y="127521"/>
                </a:lnTo>
                <a:lnTo>
                  <a:pt x="280619" y="127521"/>
                </a:lnTo>
                <a:lnTo>
                  <a:pt x="280619" y="145637"/>
                </a:lnTo>
                <a:lnTo>
                  <a:pt x="230652" y="145637"/>
                </a:lnTo>
                <a:lnTo>
                  <a:pt x="230652" y="295538"/>
                </a:lnTo>
                <a:close/>
              </a:path>
              <a:path w="280670" h="295910">
                <a:moveTo>
                  <a:pt x="105498" y="37179"/>
                </a:moveTo>
                <a:lnTo>
                  <a:pt x="84304" y="37179"/>
                </a:lnTo>
                <a:lnTo>
                  <a:pt x="84304" y="118"/>
                </a:lnTo>
                <a:lnTo>
                  <a:pt x="105498" y="118"/>
                </a:lnTo>
                <a:lnTo>
                  <a:pt x="105498" y="37179"/>
                </a:lnTo>
                <a:close/>
              </a:path>
              <a:path w="280670" h="295910">
                <a:moveTo>
                  <a:pt x="184356" y="54702"/>
                </a:moveTo>
                <a:lnTo>
                  <a:pt x="5209" y="54702"/>
                </a:lnTo>
                <a:lnTo>
                  <a:pt x="5209" y="37179"/>
                </a:lnTo>
                <a:lnTo>
                  <a:pt x="184356" y="37179"/>
                </a:lnTo>
                <a:lnTo>
                  <a:pt x="184356" y="54702"/>
                </a:lnTo>
                <a:close/>
              </a:path>
              <a:path w="280670" h="295910">
                <a:moveTo>
                  <a:pt x="4025" y="236572"/>
                </a:moveTo>
                <a:lnTo>
                  <a:pt x="0" y="218101"/>
                </a:lnTo>
                <a:lnTo>
                  <a:pt x="19466" y="218066"/>
                </a:lnTo>
                <a:lnTo>
                  <a:pt x="61907" y="217551"/>
                </a:lnTo>
                <a:lnTo>
                  <a:pt x="84304" y="216917"/>
                </a:lnTo>
                <a:lnTo>
                  <a:pt x="84304" y="181988"/>
                </a:lnTo>
                <a:lnTo>
                  <a:pt x="60164" y="176439"/>
                </a:lnTo>
                <a:lnTo>
                  <a:pt x="41708" y="165218"/>
                </a:lnTo>
                <a:lnTo>
                  <a:pt x="29956" y="149003"/>
                </a:lnTo>
                <a:lnTo>
                  <a:pt x="25930" y="128469"/>
                </a:lnTo>
                <a:lnTo>
                  <a:pt x="30788" y="105816"/>
                </a:lnTo>
                <a:lnTo>
                  <a:pt x="44816" y="88537"/>
                </a:lnTo>
                <a:lnTo>
                  <a:pt x="66658" y="77518"/>
                </a:lnTo>
                <a:lnTo>
                  <a:pt x="94960" y="73647"/>
                </a:lnTo>
                <a:lnTo>
                  <a:pt x="123052" y="77518"/>
                </a:lnTo>
                <a:lnTo>
                  <a:pt x="144927" y="88537"/>
                </a:lnTo>
                <a:lnTo>
                  <a:pt x="146610" y="90579"/>
                </a:lnTo>
                <a:lnTo>
                  <a:pt x="94960" y="90579"/>
                </a:lnTo>
                <a:lnTo>
                  <a:pt x="74776" y="93352"/>
                </a:lnTo>
                <a:lnTo>
                  <a:pt x="59231" y="101132"/>
                </a:lnTo>
                <a:lnTo>
                  <a:pt x="49237" y="113107"/>
                </a:lnTo>
                <a:lnTo>
                  <a:pt x="45704" y="128469"/>
                </a:lnTo>
                <a:lnTo>
                  <a:pt x="49237" y="143547"/>
                </a:lnTo>
                <a:lnTo>
                  <a:pt x="59231" y="155228"/>
                </a:lnTo>
                <a:lnTo>
                  <a:pt x="74776" y="162736"/>
                </a:lnTo>
                <a:lnTo>
                  <a:pt x="94960" y="165292"/>
                </a:lnTo>
                <a:lnTo>
                  <a:pt x="147898" y="165292"/>
                </a:lnTo>
                <a:lnTo>
                  <a:pt x="129495" y="176439"/>
                </a:lnTo>
                <a:lnTo>
                  <a:pt x="105498" y="181988"/>
                </a:lnTo>
                <a:lnTo>
                  <a:pt x="105498" y="216088"/>
                </a:lnTo>
                <a:lnTo>
                  <a:pt x="191163" y="216088"/>
                </a:lnTo>
                <a:lnTo>
                  <a:pt x="192052" y="224850"/>
                </a:lnTo>
                <a:lnTo>
                  <a:pt x="142559" y="231277"/>
                </a:lnTo>
                <a:lnTo>
                  <a:pt x="93243" y="234796"/>
                </a:lnTo>
                <a:lnTo>
                  <a:pt x="46325" y="236272"/>
                </a:lnTo>
                <a:lnTo>
                  <a:pt x="4025" y="236572"/>
                </a:lnTo>
                <a:close/>
              </a:path>
              <a:path w="280670" h="295910">
                <a:moveTo>
                  <a:pt x="147898" y="165292"/>
                </a:moveTo>
                <a:lnTo>
                  <a:pt x="94960" y="165292"/>
                </a:lnTo>
                <a:lnTo>
                  <a:pt x="114958" y="162736"/>
                </a:lnTo>
                <a:lnTo>
                  <a:pt x="130437" y="155228"/>
                </a:lnTo>
                <a:lnTo>
                  <a:pt x="140433" y="143547"/>
                </a:lnTo>
                <a:lnTo>
                  <a:pt x="143980" y="128469"/>
                </a:lnTo>
                <a:lnTo>
                  <a:pt x="140433" y="113107"/>
                </a:lnTo>
                <a:lnTo>
                  <a:pt x="130437" y="101132"/>
                </a:lnTo>
                <a:lnTo>
                  <a:pt x="114958" y="93352"/>
                </a:lnTo>
                <a:lnTo>
                  <a:pt x="94960" y="90579"/>
                </a:lnTo>
                <a:lnTo>
                  <a:pt x="146610" y="90579"/>
                </a:lnTo>
                <a:lnTo>
                  <a:pt x="159165" y="105816"/>
                </a:lnTo>
                <a:lnTo>
                  <a:pt x="164345" y="128469"/>
                </a:lnTo>
                <a:lnTo>
                  <a:pt x="159996" y="149003"/>
                </a:lnTo>
                <a:lnTo>
                  <a:pt x="148020" y="165218"/>
                </a:lnTo>
                <a:close/>
              </a:path>
              <a:path w="280670" h="295910">
                <a:moveTo>
                  <a:pt x="191163" y="216088"/>
                </a:moveTo>
                <a:lnTo>
                  <a:pt x="105498" y="216088"/>
                </a:lnTo>
                <a:lnTo>
                  <a:pt x="127105" y="214904"/>
                </a:lnTo>
                <a:lnTo>
                  <a:pt x="148612" y="213276"/>
                </a:lnTo>
                <a:lnTo>
                  <a:pt x="169786" y="211159"/>
                </a:lnTo>
                <a:lnTo>
                  <a:pt x="190394" y="208510"/>
                </a:lnTo>
                <a:lnTo>
                  <a:pt x="191163" y="216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329837" y="5817128"/>
            <a:ext cx="269875" cy="287655"/>
          </a:xfrm>
          <a:custGeom>
            <a:avLst/>
            <a:gdLst/>
            <a:ahLst/>
            <a:cxnLst/>
            <a:rect l="l" t="t" r="r" b="b"/>
            <a:pathLst>
              <a:path w="269875" h="287654">
                <a:moveTo>
                  <a:pt x="134389" y="110945"/>
                </a:moveTo>
                <a:lnTo>
                  <a:pt x="91277" y="107267"/>
                </a:lnTo>
                <a:lnTo>
                  <a:pt x="58654" y="96440"/>
                </a:lnTo>
                <a:lnTo>
                  <a:pt x="37998" y="79042"/>
                </a:lnTo>
                <a:lnTo>
                  <a:pt x="30785" y="55650"/>
                </a:lnTo>
                <a:lnTo>
                  <a:pt x="37998" y="32268"/>
                </a:lnTo>
                <a:lnTo>
                  <a:pt x="58654" y="14770"/>
                </a:lnTo>
                <a:lnTo>
                  <a:pt x="91277" y="3800"/>
                </a:lnTo>
                <a:lnTo>
                  <a:pt x="134389" y="0"/>
                </a:lnTo>
                <a:lnTo>
                  <a:pt x="177483" y="3800"/>
                </a:lnTo>
                <a:lnTo>
                  <a:pt x="210064" y="14770"/>
                </a:lnTo>
                <a:lnTo>
                  <a:pt x="213168" y="17405"/>
                </a:lnTo>
                <a:lnTo>
                  <a:pt x="134389" y="17405"/>
                </a:lnTo>
                <a:lnTo>
                  <a:pt x="100542" y="20001"/>
                </a:lnTo>
                <a:lnTo>
                  <a:pt x="74698" y="27603"/>
                </a:lnTo>
                <a:lnTo>
                  <a:pt x="58245" y="39667"/>
                </a:lnTo>
                <a:lnTo>
                  <a:pt x="52571" y="55650"/>
                </a:lnTo>
                <a:lnTo>
                  <a:pt x="58245" y="71568"/>
                </a:lnTo>
                <a:lnTo>
                  <a:pt x="74698" y="83623"/>
                </a:lnTo>
                <a:lnTo>
                  <a:pt x="100542" y="91282"/>
                </a:lnTo>
                <a:lnTo>
                  <a:pt x="134389" y="94013"/>
                </a:lnTo>
                <a:lnTo>
                  <a:pt x="212940" y="94013"/>
                </a:lnTo>
                <a:lnTo>
                  <a:pt x="210064" y="96440"/>
                </a:lnTo>
                <a:lnTo>
                  <a:pt x="177483" y="107267"/>
                </a:lnTo>
                <a:lnTo>
                  <a:pt x="134389" y="110945"/>
                </a:lnTo>
                <a:close/>
              </a:path>
              <a:path w="269875" h="287654">
                <a:moveTo>
                  <a:pt x="212940" y="94013"/>
                </a:moveTo>
                <a:lnTo>
                  <a:pt x="134389" y="94013"/>
                </a:lnTo>
                <a:lnTo>
                  <a:pt x="168140" y="91282"/>
                </a:lnTo>
                <a:lnTo>
                  <a:pt x="194020" y="83623"/>
                </a:lnTo>
                <a:lnTo>
                  <a:pt x="210599" y="71568"/>
                </a:lnTo>
                <a:lnTo>
                  <a:pt x="216443" y="55650"/>
                </a:lnTo>
                <a:lnTo>
                  <a:pt x="210599" y="39667"/>
                </a:lnTo>
                <a:lnTo>
                  <a:pt x="194020" y="27603"/>
                </a:lnTo>
                <a:lnTo>
                  <a:pt x="168140" y="20001"/>
                </a:lnTo>
                <a:lnTo>
                  <a:pt x="134389" y="17405"/>
                </a:lnTo>
                <a:lnTo>
                  <a:pt x="213168" y="17405"/>
                </a:lnTo>
                <a:lnTo>
                  <a:pt x="230680" y="32268"/>
                </a:lnTo>
                <a:lnTo>
                  <a:pt x="237875" y="55650"/>
                </a:lnTo>
                <a:lnTo>
                  <a:pt x="230680" y="79042"/>
                </a:lnTo>
                <a:lnTo>
                  <a:pt x="212940" y="94013"/>
                </a:lnTo>
                <a:close/>
              </a:path>
              <a:path w="269875" h="287654">
                <a:moveTo>
                  <a:pt x="269252" y="155228"/>
                </a:moveTo>
                <a:lnTo>
                  <a:pt x="0" y="155228"/>
                </a:lnTo>
                <a:lnTo>
                  <a:pt x="0" y="137704"/>
                </a:lnTo>
                <a:lnTo>
                  <a:pt x="269252" y="137704"/>
                </a:lnTo>
                <a:lnTo>
                  <a:pt x="269252" y="155228"/>
                </a:lnTo>
                <a:close/>
              </a:path>
              <a:path w="269875" h="287654">
                <a:moveTo>
                  <a:pt x="134507" y="287486"/>
                </a:moveTo>
                <a:lnTo>
                  <a:pt x="91759" y="284036"/>
                </a:lnTo>
                <a:lnTo>
                  <a:pt x="59823" y="273914"/>
                </a:lnTo>
                <a:lnTo>
                  <a:pt x="39832" y="257465"/>
                </a:lnTo>
                <a:lnTo>
                  <a:pt x="32916" y="235033"/>
                </a:lnTo>
                <a:lnTo>
                  <a:pt x="39832" y="212708"/>
                </a:lnTo>
                <a:lnTo>
                  <a:pt x="59823" y="196388"/>
                </a:lnTo>
                <a:lnTo>
                  <a:pt x="91759" y="186396"/>
                </a:lnTo>
                <a:lnTo>
                  <a:pt x="134507" y="183053"/>
                </a:lnTo>
                <a:lnTo>
                  <a:pt x="177052" y="186396"/>
                </a:lnTo>
                <a:lnTo>
                  <a:pt x="208895" y="196388"/>
                </a:lnTo>
                <a:lnTo>
                  <a:pt x="212865" y="199630"/>
                </a:lnTo>
                <a:lnTo>
                  <a:pt x="134507" y="199630"/>
                </a:lnTo>
                <a:lnTo>
                  <a:pt x="101137" y="202031"/>
                </a:lnTo>
                <a:lnTo>
                  <a:pt x="75882" y="208984"/>
                </a:lnTo>
                <a:lnTo>
                  <a:pt x="59929" y="220110"/>
                </a:lnTo>
                <a:lnTo>
                  <a:pt x="54466" y="235033"/>
                </a:lnTo>
                <a:lnTo>
                  <a:pt x="59929" y="249883"/>
                </a:lnTo>
                <a:lnTo>
                  <a:pt x="75882" y="260949"/>
                </a:lnTo>
                <a:lnTo>
                  <a:pt x="101137" y="267818"/>
                </a:lnTo>
                <a:lnTo>
                  <a:pt x="134507" y="270081"/>
                </a:lnTo>
                <a:lnTo>
                  <a:pt x="213553" y="270081"/>
                </a:lnTo>
                <a:lnTo>
                  <a:pt x="208895" y="273914"/>
                </a:lnTo>
                <a:lnTo>
                  <a:pt x="177052" y="284036"/>
                </a:lnTo>
                <a:lnTo>
                  <a:pt x="134507" y="287486"/>
                </a:lnTo>
                <a:close/>
              </a:path>
              <a:path w="269875" h="287654">
                <a:moveTo>
                  <a:pt x="213553" y="270081"/>
                </a:moveTo>
                <a:lnTo>
                  <a:pt x="134507" y="270081"/>
                </a:lnTo>
                <a:lnTo>
                  <a:pt x="167748" y="267818"/>
                </a:lnTo>
                <a:lnTo>
                  <a:pt x="192984" y="260949"/>
                </a:lnTo>
                <a:lnTo>
                  <a:pt x="209052" y="249883"/>
                </a:lnTo>
                <a:lnTo>
                  <a:pt x="214786" y="235033"/>
                </a:lnTo>
                <a:lnTo>
                  <a:pt x="209052" y="220110"/>
                </a:lnTo>
                <a:lnTo>
                  <a:pt x="192984" y="208984"/>
                </a:lnTo>
                <a:lnTo>
                  <a:pt x="167748" y="202031"/>
                </a:lnTo>
                <a:lnTo>
                  <a:pt x="134507" y="199630"/>
                </a:lnTo>
                <a:lnTo>
                  <a:pt x="212865" y="199630"/>
                </a:lnTo>
                <a:lnTo>
                  <a:pt x="228883" y="212708"/>
                </a:lnTo>
                <a:lnTo>
                  <a:pt x="235862" y="235033"/>
                </a:lnTo>
                <a:lnTo>
                  <a:pt x="228883" y="257465"/>
                </a:lnTo>
                <a:lnTo>
                  <a:pt x="213553" y="270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1612607" y="5807182"/>
            <a:ext cx="269875" cy="296545"/>
          </a:xfrm>
          <a:custGeom>
            <a:avLst/>
            <a:gdLst/>
            <a:ahLst/>
            <a:cxnLst/>
            <a:rect l="l" t="t" r="r" b="b"/>
            <a:pathLst>
              <a:path w="269875" h="296545">
                <a:moveTo>
                  <a:pt x="145045" y="31850"/>
                </a:moveTo>
                <a:lnTo>
                  <a:pt x="124206" y="31850"/>
                </a:lnTo>
                <a:lnTo>
                  <a:pt x="124206" y="0"/>
                </a:lnTo>
                <a:lnTo>
                  <a:pt x="145045" y="0"/>
                </a:lnTo>
                <a:lnTo>
                  <a:pt x="145045" y="31850"/>
                </a:lnTo>
                <a:close/>
              </a:path>
              <a:path w="269875" h="296545">
                <a:moveTo>
                  <a:pt x="241308" y="49137"/>
                </a:moveTo>
                <a:lnTo>
                  <a:pt x="28417" y="49137"/>
                </a:lnTo>
                <a:lnTo>
                  <a:pt x="28417" y="31850"/>
                </a:lnTo>
                <a:lnTo>
                  <a:pt x="241308" y="31850"/>
                </a:lnTo>
                <a:lnTo>
                  <a:pt x="241308" y="49137"/>
                </a:lnTo>
                <a:close/>
              </a:path>
              <a:path w="269875" h="296545">
                <a:moveTo>
                  <a:pt x="24628" y="133205"/>
                </a:moveTo>
                <a:lnTo>
                  <a:pt x="17642" y="116747"/>
                </a:lnTo>
                <a:lnTo>
                  <a:pt x="55757" y="109080"/>
                </a:lnTo>
                <a:lnTo>
                  <a:pt x="89454" y="95019"/>
                </a:lnTo>
                <a:lnTo>
                  <a:pt x="113650" y="74920"/>
                </a:lnTo>
                <a:lnTo>
                  <a:pt x="123259" y="49137"/>
                </a:lnTo>
                <a:lnTo>
                  <a:pt x="145992" y="49137"/>
                </a:lnTo>
                <a:lnTo>
                  <a:pt x="155437" y="74920"/>
                </a:lnTo>
                <a:lnTo>
                  <a:pt x="157603" y="76726"/>
                </a:lnTo>
                <a:lnTo>
                  <a:pt x="134626" y="76726"/>
                </a:lnTo>
                <a:lnTo>
                  <a:pt x="116573" y="98388"/>
                </a:lnTo>
                <a:lnTo>
                  <a:pt x="90372" y="114956"/>
                </a:lnTo>
                <a:lnTo>
                  <a:pt x="58799" y="126528"/>
                </a:lnTo>
                <a:lnTo>
                  <a:pt x="24628" y="133205"/>
                </a:lnTo>
                <a:close/>
              </a:path>
              <a:path w="269875" h="296545">
                <a:moveTo>
                  <a:pt x="244624" y="133205"/>
                </a:moveTo>
                <a:lnTo>
                  <a:pt x="210236" y="126528"/>
                </a:lnTo>
                <a:lnTo>
                  <a:pt x="178657" y="114956"/>
                </a:lnTo>
                <a:lnTo>
                  <a:pt x="152562" y="98388"/>
                </a:lnTo>
                <a:lnTo>
                  <a:pt x="134626" y="76726"/>
                </a:lnTo>
                <a:lnTo>
                  <a:pt x="157603" y="76726"/>
                </a:lnTo>
                <a:lnTo>
                  <a:pt x="179545" y="95019"/>
                </a:lnTo>
                <a:lnTo>
                  <a:pt x="213311" y="109080"/>
                </a:lnTo>
                <a:lnTo>
                  <a:pt x="251728" y="116747"/>
                </a:lnTo>
                <a:lnTo>
                  <a:pt x="244624" y="133205"/>
                </a:lnTo>
                <a:close/>
              </a:path>
              <a:path w="269875" h="296545">
                <a:moveTo>
                  <a:pt x="269252" y="169200"/>
                </a:moveTo>
                <a:lnTo>
                  <a:pt x="0" y="169200"/>
                </a:lnTo>
                <a:lnTo>
                  <a:pt x="0" y="151794"/>
                </a:lnTo>
                <a:lnTo>
                  <a:pt x="269252" y="151794"/>
                </a:lnTo>
                <a:lnTo>
                  <a:pt x="269252" y="169200"/>
                </a:lnTo>
                <a:close/>
              </a:path>
              <a:path w="269875" h="296545">
                <a:moveTo>
                  <a:pt x="145045" y="205787"/>
                </a:moveTo>
                <a:lnTo>
                  <a:pt x="124206" y="205787"/>
                </a:lnTo>
                <a:lnTo>
                  <a:pt x="124206" y="169200"/>
                </a:lnTo>
                <a:lnTo>
                  <a:pt x="145045" y="169200"/>
                </a:lnTo>
                <a:lnTo>
                  <a:pt x="145045" y="205787"/>
                </a:lnTo>
                <a:close/>
              </a:path>
              <a:path w="269875" h="296545">
                <a:moveTo>
                  <a:pt x="235625" y="296366"/>
                </a:moveTo>
                <a:lnTo>
                  <a:pt x="214312" y="296366"/>
                </a:lnTo>
                <a:lnTo>
                  <a:pt x="214312" y="223429"/>
                </a:lnTo>
                <a:lnTo>
                  <a:pt x="29956" y="223429"/>
                </a:lnTo>
                <a:lnTo>
                  <a:pt x="29956" y="205787"/>
                </a:lnTo>
                <a:lnTo>
                  <a:pt x="235625" y="205787"/>
                </a:lnTo>
                <a:lnTo>
                  <a:pt x="235625" y="2963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1895377" y="5829560"/>
            <a:ext cx="271145" cy="234950"/>
          </a:xfrm>
          <a:custGeom>
            <a:avLst/>
            <a:gdLst/>
            <a:ahLst/>
            <a:cxnLst/>
            <a:rect l="l" t="t" r="r" b="b"/>
            <a:pathLst>
              <a:path w="271145" h="234950">
                <a:moveTo>
                  <a:pt x="134389" y="159964"/>
                </a:moveTo>
                <a:lnTo>
                  <a:pt x="91808" y="154386"/>
                </a:lnTo>
                <a:lnTo>
                  <a:pt x="57929" y="138252"/>
                </a:lnTo>
                <a:lnTo>
                  <a:pt x="35551" y="112993"/>
                </a:lnTo>
                <a:lnTo>
                  <a:pt x="27469" y="80041"/>
                </a:lnTo>
                <a:lnTo>
                  <a:pt x="35551" y="47287"/>
                </a:lnTo>
                <a:lnTo>
                  <a:pt x="57929" y="22082"/>
                </a:lnTo>
                <a:lnTo>
                  <a:pt x="91808" y="5846"/>
                </a:lnTo>
                <a:lnTo>
                  <a:pt x="134389" y="0"/>
                </a:lnTo>
                <a:lnTo>
                  <a:pt x="177090" y="5846"/>
                </a:lnTo>
                <a:lnTo>
                  <a:pt x="201240" y="17405"/>
                </a:lnTo>
                <a:lnTo>
                  <a:pt x="134389" y="17405"/>
                </a:lnTo>
                <a:lnTo>
                  <a:pt x="99878" y="21980"/>
                </a:lnTo>
                <a:lnTo>
                  <a:pt x="72226" y="34914"/>
                </a:lnTo>
                <a:lnTo>
                  <a:pt x="53900" y="54752"/>
                </a:lnTo>
                <a:lnTo>
                  <a:pt x="47361" y="80041"/>
                </a:lnTo>
                <a:lnTo>
                  <a:pt x="53900" y="105411"/>
                </a:lnTo>
                <a:lnTo>
                  <a:pt x="72226" y="125198"/>
                </a:lnTo>
                <a:lnTo>
                  <a:pt x="99878" y="138035"/>
                </a:lnTo>
                <a:lnTo>
                  <a:pt x="134389" y="142559"/>
                </a:lnTo>
                <a:lnTo>
                  <a:pt x="201957" y="142559"/>
                </a:lnTo>
                <a:lnTo>
                  <a:pt x="177090" y="154386"/>
                </a:lnTo>
                <a:lnTo>
                  <a:pt x="134389" y="159964"/>
                </a:lnTo>
                <a:close/>
              </a:path>
              <a:path w="271145" h="234950">
                <a:moveTo>
                  <a:pt x="201957" y="142559"/>
                </a:moveTo>
                <a:lnTo>
                  <a:pt x="134389" y="142559"/>
                </a:lnTo>
                <a:lnTo>
                  <a:pt x="168917" y="138035"/>
                </a:lnTo>
                <a:lnTo>
                  <a:pt x="196507" y="125198"/>
                </a:lnTo>
                <a:lnTo>
                  <a:pt x="214795" y="105411"/>
                </a:lnTo>
                <a:lnTo>
                  <a:pt x="221416" y="80041"/>
                </a:lnTo>
                <a:lnTo>
                  <a:pt x="214795" y="54752"/>
                </a:lnTo>
                <a:lnTo>
                  <a:pt x="196507" y="34914"/>
                </a:lnTo>
                <a:lnTo>
                  <a:pt x="168917" y="21980"/>
                </a:lnTo>
                <a:lnTo>
                  <a:pt x="134389" y="17405"/>
                </a:lnTo>
                <a:lnTo>
                  <a:pt x="201240" y="17405"/>
                </a:lnTo>
                <a:lnTo>
                  <a:pt x="211011" y="22082"/>
                </a:lnTo>
                <a:lnTo>
                  <a:pt x="233410" y="47287"/>
                </a:lnTo>
                <a:lnTo>
                  <a:pt x="241545" y="80041"/>
                </a:lnTo>
                <a:lnTo>
                  <a:pt x="233410" y="112993"/>
                </a:lnTo>
                <a:lnTo>
                  <a:pt x="211011" y="138252"/>
                </a:lnTo>
                <a:lnTo>
                  <a:pt x="201957" y="142559"/>
                </a:lnTo>
                <a:close/>
              </a:path>
              <a:path w="271145" h="234950">
                <a:moveTo>
                  <a:pt x="270554" y="234559"/>
                </a:moveTo>
                <a:lnTo>
                  <a:pt x="0" y="234559"/>
                </a:lnTo>
                <a:lnTo>
                  <a:pt x="0" y="216443"/>
                </a:lnTo>
                <a:lnTo>
                  <a:pt x="270554" y="216443"/>
                </a:lnTo>
                <a:lnTo>
                  <a:pt x="270554" y="234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2212009" y="5831840"/>
            <a:ext cx="201930" cy="17780"/>
          </a:xfrm>
          <a:custGeom>
            <a:avLst/>
            <a:gdLst/>
            <a:ahLst/>
            <a:cxnLst/>
            <a:rect l="l" t="t" r="r" b="b"/>
            <a:pathLst>
              <a:path w="201929" h="17779">
                <a:moveTo>
                  <a:pt x="0" y="0"/>
                </a:moveTo>
                <a:lnTo>
                  <a:pt x="201643" y="0"/>
                </a:lnTo>
                <a:lnTo>
                  <a:pt x="20164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2392813" y="5849620"/>
            <a:ext cx="20955" cy="50800"/>
          </a:xfrm>
          <a:custGeom>
            <a:avLst/>
            <a:gdLst/>
            <a:ahLst/>
            <a:cxnLst/>
            <a:rect l="l" t="t" r="r" b="b"/>
            <a:pathLst>
              <a:path w="20954" h="50800">
                <a:moveTo>
                  <a:pt x="0" y="0"/>
                </a:moveTo>
                <a:lnTo>
                  <a:pt x="20839" y="0"/>
                </a:lnTo>
                <a:lnTo>
                  <a:pt x="20839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2212956" y="5900420"/>
            <a:ext cx="201295" cy="17780"/>
          </a:xfrm>
          <a:custGeom>
            <a:avLst/>
            <a:gdLst/>
            <a:ahLst/>
            <a:cxnLst/>
            <a:rect l="l" t="t" r="r" b="b"/>
            <a:pathLst>
              <a:path w="201295" h="17779">
                <a:moveTo>
                  <a:pt x="0" y="0"/>
                </a:moveTo>
                <a:lnTo>
                  <a:pt x="200695" y="0"/>
                </a:lnTo>
                <a:lnTo>
                  <a:pt x="20069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2212956" y="5918200"/>
            <a:ext cx="20955" cy="53340"/>
          </a:xfrm>
          <a:custGeom>
            <a:avLst/>
            <a:gdLst/>
            <a:ahLst/>
            <a:cxnLst/>
            <a:rect l="l" t="t" r="r" b="b"/>
            <a:pathLst>
              <a:path w="20954" h="53339">
                <a:moveTo>
                  <a:pt x="0" y="0"/>
                </a:moveTo>
                <a:lnTo>
                  <a:pt x="20839" y="0"/>
                </a:lnTo>
                <a:lnTo>
                  <a:pt x="20839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212956" y="5971540"/>
            <a:ext cx="207645" cy="17780"/>
          </a:xfrm>
          <a:custGeom>
            <a:avLst/>
            <a:gdLst/>
            <a:ahLst/>
            <a:cxnLst/>
            <a:rect l="l" t="t" r="r" b="b"/>
            <a:pathLst>
              <a:path w="207645" h="17779">
                <a:moveTo>
                  <a:pt x="0" y="0"/>
                </a:moveTo>
                <a:lnTo>
                  <a:pt x="207563" y="0"/>
                </a:lnTo>
                <a:lnTo>
                  <a:pt x="20756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302115" y="5989320"/>
            <a:ext cx="20955" cy="59690"/>
          </a:xfrm>
          <a:custGeom>
            <a:avLst/>
            <a:gdLst/>
            <a:ahLst/>
            <a:cxnLst/>
            <a:rect l="l" t="t" r="r" b="b"/>
            <a:pathLst>
              <a:path w="20954" h="59689">
                <a:moveTo>
                  <a:pt x="0" y="0"/>
                </a:moveTo>
                <a:lnTo>
                  <a:pt x="20839" y="0"/>
                </a:lnTo>
                <a:lnTo>
                  <a:pt x="20839" y="59689"/>
                </a:lnTo>
                <a:lnTo>
                  <a:pt x="0" y="596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2178145" y="6049009"/>
            <a:ext cx="271145" cy="17780"/>
          </a:xfrm>
          <a:custGeom>
            <a:avLst/>
            <a:gdLst/>
            <a:ahLst/>
            <a:cxnLst/>
            <a:rect l="l" t="t" r="r" b="b"/>
            <a:pathLst>
              <a:path w="271145" h="17779">
                <a:moveTo>
                  <a:pt x="0" y="0"/>
                </a:moveTo>
                <a:lnTo>
                  <a:pt x="270554" y="0"/>
                </a:lnTo>
                <a:lnTo>
                  <a:pt x="270554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064626" y="6289165"/>
            <a:ext cx="248285" cy="295910"/>
          </a:xfrm>
          <a:custGeom>
            <a:avLst/>
            <a:gdLst/>
            <a:ahLst/>
            <a:cxnLst/>
            <a:rect l="l" t="t" r="r" b="b"/>
            <a:pathLst>
              <a:path w="248284" h="295909">
                <a:moveTo>
                  <a:pt x="248176" y="295538"/>
                </a:moveTo>
                <a:lnTo>
                  <a:pt x="227573" y="295538"/>
                </a:lnTo>
                <a:lnTo>
                  <a:pt x="227573" y="0"/>
                </a:lnTo>
                <a:lnTo>
                  <a:pt x="248176" y="0"/>
                </a:lnTo>
                <a:lnTo>
                  <a:pt x="248176" y="295538"/>
                </a:lnTo>
                <a:close/>
              </a:path>
              <a:path w="248284" h="295909">
                <a:moveTo>
                  <a:pt x="189447" y="117102"/>
                </a:moveTo>
                <a:lnTo>
                  <a:pt x="168963" y="117102"/>
                </a:lnTo>
                <a:lnTo>
                  <a:pt x="168963" y="6985"/>
                </a:lnTo>
                <a:lnTo>
                  <a:pt x="189447" y="6985"/>
                </a:lnTo>
                <a:lnTo>
                  <a:pt x="189447" y="117102"/>
                </a:lnTo>
                <a:close/>
              </a:path>
              <a:path w="248284" h="295909">
                <a:moveTo>
                  <a:pt x="62991" y="228521"/>
                </a:moveTo>
                <a:lnTo>
                  <a:pt x="37064" y="221444"/>
                </a:lnTo>
                <a:lnTo>
                  <a:pt x="17198" y="201125"/>
                </a:lnTo>
                <a:lnTo>
                  <a:pt x="4480" y="169194"/>
                </a:lnTo>
                <a:lnTo>
                  <a:pt x="0" y="127285"/>
                </a:lnTo>
                <a:lnTo>
                  <a:pt x="4480" y="85478"/>
                </a:lnTo>
                <a:lnTo>
                  <a:pt x="17198" y="53652"/>
                </a:lnTo>
                <a:lnTo>
                  <a:pt x="37064" y="33391"/>
                </a:lnTo>
                <a:lnTo>
                  <a:pt x="62991" y="26285"/>
                </a:lnTo>
                <a:lnTo>
                  <a:pt x="87704" y="32633"/>
                </a:lnTo>
                <a:lnTo>
                  <a:pt x="101777" y="45822"/>
                </a:lnTo>
                <a:lnTo>
                  <a:pt x="62991" y="45822"/>
                </a:lnTo>
                <a:lnTo>
                  <a:pt x="45202" y="51674"/>
                </a:lnTo>
                <a:lnTo>
                  <a:pt x="31599" y="68215"/>
                </a:lnTo>
                <a:lnTo>
                  <a:pt x="22946" y="93926"/>
                </a:lnTo>
                <a:lnTo>
                  <a:pt x="20010" y="127285"/>
                </a:lnTo>
                <a:lnTo>
                  <a:pt x="22946" y="160610"/>
                </a:lnTo>
                <a:lnTo>
                  <a:pt x="31599" y="186354"/>
                </a:lnTo>
                <a:lnTo>
                  <a:pt x="45202" y="202929"/>
                </a:lnTo>
                <a:lnTo>
                  <a:pt x="62991" y="208747"/>
                </a:lnTo>
                <a:lnTo>
                  <a:pt x="101871" y="208747"/>
                </a:lnTo>
                <a:lnTo>
                  <a:pt x="88006" y="222031"/>
                </a:lnTo>
                <a:lnTo>
                  <a:pt x="62991" y="228521"/>
                </a:lnTo>
                <a:close/>
              </a:path>
              <a:path w="248284" h="295909">
                <a:moveTo>
                  <a:pt x="101871" y="208747"/>
                </a:moveTo>
                <a:lnTo>
                  <a:pt x="62991" y="208747"/>
                </a:lnTo>
                <a:lnTo>
                  <a:pt x="80901" y="202929"/>
                </a:lnTo>
                <a:lnTo>
                  <a:pt x="94560" y="186354"/>
                </a:lnTo>
                <a:lnTo>
                  <a:pt x="103269" y="160610"/>
                </a:lnTo>
                <a:lnTo>
                  <a:pt x="106327" y="127285"/>
                </a:lnTo>
                <a:lnTo>
                  <a:pt x="103269" y="93926"/>
                </a:lnTo>
                <a:lnTo>
                  <a:pt x="94560" y="68215"/>
                </a:lnTo>
                <a:lnTo>
                  <a:pt x="80901" y="51674"/>
                </a:lnTo>
                <a:lnTo>
                  <a:pt x="62991" y="45822"/>
                </a:lnTo>
                <a:lnTo>
                  <a:pt x="101777" y="45822"/>
                </a:lnTo>
                <a:lnTo>
                  <a:pt x="107067" y="50780"/>
                </a:lnTo>
                <a:lnTo>
                  <a:pt x="120169" y="79384"/>
                </a:lnTo>
                <a:lnTo>
                  <a:pt x="126101" y="117102"/>
                </a:lnTo>
                <a:lnTo>
                  <a:pt x="189447" y="117102"/>
                </a:lnTo>
                <a:lnTo>
                  <a:pt x="189447" y="134981"/>
                </a:lnTo>
                <a:lnTo>
                  <a:pt x="126219" y="134981"/>
                </a:lnTo>
                <a:lnTo>
                  <a:pt x="120585" y="173840"/>
                </a:lnTo>
                <a:lnTo>
                  <a:pt x="107526" y="203330"/>
                </a:lnTo>
                <a:lnTo>
                  <a:pt x="101871" y="208747"/>
                </a:lnTo>
                <a:close/>
              </a:path>
              <a:path w="248284" h="295909">
                <a:moveTo>
                  <a:pt x="189447" y="280027"/>
                </a:moveTo>
                <a:lnTo>
                  <a:pt x="168963" y="280027"/>
                </a:lnTo>
                <a:lnTo>
                  <a:pt x="168963" y="134981"/>
                </a:lnTo>
                <a:lnTo>
                  <a:pt x="189447" y="134981"/>
                </a:lnTo>
                <a:lnTo>
                  <a:pt x="189447" y="2800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0358053" y="6288810"/>
            <a:ext cx="260985" cy="288925"/>
          </a:xfrm>
          <a:custGeom>
            <a:avLst/>
            <a:gdLst/>
            <a:ahLst/>
            <a:cxnLst/>
            <a:rect l="l" t="t" r="r" b="b"/>
            <a:pathLst>
              <a:path w="260984" h="288925">
                <a:moveTo>
                  <a:pt x="215259" y="219048"/>
                </a:moveTo>
                <a:lnTo>
                  <a:pt x="194065" y="219048"/>
                </a:lnTo>
                <a:lnTo>
                  <a:pt x="194065" y="0"/>
                </a:lnTo>
                <a:lnTo>
                  <a:pt x="215259" y="0"/>
                </a:lnTo>
                <a:lnTo>
                  <a:pt x="215259" y="93658"/>
                </a:lnTo>
                <a:lnTo>
                  <a:pt x="260963" y="93658"/>
                </a:lnTo>
                <a:lnTo>
                  <a:pt x="260963" y="111774"/>
                </a:lnTo>
                <a:lnTo>
                  <a:pt x="215259" y="111774"/>
                </a:lnTo>
                <a:lnTo>
                  <a:pt x="215259" y="219048"/>
                </a:lnTo>
                <a:close/>
              </a:path>
              <a:path w="260984" h="288925">
                <a:moveTo>
                  <a:pt x="21668" y="172278"/>
                </a:moveTo>
                <a:lnTo>
                  <a:pt x="0" y="172278"/>
                </a:lnTo>
                <a:lnTo>
                  <a:pt x="0" y="24391"/>
                </a:lnTo>
                <a:lnTo>
                  <a:pt x="134507" y="24391"/>
                </a:lnTo>
                <a:lnTo>
                  <a:pt x="134507" y="42033"/>
                </a:lnTo>
                <a:lnTo>
                  <a:pt x="20957" y="42033"/>
                </a:lnTo>
                <a:lnTo>
                  <a:pt x="20957" y="87974"/>
                </a:lnTo>
                <a:lnTo>
                  <a:pt x="129416" y="87974"/>
                </a:lnTo>
                <a:lnTo>
                  <a:pt x="129416" y="105735"/>
                </a:lnTo>
                <a:lnTo>
                  <a:pt x="20957" y="105735"/>
                </a:lnTo>
                <a:lnTo>
                  <a:pt x="20957" y="154518"/>
                </a:lnTo>
                <a:lnTo>
                  <a:pt x="156573" y="154518"/>
                </a:lnTo>
                <a:lnTo>
                  <a:pt x="157833" y="163280"/>
                </a:lnTo>
                <a:lnTo>
                  <a:pt x="127816" y="167883"/>
                </a:lnTo>
                <a:lnTo>
                  <a:pt x="97343" y="170621"/>
                </a:lnTo>
                <a:lnTo>
                  <a:pt x="63074" y="171938"/>
                </a:lnTo>
                <a:lnTo>
                  <a:pt x="21668" y="172278"/>
                </a:lnTo>
                <a:close/>
              </a:path>
              <a:path w="260984" h="288925">
                <a:moveTo>
                  <a:pt x="156573" y="154518"/>
                </a:moveTo>
                <a:lnTo>
                  <a:pt x="21668" y="154518"/>
                </a:lnTo>
                <a:lnTo>
                  <a:pt x="62602" y="154135"/>
                </a:lnTo>
                <a:lnTo>
                  <a:pt x="96322" y="152875"/>
                </a:lnTo>
                <a:lnTo>
                  <a:pt x="126134" y="150305"/>
                </a:lnTo>
                <a:lnTo>
                  <a:pt x="155346" y="145992"/>
                </a:lnTo>
                <a:lnTo>
                  <a:pt x="156573" y="154518"/>
                </a:lnTo>
                <a:close/>
              </a:path>
              <a:path w="260984" h="288925">
                <a:moveTo>
                  <a:pt x="229705" y="288789"/>
                </a:moveTo>
                <a:lnTo>
                  <a:pt x="32324" y="288789"/>
                </a:lnTo>
                <a:lnTo>
                  <a:pt x="32324" y="199511"/>
                </a:lnTo>
                <a:lnTo>
                  <a:pt x="53163" y="199511"/>
                </a:lnTo>
                <a:lnTo>
                  <a:pt x="53163" y="270909"/>
                </a:lnTo>
                <a:lnTo>
                  <a:pt x="229705" y="270909"/>
                </a:lnTo>
                <a:lnTo>
                  <a:pt x="229705" y="2887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0626021" y="6292954"/>
            <a:ext cx="269875" cy="288290"/>
          </a:xfrm>
          <a:custGeom>
            <a:avLst/>
            <a:gdLst/>
            <a:ahLst/>
            <a:cxnLst/>
            <a:rect l="l" t="t" r="r" b="b"/>
            <a:pathLst>
              <a:path w="269875" h="288290">
                <a:moveTo>
                  <a:pt x="144572" y="127166"/>
                </a:moveTo>
                <a:lnTo>
                  <a:pt x="123851" y="127166"/>
                </a:lnTo>
                <a:lnTo>
                  <a:pt x="123851" y="103012"/>
                </a:lnTo>
                <a:lnTo>
                  <a:pt x="84583" y="98527"/>
                </a:lnTo>
                <a:lnTo>
                  <a:pt x="55339" y="88270"/>
                </a:lnTo>
                <a:lnTo>
                  <a:pt x="37084" y="72508"/>
                </a:lnTo>
                <a:lnTo>
                  <a:pt x="30785" y="51506"/>
                </a:lnTo>
                <a:lnTo>
                  <a:pt x="37832" y="29588"/>
                </a:lnTo>
                <a:lnTo>
                  <a:pt x="58210" y="13453"/>
                </a:lnTo>
                <a:lnTo>
                  <a:pt x="90777" y="3468"/>
                </a:lnTo>
                <a:lnTo>
                  <a:pt x="134389" y="0"/>
                </a:lnTo>
                <a:lnTo>
                  <a:pt x="177982" y="3468"/>
                </a:lnTo>
                <a:lnTo>
                  <a:pt x="210508" y="13453"/>
                </a:lnTo>
                <a:lnTo>
                  <a:pt x="214594" y="16695"/>
                </a:lnTo>
                <a:lnTo>
                  <a:pt x="134389" y="16695"/>
                </a:lnTo>
                <a:lnTo>
                  <a:pt x="100227" y="19153"/>
                </a:lnTo>
                <a:lnTo>
                  <a:pt x="74491" y="26063"/>
                </a:lnTo>
                <a:lnTo>
                  <a:pt x="58279" y="36992"/>
                </a:lnTo>
                <a:lnTo>
                  <a:pt x="52690" y="51506"/>
                </a:lnTo>
                <a:lnTo>
                  <a:pt x="58279" y="66306"/>
                </a:lnTo>
                <a:lnTo>
                  <a:pt x="74491" y="77288"/>
                </a:lnTo>
                <a:lnTo>
                  <a:pt x="100227" y="84141"/>
                </a:lnTo>
                <a:lnTo>
                  <a:pt x="134389" y="86553"/>
                </a:lnTo>
                <a:lnTo>
                  <a:pt x="215397" y="86553"/>
                </a:lnTo>
                <a:lnTo>
                  <a:pt x="213291" y="88374"/>
                </a:lnTo>
                <a:lnTo>
                  <a:pt x="183976" y="98644"/>
                </a:lnTo>
                <a:lnTo>
                  <a:pt x="144572" y="103130"/>
                </a:lnTo>
                <a:lnTo>
                  <a:pt x="144572" y="127166"/>
                </a:lnTo>
                <a:close/>
              </a:path>
              <a:path w="269875" h="288290">
                <a:moveTo>
                  <a:pt x="215397" y="86553"/>
                </a:moveTo>
                <a:lnTo>
                  <a:pt x="134389" y="86553"/>
                </a:lnTo>
                <a:lnTo>
                  <a:pt x="168639" y="84141"/>
                </a:lnTo>
                <a:lnTo>
                  <a:pt x="194464" y="77288"/>
                </a:lnTo>
                <a:lnTo>
                  <a:pt x="210765" y="66306"/>
                </a:lnTo>
                <a:lnTo>
                  <a:pt x="216443" y="51506"/>
                </a:lnTo>
                <a:lnTo>
                  <a:pt x="210765" y="36992"/>
                </a:lnTo>
                <a:lnTo>
                  <a:pt x="194464" y="26063"/>
                </a:lnTo>
                <a:lnTo>
                  <a:pt x="168639" y="19153"/>
                </a:lnTo>
                <a:lnTo>
                  <a:pt x="134389" y="16695"/>
                </a:lnTo>
                <a:lnTo>
                  <a:pt x="214594" y="16695"/>
                </a:lnTo>
                <a:lnTo>
                  <a:pt x="230846" y="29588"/>
                </a:lnTo>
                <a:lnTo>
                  <a:pt x="237875" y="51506"/>
                </a:lnTo>
                <a:lnTo>
                  <a:pt x="231571" y="72576"/>
                </a:lnTo>
                <a:lnTo>
                  <a:pt x="215397" y="86553"/>
                </a:lnTo>
                <a:close/>
              </a:path>
              <a:path w="269875" h="288290">
                <a:moveTo>
                  <a:pt x="269252" y="144927"/>
                </a:moveTo>
                <a:lnTo>
                  <a:pt x="0" y="144927"/>
                </a:lnTo>
                <a:lnTo>
                  <a:pt x="0" y="127166"/>
                </a:lnTo>
                <a:lnTo>
                  <a:pt x="269252" y="127166"/>
                </a:lnTo>
                <a:lnTo>
                  <a:pt x="269252" y="144927"/>
                </a:lnTo>
                <a:close/>
              </a:path>
              <a:path w="269875" h="288290">
                <a:moveTo>
                  <a:pt x="243203" y="287960"/>
                </a:moveTo>
                <a:lnTo>
                  <a:pt x="34100" y="287960"/>
                </a:lnTo>
                <a:lnTo>
                  <a:pt x="34100" y="219759"/>
                </a:lnTo>
                <a:lnTo>
                  <a:pt x="213246" y="219759"/>
                </a:lnTo>
                <a:lnTo>
                  <a:pt x="213246" y="189684"/>
                </a:lnTo>
                <a:lnTo>
                  <a:pt x="33271" y="189684"/>
                </a:lnTo>
                <a:lnTo>
                  <a:pt x="33271" y="172634"/>
                </a:lnTo>
                <a:lnTo>
                  <a:pt x="233967" y="172634"/>
                </a:lnTo>
                <a:lnTo>
                  <a:pt x="233967" y="235980"/>
                </a:lnTo>
                <a:lnTo>
                  <a:pt x="54702" y="235980"/>
                </a:lnTo>
                <a:lnTo>
                  <a:pt x="54702" y="270673"/>
                </a:lnTo>
                <a:lnTo>
                  <a:pt x="243203" y="270673"/>
                </a:lnTo>
                <a:lnTo>
                  <a:pt x="243203" y="287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977859" y="6295441"/>
            <a:ext cx="269875" cy="288925"/>
          </a:xfrm>
          <a:custGeom>
            <a:avLst/>
            <a:gdLst/>
            <a:ahLst/>
            <a:cxnLst/>
            <a:rect l="l" t="t" r="r" b="b"/>
            <a:pathLst>
              <a:path w="269875" h="288925">
                <a:moveTo>
                  <a:pt x="238230" y="96855"/>
                </a:moveTo>
                <a:lnTo>
                  <a:pt x="37771" y="96855"/>
                </a:lnTo>
                <a:lnTo>
                  <a:pt x="37771" y="0"/>
                </a:lnTo>
                <a:lnTo>
                  <a:pt x="58610" y="0"/>
                </a:lnTo>
                <a:lnTo>
                  <a:pt x="58610" y="79212"/>
                </a:lnTo>
                <a:lnTo>
                  <a:pt x="238230" y="79212"/>
                </a:lnTo>
                <a:lnTo>
                  <a:pt x="238230" y="96855"/>
                </a:lnTo>
                <a:close/>
              </a:path>
              <a:path w="269875" h="288925">
                <a:moveTo>
                  <a:pt x="145045" y="139125"/>
                </a:moveTo>
                <a:lnTo>
                  <a:pt x="124443" y="139125"/>
                </a:lnTo>
                <a:lnTo>
                  <a:pt x="124443" y="96855"/>
                </a:lnTo>
                <a:lnTo>
                  <a:pt x="145045" y="96855"/>
                </a:lnTo>
                <a:lnTo>
                  <a:pt x="145045" y="139125"/>
                </a:lnTo>
                <a:close/>
              </a:path>
              <a:path w="269875" h="288925">
                <a:moveTo>
                  <a:pt x="269370" y="157004"/>
                </a:moveTo>
                <a:lnTo>
                  <a:pt x="0" y="157004"/>
                </a:lnTo>
                <a:lnTo>
                  <a:pt x="0" y="139125"/>
                </a:lnTo>
                <a:lnTo>
                  <a:pt x="269370" y="139125"/>
                </a:lnTo>
                <a:lnTo>
                  <a:pt x="269370" y="157004"/>
                </a:lnTo>
                <a:close/>
              </a:path>
              <a:path w="269875" h="288925">
                <a:moveTo>
                  <a:pt x="134507" y="288315"/>
                </a:moveTo>
                <a:lnTo>
                  <a:pt x="91859" y="284754"/>
                </a:lnTo>
                <a:lnTo>
                  <a:pt x="59912" y="274388"/>
                </a:lnTo>
                <a:lnTo>
                  <a:pt x="39865" y="257694"/>
                </a:lnTo>
                <a:lnTo>
                  <a:pt x="32916" y="235151"/>
                </a:lnTo>
                <a:lnTo>
                  <a:pt x="39865" y="212351"/>
                </a:lnTo>
                <a:lnTo>
                  <a:pt x="59912" y="195545"/>
                </a:lnTo>
                <a:lnTo>
                  <a:pt x="91859" y="185133"/>
                </a:lnTo>
                <a:lnTo>
                  <a:pt x="134507" y="181514"/>
                </a:lnTo>
                <a:lnTo>
                  <a:pt x="177002" y="185133"/>
                </a:lnTo>
                <a:lnTo>
                  <a:pt x="208851" y="195545"/>
                </a:lnTo>
                <a:lnTo>
                  <a:pt x="212447" y="198564"/>
                </a:lnTo>
                <a:lnTo>
                  <a:pt x="134507" y="198564"/>
                </a:lnTo>
                <a:lnTo>
                  <a:pt x="101137" y="201117"/>
                </a:lnTo>
                <a:lnTo>
                  <a:pt x="75882" y="208333"/>
                </a:lnTo>
                <a:lnTo>
                  <a:pt x="59929" y="219810"/>
                </a:lnTo>
                <a:lnTo>
                  <a:pt x="54466" y="235151"/>
                </a:lnTo>
                <a:lnTo>
                  <a:pt x="59929" y="250116"/>
                </a:lnTo>
                <a:lnTo>
                  <a:pt x="75882" y="261452"/>
                </a:lnTo>
                <a:lnTo>
                  <a:pt x="101137" y="268636"/>
                </a:lnTo>
                <a:lnTo>
                  <a:pt x="134507" y="271146"/>
                </a:lnTo>
                <a:lnTo>
                  <a:pt x="212737" y="271146"/>
                </a:lnTo>
                <a:lnTo>
                  <a:pt x="208851" y="274388"/>
                </a:lnTo>
                <a:lnTo>
                  <a:pt x="177002" y="284754"/>
                </a:lnTo>
                <a:lnTo>
                  <a:pt x="134507" y="288315"/>
                </a:lnTo>
                <a:close/>
              </a:path>
              <a:path w="269875" h="288925">
                <a:moveTo>
                  <a:pt x="212737" y="271146"/>
                </a:moveTo>
                <a:lnTo>
                  <a:pt x="134507" y="271146"/>
                </a:lnTo>
                <a:lnTo>
                  <a:pt x="167748" y="268636"/>
                </a:lnTo>
                <a:lnTo>
                  <a:pt x="192984" y="261452"/>
                </a:lnTo>
                <a:lnTo>
                  <a:pt x="209052" y="250116"/>
                </a:lnTo>
                <a:lnTo>
                  <a:pt x="214786" y="235151"/>
                </a:lnTo>
                <a:lnTo>
                  <a:pt x="209052" y="219810"/>
                </a:lnTo>
                <a:lnTo>
                  <a:pt x="192984" y="208333"/>
                </a:lnTo>
                <a:lnTo>
                  <a:pt x="167748" y="201117"/>
                </a:lnTo>
                <a:lnTo>
                  <a:pt x="134507" y="198564"/>
                </a:lnTo>
                <a:lnTo>
                  <a:pt x="212447" y="198564"/>
                </a:lnTo>
                <a:lnTo>
                  <a:pt x="228867" y="212351"/>
                </a:lnTo>
                <a:lnTo>
                  <a:pt x="235862" y="235151"/>
                </a:lnTo>
                <a:lnTo>
                  <a:pt x="228867" y="257694"/>
                </a:lnTo>
                <a:lnTo>
                  <a:pt x="212737" y="271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1296031" y="6314440"/>
            <a:ext cx="199390" cy="17780"/>
          </a:xfrm>
          <a:custGeom>
            <a:avLst/>
            <a:gdLst/>
            <a:ahLst/>
            <a:cxnLst/>
            <a:rect l="l" t="t" r="r" b="b"/>
            <a:pathLst>
              <a:path w="199390" h="17779">
                <a:moveTo>
                  <a:pt x="0" y="0"/>
                </a:moveTo>
                <a:lnTo>
                  <a:pt x="199393" y="0"/>
                </a:lnTo>
                <a:lnTo>
                  <a:pt x="19939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1296031" y="6332220"/>
            <a:ext cx="21590" cy="97790"/>
          </a:xfrm>
          <a:custGeom>
            <a:avLst/>
            <a:gdLst/>
            <a:ahLst/>
            <a:cxnLst/>
            <a:rect l="l" t="t" r="r" b="b"/>
            <a:pathLst>
              <a:path w="21590" h="97789">
                <a:moveTo>
                  <a:pt x="0" y="0"/>
                </a:moveTo>
                <a:lnTo>
                  <a:pt x="21194" y="0"/>
                </a:lnTo>
                <a:lnTo>
                  <a:pt x="21194" y="97789"/>
                </a:lnTo>
                <a:lnTo>
                  <a:pt x="0" y="977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1296031" y="6430009"/>
            <a:ext cx="203200" cy="16510"/>
          </a:xfrm>
          <a:custGeom>
            <a:avLst/>
            <a:gdLst/>
            <a:ahLst/>
            <a:cxnLst/>
            <a:rect l="l" t="t" r="r" b="b"/>
            <a:pathLst>
              <a:path w="203200" h="16510">
                <a:moveTo>
                  <a:pt x="0" y="0"/>
                </a:moveTo>
                <a:lnTo>
                  <a:pt x="202590" y="0"/>
                </a:lnTo>
                <a:lnTo>
                  <a:pt x="202590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1384598" y="6446520"/>
            <a:ext cx="20955" cy="81280"/>
          </a:xfrm>
          <a:custGeom>
            <a:avLst/>
            <a:gdLst/>
            <a:ahLst/>
            <a:cxnLst/>
            <a:rect l="l" t="t" r="r" b="b"/>
            <a:pathLst>
              <a:path w="20954" h="81279">
                <a:moveTo>
                  <a:pt x="0" y="0"/>
                </a:moveTo>
                <a:lnTo>
                  <a:pt x="20839" y="0"/>
                </a:lnTo>
                <a:lnTo>
                  <a:pt x="20839" y="81280"/>
                </a:lnTo>
                <a:lnTo>
                  <a:pt x="0" y="812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260628" y="6527800"/>
            <a:ext cx="271145" cy="17780"/>
          </a:xfrm>
          <a:custGeom>
            <a:avLst/>
            <a:gdLst/>
            <a:ahLst/>
            <a:cxnLst/>
            <a:rect l="l" t="t" r="r" b="b"/>
            <a:pathLst>
              <a:path w="271145" h="17779">
                <a:moveTo>
                  <a:pt x="0" y="0"/>
                </a:moveTo>
                <a:lnTo>
                  <a:pt x="270554" y="0"/>
                </a:lnTo>
                <a:lnTo>
                  <a:pt x="270554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1612611" y="6304676"/>
            <a:ext cx="269875" cy="279400"/>
          </a:xfrm>
          <a:custGeom>
            <a:avLst/>
            <a:gdLst/>
            <a:ahLst/>
            <a:cxnLst/>
            <a:rect l="l" t="t" r="r" b="b"/>
            <a:pathLst>
              <a:path w="269875" h="279400">
                <a:moveTo>
                  <a:pt x="245097" y="18115"/>
                </a:moveTo>
                <a:lnTo>
                  <a:pt x="24746" y="18115"/>
                </a:lnTo>
                <a:lnTo>
                  <a:pt x="24746" y="0"/>
                </a:lnTo>
                <a:lnTo>
                  <a:pt x="245097" y="0"/>
                </a:lnTo>
                <a:lnTo>
                  <a:pt x="245097" y="18115"/>
                </a:lnTo>
                <a:close/>
              </a:path>
              <a:path w="269875" h="279400">
                <a:moveTo>
                  <a:pt x="24272" y="106327"/>
                </a:moveTo>
                <a:lnTo>
                  <a:pt x="16458" y="89277"/>
                </a:lnTo>
                <a:lnTo>
                  <a:pt x="53250" y="81159"/>
                </a:lnTo>
                <a:lnTo>
                  <a:pt x="87101" y="66247"/>
                </a:lnTo>
                <a:lnTo>
                  <a:pt x="111916" y="45386"/>
                </a:lnTo>
                <a:lnTo>
                  <a:pt x="121601" y="19418"/>
                </a:lnTo>
                <a:lnTo>
                  <a:pt x="121601" y="18115"/>
                </a:lnTo>
                <a:lnTo>
                  <a:pt x="147769" y="18115"/>
                </a:lnTo>
                <a:lnTo>
                  <a:pt x="147769" y="19418"/>
                </a:lnTo>
                <a:lnTo>
                  <a:pt x="156814" y="44164"/>
                </a:lnTo>
                <a:lnTo>
                  <a:pt x="134744" y="44164"/>
                </a:lnTo>
                <a:lnTo>
                  <a:pt x="117000" y="67498"/>
                </a:lnTo>
                <a:lnTo>
                  <a:pt x="90475" y="85813"/>
                </a:lnTo>
                <a:lnTo>
                  <a:pt x="58467" y="98845"/>
                </a:lnTo>
                <a:lnTo>
                  <a:pt x="24272" y="106327"/>
                </a:lnTo>
                <a:close/>
              </a:path>
              <a:path w="269875" h="279400">
                <a:moveTo>
                  <a:pt x="244979" y="106327"/>
                </a:moveTo>
                <a:lnTo>
                  <a:pt x="210788" y="98845"/>
                </a:lnTo>
                <a:lnTo>
                  <a:pt x="178805" y="85813"/>
                </a:lnTo>
                <a:lnTo>
                  <a:pt x="152351" y="67498"/>
                </a:lnTo>
                <a:lnTo>
                  <a:pt x="134744" y="44164"/>
                </a:lnTo>
                <a:lnTo>
                  <a:pt x="156814" y="44164"/>
                </a:lnTo>
                <a:lnTo>
                  <a:pt x="157224" y="45286"/>
                </a:lnTo>
                <a:lnTo>
                  <a:pt x="181943" y="66158"/>
                </a:lnTo>
                <a:lnTo>
                  <a:pt x="215920" y="81125"/>
                </a:lnTo>
                <a:lnTo>
                  <a:pt x="253149" y="89277"/>
                </a:lnTo>
                <a:lnTo>
                  <a:pt x="244979" y="106327"/>
                </a:lnTo>
                <a:close/>
              </a:path>
              <a:path w="269875" h="279400">
                <a:moveTo>
                  <a:pt x="269252" y="144335"/>
                </a:moveTo>
                <a:lnTo>
                  <a:pt x="0" y="144335"/>
                </a:lnTo>
                <a:lnTo>
                  <a:pt x="0" y="126456"/>
                </a:lnTo>
                <a:lnTo>
                  <a:pt x="269252" y="126456"/>
                </a:lnTo>
                <a:lnTo>
                  <a:pt x="269252" y="144335"/>
                </a:lnTo>
                <a:close/>
              </a:path>
              <a:path w="269875" h="279400">
                <a:moveTo>
                  <a:pt x="134507" y="279079"/>
                </a:moveTo>
                <a:lnTo>
                  <a:pt x="91859" y="275590"/>
                </a:lnTo>
                <a:lnTo>
                  <a:pt x="59912" y="265374"/>
                </a:lnTo>
                <a:lnTo>
                  <a:pt x="39865" y="248808"/>
                </a:lnTo>
                <a:lnTo>
                  <a:pt x="32916" y="226271"/>
                </a:lnTo>
                <a:lnTo>
                  <a:pt x="39865" y="203744"/>
                </a:lnTo>
                <a:lnTo>
                  <a:pt x="59912" y="187079"/>
                </a:lnTo>
                <a:lnTo>
                  <a:pt x="91859" y="176719"/>
                </a:lnTo>
                <a:lnTo>
                  <a:pt x="134507" y="173107"/>
                </a:lnTo>
                <a:lnTo>
                  <a:pt x="177002" y="176719"/>
                </a:lnTo>
                <a:lnTo>
                  <a:pt x="208851" y="187079"/>
                </a:lnTo>
                <a:lnTo>
                  <a:pt x="212690" y="190276"/>
                </a:lnTo>
                <a:lnTo>
                  <a:pt x="134507" y="190276"/>
                </a:lnTo>
                <a:lnTo>
                  <a:pt x="101137" y="192836"/>
                </a:lnTo>
                <a:lnTo>
                  <a:pt x="75882" y="199926"/>
                </a:lnTo>
                <a:lnTo>
                  <a:pt x="59929" y="211189"/>
                </a:lnTo>
                <a:lnTo>
                  <a:pt x="54466" y="226271"/>
                </a:lnTo>
                <a:lnTo>
                  <a:pt x="59929" y="241212"/>
                </a:lnTo>
                <a:lnTo>
                  <a:pt x="75882" y="252379"/>
                </a:lnTo>
                <a:lnTo>
                  <a:pt x="101137" y="259372"/>
                </a:lnTo>
                <a:lnTo>
                  <a:pt x="134507" y="261792"/>
                </a:lnTo>
                <a:lnTo>
                  <a:pt x="213178" y="261792"/>
                </a:lnTo>
                <a:lnTo>
                  <a:pt x="208851" y="265374"/>
                </a:lnTo>
                <a:lnTo>
                  <a:pt x="177002" y="275590"/>
                </a:lnTo>
                <a:lnTo>
                  <a:pt x="134507" y="279079"/>
                </a:lnTo>
                <a:close/>
              </a:path>
              <a:path w="269875" h="279400">
                <a:moveTo>
                  <a:pt x="213178" y="261792"/>
                </a:moveTo>
                <a:lnTo>
                  <a:pt x="134507" y="261792"/>
                </a:lnTo>
                <a:lnTo>
                  <a:pt x="167748" y="259372"/>
                </a:lnTo>
                <a:lnTo>
                  <a:pt x="192984" y="252379"/>
                </a:lnTo>
                <a:lnTo>
                  <a:pt x="209052" y="241212"/>
                </a:lnTo>
                <a:lnTo>
                  <a:pt x="214786" y="226271"/>
                </a:lnTo>
                <a:lnTo>
                  <a:pt x="209052" y="211189"/>
                </a:lnTo>
                <a:lnTo>
                  <a:pt x="192984" y="199926"/>
                </a:lnTo>
                <a:lnTo>
                  <a:pt x="167748" y="192836"/>
                </a:lnTo>
                <a:lnTo>
                  <a:pt x="134507" y="190276"/>
                </a:lnTo>
                <a:lnTo>
                  <a:pt x="212690" y="190276"/>
                </a:lnTo>
                <a:lnTo>
                  <a:pt x="228867" y="203744"/>
                </a:lnTo>
                <a:lnTo>
                  <a:pt x="235862" y="226271"/>
                </a:lnTo>
                <a:lnTo>
                  <a:pt x="228867" y="248808"/>
                </a:lnTo>
                <a:lnTo>
                  <a:pt x="213178" y="261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898814" y="6289165"/>
            <a:ext cx="274320" cy="295910"/>
          </a:xfrm>
          <a:custGeom>
            <a:avLst/>
            <a:gdLst/>
            <a:ahLst/>
            <a:cxnLst/>
            <a:rect l="l" t="t" r="r" b="b"/>
            <a:pathLst>
              <a:path w="274320" h="295909">
                <a:moveTo>
                  <a:pt x="223903" y="295419"/>
                </a:moveTo>
                <a:lnTo>
                  <a:pt x="202708" y="295419"/>
                </a:lnTo>
                <a:lnTo>
                  <a:pt x="202708" y="0"/>
                </a:lnTo>
                <a:lnTo>
                  <a:pt x="223903" y="0"/>
                </a:lnTo>
                <a:lnTo>
                  <a:pt x="223903" y="122430"/>
                </a:lnTo>
                <a:lnTo>
                  <a:pt x="273751" y="122430"/>
                </a:lnTo>
                <a:lnTo>
                  <a:pt x="273751" y="140427"/>
                </a:lnTo>
                <a:lnTo>
                  <a:pt x="223903" y="140427"/>
                </a:lnTo>
                <a:lnTo>
                  <a:pt x="223903" y="295419"/>
                </a:lnTo>
                <a:close/>
              </a:path>
              <a:path w="274320" h="295909">
                <a:moveTo>
                  <a:pt x="11840" y="237401"/>
                </a:moveTo>
                <a:lnTo>
                  <a:pt x="0" y="220824"/>
                </a:lnTo>
                <a:lnTo>
                  <a:pt x="42877" y="194964"/>
                </a:lnTo>
                <a:lnTo>
                  <a:pt x="77093" y="164466"/>
                </a:lnTo>
                <a:lnTo>
                  <a:pt x="102540" y="129835"/>
                </a:lnTo>
                <a:lnTo>
                  <a:pt x="119109" y="91579"/>
                </a:lnTo>
                <a:lnTo>
                  <a:pt x="126693" y="50203"/>
                </a:lnTo>
                <a:lnTo>
                  <a:pt x="13024" y="50203"/>
                </a:lnTo>
                <a:lnTo>
                  <a:pt x="13024" y="32206"/>
                </a:lnTo>
                <a:lnTo>
                  <a:pt x="148242" y="32206"/>
                </a:lnTo>
                <a:lnTo>
                  <a:pt x="143127" y="80599"/>
                </a:lnTo>
                <a:lnTo>
                  <a:pt x="127611" y="126429"/>
                </a:lnTo>
                <a:lnTo>
                  <a:pt x="101013" y="168582"/>
                </a:lnTo>
                <a:lnTo>
                  <a:pt x="62650" y="205944"/>
                </a:lnTo>
                <a:lnTo>
                  <a:pt x="11840" y="2374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059559" y="5808979"/>
            <a:ext cx="21590" cy="153670"/>
          </a:xfrm>
          <a:custGeom>
            <a:avLst/>
            <a:gdLst/>
            <a:ahLst/>
            <a:cxnLst/>
            <a:rect l="l" t="t" r="r" b="b"/>
            <a:pathLst>
              <a:path w="21589" h="153670">
                <a:moveTo>
                  <a:pt x="0" y="0"/>
                </a:moveTo>
                <a:lnTo>
                  <a:pt x="21194" y="0"/>
                </a:lnTo>
                <a:lnTo>
                  <a:pt x="21194" y="153670"/>
                </a:lnTo>
                <a:lnTo>
                  <a:pt x="0" y="153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059559" y="5875020"/>
            <a:ext cx="67310" cy="17780"/>
          </a:xfrm>
          <a:custGeom>
            <a:avLst/>
            <a:gdLst/>
            <a:ahLst/>
            <a:cxnLst/>
            <a:rect l="l" t="t" r="r" b="b"/>
            <a:pathLst>
              <a:path w="67310" h="17779">
                <a:moveTo>
                  <a:pt x="0" y="0"/>
                </a:moveTo>
                <a:lnTo>
                  <a:pt x="66898" y="0"/>
                </a:lnTo>
                <a:lnTo>
                  <a:pt x="6689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864546" y="5821679"/>
            <a:ext cx="20955" cy="44450"/>
          </a:xfrm>
          <a:custGeom>
            <a:avLst/>
            <a:gdLst/>
            <a:ahLst/>
            <a:cxnLst/>
            <a:rect l="l" t="t" r="r" b="b"/>
            <a:pathLst>
              <a:path w="20954" h="44450">
                <a:moveTo>
                  <a:pt x="0" y="0"/>
                </a:moveTo>
                <a:lnTo>
                  <a:pt x="20720" y="0"/>
                </a:lnTo>
                <a:lnTo>
                  <a:pt x="20720" y="44449"/>
                </a:lnTo>
                <a:lnTo>
                  <a:pt x="0" y="444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864546" y="5866129"/>
            <a:ext cx="135890" cy="17780"/>
          </a:xfrm>
          <a:custGeom>
            <a:avLst/>
            <a:gdLst/>
            <a:ahLst/>
            <a:cxnLst/>
            <a:rect l="l" t="t" r="r" b="b"/>
            <a:pathLst>
              <a:path w="135889" h="17779">
                <a:moveTo>
                  <a:pt x="0" y="0"/>
                </a:moveTo>
                <a:lnTo>
                  <a:pt x="135810" y="0"/>
                </a:lnTo>
                <a:lnTo>
                  <a:pt x="13581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864546" y="5883909"/>
            <a:ext cx="20955" cy="48260"/>
          </a:xfrm>
          <a:custGeom>
            <a:avLst/>
            <a:gdLst/>
            <a:ahLst/>
            <a:cxnLst/>
            <a:rect l="l" t="t" r="r" b="b"/>
            <a:pathLst>
              <a:path w="20954" h="48260">
                <a:moveTo>
                  <a:pt x="0" y="0"/>
                </a:moveTo>
                <a:lnTo>
                  <a:pt x="20720" y="0"/>
                </a:lnTo>
                <a:lnTo>
                  <a:pt x="20720" y="48259"/>
                </a:lnTo>
                <a:lnTo>
                  <a:pt x="0" y="482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864546" y="5932170"/>
            <a:ext cx="135890" cy="17780"/>
          </a:xfrm>
          <a:custGeom>
            <a:avLst/>
            <a:gdLst/>
            <a:ahLst/>
            <a:cxnLst/>
            <a:rect l="l" t="t" r="r" b="b"/>
            <a:pathLst>
              <a:path w="135889" h="17779">
                <a:moveTo>
                  <a:pt x="0" y="0"/>
                </a:moveTo>
                <a:lnTo>
                  <a:pt x="135810" y="0"/>
                </a:lnTo>
                <a:lnTo>
                  <a:pt x="135810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979517" y="5821390"/>
            <a:ext cx="20955" cy="45085"/>
          </a:xfrm>
          <a:custGeom>
            <a:avLst/>
            <a:gdLst/>
            <a:ahLst/>
            <a:cxnLst/>
            <a:rect l="l" t="t" r="r" b="b"/>
            <a:pathLst>
              <a:path w="20954" h="45085">
                <a:moveTo>
                  <a:pt x="20839" y="44993"/>
                </a:moveTo>
                <a:lnTo>
                  <a:pt x="0" y="44993"/>
                </a:lnTo>
                <a:lnTo>
                  <a:pt x="0" y="0"/>
                </a:lnTo>
                <a:lnTo>
                  <a:pt x="20839" y="0"/>
                </a:lnTo>
                <a:lnTo>
                  <a:pt x="20839" y="449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979517" y="5883435"/>
            <a:ext cx="20955" cy="48895"/>
          </a:xfrm>
          <a:custGeom>
            <a:avLst/>
            <a:gdLst/>
            <a:ahLst/>
            <a:cxnLst/>
            <a:rect l="l" t="t" r="r" b="b"/>
            <a:pathLst>
              <a:path w="20954" h="48895">
                <a:moveTo>
                  <a:pt x="20839" y="48901"/>
                </a:moveTo>
                <a:lnTo>
                  <a:pt x="0" y="48901"/>
                </a:lnTo>
                <a:lnTo>
                  <a:pt x="0" y="0"/>
                </a:lnTo>
                <a:lnTo>
                  <a:pt x="20839" y="0"/>
                </a:lnTo>
                <a:lnTo>
                  <a:pt x="20839" y="489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94621" y="5977890"/>
            <a:ext cx="186690" cy="16510"/>
          </a:xfrm>
          <a:custGeom>
            <a:avLst/>
            <a:gdLst/>
            <a:ahLst/>
            <a:cxnLst/>
            <a:rect l="l" t="t" r="r" b="b"/>
            <a:pathLst>
              <a:path w="186689" h="16510">
                <a:moveTo>
                  <a:pt x="0" y="0"/>
                </a:moveTo>
                <a:lnTo>
                  <a:pt x="186132" y="0"/>
                </a:lnTo>
                <a:lnTo>
                  <a:pt x="186132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059796" y="5994400"/>
            <a:ext cx="20955" cy="35560"/>
          </a:xfrm>
          <a:custGeom>
            <a:avLst/>
            <a:gdLst/>
            <a:ahLst/>
            <a:cxnLst/>
            <a:rect l="l" t="t" r="r" b="b"/>
            <a:pathLst>
              <a:path w="20954" h="35560">
                <a:moveTo>
                  <a:pt x="0" y="0"/>
                </a:moveTo>
                <a:lnTo>
                  <a:pt x="20957" y="0"/>
                </a:lnTo>
                <a:lnTo>
                  <a:pt x="20957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895331" y="6029959"/>
            <a:ext cx="185420" cy="16510"/>
          </a:xfrm>
          <a:custGeom>
            <a:avLst/>
            <a:gdLst/>
            <a:ahLst/>
            <a:cxnLst/>
            <a:rect l="l" t="t" r="r" b="b"/>
            <a:pathLst>
              <a:path w="185420" h="16510">
                <a:moveTo>
                  <a:pt x="0" y="0"/>
                </a:moveTo>
                <a:lnTo>
                  <a:pt x="185421" y="0"/>
                </a:lnTo>
                <a:lnTo>
                  <a:pt x="18542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895331" y="6046470"/>
            <a:ext cx="20955" cy="36830"/>
          </a:xfrm>
          <a:custGeom>
            <a:avLst/>
            <a:gdLst/>
            <a:ahLst/>
            <a:cxnLst/>
            <a:rect l="l" t="t" r="r" b="b"/>
            <a:pathLst>
              <a:path w="20954" h="36829">
                <a:moveTo>
                  <a:pt x="0" y="0"/>
                </a:moveTo>
                <a:lnTo>
                  <a:pt x="20720" y="0"/>
                </a:lnTo>
                <a:lnTo>
                  <a:pt x="20720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895331" y="6083300"/>
            <a:ext cx="197485" cy="17780"/>
          </a:xfrm>
          <a:custGeom>
            <a:avLst/>
            <a:gdLst/>
            <a:ahLst/>
            <a:cxnLst/>
            <a:rect l="l" t="t" r="r" b="b"/>
            <a:pathLst>
              <a:path w="197485" h="17779">
                <a:moveTo>
                  <a:pt x="0" y="0"/>
                </a:moveTo>
                <a:lnTo>
                  <a:pt x="196907" y="0"/>
                </a:lnTo>
                <a:lnTo>
                  <a:pt x="196907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135120" y="5809550"/>
            <a:ext cx="250190" cy="294640"/>
          </a:xfrm>
          <a:custGeom>
            <a:avLst/>
            <a:gdLst/>
            <a:ahLst/>
            <a:cxnLst/>
            <a:rect l="l" t="t" r="r" b="b"/>
            <a:pathLst>
              <a:path w="250189" h="294639">
                <a:moveTo>
                  <a:pt x="248176" y="81699"/>
                </a:moveTo>
                <a:lnTo>
                  <a:pt x="228165" y="81699"/>
                </a:lnTo>
                <a:lnTo>
                  <a:pt x="228165" y="0"/>
                </a:lnTo>
                <a:lnTo>
                  <a:pt x="248176" y="0"/>
                </a:lnTo>
                <a:lnTo>
                  <a:pt x="248176" y="81699"/>
                </a:lnTo>
                <a:close/>
              </a:path>
              <a:path w="250189" h="294639">
                <a:moveTo>
                  <a:pt x="184000" y="173462"/>
                </a:moveTo>
                <a:lnTo>
                  <a:pt x="163872" y="173462"/>
                </a:lnTo>
                <a:lnTo>
                  <a:pt x="163872" y="5683"/>
                </a:lnTo>
                <a:lnTo>
                  <a:pt x="184000" y="5683"/>
                </a:lnTo>
                <a:lnTo>
                  <a:pt x="184000" y="81699"/>
                </a:lnTo>
                <a:lnTo>
                  <a:pt x="248176" y="81699"/>
                </a:lnTo>
                <a:lnTo>
                  <a:pt x="248176" y="99459"/>
                </a:lnTo>
                <a:lnTo>
                  <a:pt x="184000" y="99459"/>
                </a:lnTo>
                <a:lnTo>
                  <a:pt x="184000" y="173462"/>
                </a:lnTo>
                <a:close/>
              </a:path>
              <a:path w="250189" h="294639">
                <a:moveTo>
                  <a:pt x="248176" y="182935"/>
                </a:moveTo>
                <a:lnTo>
                  <a:pt x="228165" y="182935"/>
                </a:lnTo>
                <a:lnTo>
                  <a:pt x="228165" y="99459"/>
                </a:lnTo>
                <a:lnTo>
                  <a:pt x="248176" y="99459"/>
                </a:lnTo>
                <a:lnTo>
                  <a:pt x="248176" y="182935"/>
                </a:lnTo>
                <a:close/>
              </a:path>
              <a:path w="250189" h="294639">
                <a:moveTo>
                  <a:pt x="11722" y="165174"/>
                </a:moveTo>
                <a:lnTo>
                  <a:pt x="0" y="148716"/>
                </a:lnTo>
                <a:lnTo>
                  <a:pt x="26111" y="132498"/>
                </a:lnTo>
                <a:lnTo>
                  <a:pt x="46385" y="110619"/>
                </a:lnTo>
                <a:lnTo>
                  <a:pt x="59509" y="85676"/>
                </a:lnTo>
                <a:lnTo>
                  <a:pt x="64175" y="60267"/>
                </a:lnTo>
                <a:lnTo>
                  <a:pt x="64175" y="18352"/>
                </a:lnTo>
                <a:lnTo>
                  <a:pt x="84422" y="18352"/>
                </a:lnTo>
                <a:lnTo>
                  <a:pt x="84422" y="60267"/>
                </a:lnTo>
                <a:lnTo>
                  <a:pt x="88896" y="84855"/>
                </a:lnTo>
                <a:lnTo>
                  <a:pt x="95526" y="96855"/>
                </a:lnTo>
                <a:lnTo>
                  <a:pt x="74476" y="96855"/>
                </a:lnTo>
                <a:lnTo>
                  <a:pt x="64288" y="117936"/>
                </a:lnTo>
                <a:lnTo>
                  <a:pt x="50159" y="137009"/>
                </a:lnTo>
                <a:lnTo>
                  <a:pt x="32500" y="153084"/>
                </a:lnTo>
                <a:lnTo>
                  <a:pt x="11722" y="165174"/>
                </a:lnTo>
                <a:close/>
              </a:path>
              <a:path w="250189" h="294639">
                <a:moveTo>
                  <a:pt x="135691" y="157359"/>
                </a:moveTo>
                <a:lnTo>
                  <a:pt x="115237" y="146856"/>
                </a:lnTo>
                <a:lnTo>
                  <a:pt x="97979" y="132835"/>
                </a:lnTo>
                <a:lnTo>
                  <a:pt x="84274" y="115949"/>
                </a:lnTo>
                <a:lnTo>
                  <a:pt x="74476" y="96855"/>
                </a:lnTo>
                <a:lnTo>
                  <a:pt x="95526" y="96855"/>
                </a:lnTo>
                <a:lnTo>
                  <a:pt x="101561" y="107777"/>
                </a:lnTo>
                <a:lnTo>
                  <a:pt x="121287" y="127103"/>
                </a:lnTo>
                <a:lnTo>
                  <a:pt x="146940" y="140901"/>
                </a:lnTo>
                <a:lnTo>
                  <a:pt x="135691" y="157359"/>
                </a:lnTo>
                <a:close/>
              </a:path>
              <a:path w="250189" h="294639">
                <a:moveTo>
                  <a:pt x="151676" y="294235"/>
                </a:moveTo>
                <a:lnTo>
                  <a:pt x="110480" y="290744"/>
                </a:lnTo>
                <a:lnTo>
                  <a:pt x="79553" y="280604"/>
                </a:lnTo>
                <a:lnTo>
                  <a:pt x="60147" y="264314"/>
                </a:lnTo>
                <a:lnTo>
                  <a:pt x="53518" y="242374"/>
                </a:lnTo>
                <a:lnTo>
                  <a:pt x="60147" y="220295"/>
                </a:lnTo>
                <a:lnTo>
                  <a:pt x="79553" y="203922"/>
                </a:lnTo>
                <a:lnTo>
                  <a:pt x="110480" y="193721"/>
                </a:lnTo>
                <a:lnTo>
                  <a:pt x="151676" y="190157"/>
                </a:lnTo>
                <a:lnTo>
                  <a:pt x="192657" y="193721"/>
                </a:lnTo>
                <a:lnTo>
                  <a:pt x="223592" y="203922"/>
                </a:lnTo>
                <a:lnTo>
                  <a:pt x="227373" y="207089"/>
                </a:lnTo>
                <a:lnTo>
                  <a:pt x="151676" y="207089"/>
                </a:lnTo>
                <a:lnTo>
                  <a:pt x="119529" y="209522"/>
                </a:lnTo>
                <a:lnTo>
                  <a:pt x="95108" y="216517"/>
                </a:lnTo>
                <a:lnTo>
                  <a:pt x="79612" y="227620"/>
                </a:lnTo>
                <a:lnTo>
                  <a:pt x="74239" y="242374"/>
                </a:lnTo>
                <a:lnTo>
                  <a:pt x="79612" y="257006"/>
                </a:lnTo>
                <a:lnTo>
                  <a:pt x="95108" y="268053"/>
                </a:lnTo>
                <a:lnTo>
                  <a:pt x="119529" y="274993"/>
                </a:lnTo>
                <a:lnTo>
                  <a:pt x="151676" y="277303"/>
                </a:lnTo>
                <a:lnTo>
                  <a:pt x="227552" y="277303"/>
                </a:lnTo>
                <a:lnTo>
                  <a:pt x="223592" y="280604"/>
                </a:lnTo>
                <a:lnTo>
                  <a:pt x="192657" y="290744"/>
                </a:lnTo>
                <a:lnTo>
                  <a:pt x="151676" y="294235"/>
                </a:lnTo>
                <a:close/>
              </a:path>
              <a:path w="250189" h="294639">
                <a:moveTo>
                  <a:pt x="227552" y="277303"/>
                </a:moveTo>
                <a:lnTo>
                  <a:pt x="151676" y="277303"/>
                </a:lnTo>
                <a:lnTo>
                  <a:pt x="183571" y="274993"/>
                </a:lnTo>
                <a:lnTo>
                  <a:pt x="207918" y="268053"/>
                </a:lnTo>
                <a:lnTo>
                  <a:pt x="223474" y="257006"/>
                </a:lnTo>
                <a:lnTo>
                  <a:pt x="228994" y="242374"/>
                </a:lnTo>
                <a:lnTo>
                  <a:pt x="223474" y="227620"/>
                </a:lnTo>
                <a:lnTo>
                  <a:pt x="207918" y="216517"/>
                </a:lnTo>
                <a:lnTo>
                  <a:pt x="183571" y="209522"/>
                </a:lnTo>
                <a:lnTo>
                  <a:pt x="151676" y="207089"/>
                </a:lnTo>
                <a:lnTo>
                  <a:pt x="227373" y="207089"/>
                </a:lnTo>
                <a:lnTo>
                  <a:pt x="243138" y="220295"/>
                </a:lnTo>
                <a:lnTo>
                  <a:pt x="249952" y="242374"/>
                </a:lnTo>
                <a:lnTo>
                  <a:pt x="243138" y="264314"/>
                </a:lnTo>
                <a:lnTo>
                  <a:pt x="227552" y="277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417297" y="5809550"/>
            <a:ext cx="274955" cy="288290"/>
          </a:xfrm>
          <a:custGeom>
            <a:avLst/>
            <a:gdLst/>
            <a:ahLst/>
            <a:cxnLst/>
            <a:rect l="l" t="t" r="r" b="b"/>
            <a:pathLst>
              <a:path w="274954" h="288289">
                <a:moveTo>
                  <a:pt x="98631" y="37771"/>
                </a:moveTo>
                <a:lnTo>
                  <a:pt x="77673" y="37771"/>
                </a:lnTo>
                <a:lnTo>
                  <a:pt x="77673" y="0"/>
                </a:lnTo>
                <a:lnTo>
                  <a:pt x="98631" y="0"/>
                </a:lnTo>
                <a:lnTo>
                  <a:pt x="98631" y="37771"/>
                </a:lnTo>
                <a:close/>
              </a:path>
              <a:path w="274954" h="288289">
                <a:moveTo>
                  <a:pt x="176186" y="55413"/>
                </a:moveTo>
                <a:lnTo>
                  <a:pt x="0" y="55413"/>
                </a:lnTo>
                <a:lnTo>
                  <a:pt x="0" y="37771"/>
                </a:lnTo>
                <a:lnTo>
                  <a:pt x="176186" y="37771"/>
                </a:lnTo>
                <a:lnTo>
                  <a:pt x="176186" y="55413"/>
                </a:lnTo>
                <a:close/>
              </a:path>
              <a:path w="274954" h="288289">
                <a:moveTo>
                  <a:pt x="228994" y="221653"/>
                </a:moveTo>
                <a:lnTo>
                  <a:pt x="207800" y="221653"/>
                </a:lnTo>
                <a:lnTo>
                  <a:pt x="207800" y="0"/>
                </a:lnTo>
                <a:lnTo>
                  <a:pt x="228994" y="0"/>
                </a:lnTo>
                <a:lnTo>
                  <a:pt x="228994" y="99459"/>
                </a:lnTo>
                <a:lnTo>
                  <a:pt x="274698" y="99459"/>
                </a:lnTo>
                <a:lnTo>
                  <a:pt x="274698" y="117575"/>
                </a:lnTo>
                <a:lnTo>
                  <a:pt x="228994" y="117575"/>
                </a:lnTo>
                <a:lnTo>
                  <a:pt x="228994" y="221653"/>
                </a:lnTo>
                <a:close/>
              </a:path>
              <a:path w="274954" h="288289">
                <a:moveTo>
                  <a:pt x="88093" y="182106"/>
                </a:moveTo>
                <a:lnTo>
                  <a:pt x="59100" y="178298"/>
                </a:lnTo>
                <a:lnTo>
                  <a:pt x="36779" y="167453"/>
                </a:lnTo>
                <a:lnTo>
                  <a:pt x="22472" y="150436"/>
                </a:lnTo>
                <a:lnTo>
                  <a:pt x="17523" y="128113"/>
                </a:lnTo>
                <a:lnTo>
                  <a:pt x="22472" y="105548"/>
                </a:lnTo>
                <a:lnTo>
                  <a:pt x="36779" y="88344"/>
                </a:lnTo>
                <a:lnTo>
                  <a:pt x="59100" y="77379"/>
                </a:lnTo>
                <a:lnTo>
                  <a:pt x="88093" y="73529"/>
                </a:lnTo>
                <a:lnTo>
                  <a:pt x="116698" y="77379"/>
                </a:lnTo>
                <a:lnTo>
                  <a:pt x="138888" y="88344"/>
                </a:lnTo>
                <a:lnTo>
                  <a:pt x="140657" y="90461"/>
                </a:lnTo>
                <a:lnTo>
                  <a:pt x="88093" y="90461"/>
                </a:lnTo>
                <a:lnTo>
                  <a:pt x="67272" y="93180"/>
                </a:lnTo>
                <a:lnTo>
                  <a:pt x="51269" y="100851"/>
                </a:lnTo>
                <a:lnTo>
                  <a:pt x="41038" y="112739"/>
                </a:lnTo>
                <a:lnTo>
                  <a:pt x="37534" y="128113"/>
                </a:lnTo>
                <a:lnTo>
                  <a:pt x="41038" y="143241"/>
                </a:lnTo>
                <a:lnTo>
                  <a:pt x="51269" y="154917"/>
                </a:lnTo>
                <a:lnTo>
                  <a:pt x="67272" y="162397"/>
                </a:lnTo>
                <a:lnTo>
                  <a:pt x="88093" y="164937"/>
                </a:lnTo>
                <a:lnTo>
                  <a:pt x="141014" y="164937"/>
                </a:lnTo>
                <a:lnTo>
                  <a:pt x="138888" y="167453"/>
                </a:lnTo>
                <a:lnTo>
                  <a:pt x="116698" y="178298"/>
                </a:lnTo>
                <a:lnTo>
                  <a:pt x="88093" y="182106"/>
                </a:lnTo>
                <a:close/>
              </a:path>
              <a:path w="274954" h="288289">
                <a:moveTo>
                  <a:pt x="141014" y="164937"/>
                </a:moveTo>
                <a:lnTo>
                  <a:pt x="88093" y="164937"/>
                </a:lnTo>
                <a:lnTo>
                  <a:pt x="108578" y="162397"/>
                </a:lnTo>
                <a:lnTo>
                  <a:pt x="124458" y="154917"/>
                </a:lnTo>
                <a:lnTo>
                  <a:pt x="134764" y="143241"/>
                </a:lnTo>
                <a:lnTo>
                  <a:pt x="138533" y="128113"/>
                </a:lnTo>
                <a:lnTo>
                  <a:pt x="134764" y="112739"/>
                </a:lnTo>
                <a:lnTo>
                  <a:pt x="124458" y="100851"/>
                </a:lnTo>
                <a:lnTo>
                  <a:pt x="108578" y="93180"/>
                </a:lnTo>
                <a:lnTo>
                  <a:pt x="88093" y="90461"/>
                </a:lnTo>
                <a:lnTo>
                  <a:pt x="140657" y="90461"/>
                </a:lnTo>
                <a:lnTo>
                  <a:pt x="153263" y="105548"/>
                </a:lnTo>
                <a:lnTo>
                  <a:pt x="158425" y="128113"/>
                </a:lnTo>
                <a:lnTo>
                  <a:pt x="153263" y="150436"/>
                </a:lnTo>
                <a:lnTo>
                  <a:pt x="141014" y="164937"/>
                </a:lnTo>
                <a:close/>
              </a:path>
              <a:path w="274954" h="288289">
                <a:moveTo>
                  <a:pt x="243440" y="288078"/>
                </a:moveTo>
                <a:lnTo>
                  <a:pt x="46059" y="288078"/>
                </a:lnTo>
                <a:lnTo>
                  <a:pt x="46059" y="203419"/>
                </a:lnTo>
                <a:lnTo>
                  <a:pt x="66898" y="203419"/>
                </a:lnTo>
                <a:lnTo>
                  <a:pt x="66898" y="270199"/>
                </a:lnTo>
                <a:lnTo>
                  <a:pt x="243440" y="270199"/>
                </a:lnTo>
                <a:lnTo>
                  <a:pt x="243440" y="288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768069" y="5824706"/>
            <a:ext cx="269875" cy="279400"/>
          </a:xfrm>
          <a:custGeom>
            <a:avLst/>
            <a:gdLst/>
            <a:ahLst/>
            <a:cxnLst/>
            <a:rect l="l" t="t" r="r" b="b"/>
            <a:pathLst>
              <a:path w="269875" h="279400">
                <a:moveTo>
                  <a:pt x="245097" y="18115"/>
                </a:moveTo>
                <a:lnTo>
                  <a:pt x="24746" y="18115"/>
                </a:lnTo>
                <a:lnTo>
                  <a:pt x="24746" y="0"/>
                </a:lnTo>
                <a:lnTo>
                  <a:pt x="245097" y="0"/>
                </a:lnTo>
                <a:lnTo>
                  <a:pt x="245097" y="18115"/>
                </a:lnTo>
                <a:close/>
              </a:path>
              <a:path w="269875" h="279400">
                <a:moveTo>
                  <a:pt x="24272" y="106327"/>
                </a:moveTo>
                <a:lnTo>
                  <a:pt x="16458" y="89277"/>
                </a:lnTo>
                <a:lnTo>
                  <a:pt x="53250" y="81159"/>
                </a:lnTo>
                <a:lnTo>
                  <a:pt x="87101" y="66247"/>
                </a:lnTo>
                <a:lnTo>
                  <a:pt x="111916" y="45386"/>
                </a:lnTo>
                <a:lnTo>
                  <a:pt x="121601" y="19418"/>
                </a:lnTo>
                <a:lnTo>
                  <a:pt x="121601" y="18115"/>
                </a:lnTo>
                <a:lnTo>
                  <a:pt x="147769" y="18115"/>
                </a:lnTo>
                <a:lnTo>
                  <a:pt x="147769" y="19418"/>
                </a:lnTo>
                <a:lnTo>
                  <a:pt x="156814" y="44164"/>
                </a:lnTo>
                <a:lnTo>
                  <a:pt x="134744" y="44164"/>
                </a:lnTo>
                <a:lnTo>
                  <a:pt x="117000" y="67498"/>
                </a:lnTo>
                <a:lnTo>
                  <a:pt x="90475" y="85813"/>
                </a:lnTo>
                <a:lnTo>
                  <a:pt x="58467" y="98845"/>
                </a:lnTo>
                <a:lnTo>
                  <a:pt x="24272" y="106327"/>
                </a:lnTo>
                <a:close/>
              </a:path>
              <a:path w="269875" h="279400">
                <a:moveTo>
                  <a:pt x="244979" y="106327"/>
                </a:moveTo>
                <a:lnTo>
                  <a:pt x="210788" y="98845"/>
                </a:lnTo>
                <a:lnTo>
                  <a:pt x="178805" y="85813"/>
                </a:lnTo>
                <a:lnTo>
                  <a:pt x="152351" y="67498"/>
                </a:lnTo>
                <a:lnTo>
                  <a:pt x="134744" y="44164"/>
                </a:lnTo>
                <a:lnTo>
                  <a:pt x="156814" y="44164"/>
                </a:lnTo>
                <a:lnTo>
                  <a:pt x="157224" y="45286"/>
                </a:lnTo>
                <a:lnTo>
                  <a:pt x="181943" y="66158"/>
                </a:lnTo>
                <a:lnTo>
                  <a:pt x="215920" y="81125"/>
                </a:lnTo>
                <a:lnTo>
                  <a:pt x="253149" y="89277"/>
                </a:lnTo>
                <a:lnTo>
                  <a:pt x="244979" y="106327"/>
                </a:lnTo>
                <a:close/>
              </a:path>
              <a:path w="269875" h="279400">
                <a:moveTo>
                  <a:pt x="269252" y="144335"/>
                </a:moveTo>
                <a:lnTo>
                  <a:pt x="0" y="144335"/>
                </a:lnTo>
                <a:lnTo>
                  <a:pt x="0" y="126456"/>
                </a:lnTo>
                <a:lnTo>
                  <a:pt x="269252" y="126456"/>
                </a:lnTo>
                <a:lnTo>
                  <a:pt x="269252" y="144335"/>
                </a:lnTo>
                <a:close/>
              </a:path>
              <a:path w="269875" h="279400">
                <a:moveTo>
                  <a:pt x="134507" y="279079"/>
                </a:moveTo>
                <a:lnTo>
                  <a:pt x="91859" y="275590"/>
                </a:lnTo>
                <a:lnTo>
                  <a:pt x="59912" y="265374"/>
                </a:lnTo>
                <a:lnTo>
                  <a:pt x="39865" y="248808"/>
                </a:lnTo>
                <a:lnTo>
                  <a:pt x="32916" y="226271"/>
                </a:lnTo>
                <a:lnTo>
                  <a:pt x="39865" y="203744"/>
                </a:lnTo>
                <a:lnTo>
                  <a:pt x="59912" y="187079"/>
                </a:lnTo>
                <a:lnTo>
                  <a:pt x="91859" y="176719"/>
                </a:lnTo>
                <a:lnTo>
                  <a:pt x="134507" y="173107"/>
                </a:lnTo>
                <a:lnTo>
                  <a:pt x="177002" y="176719"/>
                </a:lnTo>
                <a:lnTo>
                  <a:pt x="208851" y="187079"/>
                </a:lnTo>
                <a:lnTo>
                  <a:pt x="212690" y="190276"/>
                </a:lnTo>
                <a:lnTo>
                  <a:pt x="134507" y="190276"/>
                </a:lnTo>
                <a:lnTo>
                  <a:pt x="101137" y="192836"/>
                </a:lnTo>
                <a:lnTo>
                  <a:pt x="75882" y="199926"/>
                </a:lnTo>
                <a:lnTo>
                  <a:pt x="59929" y="211189"/>
                </a:lnTo>
                <a:lnTo>
                  <a:pt x="54466" y="226271"/>
                </a:lnTo>
                <a:lnTo>
                  <a:pt x="59929" y="241212"/>
                </a:lnTo>
                <a:lnTo>
                  <a:pt x="75882" y="252379"/>
                </a:lnTo>
                <a:lnTo>
                  <a:pt x="101137" y="259372"/>
                </a:lnTo>
                <a:lnTo>
                  <a:pt x="134507" y="261792"/>
                </a:lnTo>
                <a:lnTo>
                  <a:pt x="213178" y="261792"/>
                </a:lnTo>
                <a:lnTo>
                  <a:pt x="208851" y="265374"/>
                </a:lnTo>
                <a:lnTo>
                  <a:pt x="177002" y="275590"/>
                </a:lnTo>
                <a:lnTo>
                  <a:pt x="134507" y="279079"/>
                </a:lnTo>
                <a:close/>
              </a:path>
              <a:path w="269875" h="279400">
                <a:moveTo>
                  <a:pt x="213178" y="261792"/>
                </a:moveTo>
                <a:lnTo>
                  <a:pt x="134507" y="261792"/>
                </a:lnTo>
                <a:lnTo>
                  <a:pt x="167748" y="259372"/>
                </a:lnTo>
                <a:lnTo>
                  <a:pt x="192984" y="252379"/>
                </a:lnTo>
                <a:lnTo>
                  <a:pt x="209052" y="241212"/>
                </a:lnTo>
                <a:lnTo>
                  <a:pt x="214786" y="226271"/>
                </a:lnTo>
                <a:lnTo>
                  <a:pt x="209052" y="211189"/>
                </a:lnTo>
                <a:lnTo>
                  <a:pt x="192984" y="199926"/>
                </a:lnTo>
                <a:lnTo>
                  <a:pt x="167748" y="192836"/>
                </a:lnTo>
                <a:lnTo>
                  <a:pt x="134507" y="190276"/>
                </a:lnTo>
                <a:lnTo>
                  <a:pt x="212690" y="190276"/>
                </a:lnTo>
                <a:lnTo>
                  <a:pt x="228867" y="203744"/>
                </a:lnTo>
                <a:lnTo>
                  <a:pt x="235862" y="226271"/>
                </a:lnTo>
                <a:lnTo>
                  <a:pt x="228867" y="248808"/>
                </a:lnTo>
                <a:lnTo>
                  <a:pt x="213178" y="261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055575" y="5809195"/>
            <a:ext cx="238760" cy="295910"/>
          </a:xfrm>
          <a:custGeom>
            <a:avLst/>
            <a:gdLst/>
            <a:ahLst/>
            <a:cxnLst/>
            <a:rect l="l" t="t" r="r" b="b"/>
            <a:pathLst>
              <a:path w="238759" h="295910">
                <a:moveTo>
                  <a:pt x="238230" y="295538"/>
                </a:moveTo>
                <a:lnTo>
                  <a:pt x="217154" y="295538"/>
                </a:lnTo>
                <a:lnTo>
                  <a:pt x="217154" y="0"/>
                </a:lnTo>
                <a:lnTo>
                  <a:pt x="238230" y="0"/>
                </a:lnTo>
                <a:lnTo>
                  <a:pt x="238230" y="295538"/>
                </a:lnTo>
                <a:close/>
              </a:path>
              <a:path w="238759" h="295910">
                <a:moveTo>
                  <a:pt x="11603" y="238348"/>
                </a:moveTo>
                <a:lnTo>
                  <a:pt x="0" y="220824"/>
                </a:lnTo>
                <a:lnTo>
                  <a:pt x="44128" y="195144"/>
                </a:lnTo>
                <a:lnTo>
                  <a:pt x="79175" y="164740"/>
                </a:lnTo>
                <a:lnTo>
                  <a:pt x="105123" y="130091"/>
                </a:lnTo>
                <a:lnTo>
                  <a:pt x="121954" y="91674"/>
                </a:lnTo>
                <a:lnTo>
                  <a:pt x="129653" y="49966"/>
                </a:lnTo>
                <a:lnTo>
                  <a:pt x="12906" y="49966"/>
                </a:lnTo>
                <a:lnTo>
                  <a:pt x="12906" y="32561"/>
                </a:lnTo>
                <a:lnTo>
                  <a:pt x="150965" y="32561"/>
                </a:lnTo>
                <a:lnTo>
                  <a:pt x="145747" y="81459"/>
                </a:lnTo>
                <a:lnTo>
                  <a:pt x="129821" y="127470"/>
                </a:lnTo>
                <a:lnTo>
                  <a:pt x="102568" y="169611"/>
                </a:lnTo>
                <a:lnTo>
                  <a:pt x="63369" y="206898"/>
                </a:lnTo>
                <a:lnTo>
                  <a:pt x="11603" y="238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402821" y="5817128"/>
            <a:ext cx="269875" cy="287655"/>
          </a:xfrm>
          <a:custGeom>
            <a:avLst/>
            <a:gdLst/>
            <a:ahLst/>
            <a:cxnLst/>
            <a:rect l="l" t="t" r="r" b="b"/>
            <a:pathLst>
              <a:path w="269875" h="287654">
                <a:moveTo>
                  <a:pt x="134389" y="110945"/>
                </a:moveTo>
                <a:lnTo>
                  <a:pt x="91277" y="107267"/>
                </a:lnTo>
                <a:lnTo>
                  <a:pt x="58654" y="96440"/>
                </a:lnTo>
                <a:lnTo>
                  <a:pt x="37998" y="79042"/>
                </a:lnTo>
                <a:lnTo>
                  <a:pt x="30785" y="55650"/>
                </a:lnTo>
                <a:lnTo>
                  <a:pt x="37998" y="32268"/>
                </a:lnTo>
                <a:lnTo>
                  <a:pt x="58654" y="14770"/>
                </a:lnTo>
                <a:lnTo>
                  <a:pt x="91277" y="3800"/>
                </a:lnTo>
                <a:lnTo>
                  <a:pt x="134389" y="0"/>
                </a:lnTo>
                <a:lnTo>
                  <a:pt x="177483" y="3800"/>
                </a:lnTo>
                <a:lnTo>
                  <a:pt x="210064" y="14770"/>
                </a:lnTo>
                <a:lnTo>
                  <a:pt x="213168" y="17405"/>
                </a:lnTo>
                <a:lnTo>
                  <a:pt x="134389" y="17405"/>
                </a:lnTo>
                <a:lnTo>
                  <a:pt x="100542" y="20001"/>
                </a:lnTo>
                <a:lnTo>
                  <a:pt x="74698" y="27603"/>
                </a:lnTo>
                <a:lnTo>
                  <a:pt x="58245" y="39667"/>
                </a:lnTo>
                <a:lnTo>
                  <a:pt x="52571" y="55650"/>
                </a:lnTo>
                <a:lnTo>
                  <a:pt x="58245" y="71568"/>
                </a:lnTo>
                <a:lnTo>
                  <a:pt x="74698" y="83623"/>
                </a:lnTo>
                <a:lnTo>
                  <a:pt x="100542" y="91282"/>
                </a:lnTo>
                <a:lnTo>
                  <a:pt x="134389" y="94013"/>
                </a:lnTo>
                <a:lnTo>
                  <a:pt x="212940" y="94013"/>
                </a:lnTo>
                <a:lnTo>
                  <a:pt x="210064" y="96440"/>
                </a:lnTo>
                <a:lnTo>
                  <a:pt x="177483" y="107267"/>
                </a:lnTo>
                <a:lnTo>
                  <a:pt x="134389" y="110945"/>
                </a:lnTo>
                <a:close/>
              </a:path>
              <a:path w="269875" h="287654">
                <a:moveTo>
                  <a:pt x="212940" y="94013"/>
                </a:moveTo>
                <a:lnTo>
                  <a:pt x="134389" y="94013"/>
                </a:lnTo>
                <a:lnTo>
                  <a:pt x="168140" y="91282"/>
                </a:lnTo>
                <a:lnTo>
                  <a:pt x="194020" y="83623"/>
                </a:lnTo>
                <a:lnTo>
                  <a:pt x="210599" y="71568"/>
                </a:lnTo>
                <a:lnTo>
                  <a:pt x="216443" y="55650"/>
                </a:lnTo>
                <a:lnTo>
                  <a:pt x="210599" y="39667"/>
                </a:lnTo>
                <a:lnTo>
                  <a:pt x="194020" y="27603"/>
                </a:lnTo>
                <a:lnTo>
                  <a:pt x="168140" y="20001"/>
                </a:lnTo>
                <a:lnTo>
                  <a:pt x="134389" y="17405"/>
                </a:lnTo>
                <a:lnTo>
                  <a:pt x="213168" y="17405"/>
                </a:lnTo>
                <a:lnTo>
                  <a:pt x="230680" y="32268"/>
                </a:lnTo>
                <a:lnTo>
                  <a:pt x="237875" y="55650"/>
                </a:lnTo>
                <a:lnTo>
                  <a:pt x="230680" y="79042"/>
                </a:lnTo>
                <a:lnTo>
                  <a:pt x="212940" y="94013"/>
                </a:lnTo>
                <a:close/>
              </a:path>
              <a:path w="269875" h="287654">
                <a:moveTo>
                  <a:pt x="269252" y="155228"/>
                </a:moveTo>
                <a:lnTo>
                  <a:pt x="0" y="155228"/>
                </a:lnTo>
                <a:lnTo>
                  <a:pt x="0" y="137704"/>
                </a:lnTo>
                <a:lnTo>
                  <a:pt x="269252" y="137704"/>
                </a:lnTo>
                <a:lnTo>
                  <a:pt x="269252" y="155228"/>
                </a:lnTo>
                <a:close/>
              </a:path>
              <a:path w="269875" h="287654">
                <a:moveTo>
                  <a:pt x="134507" y="287486"/>
                </a:moveTo>
                <a:lnTo>
                  <a:pt x="91759" y="284036"/>
                </a:lnTo>
                <a:lnTo>
                  <a:pt x="59823" y="273914"/>
                </a:lnTo>
                <a:lnTo>
                  <a:pt x="39832" y="257465"/>
                </a:lnTo>
                <a:lnTo>
                  <a:pt x="32916" y="235033"/>
                </a:lnTo>
                <a:lnTo>
                  <a:pt x="39832" y="212708"/>
                </a:lnTo>
                <a:lnTo>
                  <a:pt x="59823" y="196388"/>
                </a:lnTo>
                <a:lnTo>
                  <a:pt x="91759" y="186396"/>
                </a:lnTo>
                <a:lnTo>
                  <a:pt x="134507" y="183053"/>
                </a:lnTo>
                <a:lnTo>
                  <a:pt x="177052" y="186396"/>
                </a:lnTo>
                <a:lnTo>
                  <a:pt x="208895" y="196388"/>
                </a:lnTo>
                <a:lnTo>
                  <a:pt x="212865" y="199630"/>
                </a:lnTo>
                <a:lnTo>
                  <a:pt x="134507" y="199630"/>
                </a:lnTo>
                <a:lnTo>
                  <a:pt x="101137" y="202031"/>
                </a:lnTo>
                <a:lnTo>
                  <a:pt x="75882" y="208984"/>
                </a:lnTo>
                <a:lnTo>
                  <a:pt x="59929" y="220110"/>
                </a:lnTo>
                <a:lnTo>
                  <a:pt x="54466" y="235033"/>
                </a:lnTo>
                <a:lnTo>
                  <a:pt x="59929" y="249883"/>
                </a:lnTo>
                <a:lnTo>
                  <a:pt x="75882" y="260949"/>
                </a:lnTo>
                <a:lnTo>
                  <a:pt x="101137" y="267818"/>
                </a:lnTo>
                <a:lnTo>
                  <a:pt x="134507" y="270081"/>
                </a:lnTo>
                <a:lnTo>
                  <a:pt x="213553" y="270081"/>
                </a:lnTo>
                <a:lnTo>
                  <a:pt x="208895" y="273914"/>
                </a:lnTo>
                <a:lnTo>
                  <a:pt x="177052" y="284036"/>
                </a:lnTo>
                <a:lnTo>
                  <a:pt x="134507" y="287486"/>
                </a:lnTo>
                <a:close/>
              </a:path>
              <a:path w="269875" h="287654">
                <a:moveTo>
                  <a:pt x="213553" y="270081"/>
                </a:moveTo>
                <a:lnTo>
                  <a:pt x="134507" y="270081"/>
                </a:lnTo>
                <a:lnTo>
                  <a:pt x="167748" y="267818"/>
                </a:lnTo>
                <a:lnTo>
                  <a:pt x="192984" y="260949"/>
                </a:lnTo>
                <a:lnTo>
                  <a:pt x="209052" y="249883"/>
                </a:lnTo>
                <a:lnTo>
                  <a:pt x="214786" y="235033"/>
                </a:lnTo>
                <a:lnTo>
                  <a:pt x="209052" y="220110"/>
                </a:lnTo>
                <a:lnTo>
                  <a:pt x="192984" y="208984"/>
                </a:lnTo>
                <a:lnTo>
                  <a:pt x="167748" y="202031"/>
                </a:lnTo>
                <a:lnTo>
                  <a:pt x="134507" y="199630"/>
                </a:lnTo>
                <a:lnTo>
                  <a:pt x="212865" y="199630"/>
                </a:lnTo>
                <a:lnTo>
                  <a:pt x="228883" y="212708"/>
                </a:lnTo>
                <a:lnTo>
                  <a:pt x="235862" y="235033"/>
                </a:lnTo>
                <a:lnTo>
                  <a:pt x="228883" y="257465"/>
                </a:lnTo>
                <a:lnTo>
                  <a:pt x="213553" y="270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5591" y="5807182"/>
            <a:ext cx="269875" cy="296545"/>
          </a:xfrm>
          <a:custGeom>
            <a:avLst/>
            <a:gdLst/>
            <a:ahLst/>
            <a:cxnLst/>
            <a:rect l="l" t="t" r="r" b="b"/>
            <a:pathLst>
              <a:path w="269875" h="296545">
                <a:moveTo>
                  <a:pt x="145045" y="31850"/>
                </a:moveTo>
                <a:lnTo>
                  <a:pt x="124206" y="31850"/>
                </a:lnTo>
                <a:lnTo>
                  <a:pt x="124206" y="0"/>
                </a:lnTo>
                <a:lnTo>
                  <a:pt x="145045" y="0"/>
                </a:lnTo>
                <a:lnTo>
                  <a:pt x="145045" y="31850"/>
                </a:lnTo>
                <a:close/>
              </a:path>
              <a:path w="269875" h="296545">
                <a:moveTo>
                  <a:pt x="241308" y="49137"/>
                </a:moveTo>
                <a:lnTo>
                  <a:pt x="28417" y="49137"/>
                </a:lnTo>
                <a:lnTo>
                  <a:pt x="28417" y="31850"/>
                </a:lnTo>
                <a:lnTo>
                  <a:pt x="241308" y="31850"/>
                </a:lnTo>
                <a:lnTo>
                  <a:pt x="241308" y="49137"/>
                </a:lnTo>
                <a:close/>
              </a:path>
              <a:path w="269875" h="296545">
                <a:moveTo>
                  <a:pt x="24628" y="133205"/>
                </a:moveTo>
                <a:lnTo>
                  <a:pt x="17642" y="116747"/>
                </a:lnTo>
                <a:lnTo>
                  <a:pt x="55757" y="109080"/>
                </a:lnTo>
                <a:lnTo>
                  <a:pt x="89454" y="95019"/>
                </a:lnTo>
                <a:lnTo>
                  <a:pt x="113650" y="74920"/>
                </a:lnTo>
                <a:lnTo>
                  <a:pt x="123259" y="49137"/>
                </a:lnTo>
                <a:lnTo>
                  <a:pt x="145992" y="49137"/>
                </a:lnTo>
                <a:lnTo>
                  <a:pt x="155437" y="74920"/>
                </a:lnTo>
                <a:lnTo>
                  <a:pt x="157603" y="76726"/>
                </a:lnTo>
                <a:lnTo>
                  <a:pt x="134626" y="76726"/>
                </a:lnTo>
                <a:lnTo>
                  <a:pt x="116573" y="98388"/>
                </a:lnTo>
                <a:lnTo>
                  <a:pt x="90372" y="114956"/>
                </a:lnTo>
                <a:lnTo>
                  <a:pt x="58799" y="126528"/>
                </a:lnTo>
                <a:lnTo>
                  <a:pt x="24628" y="133205"/>
                </a:lnTo>
                <a:close/>
              </a:path>
              <a:path w="269875" h="296545">
                <a:moveTo>
                  <a:pt x="244624" y="133205"/>
                </a:moveTo>
                <a:lnTo>
                  <a:pt x="210236" y="126528"/>
                </a:lnTo>
                <a:lnTo>
                  <a:pt x="178657" y="114956"/>
                </a:lnTo>
                <a:lnTo>
                  <a:pt x="152562" y="98388"/>
                </a:lnTo>
                <a:lnTo>
                  <a:pt x="134626" y="76726"/>
                </a:lnTo>
                <a:lnTo>
                  <a:pt x="157603" y="76726"/>
                </a:lnTo>
                <a:lnTo>
                  <a:pt x="179545" y="95019"/>
                </a:lnTo>
                <a:lnTo>
                  <a:pt x="213311" y="109080"/>
                </a:lnTo>
                <a:lnTo>
                  <a:pt x="251728" y="116747"/>
                </a:lnTo>
                <a:lnTo>
                  <a:pt x="244624" y="133205"/>
                </a:lnTo>
                <a:close/>
              </a:path>
              <a:path w="269875" h="296545">
                <a:moveTo>
                  <a:pt x="269252" y="169200"/>
                </a:moveTo>
                <a:lnTo>
                  <a:pt x="0" y="169200"/>
                </a:lnTo>
                <a:lnTo>
                  <a:pt x="0" y="151794"/>
                </a:lnTo>
                <a:lnTo>
                  <a:pt x="269252" y="151794"/>
                </a:lnTo>
                <a:lnTo>
                  <a:pt x="269252" y="169200"/>
                </a:lnTo>
                <a:close/>
              </a:path>
              <a:path w="269875" h="296545">
                <a:moveTo>
                  <a:pt x="145045" y="205787"/>
                </a:moveTo>
                <a:lnTo>
                  <a:pt x="124206" y="205787"/>
                </a:lnTo>
                <a:lnTo>
                  <a:pt x="124206" y="169200"/>
                </a:lnTo>
                <a:lnTo>
                  <a:pt x="145045" y="169200"/>
                </a:lnTo>
                <a:lnTo>
                  <a:pt x="145045" y="205787"/>
                </a:lnTo>
                <a:close/>
              </a:path>
              <a:path w="269875" h="296545">
                <a:moveTo>
                  <a:pt x="235625" y="296366"/>
                </a:moveTo>
                <a:lnTo>
                  <a:pt x="214312" y="296366"/>
                </a:lnTo>
                <a:lnTo>
                  <a:pt x="214312" y="223429"/>
                </a:lnTo>
                <a:lnTo>
                  <a:pt x="29956" y="223429"/>
                </a:lnTo>
                <a:lnTo>
                  <a:pt x="29956" y="205787"/>
                </a:lnTo>
                <a:lnTo>
                  <a:pt x="235625" y="205787"/>
                </a:lnTo>
                <a:lnTo>
                  <a:pt x="235625" y="2963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968360" y="5829560"/>
            <a:ext cx="271145" cy="234950"/>
          </a:xfrm>
          <a:custGeom>
            <a:avLst/>
            <a:gdLst/>
            <a:ahLst/>
            <a:cxnLst/>
            <a:rect l="l" t="t" r="r" b="b"/>
            <a:pathLst>
              <a:path w="271145" h="234950">
                <a:moveTo>
                  <a:pt x="134389" y="159964"/>
                </a:moveTo>
                <a:lnTo>
                  <a:pt x="91808" y="154386"/>
                </a:lnTo>
                <a:lnTo>
                  <a:pt x="57929" y="138252"/>
                </a:lnTo>
                <a:lnTo>
                  <a:pt x="35551" y="112993"/>
                </a:lnTo>
                <a:lnTo>
                  <a:pt x="27469" y="80041"/>
                </a:lnTo>
                <a:lnTo>
                  <a:pt x="35551" y="47287"/>
                </a:lnTo>
                <a:lnTo>
                  <a:pt x="57929" y="22082"/>
                </a:lnTo>
                <a:lnTo>
                  <a:pt x="91808" y="5846"/>
                </a:lnTo>
                <a:lnTo>
                  <a:pt x="134389" y="0"/>
                </a:lnTo>
                <a:lnTo>
                  <a:pt x="177090" y="5846"/>
                </a:lnTo>
                <a:lnTo>
                  <a:pt x="201240" y="17405"/>
                </a:lnTo>
                <a:lnTo>
                  <a:pt x="134389" y="17405"/>
                </a:lnTo>
                <a:lnTo>
                  <a:pt x="99878" y="21980"/>
                </a:lnTo>
                <a:lnTo>
                  <a:pt x="72226" y="34914"/>
                </a:lnTo>
                <a:lnTo>
                  <a:pt x="53900" y="54752"/>
                </a:lnTo>
                <a:lnTo>
                  <a:pt x="47361" y="80041"/>
                </a:lnTo>
                <a:lnTo>
                  <a:pt x="53900" y="105411"/>
                </a:lnTo>
                <a:lnTo>
                  <a:pt x="72226" y="125198"/>
                </a:lnTo>
                <a:lnTo>
                  <a:pt x="99878" y="138035"/>
                </a:lnTo>
                <a:lnTo>
                  <a:pt x="134389" y="142559"/>
                </a:lnTo>
                <a:lnTo>
                  <a:pt x="201957" y="142559"/>
                </a:lnTo>
                <a:lnTo>
                  <a:pt x="177090" y="154386"/>
                </a:lnTo>
                <a:lnTo>
                  <a:pt x="134389" y="159964"/>
                </a:lnTo>
                <a:close/>
              </a:path>
              <a:path w="271145" h="234950">
                <a:moveTo>
                  <a:pt x="201957" y="142559"/>
                </a:moveTo>
                <a:lnTo>
                  <a:pt x="134389" y="142559"/>
                </a:lnTo>
                <a:lnTo>
                  <a:pt x="168917" y="138035"/>
                </a:lnTo>
                <a:lnTo>
                  <a:pt x="196507" y="125198"/>
                </a:lnTo>
                <a:lnTo>
                  <a:pt x="214795" y="105411"/>
                </a:lnTo>
                <a:lnTo>
                  <a:pt x="221416" y="80041"/>
                </a:lnTo>
                <a:lnTo>
                  <a:pt x="214795" y="54752"/>
                </a:lnTo>
                <a:lnTo>
                  <a:pt x="196507" y="34914"/>
                </a:lnTo>
                <a:lnTo>
                  <a:pt x="168917" y="21980"/>
                </a:lnTo>
                <a:lnTo>
                  <a:pt x="134389" y="17405"/>
                </a:lnTo>
                <a:lnTo>
                  <a:pt x="201240" y="17405"/>
                </a:lnTo>
                <a:lnTo>
                  <a:pt x="211011" y="22082"/>
                </a:lnTo>
                <a:lnTo>
                  <a:pt x="233410" y="47287"/>
                </a:lnTo>
                <a:lnTo>
                  <a:pt x="241545" y="80041"/>
                </a:lnTo>
                <a:lnTo>
                  <a:pt x="233410" y="112993"/>
                </a:lnTo>
                <a:lnTo>
                  <a:pt x="211011" y="138252"/>
                </a:lnTo>
                <a:lnTo>
                  <a:pt x="201957" y="142559"/>
                </a:lnTo>
                <a:close/>
              </a:path>
              <a:path w="271145" h="234950">
                <a:moveTo>
                  <a:pt x="270554" y="234559"/>
                </a:moveTo>
                <a:lnTo>
                  <a:pt x="0" y="234559"/>
                </a:lnTo>
                <a:lnTo>
                  <a:pt x="0" y="216443"/>
                </a:lnTo>
                <a:lnTo>
                  <a:pt x="270554" y="216443"/>
                </a:lnTo>
                <a:lnTo>
                  <a:pt x="270554" y="234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84993" y="5831840"/>
            <a:ext cx="201930" cy="17780"/>
          </a:xfrm>
          <a:custGeom>
            <a:avLst/>
            <a:gdLst/>
            <a:ahLst/>
            <a:cxnLst/>
            <a:rect l="l" t="t" r="r" b="b"/>
            <a:pathLst>
              <a:path w="201929" h="17779">
                <a:moveTo>
                  <a:pt x="0" y="0"/>
                </a:moveTo>
                <a:lnTo>
                  <a:pt x="201643" y="0"/>
                </a:lnTo>
                <a:lnTo>
                  <a:pt x="20164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465797" y="5849620"/>
            <a:ext cx="20955" cy="50800"/>
          </a:xfrm>
          <a:custGeom>
            <a:avLst/>
            <a:gdLst/>
            <a:ahLst/>
            <a:cxnLst/>
            <a:rect l="l" t="t" r="r" b="b"/>
            <a:pathLst>
              <a:path w="20954" h="50800">
                <a:moveTo>
                  <a:pt x="0" y="0"/>
                </a:moveTo>
                <a:lnTo>
                  <a:pt x="20839" y="0"/>
                </a:lnTo>
                <a:lnTo>
                  <a:pt x="20839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285940" y="5900420"/>
            <a:ext cx="201295" cy="17780"/>
          </a:xfrm>
          <a:custGeom>
            <a:avLst/>
            <a:gdLst/>
            <a:ahLst/>
            <a:cxnLst/>
            <a:rect l="l" t="t" r="r" b="b"/>
            <a:pathLst>
              <a:path w="201295" h="17779">
                <a:moveTo>
                  <a:pt x="0" y="0"/>
                </a:moveTo>
                <a:lnTo>
                  <a:pt x="200695" y="0"/>
                </a:lnTo>
                <a:lnTo>
                  <a:pt x="20069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285940" y="5918200"/>
            <a:ext cx="20955" cy="53340"/>
          </a:xfrm>
          <a:custGeom>
            <a:avLst/>
            <a:gdLst/>
            <a:ahLst/>
            <a:cxnLst/>
            <a:rect l="l" t="t" r="r" b="b"/>
            <a:pathLst>
              <a:path w="20954" h="53339">
                <a:moveTo>
                  <a:pt x="0" y="0"/>
                </a:moveTo>
                <a:lnTo>
                  <a:pt x="20839" y="0"/>
                </a:lnTo>
                <a:lnTo>
                  <a:pt x="20839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285940" y="5971540"/>
            <a:ext cx="207645" cy="17780"/>
          </a:xfrm>
          <a:custGeom>
            <a:avLst/>
            <a:gdLst/>
            <a:ahLst/>
            <a:cxnLst/>
            <a:rect l="l" t="t" r="r" b="b"/>
            <a:pathLst>
              <a:path w="207645" h="17779">
                <a:moveTo>
                  <a:pt x="0" y="0"/>
                </a:moveTo>
                <a:lnTo>
                  <a:pt x="207563" y="0"/>
                </a:lnTo>
                <a:lnTo>
                  <a:pt x="207563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375099" y="5989320"/>
            <a:ext cx="20955" cy="59690"/>
          </a:xfrm>
          <a:custGeom>
            <a:avLst/>
            <a:gdLst/>
            <a:ahLst/>
            <a:cxnLst/>
            <a:rect l="l" t="t" r="r" b="b"/>
            <a:pathLst>
              <a:path w="20954" h="59689">
                <a:moveTo>
                  <a:pt x="0" y="0"/>
                </a:moveTo>
                <a:lnTo>
                  <a:pt x="20839" y="0"/>
                </a:lnTo>
                <a:lnTo>
                  <a:pt x="20839" y="59689"/>
                </a:lnTo>
                <a:lnTo>
                  <a:pt x="0" y="596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251129" y="6049009"/>
            <a:ext cx="271145" cy="17780"/>
          </a:xfrm>
          <a:custGeom>
            <a:avLst/>
            <a:gdLst/>
            <a:ahLst/>
            <a:cxnLst/>
            <a:rect l="l" t="t" r="r" b="b"/>
            <a:pathLst>
              <a:path w="271145" h="17779">
                <a:moveTo>
                  <a:pt x="0" y="0"/>
                </a:moveTo>
                <a:lnTo>
                  <a:pt x="270554" y="0"/>
                </a:lnTo>
                <a:lnTo>
                  <a:pt x="270554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996223" y="6289165"/>
            <a:ext cx="248285" cy="295910"/>
          </a:xfrm>
          <a:custGeom>
            <a:avLst/>
            <a:gdLst/>
            <a:ahLst/>
            <a:cxnLst/>
            <a:rect l="l" t="t" r="r" b="b"/>
            <a:pathLst>
              <a:path w="248285" h="295909">
                <a:moveTo>
                  <a:pt x="248176" y="295538"/>
                </a:moveTo>
                <a:lnTo>
                  <a:pt x="227573" y="295538"/>
                </a:lnTo>
                <a:lnTo>
                  <a:pt x="227573" y="0"/>
                </a:lnTo>
                <a:lnTo>
                  <a:pt x="248176" y="0"/>
                </a:lnTo>
                <a:lnTo>
                  <a:pt x="248176" y="295538"/>
                </a:lnTo>
                <a:close/>
              </a:path>
              <a:path w="248285" h="295909">
                <a:moveTo>
                  <a:pt x="189447" y="117102"/>
                </a:moveTo>
                <a:lnTo>
                  <a:pt x="168963" y="117102"/>
                </a:lnTo>
                <a:lnTo>
                  <a:pt x="168963" y="6985"/>
                </a:lnTo>
                <a:lnTo>
                  <a:pt x="189447" y="6985"/>
                </a:lnTo>
                <a:lnTo>
                  <a:pt x="189447" y="117102"/>
                </a:lnTo>
                <a:close/>
              </a:path>
              <a:path w="248285" h="295909">
                <a:moveTo>
                  <a:pt x="62991" y="228521"/>
                </a:moveTo>
                <a:lnTo>
                  <a:pt x="37064" y="221444"/>
                </a:lnTo>
                <a:lnTo>
                  <a:pt x="17198" y="201125"/>
                </a:lnTo>
                <a:lnTo>
                  <a:pt x="4480" y="169194"/>
                </a:lnTo>
                <a:lnTo>
                  <a:pt x="0" y="127285"/>
                </a:lnTo>
                <a:lnTo>
                  <a:pt x="4480" y="85478"/>
                </a:lnTo>
                <a:lnTo>
                  <a:pt x="17198" y="53652"/>
                </a:lnTo>
                <a:lnTo>
                  <a:pt x="37064" y="33391"/>
                </a:lnTo>
                <a:lnTo>
                  <a:pt x="62991" y="26285"/>
                </a:lnTo>
                <a:lnTo>
                  <a:pt x="87704" y="32633"/>
                </a:lnTo>
                <a:lnTo>
                  <a:pt x="101777" y="45822"/>
                </a:lnTo>
                <a:lnTo>
                  <a:pt x="62991" y="45822"/>
                </a:lnTo>
                <a:lnTo>
                  <a:pt x="45202" y="51674"/>
                </a:lnTo>
                <a:lnTo>
                  <a:pt x="31599" y="68215"/>
                </a:lnTo>
                <a:lnTo>
                  <a:pt x="22946" y="93926"/>
                </a:lnTo>
                <a:lnTo>
                  <a:pt x="20010" y="127285"/>
                </a:lnTo>
                <a:lnTo>
                  <a:pt x="22946" y="160610"/>
                </a:lnTo>
                <a:lnTo>
                  <a:pt x="31599" y="186354"/>
                </a:lnTo>
                <a:lnTo>
                  <a:pt x="45202" y="202929"/>
                </a:lnTo>
                <a:lnTo>
                  <a:pt x="62991" y="208747"/>
                </a:lnTo>
                <a:lnTo>
                  <a:pt x="101871" y="208747"/>
                </a:lnTo>
                <a:lnTo>
                  <a:pt x="88006" y="222031"/>
                </a:lnTo>
                <a:lnTo>
                  <a:pt x="62991" y="228521"/>
                </a:lnTo>
                <a:close/>
              </a:path>
              <a:path w="248285" h="295909">
                <a:moveTo>
                  <a:pt x="101871" y="208747"/>
                </a:moveTo>
                <a:lnTo>
                  <a:pt x="62991" y="208747"/>
                </a:lnTo>
                <a:lnTo>
                  <a:pt x="80901" y="202929"/>
                </a:lnTo>
                <a:lnTo>
                  <a:pt x="94560" y="186354"/>
                </a:lnTo>
                <a:lnTo>
                  <a:pt x="103269" y="160610"/>
                </a:lnTo>
                <a:lnTo>
                  <a:pt x="106327" y="127285"/>
                </a:lnTo>
                <a:lnTo>
                  <a:pt x="103269" y="93926"/>
                </a:lnTo>
                <a:lnTo>
                  <a:pt x="94560" y="68215"/>
                </a:lnTo>
                <a:lnTo>
                  <a:pt x="80901" y="51674"/>
                </a:lnTo>
                <a:lnTo>
                  <a:pt x="62991" y="45822"/>
                </a:lnTo>
                <a:lnTo>
                  <a:pt x="101777" y="45822"/>
                </a:lnTo>
                <a:lnTo>
                  <a:pt x="107067" y="50780"/>
                </a:lnTo>
                <a:lnTo>
                  <a:pt x="120169" y="79384"/>
                </a:lnTo>
                <a:lnTo>
                  <a:pt x="126101" y="117102"/>
                </a:lnTo>
                <a:lnTo>
                  <a:pt x="189447" y="117102"/>
                </a:lnTo>
                <a:lnTo>
                  <a:pt x="189447" y="134981"/>
                </a:lnTo>
                <a:lnTo>
                  <a:pt x="126219" y="134981"/>
                </a:lnTo>
                <a:lnTo>
                  <a:pt x="120585" y="173840"/>
                </a:lnTo>
                <a:lnTo>
                  <a:pt x="107526" y="203330"/>
                </a:lnTo>
                <a:lnTo>
                  <a:pt x="101871" y="208747"/>
                </a:lnTo>
                <a:close/>
              </a:path>
              <a:path w="248285" h="295909">
                <a:moveTo>
                  <a:pt x="189447" y="280027"/>
                </a:moveTo>
                <a:lnTo>
                  <a:pt x="168963" y="280027"/>
                </a:lnTo>
                <a:lnTo>
                  <a:pt x="168963" y="134981"/>
                </a:lnTo>
                <a:lnTo>
                  <a:pt x="189447" y="134981"/>
                </a:lnTo>
                <a:lnTo>
                  <a:pt x="189447" y="2800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289649" y="6288810"/>
            <a:ext cx="260985" cy="288925"/>
          </a:xfrm>
          <a:custGeom>
            <a:avLst/>
            <a:gdLst/>
            <a:ahLst/>
            <a:cxnLst/>
            <a:rect l="l" t="t" r="r" b="b"/>
            <a:pathLst>
              <a:path w="260984" h="288925">
                <a:moveTo>
                  <a:pt x="215259" y="219048"/>
                </a:moveTo>
                <a:lnTo>
                  <a:pt x="194065" y="219048"/>
                </a:lnTo>
                <a:lnTo>
                  <a:pt x="194065" y="0"/>
                </a:lnTo>
                <a:lnTo>
                  <a:pt x="215259" y="0"/>
                </a:lnTo>
                <a:lnTo>
                  <a:pt x="215259" y="93658"/>
                </a:lnTo>
                <a:lnTo>
                  <a:pt x="260963" y="93658"/>
                </a:lnTo>
                <a:lnTo>
                  <a:pt x="260963" y="111774"/>
                </a:lnTo>
                <a:lnTo>
                  <a:pt x="215259" y="111774"/>
                </a:lnTo>
                <a:lnTo>
                  <a:pt x="215259" y="219048"/>
                </a:lnTo>
                <a:close/>
              </a:path>
              <a:path w="260984" h="288925">
                <a:moveTo>
                  <a:pt x="21668" y="172278"/>
                </a:moveTo>
                <a:lnTo>
                  <a:pt x="0" y="172278"/>
                </a:lnTo>
                <a:lnTo>
                  <a:pt x="0" y="24391"/>
                </a:lnTo>
                <a:lnTo>
                  <a:pt x="134507" y="24391"/>
                </a:lnTo>
                <a:lnTo>
                  <a:pt x="134507" y="42033"/>
                </a:lnTo>
                <a:lnTo>
                  <a:pt x="20957" y="42033"/>
                </a:lnTo>
                <a:lnTo>
                  <a:pt x="20957" y="87974"/>
                </a:lnTo>
                <a:lnTo>
                  <a:pt x="129416" y="87974"/>
                </a:lnTo>
                <a:lnTo>
                  <a:pt x="129416" y="105735"/>
                </a:lnTo>
                <a:lnTo>
                  <a:pt x="20957" y="105735"/>
                </a:lnTo>
                <a:lnTo>
                  <a:pt x="20957" y="154518"/>
                </a:lnTo>
                <a:lnTo>
                  <a:pt x="156573" y="154518"/>
                </a:lnTo>
                <a:lnTo>
                  <a:pt x="157833" y="163280"/>
                </a:lnTo>
                <a:lnTo>
                  <a:pt x="127816" y="167883"/>
                </a:lnTo>
                <a:lnTo>
                  <a:pt x="97343" y="170621"/>
                </a:lnTo>
                <a:lnTo>
                  <a:pt x="63074" y="171938"/>
                </a:lnTo>
                <a:lnTo>
                  <a:pt x="21668" y="172278"/>
                </a:lnTo>
                <a:close/>
              </a:path>
              <a:path w="260984" h="288925">
                <a:moveTo>
                  <a:pt x="156573" y="154518"/>
                </a:moveTo>
                <a:lnTo>
                  <a:pt x="21668" y="154518"/>
                </a:lnTo>
                <a:lnTo>
                  <a:pt x="62602" y="154135"/>
                </a:lnTo>
                <a:lnTo>
                  <a:pt x="96322" y="152875"/>
                </a:lnTo>
                <a:lnTo>
                  <a:pt x="126134" y="150305"/>
                </a:lnTo>
                <a:lnTo>
                  <a:pt x="155346" y="145992"/>
                </a:lnTo>
                <a:lnTo>
                  <a:pt x="156573" y="154518"/>
                </a:lnTo>
                <a:close/>
              </a:path>
              <a:path w="260984" h="288925">
                <a:moveTo>
                  <a:pt x="229705" y="288789"/>
                </a:moveTo>
                <a:lnTo>
                  <a:pt x="32324" y="288789"/>
                </a:lnTo>
                <a:lnTo>
                  <a:pt x="32324" y="199511"/>
                </a:lnTo>
                <a:lnTo>
                  <a:pt x="53163" y="199511"/>
                </a:lnTo>
                <a:lnTo>
                  <a:pt x="53163" y="270909"/>
                </a:lnTo>
                <a:lnTo>
                  <a:pt x="229705" y="270909"/>
                </a:lnTo>
                <a:lnTo>
                  <a:pt x="229705" y="2887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557618" y="6292954"/>
            <a:ext cx="269875" cy="288290"/>
          </a:xfrm>
          <a:custGeom>
            <a:avLst/>
            <a:gdLst/>
            <a:ahLst/>
            <a:cxnLst/>
            <a:rect l="l" t="t" r="r" b="b"/>
            <a:pathLst>
              <a:path w="269875" h="288290">
                <a:moveTo>
                  <a:pt x="144572" y="127166"/>
                </a:moveTo>
                <a:lnTo>
                  <a:pt x="123851" y="127166"/>
                </a:lnTo>
                <a:lnTo>
                  <a:pt x="123851" y="103012"/>
                </a:lnTo>
                <a:lnTo>
                  <a:pt x="84583" y="98527"/>
                </a:lnTo>
                <a:lnTo>
                  <a:pt x="55339" y="88270"/>
                </a:lnTo>
                <a:lnTo>
                  <a:pt x="37084" y="72508"/>
                </a:lnTo>
                <a:lnTo>
                  <a:pt x="30785" y="51506"/>
                </a:lnTo>
                <a:lnTo>
                  <a:pt x="37832" y="29588"/>
                </a:lnTo>
                <a:lnTo>
                  <a:pt x="58210" y="13453"/>
                </a:lnTo>
                <a:lnTo>
                  <a:pt x="90777" y="3468"/>
                </a:lnTo>
                <a:lnTo>
                  <a:pt x="134389" y="0"/>
                </a:lnTo>
                <a:lnTo>
                  <a:pt x="177982" y="3468"/>
                </a:lnTo>
                <a:lnTo>
                  <a:pt x="210508" y="13453"/>
                </a:lnTo>
                <a:lnTo>
                  <a:pt x="214594" y="16695"/>
                </a:lnTo>
                <a:lnTo>
                  <a:pt x="134389" y="16695"/>
                </a:lnTo>
                <a:lnTo>
                  <a:pt x="100227" y="19153"/>
                </a:lnTo>
                <a:lnTo>
                  <a:pt x="74491" y="26063"/>
                </a:lnTo>
                <a:lnTo>
                  <a:pt x="58279" y="36992"/>
                </a:lnTo>
                <a:lnTo>
                  <a:pt x="52690" y="51506"/>
                </a:lnTo>
                <a:lnTo>
                  <a:pt x="58279" y="66306"/>
                </a:lnTo>
                <a:lnTo>
                  <a:pt x="74491" y="77288"/>
                </a:lnTo>
                <a:lnTo>
                  <a:pt x="100227" y="84141"/>
                </a:lnTo>
                <a:lnTo>
                  <a:pt x="134389" y="86553"/>
                </a:lnTo>
                <a:lnTo>
                  <a:pt x="215397" y="86553"/>
                </a:lnTo>
                <a:lnTo>
                  <a:pt x="213291" y="88374"/>
                </a:lnTo>
                <a:lnTo>
                  <a:pt x="183976" y="98644"/>
                </a:lnTo>
                <a:lnTo>
                  <a:pt x="144572" y="103130"/>
                </a:lnTo>
                <a:lnTo>
                  <a:pt x="144572" y="127166"/>
                </a:lnTo>
                <a:close/>
              </a:path>
              <a:path w="269875" h="288290">
                <a:moveTo>
                  <a:pt x="215397" y="86553"/>
                </a:moveTo>
                <a:lnTo>
                  <a:pt x="134389" y="86553"/>
                </a:lnTo>
                <a:lnTo>
                  <a:pt x="168639" y="84141"/>
                </a:lnTo>
                <a:lnTo>
                  <a:pt x="194464" y="77288"/>
                </a:lnTo>
                <a:lnTo>
                  <a:pt x="210765" y="66306"/>
                </a:lnTo>
                <a:lnTo>
                  <a:pt x="216443" y="51506"/>
                </a:lnTo>
                <a:lnTo>
                  <a:pt x="210765" y="36992"/>
                </a:lnTo>
                <a:lnTo>
                  <a:pt x="194464" y="26063"/>
                </a:lnTo>
                <a:lnTo>
                  <a:pt x="168639" y="19153"/>
                </a:lnTo>
                <a:lnTo>
                  <a:pt x="134389" y="16695"/>
                </a:lnTo>
                <a:lnTo>
                  <a:pt x="214594" y="16695"/>
                </a:lnTo>
                <a:lnTo>
                  <a:pt x="230846" y="29588"/>
                </a:lnTo>
                <a:lnTo>
                  <a:pt x="237875" y="51506"/>
                </a:lnTo>
                <a:lnTo>
                  <a:pt x="231571" y="72576"/>
                </a:lnTo>
                <a:lnTo>
                  <a:pt x="215397" y="86553"/>
                </a:lnTo>
                <a:close/>
              </a:path>
              <a:path w="269875" h="288290">
                <a:moveTo>
                  <a:pt x="269252" y="144927"/>
                </a:moveTo>
                <a:lnTo>
                  <a:pt x="0" y="144927"/>
                </a:lnTo>
                <a:lnTo>
                  <a:pt x="0" y="127166"/>
                </a:lnTo>
                <a:lnTo>
                  <a:pt x="269252" y="127166"/>
                </a:lnTo>
                <a:lnTo>
                  <a:pt x="269252" y="144927"/>
                </a:lnTo>
                <a:close/>
              </a:path>
              <a:path w="269875" h="288290">
                <a:moveTo>
                  <a:pt x="243203" y="287960"/>
                </a:moveTo>
                <a:lnTo>
                  <a:pt x="34100" y="287960"/>
                </a:lnTo>
                <a:lnTo>
                  <a:pt x="34100" y="219759"/>
                </a:lnTo>
                <a:lnTo>
                  <a:pt x="213246" y="219759"/>
                </a:lnTo>
                <a:lnTo>
                  <a:pt x="213246" y="189684"/>
                </a:lnTo>
                <a:lnTo>
                  <a:pt x="33271" y="189684"/>
                </a:lnTo>
                <a:lnTo>
                  <a:pt x="33271" y="172634"/>
                </a:lnTo>
                <a:lnTo>
                  <a:pt x="233967" y="172634"/>
                </a:lnTo>
                <a:lnTo>
                  <a:pt x="233967" y="235980"/>
                </a:lnTo>
                <a:lnTo>
                  <a:pt x="54702" y="235980"/>
                </a:lnTo>
                <a:lnTo>
                  <a:pt x="54702" y="270673"/>
                </a:lnTo>
                <a:lnTo>
                  <a:pt x="243203" y="270673"/>
                </a:lnTo>
                <a:lnTo>
                  <a:pt x="243203" y="287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909456" y="6300414"/>
            <a:ext cx="269875" cy="284480"/>
          </a:xfrm>
          <a:custGeom>
            <a:avLst/>
            <a:gdLst/>
            <a:ahLst/>
            <a:cxnLst/>
            <a:rect l="l" t="t" r="r" b="b"/>
            <a:pathLst>
              <a:path w="269875" h="284479">
                <a:moveTo>
                  <a:pt x="24036" y="121364"/>
                </a:moveTo>
                <a:lnTo>
                  <a:pt x="15037" y="103959"/>
                </a:lnTo>
                <a:lnTo>
                  <a:pt x="52638" y="93671"/>
                </a:lnTo>
                <a:lnTo>
                  <a:pt x="87797" y="74846"/>
                </a:lnTo>
                <a:lnTo>
                  <a:pt x="113809" y="49028"/>
                </a:lnTo>
                <a:lnTo>
                  <a:pt x="123969" y="17760"/>
                </a:lnTo>
                <a:lnTo>
                  <a:pt x="123969" y="0"/>
                </a:lnTo>
                <a:lnTo>
                  <a:pt x="145637" y="0"/>
                </a:lnTo>
                <a:lnTo>
                  <a:pt x="145637" y="17760"/>
                </a:lnTo>
                <a:lnTo>
                  <a:pt x="155783" y="48629"/>
                </a:lnTo>
                <a:lnTo>
                  <a:pt x="157252" y="50085"/>
                </a:lnTo>
                <a:lnTo>
                  <a:pt x="134981" y="50085"/>
                </a:lnTo>
                <a:lnTo>
                  <a:pt x="116031" y="76208"/>
                </a:lnTo>
                <a:lnTo>
                  <a:pt x="88966" y="97091"/>
                </a:lnTo>
                <a:lnTo>
                  <a:pt x="57172" y="112292"/>
                </a:lnTo>
                <a:lnTo>
                  <a:pt x="24036" y="121364"/>
                </a:lnTo>
                <a:close/>
              </a:path>
              <a:path w="269875" h="284479">
                <a:moveTo>
                  <a:pt x="245926" y="121364"/>
                </a:moveTo>
                <a:lnTo>
                  <a:pt x="212806" y="112242"/>
                </a:lnTo>
                <a:lnTo>
                  <a:pt x="181040" y="96958"/>
                </a:lnTo>
                <a:lnTo>
                  <a:pt x="153981" y="76058"/>
                </a:lnTo>
                <a:lnTo>
                  <a:pt x="134981" y="50085"/>
                </a:lnTo>
                <a:lnTo>
                  <a:pt x="157252" y="50085"/>
                </a:lnTo>
                <a:lnTo>
                  <a:pt x="181869" y="74491"/>
                </a:lnTo>
                <a:lnTo>
                  <a:pt x="217102" y="93537"/>
                </a:lnTo>
                <a:lnTo>
                  <a:pt x="254688" y="103959"/>
                </a:lnTo>
                <a:lnTo>
                  <a:pt x="245926" y="121364"/>
                </a:lnTo>
                <a:close/>
              </a:path>
              <a:path w="269875" h="284479">
                <a:moveTo>
                  <a:pt x="269252" y="175120"/>
                </a:moveTo>
                <a:lnTo>
                  <a:pt x="0" y="175120"/>
                </a:lnTo>
                <a:lnTo>
                  <a:pt x="0" y="157123"/>
                </a:lnTo>
                <a:lnTo>
                  <a:pt x="269252" y="157123"/>
                </a:lnTo>
                <a:lnTo>
                  <a:pt x="269252" y="175120"/>
                </a:lnTo>
                <a:close/>
              </a:path>
              <a:path w="269875" h="284479">
                <a:moveTo>
                  <a:pt x="144572" y="284289"/>
                </a:moveTo>
                <a:lnTo>
                  <a:pt x="123851" y="284289"/>
                </a:lnTo>
                <a:lnTo>
                  <a:pt x="123851" y="175120"/>
                </a:lnTo>
                <a:lnTo>
                  <a:pt x="144572" y="175120"/>
                </a:lnTo>
                <a:lnTo>
                  <a:pt x="144572" y="284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192226" y="6295204"/>
            <a:ext cx="269875" cy="288925"/>
          </a:xfrm>
          <a:custGeom>
            <a:avLst/>
            <a:gdLst/>
            <a:ahLst/>
            <a:cxnLst/>
            <a:rect l="l" t="t" r="r" b="b"/>
            <a:pathLst>
              <a:path w="269875" h="288925">
                <a:moveTo>
                  <a:pt x="89632" y="142204"/>
                </a:moveTo>
                <a:lnTo>
                  <a:pt x="68674" y="142204"/>
                </a:lnTo>
                <a:lnTo>
                  <a:pt x="68674" y="98394"/>
                </a:lnTo>
                <a:lnTo>
                  <a:pt x="52514" y="90525"/>
                </a:lnTo>
                <a:lnTo>
                  <a:pt x="40627" y="80470"/>
                </a:lnTo>
                <a:lnTo>
                  <a:pt x="33292" y="68306"/>
                </a:lnTo>
                <a:lnTo>
                  <a:pt x="30785" y="54110"/>
                </a:lnTo>
                <a:lnTo>
                  <a:pt x="37932" y="31120"/>
                </a:lnTo>
                <a:lnTo>
                  <a:pt x="58477" y="14134"/>
                </a:lnTo>
                <a:lnTo>
                  <a:pt x="91077" y="3609"/>
                </a:lnTo>
                <a:lnTo>
                  <a:pt x="134389" y="0"/>
                </a:lnTo>
                <a:lnTo>
                  <a:pt x="177582" y="3609"/>
                </a:lnTo>
                <a:lnTo>
                  <a:pt x="210153" y="14134"/>
                </a:lnTo>
                <a:lnTo>
                  <a:pt x="213396" y="16813"/>
                </a:lnTo>
                <a:lnTo>
                  <a:pt x="134389" y="16813"/>
                </a:lnTo>
                <a:lnTo>
                  <a:pt x="100392" y="19410"/>
                </a:lnTo>
                <a:lnTo>
                  <a:pt x="74565" y="26848"/>
                </a:lnTo>
                <a:lnTo>
                  <a:pt x="58195" y="38592"/>
                </a:lnTo>
                <a:lnTo>
                  <a:pt x="52571" y="54110"/>
                </a:lnTo>
                <a:lnTo>
                  <a:pt x="58195" y="69710"/>
                </a:lnTo>
                <a:lnTo>
                  <a:pt x="74565" y="81403"/>
                </a:lnTo>
                <a:lnTo>
                  <a:pt x="100392" y="88744"/>
                </a:lnTo>
                <a:lnTo>
                  <a:pt x="134389" y="91290"/>
                </a:lnTo>
                <a:lnTo>
                  <a:pt x="214329" y="91290"/>
                </a:lnTo>
                <a:lnTo>
                  <a:pt x="200695" y="98039"/>
                </a:lnTo>
                <a:lnTo>
                  <a:pt x="200695" y="103959"/>
                </a:lnTo>
                <a:lnTo>
                  <a:pt x="179856" y="103959"/>
                </a:lnTo>
                <a:lnTo>
                  <a:pt x="179142" y="104077"/>
                </a:lnTo>
                <a:lnTo>
                  <a:pt x="89632" y="104077"/>
                </a:lnTo>
                <a:lnTo>
                  <a:pt x="89632" y="142204"/>
                </a:lnTo>
                <a:close/>
              </a:path>
              <a:path w="269875" h="288925">
                <a:moveTo>
                  <a:pt x="214329" y="91290"/>
                </a:moveTo>
                <a:lnTo>
                  <a:pt x="134389" y="91290"/>
                </a:lnTo>
                <a:lnTo>
                  <a:pt x="168340" y="88744"/>
                </a:lnTo>
                <a:lnTo>
                  <a:pt x="194198" y="81403"/>
                </a:lnTo>
                <a:lnTo>
                  <a:pt x="210666" y="69710"/>
                </a:lnTo>
                <a:lnTo>
                  <a:pt x="216443" y="54110"/>
                </a:lnTo>
                <a:lnTo>
                  <a:pt x="210666" y="38592"/>
                </a:lnTo>
                <a:lnTo>
                  <a:pt x="194198" y="26848"/>
                </a:lnTo>
                <a:lnTo>
                  <a:pt x="168340" y="19410"/>
                </a:lnTo>
                <a:lnTo>
                  <a:pt x="134389" y="16813"/>
                </a:lnTo>
                <a:lnTo>
                  <a:pt x="213396" y="16813"/>
                </a:lnTo>
                <a:lnTo>
                  <a:pt x="230713" y="31120"/>
                </a:lnTo>
                <a:lnTo>
                  <a:pt x="237875" y="54110"/>
                </a:lnTo>
                <a:lnTo>
                  <a:pt x="235412" y="68151"/>
                </a:lnTo>
                <a:lnTo>
                  <a:pt x="228210" y="80204"/>
                </a:lnTo>
                <a:lnTo>
                  <a:pt x="216545" y="90192"/>
                </a:lnTo>
                <a:lnTo>
                  <a:pt x="214329" y="91290"/>
                </a:lnTo>
                <a:close/>
              </a:path>
              <a:path w="269875" h="288925">
                <a:moveTo>
                  <a:pt x="200695" y="142204"/>
                </a:moveTo>
                <a:lnTo>
                  <a:pt x="179856" y="142204"/>
                </a:lnTo>
                <a:lnTo>
                  <a:pt x="179856" y="103959"/>
                </a:lnTo>
                <a:lnTo>
                  <a:pt x="200695" y="103959"/>
                </a:lnTo>
                <a:lnTo>
                  <a:pt x="200695" y="142204"/>
                </a:lnTo>
                <a:close/>
              </a:path>
              <a:path w="269875" h="288925">
                <a:moveTo>
                  <a:pt x="134389" y="107866"/>
                </a:moveTo>
                <a:lnTo>
                  <a:pt x="122154" y="107622"/>
                </a:lnTo>
                <a:lnTo>
                  <a:pt x="110634" y="106904"/>
                </a:lnTo>
                <a:lnTo>
                  <a:pt x="99772" y="105718"/>
                </a:lnTo>
                <a:lnTo>
                  <a:pt x="89632" y="104077"/>
                </a:lnTo>
                <a:lnTo>
                  <a:pt x="179142" y="104077"/>
                </a:lnTo>
                <a:lnTo>
                  <a:pt x="169538" y="105668"/>
                </a:lnTo>
                <a:lnTo>
                  <a:pt x="158499" y="106889"/>
                </a:lnTo>
                <a:lnTo>
                  <a:pt x="146678" y="107624"/>
                </a:lnTo>
                <a:lnTo>
                  <a:pt x="134389" y="107866"/>
                </a:lnTo>
                <a:close/>
              </a:path>
              <a:path w="269875" h="288925">
                <a:moveTo>
                  <a:pt x="269252" y="159727"/>
                </a:moveTo>
                <a:lnTo>
                  <a:pt x="0" y="159727"/>
                </a:lnTo>
                <a:lnTo>
                  <a:pt x="0" y="142204"/>
                </a:lnTo>
                <a:lnTo>
                  <a:pt x="269252" y="142204"/>
                </a:lnTo>
                <a:lnTo>
                  <a:pt x="269252" y="159727"/>
                </a:lnTo>
                <a:close/>
              </a:path>
              <a:path w="269875" h="288925">
                <a:moveTo>
                  <a:pt x="134507" y="288670"/>
                </a:moveTo>
                <a:lnTo>
                  <a:pt x="91759" y="285240"/>
                </a:lnTo>
                <a:lnTo>
                  <a:pt x="59823" y="275172"/>
                </a:lnTo>
                <a:lnTo>
                  <a:pt x="39832" y="258799"/>
                </a:lnTo>
                <a:lnTo>
                  <a:pt x="32916" y="236454"/>
                </a:lnTo>
                <a:lnTo>
                  <a:pt x="39832" y="214334"/>
                </a:lnTo>
                <a:lnTo>
                  <a:pt x="59823" y="198120"/>
                </a:lnTo>
                <a:lnTo>
                  <a:pt x="91759" y="188167"/>
                </a:lnTo>
                <a:lnTo>
                  <a:pt x="134507" y="184829"/>
                </a:lnTo>
                <a:lnTo>
                  <a:pt x="177052" y="188167"/>
                </a:lnTo>
                <a:lnTo>
                  <a:pt x="208895" y="198120"/>
                </a:lnTo>
                <a:lnTo>
                  <a:pt x="212946" y="201406"/>
                </a:lnTo>
                <a:lnTo>
                  <a:pt x="134507" y="201406"/>
                </a:lnTo>
                <a:lnTo>
                  <a:pt x="101137" y="203902"/>
                </a:lnTo>
                <a:lnTo>
                  <a:pt x="75882" y="210893"/>
                </a:lnTo>
                <a:lnTo>
                  <a:pt x="59929" y="221903"/>
                </a:lnTo>
                <a:lnTo>
                  <a:pt x="54466" y="236454"/>
                </a:lnTo>
                <a:lnTo>
                  <a:pt x="59929" y="251273"/>
                </a:lnTo>
                <a:lnTo>
                  <a:pt x="75882" y="262384"/>
                </a:lnTo>
                <a:lnTo>
                  <a:pt x="101137" y="269322"/>
                </a:lnTo>
                <a:lnTo>
                  <a:pt x="134507" y="271620"/>
                </a:lnTo>
                <a:lnTo>
                  <a:pt x="213231" y="271620"/>
                </a:lnTo>
                <a:lnTo>
                  <a:pt x="208895" y="275172"/>
                </a:lnTo>
                <a:lnTo>
                  <a:pt x="177052" y="285240"/>
                </a:lnTo>
                <a:lnTo>
                  <a:pt x="134507" y="288670"/>
                </a:lnTo>
                <a:close/>
              </a:path>
              <a:path w="269875" h="288925">
                <a:moveTo>
                  <a:pt x="213231" y="271620"/>
                </a:moveTo>
                <a:lnTo>
                  <a:pt x="134507" y="271620"/>
                </a:lnTo>
                <a:lnTo>
                  <a:pt x="167748" y="269322"/>
                </a:lnTo>
                <a:lnTo>
                  <a:pt x="192984" y="262384"/>
                </a:lnTo>
                <a:lnTo>
                  <a:pt x="209052" y="251273"/>
                </a:lnTo>
                <a:lnTo>
                  <a:pt x="214786" y="236454"/>
                </a:lnTo>
                <a:lnTo>
                  <a:pt x="209052" y="221903"/>
                </a:lnTo>
                <a:lnTo>
                  <a:pt x="192984" y="210893"/>
                </a:lnTo>
                <a:lnTo>
                  <a:pt x="167748" y="203902"/>
                </a:lnTo>
                <a:lnTo>
                  <a:pt x="134507" y="201406"/>
                </a:lnTo>
                <a:lnTo>
                  <a:pt x="212946" y="201406"/>
                </a:lnTo>
                <a:lnTo>
                  <a:pt x="228883" y="214334"/>
                </a:lnTo>
                <a:lnTo>
                  <a:pt x="235862" y="236454"/>
                </a:lnTo>
                <a:lnTo>
                  <a:pt x="228883" y="258799"/>
                </a:lnTo>
                <a:lnTo>
                  <a:pt x="213231" y="271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478902" y="6289521"/>
            <a:ext cx="246379" cy="295275"/>
          </a:xfrm>
          <a:custGeom>
            <a:avLst/>
            <a:gdLst/>
            <a:ahLst/>
            <a:cxnLst/>
            <a:rect l="l" t="t" r="r" b="b"/>
            <a:pathLst>
              <a:path w="246379" h="295275">
                <a:moveTo>
                  <a:pt x="245926" y="77436"/>
                </a:moveTo>
                <a:lnTo>
                  <a:pt x="225916" y="77436"/>
                </a:lnTo>
                <a:lnTo>
                  <a:pt x="225916" y="0"/>
                </a:lnTo>
                <a:lnTo>
                  <a:pt x="245926" y="0"/>
                </a:lnTo>
                <a:lnTo>
                  <a:pt x="245926" y="77436"/>
                </a:lnTo>
                <a:close/>
              </a:path>
              <a:path w="246379" h="295275">
                <a:moveTo>
                  <a:pt x="181869" y="173226"/>
                </a:moveTo>
                <a:lnTo>
                  <a:pt x="161622" y="173226"/>
                </a:lnTo>
                <a:lnTo>
                  <a:pt x="161622" y="5683"/>
                </a:lnTo>
                <a:lnTo>
                  <a:pt x="181869" y="5683"/>
                </a:lnTo>
                <a:lnTo>
                  <a:pt x="181869" y="77436"/>
                </a:lnTo>
                <a:lnTo>
                  <a:pt x="245926" y="77436"/>
                </a:lnTo>
                <a:lnTo>
                  <a:pt x="245926" y="95078"/>
                </a:lnTo>
                <a:lnTo>
                  <a:pt x="181869" y="95078"/>
                </a:lnTo>
                <a:lnTo>
                  <a:pt x="181869" y="173226"/>
                </a:lnTo>
                <a:close/>
              </a:path>
              <a:path w="246379" h="295275">
                <a:moveTo>
                  <a:pt x="245926" y="175475"/>
                </a:moveTo>
                <a:lnTo>
                  <a:pt x="225916" y="175475"/>
                </a:lnTo>
                <a:lnTo>
                  <a:pt x="225916" y="95078"/>
                </a:lnTo>
                <a:lnTo>
                  <a:pt x="245926" y="95078"/>
                </a:lnTo>
                <a:lnTo>
                  <a:pt x="245926" y="175475"/>
                </a:lnTo>
                <a:close/>
              </a:path>
              <a:path w="246379" h="295275">
                <a:moveTo>
                  <a:pt x="67372" y="155820"/>
                </a:moveTo>
                <a:lnTo>
                  <a:pt x="40178" y="150856"/>
                </a:lnTo>
                <a:lnTo>
                  <a:pt x="18811" y="136890"/>
                </a:lnTo>
                <a:lnTo>
                  <a:pt x="4882" y="115309"/>
                </a:lnTo>
                <a:lnTo>
                  <a:pt x="0" y="87501"/>
                </a:lnTo>
                <a:lnTo>
                  <a:pt x="4882" y="59548"/>
                </a:lnTo>
                <a:lnTo>
                  <a:pt x="18811" y="37756"/>
                </a:lnTo>
                <a:lnTo>
                  <a:pt x="40178" y="23579"/>
                </a:lnTo>
                <a:lnTo>
                  <a:pt x="67372" y="18471"/>
                </a:lnTo>
                <a:lnTo>
                  <a:pt x="94351" y="23579"/>
                </a:lnTo>
                <a:lnTo>
                  <a:pt x="114498" y="36942"/>
                </a:lnTo>
                <a:lnTo>
                  <a:pt x="67372" y="36942"/>
                </a:lnTo>
                <a:lnTo>
                  <a:pt x="48120" y="40795"/>
                </a:lnTo>
                <a:lnTo>
                  <a:pt x="32798" y="51432"/>
                </a:lnTo>
                <a:lnTo>
                  <a:pt x="22715" y="67462"/>
                </a:lnTo>
                <a:lnTo>
                  <a:pt x="19181" y="87501"/>
                </a:lnTo>
                <a:lnTo>
                  <a:pt x="22715" y="107418"/>
                </a:lnTo>
                <a:lnTo>
                  <a:pt x="32798" y="123407"/>
                </a:lnTo>
                <a:lnTo>
                  <a:pt x="48120" y="134023"/>
                </a:lnTo>
                <a:lnTo>
                  <a:pt x="67372" y="137823"/>
                </a:lnTo>
                <a:lnTo>
                  <a:pt x="114298" y="137823"/>
                </a:lnTo>
                <a:lnTo>
                  <a:pt x="94351" y="150856"/>
                </a:lnTo>
                <a:lnTo>
                  <a:pt x="67372" y="155820"/>
                </a:lnTo>
                <a:close/>
              </a:path>
              <a:path w="246379" h="295275">
                <a:moveTo>
                  <a:pt x="114298" y="137823"/>
                </a:moveTo>
                <a:lnTo>
                  <a:pt x="67372" y="137823"/>
                </a:lnTo>
                <a:lnTo>
                  <a:pt x="86457" y="134023"/>
                </a:lnTo>
                <a:lnTo>
                  <a:pt x="101680" y="123407"/>
                </a:lnTo>
                <a:lnTo>
                  <a:pt x="111796" y="107418"/>
                </a:lnTo>
                <a:lnTo>
                  <a:pt x="115562" y="87501"/>
                </a:lnTo>
                <a:lnTo>
                  <a:pt x="111796" y="67462"/>
                </a:lnTo>
                <a:lnTo>
                  <a:pt x="101680" y="51432"/>
                </a:lnTo>
                <a:lnTo>
                  <a:pt x="86457" y="40795"/>
                </a:lnTo>
                <a:lnTo>
                  <a:pt x="67372" y="36942"/>
                </a:lnTo>
                <a:lnTo>
                  <a:pt x="114498" y="36942"/>
                </a:lnTo>
                <a:lnTo>
                  <a:pt x="115725" y="37756"/>
                </a:lnTo>
                <a:lnTo>
                  <a:pt x="129795" y="59548"/>
                </a:lnTo>
                <a:lnTo>
                  <a:pt x="134862" y="87501"/>
                </a:lnTo>
                <a:lnTo>
                  <a:pt x="129795" y="115309"/>
                </a:lnTo>
                <a:lnTo>
                  <a:pt x="115725" y="136890"/>
                </a:lnTo>
                <a:lnTo>
                  <a:pt x="114298" y="137823"/>
                </a:lnTo>
                <a:close/>
              </a:path>
              <a:path w="246379" h="295275">
                <a:moveTo>
                  <a:pt x="245926" y="295182"/>
                </a:moveTo>
                <a:lnTo>
                  <a:pt x="225324" y="295182"/>
                </a:lnTo>
                <a:lnTo>
                  <a:pt x="225324" y="210523"/>
                </a:lnTo>
                <a:lnTo>
                  <a:pt x="48427" y="210523"/>
                </a:lnTo>
                <a:lnTo>
                  <a:pt x="48427" y="192999"/>
                </a:lnTo>
                <a:lnTo>
                  <a:pt x="245926" y="192999"/>
                </a:lnTo>
                <a:lnTo>
                  <a:pt x="245926" y="295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832073" y="6289165"/>
            <a:ext cx="245110" cy="291465"/>
          </a:xfrm>
          <a:custGeom>
            <a:avLst/>
            <a:gdLst/>
            <a:ahLst/>
            <a:cxnLst/>
            <a:rect l="l" t="t" r="r" b="b"/>
            <a:pathLst>
              <a:path w="245109" h="291465">
                <a:moveTo>
                  <a:pt x="238467" y="76607"/>
                </a:moveTo>
                <a:lnTo>
                  <a:pt x="217272" y="76607"/>
                </a:lnTo>
                <a:lnTo>
                  <a:pt x="217272" y="0"/>
                </a:lnTo>
                <a:lnTo>
                  <a:pt x="238467" y="0"/>
                </a:lnTo>
                <a:lnTo>
                  <a:pt x="238467" y="76607"/>
                </a:lnTo>
                <a:close/>
              </a:path>
              <a:path w="245109" h="291465">
                <a:moveTo>
                  <a:pt x="75897" y="155228"/>
                </a:moveTo>
                <a:lnTo>
                  <a:pt x="45472" y="150033"/>
                </a:lnTo>
                <a:lnTo>
                  <a:pt x="21386" y="135780"/>
                </a:lnTo>
                <a:lnTo>
                  <a:pt x="5581" y="113934"/>
                </a:lnTo>
                <a:lnTo>
                  <a:pt x="0" y="85961"/>
                </a:lnTo>
                <a:lnTo>
                  <a:pt x="5581" y="57870"/>
                </a:lnTo>
                <a:lnTo>
                  <a:pt x="21386" y="35906"/>
                </a:lnTo>
                <a:lnTo>
                  <a:pt x="45472" y="21623"/>
                </a:lnTo>
                <a:lnTo>
                  <a:pt x="75897" y="16576"/>
                </a:lnTo>
                <a:lnTo>
                  <a:pt x="103863" y="20878"/>
                </a:lnTo>
                <a:lnTo>
                  <a:pt x="126722" y="33138"/>
                </a:lnTo>
                <a:lnTo>
                  <a:pt x="127950" y="34574"/>
                </a:lnTo>
                <a:lnTo>
                  <a:pt x="75897" y="34574"/>
                </a:lnTo>
                <a:lnTo>
                  <a:pt x="53548" y="38390"/>
                </a:lnTo>
                <a:lnTo>
                  <a:pt x="35906" y="49123"/>
                </a:lnTo>
                <a:lnTo>
                  <a:pt x="24346" y="65427"/>
                </a:lnTo>
                <a:lnTo>
                  <a:pt x="20247" y="85961"/>
                </a:lnTo>
                <a:lnTo>
                  <a:pt x="24346" y="106157"/>
                </a:lnTo>
                <a:lnTo>
                  <a:pt x="35906" y="122312"/>
                </a:lnTo>
                <a:lnTo>
                  <a:pt x="53548" y="133049"/>
                </a:lnTo>
                <a:lnTo>
                  <a:pt x="75897" y="136994"/>
                </a:lnTo>
                <a:lnTo>
                  <a:pt x="128074" y="136994"/>
                </a:lnTo>
                <a:lnTo>
                  <a:pt x="126944" y="138326"/>
                </a:lnTo>
                <a:lnTo>
                  <a:pt x="104012" y="150718"/>
                </a:lnTo>
                <a:lnTo>
                  <a:pt x="75897" y="155228"/>
                </a:lnTo>
                <a:close/>
              </a:path>
              <a:path w="245109" h="291465">
                <a:moveTo>
                  <a:pt x="128074" y="136994"/>
                </a:moveTo>
                <a:lnTo>
                  <a:pt x="75897" y="136994"/>
                </a:lnTo>
                <a:lnTo>
                  <a:pt x="97842" y="133049"/>
                </a:lnTo>
                <a:lnTo>
                  <a:pt x="115414" y="122312"/>
                </a:lnTo>
                <a:lnTo>
                  <a:pt x="127081" y="106157"/>
                </a:lnTo>
                <a:lnTo>
                  <a:pt x="131310" y="85961"/>
                </a:lnTo>
                <a:lnTo>
                  <a:pt x="127081" y="65427"/>
                </a:lnTo>
                <a:lnTo>
                  <a:pt x="115414" y="49123"/>
                </a:lnTo>
                <a:lnTo>
                  <a:pt x="97842" y="38390"/>
                </a:lnTo>
                <a:lnTo>
                  <a:pt x="75897" y="34574"/>
                </a:lnTo>
                <a:lnTo>
                  <a:pt x="127950" y="34574"/>
                </a:lnTo>
                <a:lnTo>
                  <a:pt x="142966" y="52125"/>
                </a:lnTo>
                <a:lnTo>
                  <a:pt x="151084" y="76607"/>
                </a:lnTo>
                <a:lnTo>
                  <a:pt x="238467" y="76607"/>
                </a:lnTo>
                <a:lnTo>
                  <a:pt x="238467" y="94605"/>
                </a:lnTo>
                <a:lnTo>
                  <a:pt x="151084" y="94605"/>
                </a:lnTo>
                <a:lnTo>
                  <a:pt x="143149" y="119229"/>
                </a:lnTo>
                <a:lnTo>
                  <a:pt x="128074" y="136994"/>
                </a:lnTo>
                <a:close/>
              </a:path>
              <a:path w="245109" h="291465">
                <a:moveTo>
                  <a:pt x="238467" y="170502"/>
                </a:moveTo>
                <a:lnTo>
                  <a:pt x="217272" y="170502"/>
                </a:lnTo>
                <a:lnTo>
                  <a:pt x="217272" y="94605"/>
                </a:lnTo>
                <a:lnTo>
                  <a:pt x="238467" y="94605"/>
                </a:lnTo>
                <a:lnTo>
                  <a:pt x="238467" y="170502"/>
                </a:lnTo>
                <a:close/>
              </a:path>
              <a:path w="245109" h="291465">
                <a:moveTo>
                  <a:pt x="244742" y="291275"/>
                </a:moveTo>
                <a:lnTo>
                  <a:pt x="48664" y="291275"/>
                </a:lnTo>
                <a:lnTo>
                  <a:pt x="48664" y="188026"/>
                </a:lnTo>
                <a:lnTo>
                  <a:pt x="240006" y="188026"/>
                </a:lnTo>
                <a:lnTo>
                  <a:pt x="240006" y="205787"/>
                </a:lnTo>
                <a:lnTo>
                  <a:pt x="69740" y="205787"/>
                </a:lnTo>
                <a:lnTo>
                  <a:pt x="69740" y="273514"/>
                </a:lnTo>
                <a:lnTo>
                  <a:pt x="244742" y="273514"/>
                </a:lnTo>
                <a:lnTo>
                  <a:pt x="244742" y="291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109751" y="6296151"/>
            <a:ext cx="269875" cy="284480"/>
          </a:xfrm>
          <a:custGeom>
            <a:avLst/>
            <a:gdLst/>
            <a:ahLst/>
            <a:cxnLst/>
            <a:rect l="l" t="t" r="r" b="b"/>
            <a:pathLst>
              <a:path w="269875" h="284479">
                <a:moveTo>
                  <a:pt x="134389" y="110234"/>
                </a:moveTo>
                <a:lnTo>
                  <a:pt x="91277" y="106549"/>
                </a:lnTo>
                <a:lnTo>
                  <a:pt x="58654" y="95848"/>
                </a:lnTo>
                <a:lnTo>
                  <a:pt x="37998" y="78665"/>
                </a:lnTo>
                <a:lnTo>
                  <a:pt x="30785" y="55531"/>
                </a:lnTo>
                <a:lnTo>
                  <a:pt x="37998" y="32019"/>
                </a:lnTo>
                <a:lnTo>
                  <a:pt x="58654" y="14578"/>
                </a:lnTo>
                <a:lnTo>
                  <a:pt x="91277" y="3731"/>
                </a:lnTo>
                <a:lnTo>
                  <a:pt x="134389" y="0"/>
                </a:lnTo>
                <a:lnTo>
                  <a:pt x="177533" y="3731"/>
                </a:lnTo>
                <a:lnTo>
                  <a:pt x="210109" y="14578"/>
                </a:lnTo>
                <a:lnTo>
                  <a:pt x="213166" y="17168"/>
                </a:lnTo>
                <a:lnTo>
                  <a:pt x="134389" y="17168"/>
                </a:lnTo>
                <a:lnTo>
                  <a:pt x="100542" y="19882"/>
                </a:lnTo>
                <a:lnTo>
                  <a:pt x="74698" y="27514"/>
                </a:lnTo>
                <a:lnTo>
                  <a:pt x="58245" y="39563"/>
                </a:lnTo>
                <a:lnTo>
                  <a:pt x="52571" y="55531"/>
                </a:lnTo>
                <a:lnTo>
                  <a:pt x="58245" y="71070"/>
                </a:lnTo>
                <a:lnTo>
                  <a:pt x="74698" y="82868"/>
                </a:lnTo>
                <a:lnTo>
                  <a:pt x="100542" y="90381"/>
                </a:lnTo>
                <a:lnTo>
                  <a:pt x="134389" y="93066"/>
                </a:lnTo>
                <a:lnTo>
                  <a:pt x="213442" y="93066"/>
                </a:lnTo>
                <a:lnTo>
                  <a:pt x="210109" y="95848"/>
                </a:lnTo>
                <a:lnTo>
                  <a:pt x="177533" y="106549"/>
                </a:lnTo>
                <a:lnTo>
                  <a:pt x="134389" y="110234"/>
                </a:lnTo>
                <a:close/>
              </a:path>
              <a:path w="269875" h="284479">
                <a:moveTo>
                  <a:pt x="213442" y="93066"/>
                </a:moveTo>
                <a:lnTo>
                  <a:pt x="134389" y="93066"/>
                </a:lnTo>
                <a:lnTo>
                  <a:pt x="168140" y="90381"/>
                </a:lnTo>
                <a:lnTo>
                  <a:pt x="194020" y="82868"/>
                </a:lnTo>
                <a:lnTo>
                  <a:pt x="210599" y="71070"/>
                </a:lnTo>
                <a:lnTo>
                  <a:pt x="216443" y="55531"/>
                </a:lnTo>
                <a:lnTo>
                  <a:pt x="210599" y="39563"/>
                </a:lnTo>
                <a:lnTo>
                  <a:pt x="194020" y="27514"/>
                </a:lnTo>
                <a:lnTo>
                  <a:pt x="168140" y="19882"/>
                </a:lnTo>
                <a:lnTo>
                  <a:pt x="134389" y="17168"/>
                </a:lnTo>
                <a:lnTo>
                  <a:pt x="213166" y="17168"/>
                </a:lnTo>
                <a:lnTo>
                  <a:pt x="230696" y="32019"/>
                </a:lnTo>
                <a:lnTo>
                  <a:pt x="237875" y="55531"/>
                </a:lnTo>
                <a:lnTo>
                  <a:pt x="230696" y="78665"/>
                </a:lnTo>
                <a:lnTo>
                  <a:pt x="213442" y="93066"/>
                </a:lnTo>
                <a:close/>
              </a:path>
              <a:path w="269875" h="284479">
                <a:moveTo>
                  <a:pt x="269252" y="156175"/>
                </a:moveTo>
                <a:lnTo>
                  <a:pt x="0" y="156175"/>
                </a:lnTo>
                <a:lnTo>
                  <a:pt x="0" y="138533"/>
                </a:lnTo>
                <a:lnTo>
                  <a:pt x="269252" y="138533"/>
                </a:lnTo>
                <a:lnTo>
                  <a:pt x="269252" y="156175"/>
                </a:lnTo>
                <a:close/>
              </a:path>
              <a:path w="269875" h="284479">
                <a:moveTo>
                  <a:pt x="235862" y="284289"/>
                </a:moveTo>
                <a:lnTo>
                  <a:pt x="33508" y="284289"/>
                </a:lnTo>
                <a:lnTo>
                  <a:pt x="33508" y="188263"/>
                </a:lnTo>
                <a:lnTo>
                  <a:pt x="235862" y="188263"/>
                </a:lnTo>
                <a:lnTo>
                  <a:pt x="235862" y="205550"/>
                </a:lnTo>
                <a:lnTo>
                  <a:pt x="54347" y="205550"/>
                </a:lnTo>
                <a:lnTo>
                  <a:pt x="54347" y="266528"/>
                </a:lnTo>
                <a:lnTo>
                  <a:pt x="235862" y="266528"/>
                </a:lnTo>
                <a:lnTo>
                  <a:pt x="235862" y="284289"/>
                </a:lnTo>
                <a:close/>
              </a:path>
              <a:path w="269875" h="284479">
                <a:moveTo>
                  <a:pt x="235862" y="266528"/>
                </a:moveTo>
                <a:lnTo>
                  <a:pt x="215378" y="266528"/>
                </a:lnTo>
                <a:lnTo>
                  <a:pt x="215378" y="205550"/>
                </a:lnTo>
                <a:lnTo>
                  <a:pt x="235862" y="205550"/>
                </a:lnTo>
                <a:lnTo>
                  <a:pt x="235862" y="266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898596" y="5809195"/>
            <a:ext cx="248285" cy="295910"/>
          </a:xfrm>
          <a:custGeom>
            <a:avLst/>
            <a:gdLst/>
            <a:ahLst/>
            <a:cxnLst/>
            <a:rect l="l" t="t" r="r" b="b"/>
            <a:pathLst>
              <a:path w="248285" h="295910">
                <a:moveTo>
                  <a:pt x="248176" y="295538"/>
                </a:moveTo>
                <a:lnTo>
                  <a:pt x="227573" y="295538"/>
                </a:lnTo>
                <a:lnTo>
                  <a:pt x="227573" y="0"/>
                </a:lnTo>
                <a:lnTo>
                  <a:pt x="248176" y="0"/>
                </a:lnTo>
                <a:lnTo>
                  <a:pt x="248176" y="295538"/>
                </a:lnTo>
                <a:close/>
              </a:path>
              <a:path w="248285" h="295910">
                <a:moveTo>
                  <a:pt x="189447" y="117102"/>
                </a:moveTo>
                <a:lnTo>
                  <a:pt x="168963" y="117102"/>
                </a:lnTo>
                <a:lnTo>
                  <a:pt x="168963" y="6985"/>
                </a:lnTo>
                <a:lnTo>
                  <a:pt x="189447" y="6985"/>
                </a:lnTo>
                <a:lnTo>
                  <a:pt x="189447" y="117102"/>
                </a:lnTo>
                <a:close/>
              </a:path>
              <a:path w="248285" h="295910">
                <a:moveTo>
                  <a:pt x="62991" y="228521"/>
                </a:moveTo>
                <a:lnTo>
                  <a:pt x="37064" y="221444"/>
                </a:lnTo>
                <a:lnTo>
                  <a:pt x="17198" y="201125"/>
                </a:lnTo>
                <a:lnTo>
                  <a:pt x="4480" y="169194"/>
                </a:lnTo>
                <a:lnTo>
                  <a:pt x="0" y="127285"/>
                </a:lnTo>
                <a:lnTo>
                  <a:pt x="4480" y="85478"/>
                </a:lnTo>
                <a:lnTo>
                  <a:pt x="17198" y="53652"/>
                </a:lnTo>
                <a:lnTo>
                  <a:pt x="37064" y="33391"/>
                </a:lnTo>
                <a:lnTo>
                  <a:pt x="62991" y="26285"/>
                </a:lnTo>
                <a:lnTo>
                  <a:pt x="87704" y="32633"/>
                </a:lnTo>
                <a:lnTo>
                  <a:pt x="101777" y="45822"/>
                </a:lnTo>
                <a:lnTo>
                  <a:pt x="62991" y="45822"/>
                </a:lnTo>
                <a:lnTo>
                  <a:pt x="45202" y="51674"/>
                </a:lnTo>
                <a:lnTo>
                  <a:pt x="31599" y="68215"/>
                </a:lnTo>
                <a:lnTo>
                  <a:pt x="22946" y="93926"/>
                </a:lnTo>
                <a:lnTo>
                  <a:pt x="20010" y="127285"/>
                </a:lnTo>
                <a:lnTo>
                  <a:pt x="22946" y="160610"/>
                </a:lnTo>
                <a:lnTo>
                  <a:pt x="31599" y="186354"/>
                </a:lnTo>
                <a:lnTo>
                  <a:pt x="45202" y="202929"/>
                </a:lnTo>
                <a:lnTo>
                  <a:pt x="62991" y="208747"/>
                </a:lnTo>
                <a:lnTo>
                  <a:pt x="101871" y="208747"/>
                </a:lnTo>
                <a:lnTo>
                  <a:pt x="88006" y="222031"/>
                </a:lnTo>
                <a:lnTo>
                  <a:pt x="62991" y="228521"/>
                </a:lnTo>
                <a:close/>
              </a:path>
              <a:path w="248285" h="295910">
                <a:moveTo>
                  <a:pt x="101871" y="208747"/>
                </a:moveTo>
                <a:lnTo>
                  <a:pt x="62991" y="208747"/>
                </a:lnTo>
                <a:lnTo>
                  <a:pt x="80901" y="202929"/>
                </a:lnTo>
                <a:lnTo>
                  <a:pt x="94560" y="186354"/>
                </a:lnTo>
                <a:lnTo>
                  <a:pt x="103269" y="160610"/>
                </a:lnTo>
                <a:lnTo>
                  <a:pt x="106327" y="127285"/>
                </a:lnTo>
                <a:lnTo>
                  <a:pt x="103269" y="93926"/>
                </a:lnTo>
                <a:lnTo>
                  <a:pt x="94560" y="68215"/>
                </a:lnTo>
                <a:lnTo>
                  <a:pt x="80901" y="51674"/>
                </a:lnTo>
                <a:lnTo>
                  <a:pt x="62991" y="45822"/>
                </a:lnTo>
                <a:lnTo>
                  <a:pt x="101777" y="45822"/>
                </a:lnTo>
                <a:lnTo>
                  <a:pt x="107067" y="50780"/>
                </a:lnTo>
                <a:lnTo>
                  <a:pt x="120169" y="79384"/>
                </a:lnTo>
                <a:lnTo>
                  <a:pt x="126101" y="117102"/>
                </a:lnTo>
                <a:lnTo>
                  <a:pt x="189447" y="117102"/>
                </a:lnTo>
                <a:lnTo>
                  <a:pt x="189447" y="134981"/>
                </a:lnTo>
                <a:lnTo>
                  <a:pt x="126219" y="134981"/>
                </a:lnTo>
                <a:lnTo>
                  <a:pt x="120585" y="173840"/>
                </a:lnTo>
                <a:lnTo>
                  <a:pt x="107526" y="203330"/>
                </a:lnTo>
                <a:lnTo>
                  <a:pt x="101871" y="208747"/>
                </a:lnTo>
                <a:close/>
              </a:path>
              <a:path w="248285" h="295910">
                <a:moveTo>
                  <a:pt x="189447" y="280027"/>
                </a:moveTo>
                <a:lnTo>
                  <a:pt x="168963" y="280027"/>
                </a:lnTo>
                <a:lnTo>
                  <a:pt x="168963" y="134981"/>
                </a:lnTo>
                <a:lnTo>
                  <a:pt x="189447" y="134981"/>
                </a:lnTo>
                <a:lnTo>
                  <a:pt x="189447" y="2800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192022" y="5808840"/>
            <a:ext cx="260985" cy="288925"/>
          </a:xfrm>
          <a:custGeom>
            <a:avLst/>
            <a:gdLst/>
            <a:ahLst/>
            <a:cxnLst/>
            <a:rect l="l" t="t" r="r" b="b"/>
            <a:pathLst>
              <a:path w="260985" h="288925">
                <a:moveTo>
                  <a:pt x="215259" y="219048"/>
                </a:moveTo>
                <a:lnTo>
                  <a:pt x="194065" y="219048"/>
                </a:lnTo>
                <a:lnTo>
                  <a:pt x="194065" y="0"/>
                </a:lnTo>
                <a:lnTo>
                  <a:pt x="215259" y="0"/>
                </a:lnTo>
                <a:lnTo>
                  <a:pt x="215259" y="93658"/>
                </a:lnTo>
                <a:lnTo>
                  <a:pt x="260963" y="93658"/>
                </a:lnTo>
                <a:lnTo>
                  <a:pt x="260963" y="111774"/>
                </a:lnTo>
                <a:lnTo>
                  <a:pt x="215259" y="111774"/>
                </a:lnTo>
                <a:lnTo>
                  <a:pt x="215259" y="219048"/>
                </a:lnTo>
                <a:close/>
              </a:path>
              <a:path w="260985" h="288925">
                <a:moveTo>
                  <a:pt x="21668" y="172278"/>
                </a:moveTo>
                <a:lnTo>
                  <a:pt x="0" y="172278"/>
                </a:lnTo>
                <a:lnTo>
                  <a:pt x="0" y="24391"/>
                </a:lnTo>
                <a:lnTo>
                  <a:pt x="134507" y="24391"/>
                </a:lnTo>
                <a:lnTo>
                  <a:pt x="134507" y="42033"/>
                </a:lnTo>
                <a:lnTo>
                  <a:pt x="20957" y="42033"/>
                </a:lnTo>
                <a:lnTo>
                  <a:pt x="20957" y="87974"/>
                </a:lnTo>
                <a:lnTo>
                  <a:pt x="129416" y="87974"/>
                </a:lnTo>
                <a:lnTo>
                  <a:pt x="129416" y="105735"/>
                </a:lnTo>
                <a:lnTo>
                  <a:pt x="20957" y="105735"/>
                </a:lnTo>
                <a:lnTo>
                  <a:pt x="20957" y="154518"/>
                </a:lnTo>
                <a:lnTo>
                  <a:pt x="156573" y="154518"/>
                </a:lnTo>
                <a:lnTo>
                  <a:pt x="157833" y="163280"/>
                </a:lnTo>
                <a:lnTo>
                  <a:pt x="127816" y="167883"/>
                </a:lnTo>
                <a:lnTo>
                  <a:pt x="97343" y="170621"/>
                </a:lnTo>
                <a:lnTo>
                  <a:pt x="63074" y="171938"/>
                </a:lnTo>
                <a:lnTo>
                  <a:pt x="21668" y="172278"/>
                </a:lnTo>
                <a:close/>
              </a:path>
              <a:path w="260985" h="288925">
                <a:moveTo>
                  <a:pt x="156573" y="154518"/>
                </a:moveTo>
                <a:lnTo>
                  <a:pt x="21668" y="154518"/>
                </a:lnTo>
                <a:lnTo>
                  <a:pt x="62602" y="154135"/>
                </a:lnTo>
                <a:lnTo>
                  <a:pt x="96322" y="152875"/>
                </a:lnTo>
                <a:lnTo>
                  <a:pt x="126134" y="150305"/>
                </a:lnTo>
                <a:lnTo>
                  <a:pt x="155346" y="145992"/>
                </a:lnTo>
                <a:lnTo>
                  <a:pt x="156573" y="154518"/>
                </a:lnTo>
                <a:close/>
              </a:path>
              <a:path w="260985" h="288925">
                <a:moveTo>
                  <a:pt x="229705" y="288789"/>
                </a:moveTo>
                <a:lnTo>
                  <a:pt x="32324" y="288789"/>
                </a:lnTo>
                <a:lnTo>
                  <a:pt x="32324" y="199511"/>
                </a:lnTo>
                <a:lnTo>
                  <a:pt x="53163" y="199511"/>
                </a:lnTo>
                <a:lnTo>
                  <a:pt x="53163" y="270909"/>
                </a:lnTo>
                <a:lnTo>
                  <a:pt x="229705" y="270909"/>
                </a:lnTo>
                <a:lnTo>
                  <a:pt x="229705" y="2887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459990" y="5812983"/>
            <a:ext cx="269875" cy="288290"/>
          </a:xfrm>
          <a:custGeom>
            <a:avLst/>
            <a:gdLst/>
            <a:ahLst/>
            <a:cxnLst/>
            <a:rect l="l" t="t" r="r" b="b"/>
            <a:pathLst>
              <a:path w="269875" h="288289">
                <a:moveTo>
                  <a:pt x="144572" y="127166"/>
                </a:moveTo>
                <a:lnTo>
                  <a:pt x="123851" y="127166"/>
                </a:lnTo>
                <a:lnTo>
                  <a:pt x="123851" y="103012"/>
                </a:lnTo>
                <a:lnTo>
                  <a:pt x="84583" y="98527"/>
                </a:lnTo>
                <a:lnTo>
                  <a:pt x="55339" y="88270"/>
                </a:lnTo>
                <a:lnTo>
                  <a:pt x="37084" y="72508"/>
                </a:lnTo>
                <a:lnTo>
                  <a:pt x="30785" y="51506"/>
                </a:lnTo>
                <a:lnTo>
                  <a:pt x="37832" y="29588"/>
                </a:lnTo>
                <a:lnTo>
                  <a:pt x="58210" y="13453"/>
                </a:lnTo>
                <a:lnTo>
                  <a:pt x="90777" y="3468"/>
                </a:lnTo>
                <a:lnTo>
                  <a:pt x="134389" y="0"/>
                </a:lnTo>
                <a:lnTo>
                  <a:pt x="177982" y="3468"/>
                </a:lnTo>
                <a:lnTo>
                  <a:pt x="210508" y="13453"/>
                </a:lnTo>
                <a:lnTo>
                  <a:pt x="214594" y="16695"/>
                </a:lnTo>
                <a:lnTo>
                  <a:pt x="134389" y="16695"/>
                </a:lnTo>
                <a:lnTo>
                  <a:pt x="100227" y="19153"/>
                </a:lnTo>
                <a:lnTo>
                  <a:pt x="74491" y="26063"/>
                </a:lnTo>
                <a:lnTo>
                  <a:pt x="58279" y="36992"/>
                </a:lnTo>
                <a:lnTo>
                  <a:pt x="52690" y="51506"/>
                </a:lnTo>
                <a:lnTo>
                  <a:pt x="58279" y="66306"/>
                </a:lnTo>
                <a:lnTo>
                  <a:pt x="74491" y="77288"/>
                </a:lnTo>
                <a:lnTo>
                  <a:pt x="100227" y="84141"/>
                </a:lnTo>
                <a:lnTo>
                  <a:pt x="134389" y="86553"/>
                </a:lnTo>
                <a:lnTo>
                  <a:pt x="215397" y="86553"/>
                </a:lnTo>
                <a:lnTo>
                  <a:pt x="213291" y="88374"/>
                </a:lnTo>
                <a:lnTo>
                  <a:pt x="183976" y="98644"/>
                </a:lnTo>
                <a:lnTo>
                  <a:pt x="144572" y="103130"/>
                </a:lnTo>
                <a:lnTo>
                  <a:pt x="144572" y="127166"/>
                </a:lnTo>
                <a:close/>
              </a:path>
              <a:path w="269875" h="288289">
                <a:moveTo>
                  <a:pt x="215397" y="86553"/>
                </a:moveTo>
                <a:lnTo>
                  <a:pt x="134389" y="86553"/>
                </a:lnTo>
                <a:lnTo>
                  <a:pt x="168639" y="84141"/>
                </a:lnTo>
                <a:lnTo>
                  <a:pt x="194464" y="77288"/>
                </a:lnTo>
                <a:lnTo>
                  <a:pt x="210765" y="66306"/>
                </a:lnTo>
                <a:lnTo>
                  <a:pt x="216443" y="51506"/>
                </a:lnTo>
                <a:lnTo>
                  <a:pt x="210765" y="36992"/>
                </a:lnTo>
                <a:lnTo>
                  <a:pt x="194464" y="26063"/>
                </a:lnTo>
                <a:lnTo>
                  <a:pt x="168639" y="19153"/>
                </a:lnTo>
                <a:lnTo>
                  <a:pt x="134389" y="16695"/>
                </a:lnTo>
                <a:lnTo>
                  <a:pt x="214594" y="16695"/>
                </a:lnTo>
                <a:lnTo>
                  <a:pt x="230846" y="29588"/>
                </a:lnTo>
                <a:lnTo>
                  <a:pt x="237875" y="51506"/>
                </a:lnTo>
                <a:lnTo>
                  <a:pt x="231571" y="72576"/>
                </a:lnTo>
                <a:lnTo>
                  <a:pt x="215397" y="86553"/>
                </a:lnTo>
                <a:close/>
              </a:path>
              <a:path w="269875" h="288289">
                <a:moveTo>
                  <a:pt x="269252" y="144927"/>
                </a:moveTo>
                <a:lnTo>
                  <a:pt x="0" y="144927"/>
                </a:lnTo>
                <a:lnTo>
                  <a:pt x="0" y="127166"/>
                </a:lnTo>
                <a:lnTo>
                  <a:pt x="269252" y="127166"/>
                </a:lnTo>
                <a:lnTo>
                  <a:pt x="269252" y="144927"/>
                </a:lnTo>
                <a:close/>
              </a:path>
              <a:path w="269875" h="288289">
                <a:moveTo>
                  <a:pt x="243203" y="287960"/>
                </a:moveTo>
                <a:lnTo>
                  <a:pt x="34100" y="287960"/>
                </a:lnTo>
                <a:lnTo>
                  <a:pt x="34100" y="219759"/>
                </a:lnTo>
                <a:lnTo>
                  <a:pt x="213246" y="219759"/>
                </a:lnTo>
                <a:lnTo>
                  <a:pt x="213246" y="189684"/>
                </a:lnTo>
                <a:lnTo>
                  <a:pt x="33271" y="189684"/>
                </a:lnTo>
                <a:lnTo>
                  <a:pt x="33271" y="172634"/>
                </a:lnTo>
                <a:lnTo>
                  <a:pt x="233967" y="172634"/>
                </a:lnTo>
                <a:lnTo>
                  <a:pt x="233967" y="235980"/>
                </a:lnTo>
                <a:lnTo>
                  <a:pt x="54702" y="235980"/>
                </a:lnTo>
                <a:lnTo>
                  <a:pt x="54702" y="270673"/>
                </a:lnTo>
                <a:lnTo>
                  <a:pt x="243203" y="270673"/>
                </a:lnTo>
                <a:lnTo>
                  <a:pt x="243203" y="287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739563" y="5809195"/>
            <a:ext cx="280035" cy="295910"/>
          </a:xfrm>
          <a:custGeom>
            <a:avLst/>
            <a:gdLst/>
            <a:ahLst/>
            <a:cxnLst/>
            <a:rect l="l" t="t" r="r" b="b"/>
            <a:pathLst>
              <a:path w="280035" h="295910">
                <a:moveTo>
                  <a:pt x="229231" y="295538"/>
                </a:moveTo>
                <a:lnTo>
                  <a:pt x="208273" y="295538"/>
                </a:lnTo>
                <a:lnTo>
                  <a:pt x="208273" y="0"/>
                </a:lnTo>
                <a:lnTo>
                  <a:pt x="229231" y="0"/>
                </a:lnTo>
                <a:lnTo>
                  <a:pt x="229231" y="125272"/>
                </a:lnTo>
                <a:lnTo>
                  <a:pt x="279671" y="125272"/>
                </a:lnTo>
                <a:lnTo>
                  <a:pt x="279671" y="143861"/>
                </a:lnTo>
                <a:lnTo>
                  <a:pt x="229231" y="143861"/>
                </a:lnTo>
                <a:lnTo>
                  <a:pt x="229231" y="295538"/>
                </a:lnTo>
                <a:close/>
              </a:path>
              <a:path w="280035" h="295910">
                <a:moveTo>
                  <a:pt x="157359" y="164937"/>
                </a:moveTo>
                <a:lnTo>
                  <a:pt x="136165" y="163161"/>
                </a:lnTo>
                <a:lnTo>
                  <a:pt x="141118" y="126981"/>
                </a:lnTo>
                <a:lnTo>
                  <a:pt x="143817" y="96263"/>
                </a:lnTo>
                <a:lnTo>
                  <a:pt x="144940" y="71050"/>
                </a:lnTo>
                <a:lnTo>
                  <a:pt x="145164" y="51387"/>
                </a:lnTo>
                <a:lnTo>
                  <a:pt x="17168" y="51387"/>
                </a:lnTo>
                <a:lnTo>
                  <a:pt x="17168" y="33626"/>
                </a:lnTo>
                <a:lnTo>
                  <a:pt x="166240" y="33626"/>
                </a:lnTo>
                <a:lnTo>
                  <a:pt x="166173" y="51387"/>
                </a:lnTo>
                <a:lnTo>
                  <a:pt x="165968" y="66265"/>
                </a:lnTo>
                <a:lnTo>
                  <a:pt x="164952" y="92681"/>
                </a:lnTo>
                <a:lnTo>
                  <a:pt x="162360" y="125623"/>
                </a:lnTo>
                <a:lnTo>
                  <a:pt x="157359" y="164937"/>
                </a:lnTo>
                <a:close/>
              </a:path>
              <a:path w="280035" h="295910">
                <a:moveTo>
                  <a:pt x="3078" y="228876"/>
                </a:moveTo>
                <a:lnTo>
                  <a:pt x="0" y="210641"/>
                </a:lnTo>
                <a:lnTo>
                  <a:pt x="66780" y="209813"/>
                </a:lnTo>
                <a:lnTo>
                  <a:pt x="66780" y="117931"/>
                </a:lnTo>
                <a:lnTo>
                  <a:pt x="87737" y="117931"/>
                </a:lnTo>
                <a:lnTo>
                  <a:pt x="87737" y="209102"/>
                </a:lnTo>
                <a:lnTo>
                  <a:pt x="188741" y="209102"/>
                </a:lnTo>
                <a:lnTo>
                  <a:pt x="189329" y="217983"/>
                </a:lnTo>
                <a:lnTo>
                  <a:pt x="141328" y="223747"/>
                </a:lnTo>
                <a:lnTo>
                  <a:pt x="92696" y="227070"/>
                </a:lnTo>
                <a:lnTo>
                  <a:pt x="45817" y="228572"/>
                </a:lnTo>
                <a:lnTo>
                  <a:pt x="3078" y="228876"/>
                </a:lnTo>
                <a:close/>
              </a:path>
              <a:path w="280035" h="295910">
                <a:moveTo>
                  <a:pt x="188741" y="209102"/>
                </a:moveTo>
                <a:lnTo>
                  <a:pt x="87737" y="209102"/>
                </a:lnTo>
                <a:lnTo>
                  <a:pt x="113252" y="208024"/>
                </a:lnTo>
                <a:lnTo>
                  <a:pt x="138755" y="206512"/>
                </a:lnTo>
                <a:lnTo>
                  <a:pt x="163881" y="204490"/>
                </a:lnTo>
                <a:lnTo>
                  <a:pt x="188263" y="201880"/>
                </a:lnTo>
                <a:lnTo>
                  <a:pt x="188741" y="209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130241" y="5819140"/>
            <a:ext cx="198755" cy="17780"/>
          </a:xfrm>
          <a:custGeom>
            <a:avLst/>
            <a:gdLst/>
            <a:ahLst/>
            <a:cxnLst/>
            <a:rect l="l" t="t" r="r" b="b"/>
            <a:pathLst>
              <a:path w="198754" h="17779">
                <a:moveTo>
                  <a:pt x="0" y="0"/>
                </a:moveTo>
                <a:lnTo>
                  <a:pt x="198327" y="0"/>
                </a:lnTo>
                <a:lnTo>
                  <a:pt x="198327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130241" y="5836920"/>
            <a:ext cx="20955" cy="54610"/>
          </a:xfrm>
          <a:custGeom>
            <a:avLst/>
            <a:gdLst/>
            <a:ahLst/>
            <a:cxnLst/>
            <a:rect l="l" t="t" r="r" b="b"/>
            <a:pathLst>
              <a:path w="20955" h="54610">
                <a:moveTo>
                  <a:pt x="0" y="0"/>
                </a:moveTo>
                <a:lnTo>
                  <a:pt x="20720" y="0"/>
                </a:lnTo>
                <a:lnTo>
                  <a:pt x="20720" y="54610"/>
                </a:lnTo>
                <a:lnTo>
                  <a:pt x="0" y="546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130241" y="5891529"/>
            <a:ext cx="198755" cy="16510"/>
          </a:xfrm>
          <a:custGeom>
            <a:avLst/>
            <a:gdLst/>
            <a:ahLst/>
            <a:cxnLst/>
            <a:rect l="l" t="t" r="r" b="b"/>
            <a:pathLst>
              <a:path w="198754" h="16510">
                <a:moveTo>
                  <a:pt x="0" y="0"/>
                </a:moveTo>
                <a:lnTo>
                  <a:pt x="198327" y="0"/>
                </a:lnTo>
                <a:lnTo>
                  <a:pt x="198327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307493" y="5836665"/>
            <a:ext cx="21590" cy="54610"/>
          </a:xfrm>
          <a:custGeom>
            <a:avLst/>
            <a:gdLst/>
            <a:ahLst/>
            <a:cxnLst/>
            <a:rect l="l" t="t" r="r" b="b"/>
            <a:pathLst>
              <a:path w="21589" h="54610">
                <a:moveTo>
                  <a:pt x="21076" y="54466"/>
                </a:moveTo>
                <a:lnTo>
                  <a:pt x="0" y="54466"/>
                </a:lnTo>
                <a:lnTo>
                  <a:pt x="0" y="0"/>
                </a:lnTo>
                <a:lnTo>
                  <a:pt x="21076" y="0"/>
                </a:lnTo>
                <a:lnTo>
                  <a:pt x="21076" y="54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094602" y="5936480"/>
            <a:ext cx="269875" cy="17780"/>
          </a:xfrm>
          <a:custGeom>
            <a:avLst/>
            <a:gdLst/>
            <a:ahLst/>
            <a:cxnLst/>
            <a:rect l="l" t="t" r="r" b="b"/>
            <a:pathLst>
              <a:path w="269875" h="17779">
                <a:moveTo>
                  <a:pt x="269252" y="17523"/>
                </a:moveTo>
                <a:lnTo>
                  <a:pt x="0" y="17523"/>
                </a:lnTo>
                <a:lnTo>
                  <a:pt x="0" y="0"/>
                </a:lnTo>
                <a:lnTo>
                  <a:pt x="269252" y="0"/>
                </a:lnTo>
                <a:lnTo>
                  <a:pt x="269252" y="17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3218453" y="5954004"/>
            <a:ext cx="20955" cy="33020"/>
          </a:xfrm>
          <a:custGeom>
            <a:avLst/>
            <a:gdLst/>
            <a:ahLst/>
            <a:cxnLst/>
            <a:rect l="l" t="t" r="r" b="b"/>
            <a:pathLst>
              <a:path w="20955" h="33020">
                <a:moveTo>
                  <a:pt x="20957" y="32561"/>
                </a:moveTo>
                <a:lnTo>
                  <a:pt x="0" y="32561"/>
                </a:lnTo>
                <a:lnTo>
                  <a:pt x="0" y="0"/>
                </a:lnTo>
                <a:lnTo>
                  <a:pt x="20957" y="0"/>
                </a:lnTo>
                <a:lnTo>
                  <a:pt x="20957" y="32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127873" y="5986779"/>
            <a:ext cx="201295" cy="16510"/>
          </a:xfrm>
          <a:custGeom>
            <a:avLst/>
            <a:gdLst/>
            <a:ahLst/>
            <a:cxnLst/>
            <a:rect l="l" t="t" r="r" b="b"/>
            <a:pathLst>
              <a:path w="201295" h="16510">
                <a:moveTo>
                  <a:pt x="0" y="0"/>
                </a:moveTo>
                <a:lnTo>
                  <a:pt x="200695" y="0"/>
                </a:lnTo>
                <a:lnTo>
                  <a:pt x="200695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307848" y="6003290"/>
            <a:ext cx="20955" cy="30480"/>
          </a:xfrm>
          <a:custGeom>
            <a:avLst/>
            <a:gdLst/>
            <a:ahLst/>
            <a:cxnLst/>
            <a:rect l="l" t="t" r="r" b="b"/>
            <a:pathLst>
              <a:path w="20954" h="30479">
                <a:moveTo>
                  <a:pt x="0" y="0"/>
                </a:moveTo>
                <a:lnTo>
                  <a:pt x="20720" y="0"/>
                </a:lnTo>
                <a:lnTo>
                  <a:pt x="20720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128702" y="6033770"/>
            <a:ext cx="200025" cy="15240"/>
          </a:xfrm>
          <a:custGeom>
            <a:avLst/>
            <a:gdLst/>
            <a:ahLst/>
            <a:cxnLst/>
            <a:rect l="l" t="t" r="r" b="b"/>
            <a:pathLst>
              <a:path w="200025" h="15239">
                <a:moveTo>
                  <a:pt x="0" y="0"/>
                </a:moveTo>
                <a:lnTo>
                  <a:pt x="199867" y="0"/>
                </a:lnTo>
                <a:lnTo>
                  <a:pt x="199867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128702" y="6049009"/>
            <a:ext cx="20955" cy="34290"/>
          </a:xfrm>
          <a:custGeom>
            <a:avLst/>
            <a:gdLst/>
            <a:ahLst/>
            <a:cxnLst/>
            <a:rect l="l" t="t" r="r" b="b"/>
            <a:pathLst>
              <a:path w="20955" h="34289">
                <a:moveTo>
                  <a:pt x="0" y="0"/>
                </a:moveTo>
                <a:lnTo>
                  <a:pt x="20602" y="0"/>
                </a:lnTo>
                <a:lnTo>
                  <a:pt x="20602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128702" y="6083300"/>
            <a:ext cx="209550" cy="17780"/>
          </a:xfrm>
          <a:custGeom>
            <a:avLst/>
            <a:gdLst/>
            <a:ahLst/>
            <a:cxnLst/>
            <a:rect l="l" t="t" r="r" b="b"/>
            <a:pathLst>
              <a:path w="209550" h="17779">
                <a:moveTo>
                  <a:pt x="0" y="0"/>
                </a:moveTo>
                <a:lnTo>
                  <a:pt x="209102" y="0"/>
                </a:lnTo>
                <a:lnTo>
                  <a:pt x="209102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379147" y="5809195"/>
            <a:ext cx="238760" cy="295910"/>
          </a:xfrm>
          <a:custGeom>
            <a:avLst/>
            <a:gdLst/>
            <a:ahLst/>
            <a:cxnLst/>
            <a:rect l="l" t="t" r="r" b="b"/>
            <a:pathLst>
              <a:path w="238760" h="295910">
                <a:moveTo>
                  <a:pt x="238703" y="295893"/>
                </a:moveTo>
                <a:lnTo>
                  <a:pt x="217509" y="295893"/>
                </a:lnTo>
                <a:lnTo>
                  <a:pt x="217509" y="0"/>
                </a:lnTo>
                <a:lnTo>
                  <a:pt x="238703" y="0"/>
                </a:lnTo>
                <a:lnTo>
                  <a:pt x="238703" y="295893"/>
                </a:lnTo>
                <a:close/>
              </a:path>
              <a:path w="238760" h="295910">
                <a:moveTo>
                  <a:pt x="95197" y="158899"/>
                </a:moveTo>
                <a:lnTo>
                  <a:pt x="63174" y="153952"/>
                </a:lnTo>
                <a:lnTo>
                  <a:pt x="38111" y="140013"/>
                </a:lnTo>
                <a:lnTo>
                  <a:pt x="21817" y="118438"/>
                </a:lnTo>
                <a:lnTo>
                  <a:pt x="16103" y="90579"/>
                </a:lnTo>
                <a:lnTo>
                  <a:pt x="21817" y="62721"/>
                </a:lnTo>
                <a:lnTo>
                  <a:pt x="38111" y="41145"/>
                </a:lnTo>
                <a:lnTo>
                  <a:pt x="63174" y="27207"/>
                </a:lnTo>
                <a:lnTo>
                  <a:pt x="95197" y="22260"/>
                </a:lnTo>
                <a:lnTo>
                  <a:pt x="127016" y="27207"/>
                </a:lnTo>
                <a:lnTo>
                  <a:pt x="151370" y="40849"/>
                </a:lnTo>
                <a:lnTo>
                  <a:pt x="95197" y="40849"/>
                </a:lnTo>
                <a:lnTo>
                  <a:pt x="71657" y="44590"/>
                </a:lnTo>
                <a:lnTo>
                  <a:pt x="53134" y="54880"/>
                </a:lnTo>
                <a:lnTo>
                  <a:pt x="41049" y="70587"/>
                </a:lnTo>
                <a:lnTo>
                  <a:pt x="36823" y="90579"/>
                </a:lnTo>
                <a:lnTo>
                  <a:pt x="41049" y="110538"/>
                </a:lnTo>
                <a:lnTo>
                  <a:pt x="53134" y="126278"/>
                </a:lnTo>
                <a:lnTo>
                  <a:pt x="71657" y="136602"/>
                </a:lnTo>
                <a:lnTo>
                  <a:pt x="95197" y="140309"/>
                </a:lnTo>
                <a:lnTo>
                  <a:pt x="151370" y="140309"/>
                </a:lnTo>
                <a:lnTo>
                  <a:pt x="127016" y="153952"/>
                </a:lnTo>
                <a:lnTo>
                  <a:pt x="95197" y="158899"/>
                </a:lnTo>
                <a:close/>
              </a:path>
              <a:path w="238760" h="295910">
                <a:moveTo>
                  <a:pt x="151370" y="140309"/>
                </a:moveTo>
                <a:lnTo>
                  <a:pt x="95197" y="140309"/>
                </a:lnTo>
                <a:lnTo>
                  <a:pt x="118450" y="136602"/>
                </a:lnTo>
                <a:lnTo>
                  <a:pt x="136831" y="126278"/>
                </a:lnTo>
                <a:lnTo>
                  <a:pt x="148929" y="110538"/>
                </a:lnTo>
                <a:lnTo>
                  <a:pt x="153334" y="90579"/>
                </a:lnTo>
                <a:lnTo>
                  <a:pt x="148929" y="70587"/>
                </a:lnTo>
                <a:lnTo>
                  <a:pt x="136831" y="54880"/>
                </a:lnTo>
                <a:lnTo>
                  <a:pt x="118450" y="44590"/>
                </a:lnTo>
                <a:lnTo>
                  <a:pt x="95197" y="40849"/>
                </a:lnTo>
                <a:lnTo>
                  <a:pt x="151370" y="40849"/>
                </a:lnTo>
                <a:lnTo>
                  <a:pt x="151898" y="41145"/>
                </a:lnTo>
                <a:lnTo>
                  <a:pt x="168143" y="62721"/>
                </a:lnTo>
                <a:lnTo>
                  <a:pt x="174054" y="90579"/>
                </a:lnTo>
                <a:lnTo>
                  <a:pt x="168143" y="118438"/>
                </a:lnTo>
                <a:lnTo>
                  <a:pt x="151898" y="140013"/>
                </a:lnTo>
                <a:lnTo>
                  <a:pt x="151370" y="140309"/>
                </a:lnTo>
                <a:close/>
              </a:path>
              <a:path w="238760" h="295910">
                <a:moveTo>
                  <a:pt x="3196" y="229231"/>
                </a:moveTo>
                <a:lnTo>
                  <a:pt x="0" y="210641"/>
                </a:lnTo>
                <a:lnTo>
                  <a:pt x="44738" y="210566"/>
                </a:lnTo>
                <a:lnTo>
                  <a:pt x="94427" y="209413"/>
                </a:lnTo>
                <a:lnTo>
                  <a:pt x="146159" y="206329"/>
                </a:lnTo>
                <a:lnTo>
                  <a:pt x="197025" y="200459"/>
                </a:lnTo>
                <a:lnTo>
                  <a:pt x="198919" y="216325"/>
                </a:lnTo>
                <a:lnTo>
                  <a:pt x="147025" y="223736"/>
                </a:lnTo>
                <a:lnTo>
                  <a:pt x="95552" y="227573"/>
                </a:lnTo>
                <a:lnTo>
                  <a:pt x="46832" y="229013"/>
                </a:lnTo>
                <a:lnTo>
                  <a:pt x="3196" y="229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729354" y="5822101"/>
            <a:ext cx="270510" cy="281940"/>
          </a:xfrm>
          <a:custGeom>
            <a:avLst/>
            <a:gdLst/>
            <a:ahLst/>
            <a:cxnLst/>
            <a:rect l="l" t="t" r="r" b="b"/>
            <a:pathLst>
              <a:path w="270510" h="281939">
                <a:moveTo>
                  <a:pt x="109642" y="103604"/>
                </a:moveTo>
                <a:lnTo>
                  <a:pt x="88329" y="103604"/>
                </a:lnTo>
                <a:lnTo>
                  <a:pt x="94520" y="76015"/>
                </a:lnTo>
                <a:lnTo>
                  <a:pt x="98246" y="52423"/>
                </a:lnTo>
                <a:lnTo>
                  <a:pt x="100151" y="32872"/>
                </a:lnTo>
                <a:lnTo>
                  <a:pt x="100880" y="17405"/>
                </a:lnTo>
                <a:lnTo>
                  <a:pt x="25575" y="17405"/>
                </a:lnTo>
                <a:lnTo>
                  <a:pt x="25575" y="0"/>
                </a:lnTo>
                <a:lnTo>
                  <a:pt x="121601" y="0"/>
                </a:lnTo>
                <a:lnTo>
                  <a:pt x="121575" y="8525"/>
                </a:lnTo>
                <a:lnTo>
                  <a:pt x="121348" y="21666"/>
                </a:lnTo>
                <a:lnTo>
                  <a:pt x="120017" y="43173"/>
                </a:lnTo>
                <a:lnTo>
                  <a:pt x="116489" y="70741"/>
                </a:lnTo>
                <a:lnTo>
                  <a:pt x="109642" y="103604"/>
                </a:lnTo>
                <a:close/>
              </a:path>
              <a:path w="270510" h="281939">
                <a:moveTo>
                  <a:pt x="226508" y="103604"/>
                </a:moveTo>
                <a:lnTo>
                  <a:pt x="205313" y="103604"/>
                </a:lnTo>
                <a:lnTo>
                  <a:pt x="210759" y="76015"/>
                </a:lnTo>
                <a:lnTo>
                  <a:pt x="213941" y="52423"/>
                </a:lnTo>
                <a:lnTo>
                  <a:pt x="215474" y="32872"/>
                </a:lnTo>
                <a:lnTo>
                  <a:pt x="215970" y="17405"/>
                </a:lnTo>
                <a:lnTo>
                  <a:pt x="142677" y="17405"/>
                </a:lnTo>
                <a:lnTo>
                  <a:pt x="142677" y="0"/>
                </a:lnTo>
                <a:lnTo>
                  <a:pt x="236572" y="0"/>
                </a:lnTo>
                <a:lnTo>
                  <a:pt x="236482" y="17405"/>
                </a:lnTo>
                <a:lnTo>
                  <a:pt x="236415" y="23980"/>
                </a:lnTo>
                <a:lnTo>
                  <a:pt x="235314" y="45141"/>
                </a:lnTo>
                <a:lnTo>
                  <a:pt x="232326" y="71764"/>
                </a:lnTo>
                <a:lnTo>
                  <a:pt x="226508" y="103604"/>
                </a:lnTo>
                <a:close/>
              </a:path>
              <a:path w="270510" h="281939">
                <a:moveTo>
                  <a:pt x="270199" y="121128"/>
                </a:moveTo>
                <a:lnTo>
                  <a:pt x="0" y="121128"/>
                </a:lnTo>
                <a:lnTo>
                  <a:pt x="0" y="103604"/>
                </a:lnTo>
                <a:lnTo>
                  <a:pt x="270199" y="103604"/>
                </a:lnTo>
                <a:lnTo>
                  <a:pt x="270199" y="121128"/>
                </a:lnTo>
                <a:close/>
              </a:path>
              <a:path w="270510" h="281939">
                <a:moveTo>
                  <a:pt x="203892" y="169437"/>
                </a:moveTo>
                <a:lnTo>
                  <a:pt x="183527" y="169437"/>
                </a:lnTo>
                <a:lnTo>
                  <a:pt x="183527" y="139362"/>
                </a:lnTo>
                <a:lnTo>
                  <a:pt x="203892" y="139362"/>
                </a:lnTo>
                <a:lnTo>
                  <a:pt x="203892" y="169437"/>
                </a:lnTo>
                <a:close/>
              </a:path>
              <a:path w="270510" h="281939">
                <a:moveTo>
                  <a:pt x="44756" y="278369"/>
                </a:moveTo>
                <a:lnTo>
                  <a:pt x="29245" y="278369"/>
                </a:lnTo>
                <a:lnTo>
                  <a:pt x="29245" y="205668"/>
                </a:lnTo>
                <a:lnTo>
                  <a:pt x="101236" y="205668"/>
                </a:lnTo>
                <a:lnTo>
                  <a:pt x="101236" y="170029"/>
                </a:lnTo>
                <a:lnTo>
                  <a:pt x="28180" y="170029"/>
                </a:lnTo>
                <a:lnTo>
                  <a:pt x="28180" y="153570"/>
                </a:lnTo>
                <a:lnTo>
                  <a:pt x="121246" y="153570"/>
                </a:lnTo>
                <a:lnTo>
                  <a:pt x="121246" y="221535"/>
                </a:lnTo>
                <a:lnTo>
                  <a:pt x="49137" y="221535"/>
                </a:lnTo>
                <a:lnTo>
                  <a:pt x="49137" y="261082"/>
                </a:lnTo>
                <a:lnTo>
                  <a:pt x="136147" y="261082"/>
                </a:lnTo>
                <a:lnTo>
                  <a:pt x="137823" y="272330"/>
                </a:lnTo>
                <a:lnTo>
                  <a:pt x="117020" y="275672"/>
                </a:lnTo>
                <a:lnTo>
                  <a:pt x="96351" y="277481"/>
                </a:lnTo>
                <a:lnTo>
                  <a:pt x="73151" y="278225"/>
                </a:lnTo>
                <a:lnTo>
                  <a:pt x="44756" y="278369"/>
                </a:lnTo>
                <a:close/>
              </a:path>
              <a:path w="270510" h="281939">
                <a:moveTo>
                  <a:pt x="256346" y="186132"/>
                </a:moveTo>
                <a:lnTo>
                  <a:pt x="132021" y="186132"/>
                </a:lnTo>
                <a:lnTo>
                  <a:pt x="132021" y="169437"/>
                </a:lnTo>
                <a:lnTo>
                  <a:pt x="256346" y="169437"/>
                </a:lnTo>
                <a:lnTo>
                  <a:pt x="256346" y="186132"/>
                </a:lnTo>
                <a:close/>
              </a:path>
              <a:path w="270510" h="281939">
                <a:moveTo>
                  <a:pt x="194065" y="281684"/>
                </a:moveTo>
                <a:lnTo>
                  <a:pt x="174295" y="278844"/>
                </a:lnTo>
                <a:lnTo>
                  <a:pt x="158632" y="270687"/>
                </a:lnTo>
                <a:lnTo>
                  <a:pt x="148342" y="257757"/>
                </a:lnTo>
                <a:lnTo>
                  <a:pt x="144690" y="240598"/>
                </a:lnTo>
                <a:lnTo>
                  <a:pt x="148342" y="223518"/>
                </a:lnTo>
                <a:lnTo>
                  <a:pt x="158632" y="210523"/>
                </a:lnTo>
                <a:lnTo>
                  <a:pt x="174295" y="202235"/>
                </a:lnTo>
                <a:lnTo>
                  <a:pt x="194065" y="199275"/>
                </a:lnTo>
                <a:lnTo>
                  <a:pt x="213803" y="202235"/>
                </a:lnTo>
                <a:lnTo>
                  <a:pt x="229423" y="210523"/>
                </a:lnTo>
                <a:lnTo>
                  <a:pt x="232995" y="215022"/>
                </a:lnTo>
                <a:lnTo>
                  <a:pt x="194065" y="215022"/>
                </a:lnTo>
                <a:lnTo>
                  <a:pt x="181377" y="216837"/>
                </a:lnTo>
                <a:lnTo>
                  <a:pt x="171598" y="221994"/>
                </a:lnTo>
                <a:lnTo>
                  <a:pt x="165326" y="230058"/>
                </a:lnTo>
                <a:lnTo>
                  <a:pt x="163161" y="240598"/>
                </a:lnTo>
                <a:lnTo>
                  <a:pt x="165326" y="251084"/>
                </a:lnTo>
                <a:lnTo>
                  <a:pt x="171598" y="259039"/>
                </a:lnTo>
                <a:lnTo>
                  <a:pt x="181377" y="264109"/>
                </a:lnTo>
                <a:lnTo>
                  <a:pt x="194065" y="265936"/>
                </a:lnTo>
                <a:lnTo>
                  <a:pt x="233213" y="265936"/>
                </a:lnTo>
                <a:lnTo>
                  <a:pt x="229423" y="270687"/>
                </a:lnTo>
                <a:lnTo>
                  <a:pt x="213803" y="278844"/>
                </a:lnTo>
                <a:lnTo>
                  <a:pt x="194065" y="281684"/>
                </a:lnTo>
                <a:close/>
              </a:path>
              <a:path w="270510" h="281939">
                <a:moveTo>
                  <a:pt x="233213" y="265936"/>
                </a:moveTo>
                <a:lnTo>
                  <a:pt x="194065" y="265936"/>
                </a:lnTo>
                <a:lnTo>
                  <a:pt x="206634" y="264109"/>
                </a:lnTo>
                <a:lnTo>
                  <a:pt x="216295" y="259039"/>
                </a:lnTo>
                <a:lnTo>
                  <a:pt x="222537" y="251084"/>
                </a:lnTo>
                <a:lnTo>
                  <a:pt x="224850" y="240598"/>
                </a:lnTo>
                <a:lnTo>
                  <a:pt x="222537" y="230058"/>
                </a:lnTo>
                <a:lnTo>
                  <a:pt x="216295" y="221994"/>
                </a:lnTo>
                <a:lnTo>
                  <a:pt x="206634" y="216837"/>
                </a:lnTo>
                <a:lnTo>
                  <a:pt x="194065" y="215022"/>
                </a:lnTo>
                <a:lnTo>
                  <a:pt x="232995" y="215022"/>
                </a:lnTo>
                <a:lnTo>
                  <a:pt x="239738" y="223518"/>
                </a:lnTo>
                <a:lnTo>
                  <a:pt x="243558" y="240598"/>
                </a:lnTo>
                <a:lnTo>
                  <a:pt x="239738" y="257757"/>
                </a:lnTo>
                <a:lnTo>
                  <a:pt x="233213" y="265936"/>
                </a:lnTo>
                <a:close/>
              </a:path>
              <a:path w="270510" h="281939">
                <a:moveTo>
                  <a:pt x="136147" y="261082"/>
                </a:moveTo>
                <a:lnTo>
                  <a:pt x="49137" y="261082"/>
                </a:lnTo>
                <a:lnTo>
                  <a:pt x="75260" y="260914"/>
                </a:lnTo>
                <a:lnTo>
                  <a:pt x="96766" y="260179"/>
                </a:lnTo>
                <a:lnTo>
                  <a:pt x="116007" y="258534"/>
                </a:lnTo>
                <a:lnTo>
                  <a:pt x="135336" y="255635"/>
                </a:lnTo>
                <a:lnTo>
                  <a:pt x="136147" y="2610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049776" y="5820409"/>
            <a:ext cx="20955" cy="81280"/>
          </a:xfrm>
          <a:custGeom>
            <a:avLst/>
            <a:gdLst/>
            <a:ahLst/>
            <a:cxnLst/>
            <a:rect l="l" t="t" r="r" b="b"/>
            <a:pathLst>
              <a:path w="20954" h="81279">
                <a:moveTo>
                  <a:pt x="0" y="0"/>
                </a:moveTo>
                <a:lnTo>
                  <a:pt x="20839" y="0"/>
                </a:lnTo>
                <a:lnTo>
                  <a:pt x="20839" y="81280"/>
                </a:lnTo>
                <a:lnTo>
                  <a:pt x="0" y="812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049776" y="5901690"/>
            <a:ext cx="201295" cy="17780"/>
          </a:xfrm>
          <a:custGeom>
            <a:avLst/>
            <a:gdLst/>
            <a:ahLst/>
            <a:cxnLst/>
            <a:rect l="l" t="t" r="r" b="b"/>
            <a:pathLst>
              <a:path w="201295" h="17779">
                <a:moveTo>
                  <a:pt x="0" y="0"/>
                </a:moveTo>
                <a:lnTo>
                  <a:pt x="200814" y="0"/>
                </a:lnTo>
                <a:lnTo>
                  <a:pt x="200814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011649" y="5962055"/>
            <a:ext cx="271145" cy="17780"/>
          </a:xfrm>
          <a:custGeom>
            <a:avLst/>
            <a:gdLst/>
            <a:ahLst/>
            <a:cxnLst/>
            <a:rect l="l" t="t" r="r" b="b"/>
            <a:pathLst>
              <a:path w="271145" h="17779">
                <a:moveTo>
                  <a:pt x="270554" y="17523"/>
                </a:moveTo>
                <a:lnTo>
                  <a:pt x="0" y="17523"/>
                </a:lnTo>
                <a:lnTo>
                  <a:pt x="0" y="0"/>
                </a:lnTo>
                <a:lnTo>
                  <a:pt x="270554" y="0"/>
                </a:lnTo>
                <a:lnTo>
                  <a:pt x="270554" y="17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048118" y="6012179"/>
            <a:ext cx="20955" cy="67310"/>
          </a:xfrm>
          <a:custGeom>
            <a:avLst/>
            <a:gdLst/>
            <a:ahLst/>
            <a:cxnLst/>
            <a:rect l="l" t="t" r="r" b="b"/>
            <a:pathLst>
              <a:path w="20954" h="67310">
                <a:moveTo>
                  <a:pt x="0" y="0"/>
                </a:moveTo>
                <a:lnTo>
                  <a:pt x="20839" y="0"/>
                </a:lnTo>
                <a:lnTo>
                  <a:pt x="20839" y="67309"/>
                </a:lnTo>
                <a:lnTo>
                  <a:pt x="0" y="67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4048118" y="6079490"/>
            <a:ext cx="204470" cy="17780"/>
          </a:xfrm>
          <a:custGeom>
            <a:avLst/>
            <a:gdLst/>
            <a:ahLst/>
            <a:cxnLst/>
            <a:rect l="l" t="t" r="r" b="b"/>
            <a:pathLst>
              <a:path w="204470" h="17779">
                <a:moveTo>
                  <a:pt x="0" y="0"/>
                </a:moveTo>
                <a:lnTo>
                  <a:pt x="204248" y="0"/>
                </a:lnTo>
                <a:lnTo>
                  <a:pt x="20424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296905" y="5809195"/>
            <a:ext cx="241935" cy="291465"/>
          </a:xfrm>
          <a:custGeom>
            <a:avLst/>
            <a:gdLst/>
            <a:ahLst/>
            <a:cxnLst/>
            <a:rect l="l" t="t" r="r" b="b"/>
            <a:pathLst>
              <a:path w="241935" h="291464">
                <a:moveTo>
                  <a:pt x="241545" y="173699"/>
                </a:moveTo>
                <a:lnTo>
                  <a:pt x="220351" y="173699"/>
                </a:lnTo>
                <a:lnTo>
                  <a:pt x="220351" y="93894"/>
                </a:lnTo>
                <a:lnTo>
                  <a:pt x="156175" y="93894"/>
                </a:lnTo>
                <a:lnTo>
                  <a:pt x="156175" y="76015"/>
                </a:lnTo>
                <a:lnTo>
                  <a:pt x="220351" y="76015"/>
                </a:lnTo>
                <a:lnTo>
                  <a:pt x="220351" y="0"/>
                </a:lnTo>
                <a:lnTo>
                  <a:pt x="241545" y="0"/>
                </a:lnTo>
                <a:lnTo>
                  <a:pt x="241545" y="173699"/>
                </a:lnTo>
                <a:close/>
              </a:path>
              <a:path w="241935" h="291464">
                <a:moveTo>
                  <a:pt x="166240" y="38481"/>
                </a:moveTo>
                <a:lnTo>
                  <a:pt x="7459" y="38481"/>
                </a:lnTo>
                <a:lnTo>
                  <a:pt x="7459" y="20365"/>
                </a:lnTo>
                <a:lnTo>
                  <a:pt x="166240" y="20365"/>
                </a:lnTo>
                <a:lnTo>
                  <a:pt x="166240" y="38481"/>
                </a:lnTo>
                <a:close/>
              </a:path>
              <a:path w="241935" h="291464">
                <a:moveTo>
                  <a:pt x="11248" y="169555"/>
                </a:moveTo>
                <a:lnTo>
                  <a:pt x="0" y="152860"/>
                </a:lnTo>
                <a:lnTo>
                  <a:pt x="29771" y="137203"/>
                </a:lnTo>
                <a:lnTo>
                  <a:pt x="54170" y="114275"/>
                </a:lnTo>
                <a:lnTo>
                  <a:pt x="70665" y="86041"/>
                </a:lnTo>
                <a:lnTo>
                  <a:pt x="76726" y="54466"/>
                </a:lnTo>
                <a:lnTo>
                  <a:pt x="76726" y="38481"/>
                </a:lnTo>
                <a:lnTo>
                  <a:pt x="97802" y="38481"/>
                </a:lnTo>
                <a:lnTo>
                  <a:pt x="97825" y="54466"/>
                </a:lnTo>
                <a:lnTo>
                  <a:pt x="103528" y="83083"/>
                </a:lnTo>
                <a:lnTo>
                  <a:pt x="109282" y="92592"/>
                </a:lnTo>
                <a:lnTo>
                  <a:pt x="87737" y="92592"/>
                </a:lnTo>
                <a:lnTo>
                  <a:pt x="75403" y="117788"/>
                </a:lnTo>
                <a:lnTo>
                  <a:pt x="57885" y="139465"/>
                </a:lnTo>
                <a:lnTo>
                  <a:pt x="36170" y="156947"/>
                </a:lnTo>
                <a:lnTo>
                  <a:pt x="11248" y="169555"/>
                </a:lnTo>
                <a:close/>
              </a:path>
              <a:path w="241935" h="291464">
                <a:moveTo>
                  <a:pt x="161030" y="162569"/>
                </a:moveTo>
                <a:lnTo>
                  <a:pt x="137256" y="150853"/>
                </a:lnTo>
                <a:lnTo>
                  <a:pt x="116569" y="134818"/>
                </a:lnTo>
                <a:lnTo>
                  <a:pt x="99789" y="115165"/>
                </a:lnTo>
                <a:lnTo>
                  <a:pt x="87737" y="92592"/>
                </a:lnTo>
                <a:lnTo>
                  <a:pt x="109282" y="92592"/>
                </a:lnTo>
                <a:lnTo>
                  <a:pt x="119277" y="109109"/>
                </a:lnTo>
                <a:lnTo>
                  <a:pt x="142908" y="130607"/>
                </a:lnTo>
                <a:lnTo>
                  <a:pt x="172278" y="145756"/>
                </a:lnTo>
                <a:lnTo>
                  <a:pt x="161030" y="162569"/>
                </a:lnTo>
                <a:close/>
              </a:path>
              <a:path w="241935" h="291464">
                <a:moveTo>
                  <a:pt x="241545" y="291275"/>
                </a:moveTo>
                <a:lnTo>
                  <a:pt x="50085" y="291275"/>
                </a:lnTo>
                <a:lnTo>
                  <a:pt x="50085" y="188973"/>
                </a:lnTo>
                <a:lnTo>
                  <a:pt x="241545" y="188973"/>
                </a:lnTo>
                <a:lnTo>
                  <a:pt x="241545" y="206142"/>
                </a:lnTo>
                <a:lnTo>
                  <a:pt x="71161" y="206142"/>
                </a:lnTo>
                <a:lnTo>
                  <a:pt x="71161" y="273514"/>
                </a:lnTo>
                <a:lnTo>
                  <a:pt x="241545" y="273514"/>
                </a:lnTo>
                <a:lnTo>
                  <a:pt x="241545" y="291275"/>
                </a:lnTo>
                <a:close/>
              </a:path>
              <a:path w="241935" h="291464">
                <a:moveTo>
                  <a:pt x="241545" y="273514"/>
                </a:moveTo>
                <a:lnTo>
                  <a:pt x="220824" y="273514"/>
                </a:lnTo>
                <a:lnTo>
                  <a:pt x="220824" y="206142"/>
                </a:lnTo>
                <a:lnTo>
                  <a:pt x="241545" y="206142"/>
                </a:lnTo>
                <a:lnTo>
                  <a:pt x="241545" y="273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927085" y="6289165"/>
            <a:ext cx="280670" cy="295910"/>
          </a:xfrm>
          <a:custGeom>
            <a:avLst/>
            <a:gdLst/>
            <a:ahLst/>
            <a:cxnLst/>
            <a:rect l="l" t="t" r="r" b="b"/>
            <a:pathLst>
              <a:path w="280669" h="295909">
                <a:moveTo>
                  <a:pt x="229231" y="295538"/>
                </a:moveTo>
                <a:lnTo>
                  <a:pt x="208037" y="295538"/>
                </a:lnTo>
                <a:lnTo>
                  <a:pt x="208037" y="0"/>
                </a:lnTo>
                <a:lnTo>
                  <a:pt x="229231" y="0"/>
                </a:lnTo>
                <a:lnTo>
                  <a:pt x="229231" y="123496"/>
                </a:lnTo>
                <a:lnTo>
                  <a:pt x="280382" y="123496"/>
                </a:lnTo>
                <a:lnTo>
                  <a:pt x="280382" y="141730"/>
                </a:lnTo>
                <a:lnTo>
                  <a:pt x="229231" y="141730"/>
                </a:lnTo>
                <a:lnTo>
                  <a:pt x="229231" y="295538"/>
                </a:lnTo>
                <a:close/>
              </a:path>
              <a:path w="280669" h="295909">
                <a:moveTo>
                  <a:pt x="98157" y="52571"/>
                </a:moveTo>
                <a:lnTo>
                  <a:pt x="77081" y="52571"/>
                </a:lnTo>
                <a:lnTo>
                  <a:pt x="77081" y="4973"/>
                </a:lnTo>
                <a:lnTo>
                  <a:pt x="98157" y="4973"/>
                </a:lnTo>
                <a:lnTo>
                  <a:pt x="98157" y="52571"/>
                </a:lnTo>
                <a:close/>
              </a:path>
              <a:path w="280669" h="295909">
                <a:moveTo>
                  <a:pt x="166832" y="69858"/>
                </a:moveTo>
                <a:lnTo>
                  <a:pt x="7577" y="69858"/>
                </a:lnTo>
                <a:lnTo>
                  <a:pt x="7577" y="52571"/>
                </a:lnTo>
                <a:lnTo>
                  <a:pt x="166832" y="52571"/>
                </a:lnTo>
                <a:lnTo>
                  <a:pt x="166832" y="69858"/>
                </a:lnTo>
                <a:close/>
              </a:path>
              <a:path w="280669" h="295909">
                <a:moveTo>
                  <a:pt x="12550" y="237401"/>
                </a:moveTo>
                <a:lnTo>
                  <a:pt x="0" y="220943"/>
                </a:lnTo>
                <a:lnTo>
                  <a:pt x="29749" y="200710"/>
                </a:lnTo>
                <a:lnTo>
                  <a:pt x="54347" y="171598"/>
                </a:lnTo>
                <a:lnTo>
                  <a:pt x="71131" y="136224"/>
                </a:lnTo>
                <a:lnTo>
                  <a:pt x="77436" y="97210"/>
                </a:lnTo>
                <a:lnTo>
                  <a:pt x="77436" y="69858"/>
                </a:lnTo>
                <a:lnTo>
                  <a:pt x="97683" y="69858"/>
                </a:lnTo>
                <a:lnTo>
                  <a:pt x="97683" y="97210"/>
                </a:lnTo>
                <a:lnTo>
                  <a:pt x="103587" y="133677"/>
                </a:lnTo>
                <a:lnTo>
                  <a:pt x="107672" y="142204"/>
                </a:lnTo>
                <a:lnTo>
                  <a:pt x="87856" y="142204"/>
                </a:lnTo>
                <a:lnTo>
                  <a:pt x="75440" y="172846"/>
                </a:lnTo>
                <a:lnTo>
                  <a:pt x="57973" y="199615"/>
                </a:lnTo>
                <a:lnTo>
                  <a:pt x="36622" y="221477"/>
                </a:lnTo>
                <a:lnTo>
                  <a:pt x="12550" y="237401"/>
                </a:lnTo>
                <a:close/>
              </a:path>
              <a:path w="280669" h="295909">
                <a:moveTo>
                  <a:pt x="160083" y="231717"/>
                </a:moveTo>
                <a:lnTo>
                  <a:pt x="136842" y="216482"/>
                </a:lnTo>
                <a:lnTo>
                  <a:pt x="116421" y="195796"/>
                </a:lnTo>
                <a:lnTo>
                  <a:pt x="99774" y="170693"/>
                </a:lnTo>
                <a:lnTo>
                  <a:pt x="87856" y="142204"/>
                </a:lnTo>
                <a:lnTo>
                  <a:pt x="107672" y="142204"/>
                </a:lnTo>
                <a:lnTo>
                  <a:pt x="119692" y="167291"/>
                </a:lnTo>
                <a:lnTo>
                  <a:pt x="143589" y="195465"/>
                </a:lnTo>
                <a:lnTo>
                  <a:pt x="172870" y="215614"/>
                </a:lnTo>
                <a:lnTo>
                  <a:pt x="160083" y="231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223590" y="6289165"/>
            <a:ext cx="231140" cy="295910"/>
          </a:xfrm>
          <a:custGeom>
            <a:avLst/>
            <a:gdLst/>
            <a:ahLst/>
            <a:cxnLst/>
            <a:rect l="l" t="t" r="r" b="b"/>
            <a:pathLst>
              <a:path w="231139" h="295909">
                <a:moveTo>
                  <a:pt x="230533" y="295893"/>
                </a:moveTo>
                <a:lnTo>
                  <a:pt x="209457" y="295893"/>
                </a:lnTo>
                <a:lnTo>
                  <a:pt x="209457" y="0"/>
                </a:lnTo>
                <a:lnTo>
                  <a:pt x="230533" y="0"/>
                </a:lnTo>
                <a:lnTo>
                  <a:pt x="230533" y="295893"/>
                </a:lnTo>
                <a:close/>
              </a:path>
              <a:path w="231139" h="295909">
                <a:moveTo>
                  <a:pt x="74594" y="227810"/>
                </a:moveTo>
                <a:lnTo>
                  <a:pt x="44457" y="220621"/>
                </a:lnTo>
                <a:lnTo>
                  <a:pt x="20868" y="200133"/>
                </a:lnTo>
                <a:lnTo>
                  <a:pt x="5494" y="167968"/>
                </a:lnTo>
                <a:lnTo>
                  <a:pt x="0" y="125745"/>
                </a:lnTo>
                <a:lnTo>
                  <a:pt x="5494" y="83588"/>
                </a:lnTo>
                <a:lnTo>
                  <a:pt x="20868" y="51432"/>
                </a:lnTo>
                <a:lnTo>
                  <a:pt x="44457" y="30886"/>
                </a:lnTo>
                <a:lnTo>
                  <a:pt x="74594" y="23562"/>
                </a:lnTo>
                <a:lnTo>
                  <a:pt x="104582" y="30886"/>
                </a:lnTo>
                <a:lnTo>
                  <a:pt x="117661" y="42270"/>
                </a:lnTo>
                <a:lnTo>
                  <a:pt x="74594" y="42270"/>
                </a:lnTo>
                <a:lnTo>
                  <a:pt x="52684" y="48470"/>
                </a:lnTo>
                <a:lnTo>
                  <a:pt x="35536" y="65581"/>
                </a:lnTo>
                <a:lnTo>
                  <a:pt x="24359" y="91906"/>
                </a:lnTo>
                <a:lnTo>
                  <a:pt x="20365" y="125745"/>
                </a:lnTo>
                <a:lnTo>
                  <a:pt x="24359" y="159618"/>
                </a:lnTo>
                <a:lnTo>
                  <a:pt x="35536" y="185998"/>
                </a:lnTo>
                <a:lnTo>
                  <a:pt x="52684" y="203121"/>
                </a:lnTo>
                <a:lnTo>
                  <a:pt x="74594" y="209221"/>
                </a:lnTo>
                <a:lnTo>
                  <a:pt x="117717" y="209221"/>
                </a:lnTo>
                <a:lnTo>
                  <a:pt x="104582" y="220621"/>
                </a:lnTo>
                <a:lnTo>
                  <a:pt x="74594" y="227810"/>
                </a:lnTo>
                <a:close/>
              </a:path>
              <a:path w="231139" h="295909">
                <a:moveTo>
                  <a:pt x="117717" y="209221"/>
                </a:moveTo>
                <a:lnTo>
                  <a:pt x="74594" y="209221"/>
                </a:lnTo>
                <a:lnTo>
                  <a:pt x="96470" y="203121"/>
                </a:lnTo>
                <a:lnTo>
                  <a:pt x="113550" y="185998"/>
                </a:lnTo>
                <a:lnTo>
                  <a:pt x="124680" y="159618"/>
                </a:lnTo>
                <a:lnTo>
                  <a:pt x="128705" y="125745"/>
                </a:lnTo>
                <a:lnTo>
                  <a:pt x="124680" y="91906"/>
                </a:lnTo>
                <a:lnTo>
                  <a:pt x="113550" y="65581"/>
                </a:lnTo>
                <a:lnTo>
                  <a:pt x="96470" y="48470"/>
                </a:lnTo>
                <a:lnTo>
                  <a:pt x="74594" y="42270"/>
                </a:lnTo>
                <a:lnTo>
                  <a:pt x="117661" y="42270"/>
                </a:lnTo>
                <a:lnTo>
                  <a:pt x="128187" y="51432"/>
                </a:lnTo>
                <a:lnTo>
                  <a:pt x="143645" y="83588"/>
                </a:lnTo>
                <a:lnTo>
                  <a:pt x="149189" y="125745"/>
                </a:lnTo>
                <a:lnTo>
                  <a:pt x="143645" y="167968"/>
                </a:lnTo>
                <a:lnTo>
                  <a:pt x="128187" y="200133"/>
                </a:lnTo>
                <a:lnTo>
                  <a:pt x="117717" y="209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528737" y="6299200"/>
            <a:ext cx="200660" cy="16510"/>
          </a:xfrm>
          <a:custGeom>
            <a:avLst/>
            <a:gdLst/>
            <a:ahLst/>
            <a:cxnLst/>
            <a:rect l="l" t="t" r="r" b="b"/>
            <a:pathLst>
              <a:path w="200660" h="16510">
                <a:moveTo>
                  <a:pt x="0" y="0"/>
                </a:moveTo>
                <a:lnTo>
                  <a:pt x="200459" y="0"/>
                </a:lnTo>
                <a:lnTo>
                  <a:pt x="200459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708120" y="6315709"/>
            <a:ext cx="21590" cy="26670"/>
          </a:xfrm>
          <a:custGeom>
            <a:avLst/>
            <a:gdLst/>
            <a:ahLst/>
            <a:cxnLst/>
            <a:rect l="l" t="t" r="r" b="b"/>
            <a:pathLst>
              <a:path w="21589" h="26670">
                <a:moveTo>
                  <a:pt x="0" y="0"/>
                </a:moveTo>
                <a:lnTo>
                  <a:pt x="21076" y="0"/>
                </a:lnTo>
                <a:lnTo>
                  <a:pt x="21076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529803" y="6342379"/>
            <a:ext cx="199390" cy="15240"/>
          </a:xfrm>
          <a:custGeom>
            <a:avLst/>
            <a:gdLst/>
            <a:ahLst/>
            <a:cxnLst/>
            <a:rect l="l" t="t" r="r" b="b"/>
            <a:pathLst>
              <a:path w="199389" h="15239">
                <a:moveTo>
                  <a:pt x="0" y="0"/>
                </a:moveTo>
                <a:lnTo>
                  <a:pt x="199393" y="0"/>
                </a:lnTo>
                <a:lnTo>
                  <a:pt x="199393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529803" y="6357620"/>
            <a:ext cx="20955" cy="29209"/>
          </a:xfrm>
          <a:custGeom>
            <a:avLst/>
            <a:gdLst/>
            <a:ahLst/>
            <a:cxnLst/>
            <a:rect l="l" t="t" r="r" b="b"/>
            <a:pathLst>
              <a:path w="20955" h="29210">
                <a:moveTo>
                  <a:pt x="0" y="0"/>
                </a:moveTo>
                <a:lnTo>
                  <a:pt x="20839" y="0"/>
                </a:lnTo>
                <a:lnTo>
                  <a:pt x="20839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2529803" y="6386829"/>
            <a:ext cx="205104" cy="16510"/>
          </a:xfrm>
          <a:custGeom>
            <a:avLst/>
            <a:gdLst/>
            <a:ahLst/>
            <a:cxnLst/>
            <a:rect l="l" t="t" r="r" b="b"/>
            <a:pathLst>
              <a:path w="205105" h="16510">
                <a:moveTo>
                  <a:pt x="0" y="0"/>
                </a:moveTo>
                <a:lnTo>
                  <a:pt x="204603" y="0"/>
                </a:lnTo>
                <a:lnTo>
                  <a:pt x="204603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2494045" y="6428054"/>
            <a:ext cx="271145" cy="17145"/>
          </a:xfrm>
          <a:custGeom>
            <a:avLst/>
            <a:gdLst/>
            <a:ahLst/>
            <a:cxnLst/>
            <a:rect l="l" t="t" r="r" b="b"/>
            <a:pathLst>
              <a:path w="271144" h="17145">
                <a:moveTo>
                  <a:pt x="270554" y="17050"/>
                </a:moveTo>
                <a:lnTo>
                  <a:pt x="0" y="17050"/>
                </a:lnTo>
                <a:lnTo>
                  <a:pt x="0" y="0"/>
                </a:lnTo>
                <a:lnTo>
                  <a:pt x="270554" y="0"/>
                </a:lnTo>
                <a:lnTo>
                  <a:pt x="270554" y="17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527198" y="6471920"/>
            <a:ext cx="203200" cy="16510"/>
          </a:xfrm>
          <a:custGeom>
            <a:avLst/>
            <a:gdLst/>
            <a:ahLst/>
            <a:cxnLst/>
            <a:rect l="l" t="t" r="r" b="b"/>
            <a:pathLst>
              <a:path w="203200" h="16510">
                <a:moveTo>
                  <a:pt x="0" y="0"/>
                </a:moveTo>
                <a:lnTo>
                  <a:pt x="203064" y="0"/>
                </a:lnTo>
                <a:lnTo>
                  <a:pt x="203064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2709305" y="6488429"/>
            <a:ext cx="20955" cy="27940"/>
          </a:xfrm>
          <a:custGeom>
            <a:avLst/>
            <a:gdLst/>
            <a:ahLst/>
            <a:cxnLst/>
            <a:rect l="l" t="t" r="r" b="b"/>
            <a:pathLst>
              <a:path w="20955" h="27940">
                <a:moveTo>
                  <a:pt x="0" y="0"/>
                </a:moveTo>
                <a:lnTo>
                  <a:pt x="20957" y="0"/>
                </a:lnTo>
                <a:lnTo>
                  <a:pt x="20957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2527909" y="6516369"/>
            <a:ext cx="202565" cy="16510"/>
          </a:xfrm>
          <a:custGeom>
            <a:avLst/>
            <a:gdLst/>
            <a:ahLst/>
            <a:cxnLst/>
            <a:rect l="l" t="t" r="r" b="b"/>
            <a:pathLst>
              <a:path w="202564" h="16509">
                <a:moveTo>
                  <a:pt x="0" y="0"/>
                </a:moveTo>
                <a:lnTo>
                  <a:pt x="202353" y="0"/>
                </a:lnTo>
                <a:lnTo>
                  <a:pt x="202353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2527909" y="6532880"/>
            <a:ext cx="20955" cy="31750"/>
          </a:xfrm>
          <a:custGeom>
            <a:avLst/>
            <a:gdLst/>
            <a:ahLst/>
            <a:cxnLst/>
            <a:rect l="l" t="t" r="r" b="b"/>
            <a:pathLst>
              <a:path w="20955" h="31750">
                <a:moveTo>
                  <a:pt x="0" y="0"/>
                </a:moveTo>
                <a:lnTo>
                  <a:pt x="20957" y="0"/>
                </a:lnTo>
                <a:lnTo>
                  <a:pt x="20957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2527909" y="6564630"/>
            <a:ext cx="212725" cy="15240"/>
          </a:xfrm>
          <a:custGeom>
            <a:avLst/>
            <a:gdLst/>
            <a:ahLst/>
            <a:cxnLst/>
            <a:rect l="l" t="t" r="r" b="b"/>
            <a:pathLst>
              <a:path w="212725" h="15240">
                <a:moveTo>
                  <a:pt x="0" y="0"/>
                </a:moveTo>
                <a:lnTo>
                  <a:pt x="212299" y="0"/>
                </a:lnTo>
                <a:lnTo>
                  <a:pt x="212299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2858197" y="6289165"/>
            <a:ext cx="231140" cy="295910"/>
          </a:xfrm>
          <a:custGeom>
            <a:avLst/>
            <a:gdLst/>
            <a:ahLst/>
            <a:cxnLst/>
            <a:rect l="l" t="t" r="r" b="b"/>
            <a:pathLst>
              <a:path w="231139" h="295909">
                <a:moveTo>
                  <a:pt x="230533" y="295893"/>
                </a:moveTo>
                <a:lnTo>
                  <a:pt x="209457" y="295893"/>
                </a:lnTo>
                <a:lnTo>
                  <a:pt x="209457" y="0"/>
                </a:lnTo>
                <a:lnTo>
                  <a:pt x="230533" y="0"/>
                </a:lnTo>
                <a:lnTo>
                  <a:pt x="230533" y="295893"/>
                </a:lnTo>
                <a:close/>
              </a:path>
              <a:path w="231139" h="295909">
                <a:moveTo>
                  <a:pt x="74594" y="227810"/>
                </a:moveTo>
                <a:lnTo>
                  <a:pt x="44457" y="220621"/>
                </a:lnTo>
                <a:lnTo>
                  <a:pt x="20868" y="200133"/>
                </a:lnTo>
                <a:lnTo>
                  <a:pt x="5494" y="167968"/>
                </a:lnTo>
                <a:lnTo>
                  <a:pt x="0" y="125745"/>
                </a:lnTo>
                <a:lnTo>
                  <a:pt x="5494" y="83588"/>
                </a:lnTo>
                <a:lnTo>
                  <a:pt x="20868" y="51432"/>
                </a:lnTo>
                <a:lnTo>
                  <a:pt x="44457" y="30886"/>
                </a:lnTo>
                <a:lnTo>
                  <a:pt x="74594" y="23562"/>
                </a:lnTo>
                <a:lnTo>
                  <a:pt x="104582" y="30886"/>
                </a:lnTo>
                <a:lnTo>
                  <a:pt x="117661" y="42270"/>
                </a:lnTo>
                <a:lnTo>
                  <a:pt x="74594" y="42270"/>
                </a:lnTo>
                <a:lnTo>
                  <a:pt x="52684" y="48470"/>
                </a:lnTo>
                <a:lnTo>
                  <a:pt x="35536" y="65581"/>
                </a:lnTo>
                <a:lnTo>
                  <a:pt x="24359" y="91906"/>
                </a:lnTo>
                <a:lnTo>
                  <a:pt x="20365" y="125745"/>
                </a:lnTo>
                <a:lnTo>
                  <a:pt x="24359" y="159618"/>
                </a:lnTo>
                <a:lnTo>
                  <a:pt x="35536" y="185998"/>
                </a:lnTo>
                <a:lnTo>
                  <a:pt x="52684" y="203121"/>
                </a:lnTo>
                <a:lnTo>
                  <a:pt x="74594" y="209221"/>
                </a:lnTo>
                <a:lnTo>
                  <a:pt x="117717" y="209221"/>
                </a:lnTo>
                <a:lnTo>
                  <a:pt x="104582" y="220621"/>
                </a:lnTo>
                <a:lnTo>
                  <a:pt x="74594" y="227810"/>
                </a:lnTo>
                <a:close/>
              </a:path>
              <a:path w="231139" h="295909">
                <a:moveTo>
                  <a:pt x="117717" y="209221"/>
                </a:moveTo>
                <a:lnTo>
                  <a:pt x="74594" y="209221"/>
                </a:lnTo>
                <a:lnTo>
                  <a:pt x="96470" y="203121"/>
                </a:lnTo>
                <a:lnTo>
                  <a:pt x="113550" y="185998"/>
                </a:lnTo>
                <a:lnTo>
                  <a:pt x="124680" y="159618"/>
                </a:lnTo>
                <a:lnTo>
                  <a:pt x="128705" y="125745"/>
                </a:lnTo>
                <a:lnTo>
                  <a:pt x="124680" y="91906"/>
                </a:lnTo>
                <a:lnTo>
                  <a:pt x="113550" y="65581"/>
                </a:lnTo>
                <a:lnTo>
                  <a:pt x="96470" y="48470"/>
                </a:lnTo>
                <a:lnTo>
                  <a:pt x="74594" y="42270"/>
                </a:lnTo>
                <a:lnTo>
                  <a:pt x="117661" y="42270"/>
                </a:lnTo>
                <a:lnTo>
                  <a:pt x="128187" y="51432"/>
                </a:lnTo>
                <a:lnTo>
                  <a:pt x="143645" y="83588"/>
                </a:lnTo>
                <a:lnTo>
                  <a:pt x="149189" y="125745"/>
                </a:lnTo>
                <a:lnTo>
                  <a:pt x="143645" y="167968"/>
                </a:lnTo>
                <a:lnTo>
                  <a:pt x="128187" y="200133"/>
                </a:lnTo>
                <a:lnTo>
                  <a:pt x="117717" y="209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3129126" y="6295204"/>
            <a:ext cx="269875" cy="288925"/>
          </a:xfrm>
          <a:custGeom>
            <a:avLst/>
            <a:gdLst/>
            <a:ahLst/>
            <a:cxnLst/>
            <a:rect l="l" t="t" r="r" b="b"/>
            <a:pathLst>
              <a:path w="269875" h="288925">
                <a:moveTo>
                  <a:pt x="89632" y="142204"/>
                </a:moveTo>
                <a:lnTo>
                  <a:pt x="68674" y="142204"/>
                </a:lnTo>
                <a:lnTo>
                  <a:pt x="68674" y="98394"/>
                </a:lnTo>
                <a:lnTo>
                  <a:pt x="52514" y="90525"/>
                </a:lnTo>
                <a:lnTo>
                  <a:pt x="40627" y="80470"/>
                </a:lnTo>
                <a:lnTo>
                  <a:pt x="33292" y="68306"/>
                </a:lnTo>
                <a:lnTo>
                  <a:pt x="30785" y="54110"/>
                </a:lnTo>
                <a:lnTo>
                  <a:pt x="37932" y="31120"/>
                </a:lnTo>
                <a:lnTo>
                  <a:pt x="58477" y="14134"/>
                </a:lnTo>
                <a:lnTo>
                  <a:pt x="91077" y="3609"/>
                </a:lnTo>
                <a:lnTo>
                  <a:pt x="134389" y="0"/>
                </a:lnTo>
                <a:lnTo>
                  <a:pt x="177582" y="3609"/>
                </a:lnTo>
                <a:lnTo>
                  <a:pt x="210153" y="14134"/>
                </a:lnTo>
                <a:lnTo>
                  <a:pt x="213396" y="16813"/>
                </a:lnTo>
                <a:lnTo>
                  <a:pt x="134389" y="16813"/>
                </a:lnTo>
                <a:lnTo>
                  <a:pt x="100392" y="19410"/>
                </a:lnTo>
                <a:lnTo>
                  <a:pt x="74565" y="26848"/>
                </a:lnTo>
                <a:lnTo>
                  <a:pt x="58195" y="38592"/>
                </a:lnTo>
                <a:lnTo>
                  <a:pt x="52571" y="54110"/>
                </a:lnTo>
                <a:lnTo>
                  <a:pt x="58195" y="69710"/>
                </a:lnTo>
                <a:lnTo>
                  <a:pt x="74565" y="81403"/>
                </a:lnTo>
                <a:lnTo>
                  <a:pt x="100392" y="88744"/>
                </a:lnTo>
                <a:lnTo>
                  <a:pt x="134389" y="91290"/>
                </a:lnTo>
                <a:lnTo>
                  <a:pt x="214329" y="91290"/>
                </a:lnTo>
                <a:lnTo>
                  <a:pt x="200695" y="98039"/>
                </a:lnTo>
                <a:lnTo>
                  <a:pt x="200695" y="103959"/>
                </a:lnTo>
                <a:lnTo>
                  <a:pt x="179856" y="103959"/>
                </a:lnTo>
                <a:lnTo>
                  <a:pt x="179142" y="104077"/>
                </a:lnTo>
                <a:lnTo>
                  <a:pt x="89632" y="104077"/>
                </a:lnTo>
                <a:lnTo>
                  <a:pt x="89632" y="142204"/>
                </a:lnTo>
                <a:close/>
              </a:path>
              <a:path w="269875" h="288925">
                <a:moveTo>
                  <a:pt x="214329" y="91290"/>
                </a:moveTo>
                <a:lnTo>
                  <a:pt x="134389" y="91290"/>
                </a:lnTo>
                <a:lnTo>
                  <a:pt x="168340" y="88744"/>
                </a:lnTo>
                <a:lnTo>
                  <a:pt x="194198" y="81403"/>
                </a:lnTo>
                <a:lnTo>
                  <a:pt x="210666" y="69710"/>
                </a:lnTo>
                <a:lnTo>
                  <a:pt x="216443" y="54110"/>
                </a:lnTo>
                <a:lnTo>
                  <a:pt x="210666" y="38592"/>
                </a:lnTo>
                <a:lnTo>
                  <a:pt x="194198" y="26848"/>
                </a:lnTo>
                <a:lnTo>
                  <a:pt x="168340" y="19410"/>
                </a:lnTo>
                <a:lnTo>
                  <a:pt x="134389" y="16813"/>
                </a:lnTo>
                <a:lnTo>
                  <a:pt x="213396" y="16813"/>
                </a:lnTo>
                <a:lnTo>
                  <a:pt x="230713" y="31120"/>
                </a:lnTo>
                <a:lnTo>
                  <a:pt x="237875" y="54110"/>
                </a:lnTo>
                <a:lnTo>
                  <a:pt x="235412" y="68151"/>
                </a:lnTo>
                <a:lnTo>
                  <a:pt x="228210" y="80204"/>
                </a:lnTo>
                <a:lnTo>
                  <a:pt x="216545" y="90192"/>
                </a:lnTo>
                <a:lnTo>
                  <a:pt x="214329" y="91290"/>
                </a:lnTo>
                <a:close/>
              </a:path>
              <a:path w="269875" h="288925">
                <a:moveTo>
                  <a:pt x="200695" y="142204"/>
                </a:moveTo>
                <a:lnTo>
                  <a:pt x="179856" y="142204"/>
                </a:lnTo>
                <a:lnTo>
                  <a:pt x="179856" y="103959"/>
                </a:lnTo>
                <a:lnTo>
                  <a:pt x="200695" y="103959"/>
                </a:lnTo>
                <a:lnTo>
                  <a:pt x="200695" y="142204"/>
                </a:lnTo>
                <a:close/>
              </a:path>
              <a:path w="269875" h="288925">
                <a:moveTo>
                  <a:pt x="134389" y="107866"/>
                </a:moveTo>
                <a:lnTo>
                  <a:pt x="122154" y="107622"/>
                </a:lnTo>
                <a:lnTo>
                  <a:pt x="110634" y="106904"/>
                </a:lnTo>
                <a:lnTo>
                  <a:pt x="99772" y="105718"/>
                </a:lnTo>
                <a:lnTo>
                  <a:pt x="89632" y="104077"/>
                </a:lnTo>
                <a:lnTo>
                  <a:pt x="179142" y="104077"/>
                </a:lnTo>
                <a:lnTo>
                  <a:pt x="169538" y="105668"/>
                </a:lnTo>
                <a:lnTo>
                  <a:pt x="158499" y="106889"/>
                </a:lnTo>
                <a:lnTo>
                  <a:pt x="146678" y="107624"/>
                </a:lnTo>
                <a:lnTo>
                  <a:pt x="134389" y="107866"/>
                </a:lnTo>
                <a:close/>
              </a:path>
              <a:path w="269875" h="288925">
                <a:moveTo>
                  <a:pt x="269252" y="159727"/>
                </a:moveTo>
                <a:lnTo>
                  <a:pt x="0" y="159727"/>
                </a:lnTo>
                <a:lnTo>
                  <a:pt x="0" y="142204"/>
                </a:lnTo>
                <a:lnTo>
                  <a:pt x="269252" y="142204"/>
                </a:lnTo>
                <a:lnTo>
                  <a:pt x="269252" y="159727"/>
                </a:lnTo>
                <a:close/>
              </a:path>
              <a:path w="269875" h="288925">
                <a:moveTo>
                  <a:pt x="134507" y="288670"/>
                </a:moveTo>
                <a:lnTo>
                  <a:pt x="91759" y="285240"/>
                </a:lnTo>
                <a:lnTo>
                  <a:pt x="59823" y="275172"/>
                </a:lnTo>
                <a:lnTo>
                  <a:pt x="39832" y="258799"/>
                </a:lnTo>
                <a:lnTo>
                  <a:pt x="32916" y="236454"/>
                </a:lnTo>
                <a:lnTo>
                  <a:pt x="39832" y="214334"/>
                </a:lnTo>
                <a:lnTo>
                  <a:pt x="59823" y="198120"/>
                </a:lnTo>
                <a:lnTo>
                  <a:pt x="91759" y="188167"/>
                </a:lnTo>
                <a:lnTo>
                  <a:pt x="134507" y="184829"/>
                </a:lnTo>
                <a:lnTo>
                  <a:pt x="177052" y="188167"/>
                </a:lnTo>
                <a:lnTo>
                  <a:pt x="208895" y="198120"/>
                </a:lnTo>
                <a:lnTo>
                  <a:pt x="212946" y="201406"/>
                </a:lnTo>
                <a:lnTo>
                  <a:pt x="134507" y="201406"/>
                </a:lnTo>
                <a:lnTo>
                  <a:pt x="101137" y="203902"/>
                </a:lnTo>
                <a:lnTo>
                  <a:pt x="75882" y="210893"/>
                </a:lnTo>
                <a:lnTo>
                  <a:pt x="59929" y="221903"/>
                </a:lnTo>
                <a:lnTo>
                  <a:pt x="54466" y="236454"/>
                </a:lnTo>
                <a:lnTo>
                  <a:pt x="59929" y="251273"/>
                </a:lnTo>
                <a:lnTo>
                  <a:pt x="75882" y="262384"/>
                </a:lnTo>
                <a:lnTo>
                  <a:pt x="101137" y="269322"/>
                </a:lnTo>
                <a:lnTo>
                  <a:pt x="134507" y="271620"/>
                </a:lnTo>
                <a:lnTo>
                  <a:pt x="213231" y="271620"/>
                </a:lnTo>
                <a:lnTo>
                  <a:pt x="208895" y="275172"/>
                </a:lnTo>
                <a:lnTo>
                  <a:pt x="177052" y="285240"/>
                </a:lnTo>
                <a:lnTo>
                  <a:pt x="134507" y="288670"/>
                </a:lnTo>
                <a:close/>
              </a:path>
              <a:path w="269875" h="288925">
                <a:moveTo>
                  <a:pt x="213231" y="271620"/>
                </a:moveTo>
                <a:lnTo>
                  <a:pt x="134507" y="271620"/>
                </a:lnTo>
                <a:lnTo>
                  <a:pt x="167748" y="269322"/>
                </a:lnTo>
                <a:lnTo>
                  <a:pt x="192984" y="262384"/>
                </a:lnTo>
                <a:lnTo>
                  <a:pt x="209052" y="251273"/>
                </a:lnTo>
                <a:lnTo>
                  <a:pt x="214786" y="236454"/>
                </a:lnTo>
                <a:lnTo>
                  <a:pt x="209052" y="221903"/>
                </a:lnTo>
                <a:lnTo>
                  <a:pt x="192984" y="210893"/>
                </a:lnTo>
                <a:lnTo>
                  <a:pt x="167748" y="203902"/>
                </a:lnTo>
                <a:lnTo>
                  <a:pt x="134507" y="201406"/>
                </a:lnTo>
                <a:lnTo>
                  <a:pt x="212946" y="201406"/>
                </a:lnTo>
                <a:lnTo>
                  <a:pt x="228883" y="214334"/>
                </a:lnTo>
                <a:lnTo>
                  <a:pt x="235862" y="236454"/>
                </a:lnTo>
                <a:lnTo>
                  <a:pt x="228883" y="258799"/>
                </a:lnTo>
                <a:lnTo>
                  <a:pt x="213231" y="271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410237" y="6289165"/>
            <a:ext cx="280670" cy="295910"/>
          </a:xfrm>
          <a:custGeom>
            <a:avLst/>
            <a:gdLst/>
            <a:ahLst/>
            <a:cxnLst/>
            <a:rect l="l" t="t" r="r" b="b"/>
            <a:pathLst>
              <a:path w="280670" h="295909">
                <a:moveTo>
                  <a:pt x="228994" y="295538"/>
                </a:moveTo>
                <a:lnTo>
                  <a:pt x="208037" y="295538"/>
                </a:lnTo>
                <a:lnTo>
                  <a:pt x="208037" y="0"/>
                </a:lnTo>
                <a:lnTo>
                  <a:pt x="228994" y="0"/>
                </a:lnTo>
                <a:lnTo>
                  <a:pt x="228994" y="123732"/>
                </a:lnTo>
                <a:lnTo>
                  <a:pt x="280145" y="123732"/>
                </a:lnTo>
                <a:lnTo>
                  <a:pt x="280145" y="141612"/>
                </a:lnTo>
                <a:lnTo>
                  <a:pt x="228994" y="141612"/>
                </a:lnTo>
                <a:lnTo>
                  <a:pt x="228994" y="295538"/>
                </a:lnTo>
                <a:close/>
              </a:path>
              <a:path w="280670" h="295909">
                <a:moveTo>
                  <a:pt x="99933" y="48545"/>
                </a:moveTo>
                <a:lnTo>
                  <a:pt x="78857" y="48545"/>
                </a:lnTo>
                <a:lnTo>
                  <a:pt x="78857" y="3196"/>
                </a:lnTo>
                <a:lnTo>
                  <a:pt x="99933" y="3196"/>
                </a:lnTo>
                <a:lnTo>
                  <a:pt x="99933" y="48545"/>
                </a:lnTo>
                <a:close/>
              </a:path>
              <a:path w="280670" h="295909">
                <a:moveTo>
                  <a:pt x="176541" y="66543"/>
                </a:moveTo>
                <a:lnTo>
                  <a:pt x="0" y="66543"/>
                </a:lnTo>
                <a:lnTo>
                  <a:pt x="0" y="48545"/>
                </a:lnTo>
                <a:lnTo>
                  <a:pt x="176541" y="48545"/>
                </a:lnTo>
                <a:lnTo>
                  <a:pt x="176541" y="66543"/>
                </a:lnTo>
                <a:close/>
              </a:path>
              <a:path w="280670" h="295909">
                <a:moveTo>
                  <a:pt x="89869" y="227455"/>
                </a:moveTo>
                <a:lnTo>
                  <a:pt x="61146" y="222580"/>
                </a:lnTo>
                <a:lnTo>
                  <a:pt x="38496" y="208880"/>
                </a:lnTo>
                <a:lnTo>
                  <a:pt x="23682" y="187743"/>
                </a:lnTo>
                <a:lnTo>
                  <a:pt x="18471" y="160556"/>
                </a:lnTo>
                <a:lnTo>
                  <a:pt x="23682" y="133449"/>
                </a:lnTo>
                <a:lnTo>
                  <a:pt x="38496" y="112247"/>
                </a:lnTo>
                <a:lnTo>
                  <a:pt x="61146" y="98416"/>
                </a:lnTo>
                <a:lnTo>
                  <a:pt x="89869" y="93421"/>
                </a:lnTo>
                <a:lnTo>
                  <a:pt x="118475" y="98416"/>
                </a:lnTo>
                <a:lnTo>
                  <a:pt x="139668" y="111418"/>
                </a:lnTo>
                <a:lnTo>
                  <a:pt x="89869" y="111418"/>
                </a:lnTo>
                <a:lnTo>
                  <a:pt x="69287" y="115200"/>
                </a:lnTo>
                <a:lnTo>
                  <a:pt x="53000" y="125508"/>
                </a:lnTo>
                <a:lnTo>
                  <a:pt x="42331" y="141057"/>
                </a:lnTo>
                <a:lnTo>
                  <a:pt x="38599" y="160556"/>
                </a:lnTo>
                <a:lnTo>
                  <a:pt x="42331" y="180032"/>
                </a:lnTo>
                <a:lnTo>
                  <a:pt x="53000" y="195500"/>
                </a:lnTo>
                <a:lnTo>
                  <a:pt x="69287" y="205663"/>
                </a:lnTo>
                <a:lnTo>
                  <a:pt x="89869" y="209221"/>
                </a:lnTo>
                <a:lnTo>
                  <a:pt x="140459" y="209221"/>
                </a:lnTo>
                <a:lnTo>
                  <a:pt x="118475" y="222580"/>
                </a:lnTo>
                <a:lnTo>
                  <a:pt x="89869" y="227455"/>
                </a:lnTo>
                <a:close/>
              </a:path>
              <a:path w="280670" h="295909">
                <a:moveTo>
                  <a:pt x="140459" y="209221"/>
                </a:moveTo>
                <a:lnTo>
                  <a:pt x="89869" y="209221"/>
                </a:lnTo>
                <a:lnTo>
                  <a:pt x="110284" y="205663"/>
                </a:lnTo>
                <a:lnTo>
                  <a:pt x="126471" y="195500"/>
                </a:lnTo>
                <a:lnTo>
                  <a:pt x="137173" y="180032"/>
                </a:lnTo>
                <a:lnTo>
                  <a:pt x="141138" y="160556"/>
                </a:lnTo>
                <a:lnTo>
                  <a:pt x="137173" y="141057"/>
                </a:lnTo>
                <a:lnTo>
                  <a:pt x="126471" y="125508"/>
                </a:lnTo>
                <a:lnTo>
                  <a:pt x="110284" y="115200"/>
                </a:lnTo>
                <a:lnTo>
                  <a:pt x="89869" y="111418"/>
                </a:lnTo>
                <a:lnTo>
                  <a:pt x="139668" y="111418"/>
                </a:lnTo>
                <a:lnTo>
                  <a:pt x="141019" y="112247"/>
                </a:lnTo>
                <a:lnTo>
                  <a:pt x="155839" y="133449"/>
                </a:lnTo>
                <a:lnTo>
                  <a:pt x="161267" y="160556"/>
                </a:lnTo>
                <a:lnTo>
                  <a:pt x="155839" y="187743"/>
                </a:lnTo>
                <a:lnTo>
                  <a:pt x="141019" y="208880"/>
                </a:lnTo>
                <a:lnTo>
                  <a:pt x="140459" y="209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700348" y="6289165"/>
            <a:ext cx="238125" cy="295910"/>
          </a:xfrm>
          <a:custGeom>
            <a:avLst/>
            <a:gdLst/>
            <a:ahLst/>
            <a:cxnLst/>
            <a:rect l="l" t="t" r="r" b="b"/>
            <a:pathLst>
              <a:path w="238125" h="295909">
                <a:moveTo>
                  <a:pt x="237756" y="67845"/>
                </a:moveTo>
                <a:lnTo>
                  <a:pt x="216917" y="67845"/>
                </a:lnTo>
                <a:lnTo>
                  <a:pt x="216917" y="0"/>
                </a:lnTo>
                <a:lnTo>
                  <a:pt x="237756" y="0"/>
                </a:lnTo>
                <a:lnTo>
                  <a:pt x="237756" y="67845"/>
                </a:lnTo>
                <a:close/>
              </a:path>
              <a:path w="238125" h="295909">
                <a:moveTo>
                  <a:pt x="73055" y="227810"/>
                </a:moveTo>
                <a:lnTo>
                  <a:pt x="43374" y="220621"/>
                </a:lnTo>
                <a:lnTo>
                  <a:pt x="20232" y="200133"/>
                </a:lnTo>
                <a:lnTo>
                  <a:pt x="5237" y="167968"/>
                </a:lnTo>
                <a:lnTo>
                  <a:pt x="0" y="125745"/>
                </a:lnTo>
                <a:lnTo>
                  <a:pt x="5237" y="83588"/>
                </a:lnTo>
                <a:lnTo>
                  <a:pt x="20232" y="51432"/>
                </a:lnTo>
                <a:lnTo>
                  <a:pt x="43374" y="30886"/>
                </a:lnTo>
                <a:lnTo>
                  <a:pt x="73055" y="23562"/>
                </a:lnTo>
                <a:lnTo>
                  <a:pt x="92503" y="26602"/>
                </a:lnTo>
                <a:lnTo>
                  <a:pt x="109553" y="35269"/>
                </a:lnTo>
                <a:lnTo>
                  <a:pt x="116740" y="42270"/>
                </a:lnTo>
                <a:lnTo>
                  <a:pt x="73055" y="42270"/>
                </a:lnTo>
                <a:lnTo>
                  <a:pt x="51531" y="48470"/>
                </a:lnTo>
                <a:lnTo>
                  <a:pt x="34781" y="65581"/>
                </a:lnTo>
                <a:lnTo>
                  <a:pt x="23936" y="91906"/>
                </a:lnTo>
                <a:lnTo>
                  <a:pt x="20128" y="125745"/>
                </a:lnTo>
                <a:lnTo>
                  <a:pt x="23936" y="159618"/>
                </a:lnTo>
                <a:lnTo>
                  <a:pt x="34781" y="185998"/>
                </a:lnTo>
                <a:lnTo>
                  <a:pt x="51531" y="203121"/>
                </a:lnTo>
                <a:lnTo>
                  <a:pt x="73055" y="209221"/>
                </a:lnTo>
                <a:lnTo>
                  <a:pt x="116740" y="209221"/>
                </a:lnTo>
                <a:lnTo>
                  <a:pt x="110960" y="215200"/>
                </a:lnTo>
                <a:lnTo>
                  <a:pt x="93312" y="224580"/>
                </a:lnTo>
                <a:lnTo>
                  <a:pt x="73055" y="227810"/>
                </a:lnTo>
                <a:close/>
              </a:path>
              <a:path w="238125" h="295909">
                <a:moveTo>
                  <a:pt x="116740" y="209221"/>
                </a:moveTo>
                <a:lnTo>
                  <a:pt x="73055" y="209221"/>
                </a:lnTo>
                <a:lnTo>
                  <a:pt x="94481" y="203121"/>
                </a:lnTo>
                <a:lnTo>
                  <a:pt x="111256" y="185998"/>
                </a:lnTo>
                <a:lnTo>
                  <a:pt x="122191" y="159618"/>
                </a:lnTo>
                <a:lnTo>
                  <a:pt x="126101" y="125745"/>
                </a:lnTo>
                <a:lnTo>
                  <a:pt x="122191" y="91906"/>
                </a:lnTo>
                <a:lnTo>
                  <a:pt x="111256" y="65581"/>
                </a:lnTo>
                <a:lnTo>
                  <a:pt x="94481" y="48470"/>
                </a:lnTo>
                <a:lnTo>
                  <a:pt x="73055" y="42270"/>
                </a:lnTo>
                <a:lnTo>
                  <a:pt x="116740" y="42270"/>
                </a:lnTo>
                <a:lnTo>
                  <a:pt x="123806" y="49154"/>
                </a:lnTo>
                <a:lnTo>
                  <a:pt x="134862" y="67845"/>
                </a:lnTo>
                <a:lnTo>
                  <a:pt x="237756" y="67845"/>
                </a:lnTo>
                <a:lnTo>
                  <a:pt x="237756" y="85843"/>
                </a:lnTo>
                <a:lnTo>
                  <a:pt x="141138" y="85843"/>
                </a:lnTo>
                <a:lnTo>
                  <a:pt x="143195" y="95075"/>
                </a:lnTo>
                <a:lnTo>
                  <a:pt x="144720" y="104817"/>
                </a:lnTo>
                <a:lnTo>
                  <a:pt x="145667" y="115048"/>
                </a:lnTo>
                <a:lnTo>
                  <a:pt x="145992" y="125745"/>
                </a:lnTo>
                <a:lnTo>
                  <a:pt x="145732" y="135403"/>
                </a:lnTo>
                <a:lnTo>
                  <a:pt x="144971" y="144660"/>
                </a:lnTo>
                <a:lnTo>
                  <a:pt x="143745" y="153519"/>
                </a:lnTo>
                <a:lnTo>
                  <a:pt x="142085" y="161977"/>
                </a:lnTo>
                <a:lnTo>
                  <a:pt x="237756" y="161977"/>
                </a:lnTo>
                <a:lnTo>
                  <a:pt x="237756" y="179856"/>
                </a:lnTo>
                <a:lnTo>
                  <a:pt x="136520" y="179856"/>
                </a:lnTo>
                <a:lnTo>
                  <a:pt x="125521" y="200137"/>
                </a:lnTo>
                <a:lnTo>
                  <a:pt x="116740" y="209221"/>
                </a:lnTo>
                <a:close/>
              </a:path>
              <a:path w="238125" h="295909">
                <a:moveTo>
                  <a:pt x="237756" y="161977"/>
                </a:moveTo>
                <a:lnTo>
                  <a:pt x="216917" y="161977"/>
                </a:lnTo>
                <a:lnTo>
                  <a:pt x="216917" y="85843"/>
                </a:lnTo>
                <a:lnTo>
                  <a:pt x="237756" y="85843"/>
                </a:lnTo>
                <a:lnTo>
                  <a:pt x="237756" y="161977"/>
                </a:lnTo>
                <a:close/>
              </a:path>
              <a:path w="238125" h="295909">
                <a:moveTo>
                  <a:pt x="237756" y="295893"/>
                </a:moveTo>
                <a:lnTo>
                  <a:pt x="216917" y="295893"/>
                </a:lnTo>
                <a:lnTo>
                  <a:pt x="216917" y="179856"/>
                </a:lnTo>
                <a:lnTo>
                  <a:pt x="237756" y="179856"/>
                </a:lnTo>
                <a:lnTo>
                  <a:pt x="237756" y="295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4046655" y="6304676"/>
            <a:ext cx="269875" cy="279400"/>
          </a:xfrm>
          <a:custGeom>
            <a:avLst/>
            <a:gdLst/>
            <a:ahLst/>
            <a:cxnLst/>
            <a:rect l="l" t="t" r="r" b="b"/>
            <a:pathLst>
              <a:path w="269875" h="279400">
                <a:moveTo>
                  <a:pt x="245097" y="18115"/>
                </a:moveTo>
                <a:lnTo>
                  <a:pt x="24746" y="18115"/>
                </a:lnTo>
                <a:lnTo>
                  <a:pt x="24746" y="0"/>
                </a:lnTo>
                <a:lnTo>
                  <a:pt x="245097" y="0"/>
                </a:lnTo>
                <a:lnTo>
                  <a:pt x="245097" y="18115"/>
                </a:lnTo>
                <a:close/>
              </a:path>
              <a:path w="269875" h="279400">
                <a:moveTo>
                  <a:pt x="24272" y="106327"/>
                </a:moveTo>
                <a:lnTo>
                  <a:pt x="16458" y="89277"/>
                </a:lnTo>
                <a:lnTo>
                  <a:pt x="53250" y="81159"/>
                </a:lnTo>
                <a:lnTo>
                  <a:pt x="87101" y="66247"/>
                </a:lnTo>
                <a:lnTo>
                  <a:pt x="111916" y="45386"/>
                </a:lnTo>
                <a:lnTo>
                  <a:pt x="121601" y="19418"/>
                </a:lnTo>
                <a:lnTo>
                  <a:pt x="121601" y="18115"/>
                </a:lnTo>
                <a:lnTo>
                  <a:pt x="147769" y="18115"/>
                </a:lnTo>
                <a:lnTo>
                  <a:pt x="147769" y="19418"/>
                </a:lnTo>
                <a:lnTo>
                  <a:pt x="156814" y="44164"/>
                </a:lnTo>
                <a:lnTo>
                  <a:pt x="134744" y="44164"/>
                </a:lnTo>
                <a:lnTo>
                  <a:pt x="117000" y="67498"/>
                </a:lnTo>
                <a:lnTo>
                  <a:pt x="90475" y="85813"/>
                </a:lnTo>
                <a:lnTo>
                  <a:pt x="58467" y="98845"/>
                </a:lnTo>
                <a:lnTo>
                  <a:pt x="24272" y="106327"/>
                </a:lnTo>
                <a:close/>
              </a:path>
              <a:path w="269875" h="279400">
                <a:moveTo>
                  <a:pt x="244979" y="106327"/>
                </a:moveTo>
                <a:lnTo>
                  <a:pt x="210788" y="98845"/>
                </a:lnTo>
                <a:lnTo>
                  <a:pt x="178805" y="85813"/>
                </a:lnTo>
                <a:lnTo>
                  <a:pt x="152351" y="67498"/>
                </a:lnTo>
                <a:lnTo>
                  <a:pt x="134744" y="44164"/>
                </a:lnTo>
                <a:lnTo>
                  <a:pt x="156814" y="44164"/>
                </a:lnTo>
                <a:lnTo>
                  <a:pt x="157224" y="45286"/>
                </a:lnTo>
                <a:lnTo>
                  <a:pt x="181943" y="66158"/>
                </a:lnTo>
                <a:lnTo>
                  <a:pt x="215920" y="81125"/>
                </a:lnTo>
                <a:lnTo>
                  <a:pt x="253149" y="89277"/>
                </a:lnTo>
                <a:lnTo>
                  <a:pt x="244979" y="106327"/>
                </a:lnTo>
                <a:close/>
              </a:path>
              <a:path w="269875" h="279400">
                <a:moveTo>
                  <a:pt x="269252" y="144335"/>
                </a:moveTo>
                <a:lnTo>
                  <a:pt x="0" y="144335"/>
                </a:lnTo>
                <a:lnTo>
                  <a:pt x="0" y="126456"/>
                </a:lnTo>
                <a:lnTo>
                  <a:pt x="269252" y="126456"/>
                </a:lnTo>
                <a:lnTo>
                  <a:pt x="269252" y="144335"/>
                </a:lnTo>
                <a:close/>
              </a:path>
              <a:path w="269875" h="279400">
                <a:moveTo>
                  <a:pt x="134507" y="279079"/>
                </a:moveTo>
                <a:lnTo>
                  <a:pt x="91859" y="275590"/>
                </a:lnTo>
                <a:lnTo>
                  <a:pt x="59912" y="265374"/>
                </a:lnTo>
                <a:lnTo>
                  <a:pt x="39865" y="248808"/>
                </a:lnTo>
                <a:lnTo>
                  <a:pt x="32916" y="226271"/>
                </a:lnTo>
                <a:lnTo>
                  <a:pt x="39865" y="203744"/>
                </a:lnTo>
                <a:lnTo>
                  <a:pt x="59912" y="187079"/>
                </a:lnTo>
                <a:lnTo>
                  <a:pt x="91859" y="176719"/>
                </a:lnTo>
                <a:lnTo>
                  <a:pt x="134507" y="173107"/>
                </a:lnTo>
                <a:lnTo>
                  <a:pt x="177002" y="176719"/>
                </a:lnTo>
                <a:lnTo>
                  <a:pt x="208851" y="187079"/>
                </a:lnTo>
                <a:lnTo>
                  <a:pt x="212690" y="190276"/>
                </a:lnTo>
                <a:lnTo>
                  <a:pt x="134507" y="190276"/>
                </a:lnTo>
                <a:lnTo>
                  <a:pt x="101137" y="192836"/>
                </a:lnTo>
                <a:lnTo>
                  <a:pt x="75882" y="199926"/>
                </a:lnTo>
                <a:lnTo>
                  <a:pt x="59929" y="211189"/>
                </a:lnTo>
                <a:lnTo>
                  <a:pt x="54466" y="226271"/>
                </a:lnTo>
                <a:lnTo>
                  <a:pt x="59929" y="241212"/>
                </a:lnTo>
                <a:lnTo>
                  <a:pt x="75882" y="252379"/>
                </a:lnTo>
                <a:lnTo>
                  <a:pt x="101137" y="259372"/>
                </a:lnTo>
                <a:lnTo>
                  <a:pt x="134507" y="261792"/>
                </a:lnTo>
                <a:lnTo>
                  <a:pt x="213178" y="261792"/>
                </a:lnTo>
                <a:lnTo>
                  <a:pt x="208851" y="265374"/>
                </a:lnTo>
                <a:lnTo>
                  <a:pt x="177002" y="275590"/>
                </a:lnTo>
                <a:lnTo>
                  <a:pt x="134507" y="279079"/>
                </a:lnTo>
                <a:close/>
              </a:path>
              <a:path w="269875" h="279400">
                <a:moveTo>
                  <a:pt x="213178" y="261792"/>
                </a:moveTo>
                <a:lnTo>
                  <a:pt x="134507" y="261792"/>
                </a:lnTo>
                <a:lnTo>
                  <a:pt x="167748" y="259372"/>
                </a:lnTo>
                <a:lnTo>
                  <a:pt x="192984" y="252379"/>
                </a:lnTo>
                <a:lnTo>
                  <a:pt x="209052" y="241212"/>
                </a:lnTo>
                <a:lnTo>
                  <a:pt x="214786" y="226271"/>
                </a:lnTo>
                <a:lnTo>
                  <a:pt x="209052" y="211189"/>
                </a:lnTo>
                <a:lnTo>
                  <a:pt x="192984" y="199926"/>
                </a:lnTo>
                <a:lnTo>
                  <a:pt x="167748" y="192836"/>
                </a:lnTo>
                <a:lnTo>
                  <a:pt x="134507" y="190276"/>
                </a:lnTo>
                <a:lnTo>
                  <a:pt x="212690" y="190276"/>
                </a:lnTo>
                <a:lnTo>
                  <a:pt x="228867" y="203744"/>
                </a:lnTo>
                <a:lnTo>
                  <a:pt x="235862" y="226271"/>
                </a:lnTo>
                <a:lnTo>
                  <a:pt x="228867" y="248808"/>
                </a:lnTo>
                <a:lnTo>
                  <a:pt x="213178" y="261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4362104" y="6301740"/>
            <a:ext cx="204470" cy="17780"/>
          </a:xfrm>
          <a:custGeom>
            <a:avLst/>
            <a:gdLst/>
            <a:ahLst/>
            <a:cxnLst/>
            <a:rect l="l" t="t" r="r" b="b"/>
            <a:pathLst>
              <a:path w="204470" h="17779">
                <a:moveTo>
                  <a:pt x="0" y="0"/>
                </a:moveTo>
                <a:lnTo>
                  <a:pt x="204129" y="0"/>
                </a:lnTo>
                <a:lnTo>
                  <a:pt x="204129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544921" y="6319520"/>
            <a:ext cx="21590" cy="38100"/>
          </a:xfrm>
          <a:custGeom>
            <a:avLst/>
            <a:gdLst/>
            <a:ahLst/>
            <a:cxnLst/>
            <a:rect l="l" t="t" r="r" b="b"/>
            <a:pathLst>
              <a:path w="21589" h="38100">
                <a:moveTo>
                  <a:pt x="0" y="0"/>
                </a:moveTo>
                <a:lnTo>
                  <a:pt x="21312" y="0"/>
                </a:lnTo>
                <a:lnTo>
                  <a:pt x="2131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4362815" y="6357620"/>
            <a:ext cx="203835" cy="16510"/>
          </a:xfrm>
          <a:custGeom>
            <a:avLst/>
            <a:gdLst/>
            <a:ahLst/>
            <a:cxnLst/>
            <a:rect l="l" t="t" r="r" b="b"/>
            <a:pathLst>
              <a:path w="203835" h="16510">
                <a:moveTo>
                  <a:pt x="0" y="0"/>
                </a:moveTo>
                <a:lnTo>
                  <a:pt x="203419" y="0"/>
                </a:lnTo>
                <a:lnTo>
                  <a:pt x="203419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4362815" y="6374129"/>
            <a:ext cx="21590" cy="40640"/>
          </a:xfrm>
          <a:custGeom>
            <a:avLst/>
            <a:gdLst/>
            <a:ahLst/>
            <a:cxnLst/>
            <a:rect l="l" t="t" r="r" b="b"/>
            <a:pathLst>
              <a:path w="21589" h="40639">
                <a:moveTo>
                  <a:pt x="0" y="0"/>
                </a:moveTo>
                <a:lnTo>
                  <a:pt x="21194" y="0"/>
                </a:lnTo>
                <a:lnTo>
                  <a:pt x="21194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4362815" y="6414770"/>
            <a:ext cx="210185" cy="17780"/>
          </a:xfrm>
          <a:custGeom>
            <a:avLst/>
            <a:gdLst/>
            <a:ahLst/>
            <a:cxnLst/>
            <a:rect l="l" t="t" r="r" b="b"/>
            <a:pathLst>
              <a:path w="210185" h="17779">
                <a:moveTo>
                  <a:pt x="0" y="0"/>
                </a:moveTo>
                <a:lnTo>
                  <a:pt x="209576" y="0"/>
                </a:lnTo>
                <a:lnTo>
                  <a:pt x="209576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4328951" y="6466299"/>
            <a:ext cx="271145" cy="17780"/>
          </a:xfrm>
          <a:custGeom>
            <a:avLst/>
            <a:gdLst/>
            <a:ahLst/>
            <a:cxnLst/>
            <a:rect l="l" t="t" r="r" b="b"/>
            <a:pathLst>
              <a:path w="271145" h="17779">
                <a:moveTo>
                  <a:pt x="270554" y="17287"/>
                </a:moveTo>
                <a:lnTo>
                  <a:pt x="0" y="17287"/>
                </a:lnTo>
                <a:lnTo>
                  <a:pt x="0" y="0"/>
                </a:lnTo>
                <a:lnTo>
                  <a:pt x="270554" y="0"/>
                </a:lnTo>
                <a:lnTo>
                  <a:pt x="270554" y="17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4402480" y="6483586"/>
            <a:ext cx="21590" cy="101600"/>
          </a:xfrm>
          <a:custGeom>
            <a:avLst/>
            <a:gdLst/>
            <a:ahLst/>
            <a:cxnLst/>
            <a:rect l="l" t="t" r="r" b="b"/>
            <a:pathLst>
              <a:path w="21589" h="101600">
                <a:moveTo>
                  <a:pt x="21076" y="101117"/>
                </a:moveTo>
                <a:lnTo>
                  <a:pt x="0" y="101117"/>
                </a:lnTo>
                <a:lnTo>
                  <a:pt x="0" y="0"/>
                </a:lnTo>
                <a:lnTo>
                  <a:pt x="21076" y="0"/>
                </a:lnTo>
                <a:lnTo>
                  <a:pt x="21076" y="101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4504663" y="6483586"/>
            <a:ext cx="21590" cy="101600"/>
          </a:xfrm>
          <a:custGeom>
            <a:avLst/>
            <a:gdLst/>
            <a:ahLst/>
            <a:cxnLst/>
            <a:rect l="l" t="t" r="r" b="b"/>
            <a:pathLst>
              <a:path w="21589" h="101600">
                <a:moveTo>
                  <a:pt x="21076" y="101117"/>
                </a:moveTo>
                <a:lnTo>
                  <a:pt x="0" y="101117"/>
                </a:lnTo>
                <a:lnTo>
                  <a:pt x="0" y="0"/>
                </a:lnTo>
                <a:lnTo>
                  <a:pt x="21076" y="0"/>
                </a:lnTo>
                <a:lnTo>
                  <a:pt x="21076" y="101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7812208" y="2148269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3" y="0"/>
                </a:moveTo>
                <a:lnTo>
                  <a:pt x="0" y="0"/>
                </a:lnTo>
                <a:lnTo>
                  <a:pt x="0" y="424688"/>
                </a:lnTo>
                <a:lnTo>
                  <a:pt x="100583" y="424688"/>
                </a:lnTo>
                <a:lnTo>
                  <a:pt x="100583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116248" y="2156397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7"/>
                </a:moveTo>
                <a:lnTo>
                  <a:pt x="562864" y="394207"/>
                </a:lnTo>
                <a:lnTo>
                  <a:pt x="611632" y="318007"/>
                </a:lnTo>
                <a:lnTo>
                  <a:pt x="336296" y="166623"/>
                </a:lnTo>
                <a:lnTo>
                  <a:pt x="350377" y="128968"/>
                </a:lnTo>
                <a:lnTo>
                  <a:pt x="360553" y="89407"/>
                </a:lnTo>
                <a:lnTo>
                  <a:pt x="366728" y="48323"/>
                </a:lnTo>
                <a:lnTo>
                  <a:pt x="368808" y="6095"/>
                </a:lnTo>
                <a:lnTo>
                  <a:pt x="268224" y="0"/>
                </a:lnTo>
                <a:lnTo>
                  <a:pt x="264910" y="46404"/>
                </a:lnTo>
                <a:lnTo>
                  <a:pt x="255739" y="90822"/>
                </a:lnTo>
                <a:lnTo>
                  <a:pt x="240947" y="132789"/>
                </a:lnTo>
                <a:lnTo>
                  <a:pt x="220772" y="171842"/>
                </a:lnTo>
                <a:lnTo>
                  <a:pt x="195453" y="207517"/>
                </a:lnTo>
                <a:lnTo>
                  <a:pt x="165225" y="239353"/>
                </a:lnTo>
                <a:lnTo>
                  <a:pt x="130329" y="266884"/>
                </a:lnTo>
                <a:lnTo>
                  <a:pt x="91001" y="289649"/>
                </a:lnTo>
                <a:lnTo>
                  <a:pt x="47478" y="307183"/>
                </a:lnTo>
                <a:lnTo>
                  <a:pt x="0" y="319023"/>
                </a:lnTo>
                <a:lnTo>
                  <a:pt x="0" y="408431"/>
                </a:lnTo>
                <a:lnTo>
                  <a:pt x="52464" y="398722"/>
                </a:lnTo>
                <a:lnTo>
                  <a:pt x="101730" y="383751"/>
                </a:lnTo>
                <a:lnTo>
                  <a:pt x="147583" y="363858"/>
                </a:lnTo>
                <a:lnTo>
                  <a:pt x="189811" y="339379"/>
                </a:lnTo>
                <a:lnTo>
                  <a:pt x="228200" y="310653"/>
                </a:lnTo>
                <a:lnTo>
                  <a:pt x="262536" y="278016"/>
                </a:lnTo>
                <a:lnTo>
                  <a:pt x="292608" y="241807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7176192" y="2620709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599" y="304800"/>
                </a:moveTo>
                <a:lnTo>
                  <a:pt x="101599" y="229616"/>
                </a:lnTo>
                <a:lnTo>
                  <a:pt x="736599" y="229616"/>
                </a:lnTo>
                <a:lnTo>
                  <a:pt x="736599" y="0"/>
                </a:lnTo>
                <a:lnTo>
                  <a:pt x="0" y="0"/>
                </a:lnTo>
                <a:lnTo>
                  <a:pt x="0" y="79248"/>
                </a:lnTo>
                <a:lnTo>
                  <a:pt x="637032" y="79248"/>
                </a:lnTo>
                <a:lnTo>
                  <a:pt x="637032" y="154432"/>
                </a:lnTo>
                <a:lnTo>
                  <a:pt x="2031" y="154432"/>
                </a:lnTo>
                <a:lnTo>
                  <a:pt x="2031" y="384048"/>
                </a:lnTo>
                <a:lnTo>
                  <a:pt x="757935" y="384048"/>
                </a:lnTo>
                <a:lnTo>
                  <a:pt x="757935" y="304800"/>
                </a:lnTo>
                <a:lnTo>
                  <a:pt x="101599" y="30480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082464" y="2133029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0" y="88392"/>
                </a:moveTo>
                <a:lnTo>
                  <a:pt x="345440" y="88392"/>
                </a:lnTo>
                <a:lnTo>
                  <a:pt x="345440" y="0"/>
                </a:lnTo>
                <a:lnTo>
                  <a:pt x="243839" y="0"/>
                </a:lnTo>
                <a:lnTo>
                  <a:pt x="243839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0" y="166624"/>
                </a:lnTo>
                <a:lnTo>
                  <a:pt x="589280" y="88392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660568" y="2148269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3" y="0"/>
                </a:moveTo>
                <a:lnTo>
                  <a:pt x="136143" y="263144"/>
                </a:lnTo>
                <a:lnTo>
                  <a:pt x="0" y="263144"/>
                </a:lnTo>
                <a:lnTo>
                  <a:pt x="0" y="352552"/>
                </a:lnTo>
                <a:lnTo>
                  <a:pt x="136143" y="352552"/>
                </a:lnTo>
                <a:lnTo>
                  <a:pt x="136143" y="516128"/>
                </a:lnTo>
                <a:lnTo>
                  <a:pt x="236727" y="516128"/>
                </a:lnTo>
                <a:lnTo>
                  <a:pt x="236727" y="0"/>
                </a:lnTo>
                <a:lnTo>
                  <a:pt x="136143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124120" y="2347405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3" y="310896"/>
                </a:moveTo>
                <a:lnTo>
                  <a:pt x="311408" y="307510"/>
                </a:lnTo>
                <a:lnTo>
                  <a:pt x="364696" y="297495"/>
                </a:lnTo>
                <a:lnTo>
                  <a:pt x="411444" y="281064"/>
                </a:lnTo>
                <a:lnTo>
                  <a:pt x="450247" y="258431"/>
                </a:lnTo>
                <a:lnTo>
                  <a:pt x="479703" y="229808"/>
                </a:lnTo>
                <a:lnTo>
                  <a:pt x="498405" y="195409"/>
                </a:lnTo>
                <a:lnTo>
                  <a:pt x="504951" y="155448"/>
                </a:lnTo>
                <a:lnTo>
                  <a:pt x="498405" y="115806"/>
                </a:lnTo>
                <a:lnTo>
                  <a:pt x="479703" y="81531"/>
                </a:lnTo>
                <a:lnTo>
                  <a:pt x="450247" y="52891"/>
                </a:lnTo>
                <a:lnTo>
                  <a:pt x="411444" y="30151"/>
                </a:lnTo>
                <a:lnTo>
                  <a:pt x="364696" y="13578"/>
                </a:lnTo>
                <a:lnTo>
                  <a:pt x="311408" y="3438"/>
                </a:lnTo>
                <a:lnTo>
                  <a:pt x="252983" y="0"/>
                </a:lnTo>
                <a:lnTo>
                  <a:pt x="194503" y="3438"/>
                </a:lnTo>
                <a:lnTo>
                  <a:pt x="141069" y="13578"/>
                </a:lnTo>
                <a:lnTo>
                  <a:pt x="94123" y="30151"/>
                </a:lnTo>
                <a:lnTo>
                  <a:pt x="55103" y="52891"/>
                </a:lnTo>
                <a:lnTo>
                  <a:pt x="25450" y="81531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09"/>
                </a:lnTo>
                <a:lnTo>
                  <a:pt x="25450" y="229808"/>
                </a:lnTo>
                <a:lnTo>
                  <a:pt x="55103" y="258431"/>
                </a:lnTo>
                <a:lnTo>
                  <a:pt x="94123" y="281064"/>
                </a:lnTo>
                <a:lnTo>
                  <a:pt x="141069" y="297495"/>
                </a:lnTo>
                <a:lnTo>
                  <a:pt x="194503" y="307510"/>
                </a:lnTo>
                <a:lnTo>
                  <a:pt x="252983" y="310896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219624" y="2422589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6" y="6111"/>
                </a:lnTo>
                <a:lnTo>
                  <a:pt x="271907" y="22987"/>
                </a:lnTo>
                <a:lnTo>
                  <a:pt x="303069" y="48434"/>
                </a:lnTo>
                <a:lnTo>
                  <a:pt x="313943" y="80264"/>
                </a:lnTo>
                <a:lnTo>
                  <a:pt x="303069" y="112252"/>
                </a:lnTo>
                <a:lnTo>
                  <a:pt x="271907" y="138049"/>
                </a:lnTo>
                <a:lnTo>
                  <a:pt x="222646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158664" y="2713165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1"/>
                </a:moveTo>
                <a:lnTo>
                  <a:pt x="735584" y="291591"/>
                </a:lnTo>
                <a:lnTo>
                  <a:pt x="735584" y="0"/>
                </a:lnTo>
                <a:lnTo>
                  <a:pt x="0" y="0"/>
                </a:lnTo>
                <a:lnTo>
                  <a:pt x="0" y="291591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258232" y="2793429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8" y="0"/>
                </a:lnTo>
                <a:lnTo>
                  <a:pt x="536448" y="131063"/>
                </a:lnTo>
                <a:lnTo>
                  <a:pt x="0" y="131063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9342011" y="2163509"/>
            <a:ext cx="866775" cy="810895"/>
          </a:xfrm>
          <a:custGeom>
            <a:avLst/>
            <a:gdLst/>
            <a:ahLst/>
            <a:cxnLst/>
            <a:rect l="l" t="t" r="r" b="b"/>
            <a:pathLst>
              <a:path w="866775" h="810894">
                <a:moveTo>
                  <a:pt x="667511" y="718312"/>
                </a:moveTo>
                <a:lnTo>
                  <a:pt x="667511" y="482600"/>
                </a:lnTo>
                <a:lnTo>
                  <a:pt x="713321" y="457599"/>
                </a:lnTo>
                <a:lnTo>
                  <a:pt x="751877" y="427547"/>
                </a:lnTo>
                <a:lnTo>
                  <a:pt x="782700" y="392811"/>
                </a:lnTo>
                <a:lnTo>
                  <a:pt x="805311" y="353756"/>
                </a:lnTo>
                <a:lnTo>
                  <a:pt x="819229" y="310750"/>
                </a:lnTo>
                <a:lnTo>
                  <a:pt x="823975" y="264160"/>
                </a:lnTo>
                <a:lnTo>
                  <a:pt x="820201" y="221825"/>
                </a:lnTo>
                <a:lnTo>
                  <a:pt x="809093" y="182522"/>
                </a:lnTo>
                <a:lnTo>
                  <a:pt x="790979" y="146462"/>
                </a:lnTo>
                <a:lnTo>
                  <a:pt x="766182" y="113856"/>
                </a:lnTo>
                <a:lnTo>
                  <a:pt x="735028" y="84913"/>
                </a:lnTo>
                <a:lnTo>
                  <a:pt x="697842" y="59845"/>
                </a:lnTo>
                <a:lnTo>
                  <a:pt x="654949" y="38862"/>
                </a:lnTo>
                <a:lnTo>
                  <a:pt x="606675" y="22176"/>
                </a:lnTo>
                <a:lnTo>
                  <a:pt x="553345" y="9996"/>
                </a:lnTo>
                <a:lnTo>
                  <a:pt x="495283" y="2534"/>
                </a:lnTo>
                <a:lnTo>
                  <a:pt x="432816" y="0"/>
                </a:lnTo>
                <a:lnTo>
                  <a:pt x="370348" y="2534"/>
                </a:lnTo>
                <a:lnTo>
                  <a:pt x="312286" y="9996"/>
                </a:lnTo>
                <a:lnTo>
                  <a:pt x="258956" y="22176"/>
                </a:lnTo>
                <a:lnTo>
                  <a:pt x="210682" y="38862"/>
                </a:lnTo>
                <a:lnTo>
                  <a:pt x="167789" y="59845"/>
                </a:lnTo>
                <a:lnTo>
                  <a:pt x="130603" y="84913"/>
                </a:lnTo>
                <a:lnTo>
                  <a:pt x="99449" y="113856"/>
                </a:lnTo>
                <a:lnTo>
                  <a:pt x="74652" y="146462"/>
                </a:lnTo>
                <a:lnTo>
                  <a:pt x="56537" y="182522"/>
                </a:lnTo>
                <a:lnTo>
                  <a:pt x="45430" y="221825"/>
                </a:lnTo>
                <a:lnTo>
                  <a:pt x="41655" y="264160"/>
                </a:lnTo>
                <a:lnTo>
                  <a:pt x="46406" y="311107"/>
                </a:lnTo>
                <a:lnTo>
                  <a:pt x="60357" y="354245"/>
                </a:lnTo>
                <a:lnTo>
                  <a:pt x="83057" y="393319"/>
                </a:lnTo>
                <a:lnTo>
                  <a:pt x="114055" y="428074"/>
                </a:lnTo>
                <a:lnTo>
                  <a:pt x="152898" y="458258"/>
                </a:lnTo>
                <a:lnTo>
                  <a:pt x="199135" y="483616"/>
                </a:lnTo>
                <a:lnTo>
                  <a:pt x="199135" y="718312"/>
                </a:lnTo>
                <a:lnTo>
                  <a:pt x="0" y="718312"/>
                </a:lnTo>
                <a:lnTo>
                  <a:pt x="0" y="810767"/>
                </a:lnTo>
                <a:lnTo>
                  <a:pt x="866647" y="810767"/>
                </a:lnTo>
                <a:lnTo>
                  <a:pt x="866647" y="718312"/>
                </a:lnTo>
                <a:lnTo>
                  <a:pt x="667511" y="718312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9490347" y="2254949"/>
            <a:ext cx="570230" cy="344805"/>
          </a:xfrm>
          <a:custGeom>
            <a:avLst/>
            <a:gdLst/>
            <a:ahLst/>
            <a:cxnLst/>
            <a:rect l="l" t="t" r="r" b="b"/>
            <a:pathLst>
              <a:path w="570229" h="344805">
                <a:moveTo>
                  <a:pt x="0" y="172720"/>
                </a:moveTo>
                <a:lnTo>
                  <a:pt x="5222" y="134961"/>
                </a:lnTo>
                <a:lnTo>
                  <a:pt x="45005" y="71635"/>
                </a:lnTo>
                <a:lnTo>
                  <a:pt x="78232" y="46736"/>
                </a:lnTo>
                <a:lnTo>
                  <a:pt x="119459" y="26789"/>
                </a:lnTo>
                <a:lnTo>
                  <a:pt x="168021" y="12128"/>
                </a:lnTo>
                <a:lnTo>
                  <a:pt x="223250" y="3087"/>
                </a:lnTo>
                <a:lnTo>
                  <a:pt x="284480" y="0"/>
                </a:lnTo>
                <a:lnTo>
                  <a:pt x="345753" y="3087"/>
                </a:lnTo>
                <a:lnTo>
                  <a:pt x="401097" y="12128"/>
                </a:lnTo>
                <a:lnTo>
                  <a:pt x="449822" y="26789"/>
                </a:lnTo>
                <a:lnTo>
                  <a:pt x="491236" y="46736"/>
                </a:lnTo>
                <a:lnTo>
                  <a:pt x="524648" y="71635"/>
                </a:lnTo>
                <a:lnTo>
                  <a:pt x="549370" y="101155"/>
                </a:lnTo>
                <a:lnTo>
                  <a:pt x="569976" y="172720"/>
                </a:lnTo>
                <a:lnTo>
                  <a:pt x="564709" y="209851"/>
                </a:lnTo>
                <a:lnTo>
                  <a:pt x="524648" y="272589"/>
                </a:lnTo>
                <a:lnTo>
                  <a:pt x="491236" y="297434"/>
                </a:lnTo>
                <a:lnTo>
                  <a:pt x="449822" y="317420"/>
                </a:lnTo>
                <a:lnTo>
                  <a:pt x="401097" y="332168"/>
                </a:lnTo>
                <a:lnTo>
                  <a:pt x="345753" y="341296"/>
                </a:lnTo>
                <a:lnTo>
                  <a:pt x="284480" y="344424"/>
                </a:lnTo>
                <a:lnTo>
                  <a:pt x="223250" y="341296"/>
                </a:lnTo>
                <a:lnTo>
                  <a:pt x="168021" y="332168"/>
                </a:lnTo>
                <a:lnTo>
                  <a:pt x="119459" y="317420"/>
                </a:lnTo>
                <a:lnTo>
                  <a:pt x="78232" y="297434"/>
                </a:lnTo>
                <a:lnTo>
                  <a:pt x="45005" y="272589"/>
                </a:lnTo>
                <a:lnTo>
                  <a:pt x="20447" y="243268"/>
                </a:lnTo>
                <a:lnTo>
                  <a:pt x="0" y="17272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9641730" y="2678621"/>
            <a:ext cx="267335" cy="203200"/>
          </a:xfrm>
          <a:custGeom>
            <a:avLst/>
            <a:gdLst/>
            <a:ahLst/>
            <a:cxnLst/>
            <a:rect l="l" t="t" r="r" b="b"/>
            <a:pathLst>
              <a:path w="267334" h="203200">
                <a:moveTo>
                  <a:pt x="0" y="0"/>
                </a:moveTo>
                <a:lnTo>
                  <a:pt x="31226" y="5334"/>
                </a:lnTo>
                <a:lnTo>
                  <a:pt x="63881" y="9144"/>
                </a:lnTo>
                <a:lnTo>
                  <a:pt x="97869" y="11430"/>
                </a:lnTo>
                <a:lnTo>
                  <a:pt x="133096" y="12191"/>
                </a:lnTo>
                <a:lnTo>
                  <a:pt x="168910" y="11430"/>
                </a:lnTo>
                <a:lnTo>
                  <a:pt x="203200" y="9144"/>
                </a:lnTo>
                <a:lnTo>
                  <a:pt x="235966" y="5334"/>
                </a:lnTo>
                <a:lnTo>
                  <a:pt x="267208" y="0"/>
                </a:lnTo>
                <a:lnTo>
                  <a:pt x="267208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1004187" y="2148269"/>
            <a:ext cx="222885" cy="518159"/>
          </a:xfrm>
          <a:custGeom>
            <a:avLst/>
            <a:gdLst/>
            <a:ahLst/>
            <a:cxnLst/>
            <a:rect l="l" t="t" r="r" b="b"/>
            <a:pathLst>
              <a:path w="222884" h="518160">
                <a:moveTo>
                  <a:pt x="222503" y="186944"/>
                </a:moveTo>
                <a:lnTo>
                  <a:pt x="222503" y="99568"/>
                </a:lnTo>
                <a:lnTo>
                  <a:pt x="100583" y="99568"/>
                </a:lnTo>
                <a:lnTo>
                  <a:pt x="100583" y="0"/>
                </a:lnTo>
                <a:lnTo>
                  <a:pt x="0" y="0"/>
                </a:lnTo>
                <a:lnTo>
                  <a:pt x="0" y="518159"/>
                </a:lnTo>
                <a:lnTo>
                  <a:pt x="100583" y="518159"/>
                </a:lnTo>
                <a:lnTo>
                  <a:pt x="100583" y="400304"/>
                </a:lnTo>
                <a:lnTo>
                  <a:pt x="222503" y="400304"/>
                </a:lnTo>
                <a:lnTo>
                  <a:pt x="222503" y="312928"/>
                </a:lnTo>
                <a:lnTo>
                  <a:pt x="100583" y="312928"/>
                </a:lnTo>
                <a:lnTo>
                  <a:pt x="100583" y="186944"/>
                </a:lnTo>
                <a:lnTo>
                  <a:pt x="222503" y="186944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0320418" y="2157413"/>
            <a:ext cx="537845" cy="481965"/>
          </a:xfrm>
          <a:custGeom>
            <a:avLst/>
            <a:gdLst/>
            <a:ahLst/>
            <a:cxnLst/>
            <a:rect l="l" t="t" r="r" b="b"/>
            <a:pathLst>
              <a:path w="537845" h="481964">
                <a:moveTo>
                  <a:pt x="269239" y="481583"/>
                </a:moveTo>
                <a:lnTo>
                  <a:pt x="321520" y="477875"/>
                </a:lnTo>
                <a:lnTo>
                  <a:pt x="369058" y="467117"/>
                </a:lnTo>
                <a:lnTo>
                  <a:pt x="411479" y="449862"/>
                </a:lnTo>
                <a:lnTo>
                  <a:pt x="448407" y="426661"/>
                </a:lnTo>
                <a:lnTo>
                  <a:pt x="479464" y="398067"/>
                </a:lnTo>
                <a:lnTo>
                  <a:pt x="504274" y="364631"/>
                </a:lnTo>
                <a:lnTo>
                  <a:pt x="522462" y="326905"/>
                </a:lnTo>
                <a:lnTo>
                  <a:pt x="533650" y="285441"/>
                </a:lnTo>
                <a:lnTo>
                  <a:pt x="537463" y="240791"/>
                </a:lnTo>
                <a:lnTo>
                  <a:pt x="533650" y="196142"/>
                </a:lnTo>
                <a:lnTo>
                  <a:pt x="522462" y="154678"/>
                </a:lnTo>
                <a:lnTo>
                  <a:pt x="504274" y="116952"/>
                </a:lnTo>
                <a:lnTo>
                  <a:pt x="479464" y="83516"/>
                </a:lnTo>
                <a:lnTo>
                  <a:pt x="448407" y="54922"/>
                </a:lnTo>
                <a:lnTo>
                  <a:pt x="411479" y="31721"/>
                </a:lnTo>
                <a:lnTo>
                  <a:pt x="369058" y="14466"/>
                </a:lnTo>
                <a:lnTo>
                  <a:pt x="321520" y="3708"/>
                </a:lnTo>
                <a:lnTo>
                  <a:pt x="269239" y="0"/>
                </a:lnTo>
                <a:lnTo>
                  <a:pt x="216657" y="3708"/>
                </a:lnTo>
                <a:lnTo>
                  <a:pt x="168883" y="14466"/>
                </a:lnTo>
                <a:lnTo>
                  <a:pt x="126285" y="31721"/>
                </a:lnTo>
                <a:lnTo>
                  <a:pt x="89230" y="54922"/>
                </a:lnTo>
                <a:lnTo>
                  <a:pt x="58088" y="83516"/>
                </a:lnTo>
                <a:lnTo>
                  <a:pt x="33226" y="116952"/>
                </a:lnTo>
                <a:lnTo>
                  <a:pt x="15012" y="154678"/>
                </a:lnTo>
                <a:lnTo>
                  <a:pt x="3814" y="196142"/>
                </a:lnTo>
                <a:lnTo>
                  <a:pt x="0" y="240791"/>
                </a:lnTo>
                <a:lnTo>
                  <a:pt x="3814" y="285441"/>
                </a:lnTo>
                <a:lnTo>
                  <a:pt x="15012" y="326905"/>
                </a:lnTo>
                <a:lnTo>
                  <a:pt x="33226" y="364631"/>
                </a:lnTo>
                <a:lnTo>
                  <a:pt x="58088" y="398067"/>
                </a:lnTo>
                <a:lnTo>
                  <a:pt x="89230" y="426661"/>
                </a:lnTo>
                <a:lnTo>
                  <a:pt x="126285" y="449862"/>
                </a:lnTo>
                <a:lnTo>
                  <a:pt x="168883" y="467117"/>
                </a:lnTo>
                <a:lnTo>
                  <a:pt x="216657" y="477875"/>
                </a:lnTo>
                <a:lnTo>
                  <a:pt x="269239" y="481583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0421002" y="2241741"/>
            <a:ext cx="336550" cy="313055"/>
          </a:xfrm>
          <a:custGeom>
            <a:avLst/>
            <a:gdLst/>
            <a:ahLst/>
            <a:cxnLst/>
            <a:rect l="l" t="t" r="r" b="b"/>
            <a:pathLst>
              <a:path w="336550" h="313055">
                <a:moveTo>
                  <a:pt x="168655" y="0"/>
                </a:moveTo>
                <a:lnTo>
                  <a:pt x="215293" y="4887"/>
                </a:lnTo>
                <a:lnTo>
                  <a:pt x="255919" y="19115"/>
                </a:lnTo>
                <a:lnTo>
                  <a:pt x="289432" y="42036"/>
                </a:lnTo>
                <a:lnTo>
                  <a:pt x="314734" y="73001"/>
                </a:lnTo>
                <a:lnTo>
                  <a:pt x="330722" y="111360"/>
                </a:lnTo>
                <a:lnTo>
                  <a:pt x="336295" y="156463"/>
                </a:lnTo>
                <a:lnTo>
                  <a:pt x="330722" y="201567"/>
                </a:lnTo>
                <a:lnTo>
                  <a:pt x="314734" y="239926"/>
                </a:lnTo>
                <a:lnTo>
                  <a:pt x="289432" y="270890"/>
                </a:lnTo>
                <a:lnTo>
                  <a:pt x="255919" y="293812"/>
                </a:lnTo>
                <a:lnTo>
                  <a:pt x="215293" y="308040"/>
                </a:lnTo>
                <a:lnTo>
                  <a:pt x="168655" y="312927"/>
                </a:lnTo>
                <a:lnTo>
                  <a:pt x="121590" y="308040"/>
                </a:lnTo>
                <a:lnTo>
                  <a:pt x="80677" y="293812"/>
                </a:lnTo>
                <a:lnTo>
                  <a:pt x="46989" y="270890"/>
                </a:lnTo>
                <a:lnTo>
                  <a:pt x="21599" y="239926"/>
                </a:lnTo>
                <a:lnTo>
                  <a:pt x="5578" y="201567"/>
                </a:lnTo>
                <a:lnTo>
                  <a:pt x="0" y="156463"/>
                </a:lnTo>
                <a:lnTo>
                  <a:pt x="5578" y="111360"/>
                </a:lnTo>
                <a:lnTo>
                  <a:pt x="21599" y="73001"/>
                </a:lnTo>
                <a:lnTo>
                  <a:pt x="46989" y="42036"/>
                </a:lnTo>
                <a:lnTo>
                  <a:pt x="80677" y="19115"/>
                </a:lnTo>
                <a:lnTo>
                  <a:pt x="121590" y="4887"/>
                </a:lnTo>
                <a:lnTo>
                  <a:pt x="168655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0381378" y="2714181"/>
            <a:ext cx="723900" cy="302260"/>
          </a:xfrm>
          <a:custGeom>
            <a:avLst/>
            <a:gdLst/>
            <a:ahLst/>
            <a:cxnLst/>
            <a:rect l="l" t="t" r="r" b="b"/>
            <a:pathLst>
              <a:path w="723900" h="302260">
                <a:moveTo>
                  <a:pt x="0" y="87375"/>
                </a:moveTo>
                <a:lnTo>
                  <a:pt x="621792" y="87375"/>
                </a:lnTo>
                <a:lnTo>
                  <a:pt x="621792" y="301752"/>
                </a:lnTo>
                <a:lnTo>
                  <a:pt x="723391" y="301752"/>
                </a:lnTo>
                <a:lnTo>
                  <a:pt x="723391" y="0"/>
                </a:lnTo>
                <a:lnTo>
                  <a:pt x="0" y="0"/>
                </a:lnTo>
                <a:lnTo>
                  <a:pt x="0" y="8737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116248" y="2148269"/>
            <a:ext cx="817880" cy="856615"/>
          </a:xfrm>
          <a:custGeom>
            <a:avLst/>
            <a:gdLst/>
            <a:ahLst/>
            <a:cxnLst/>
            <a:rect l="l" t="t" r="r" b="b"/>
            <a:pathLst>
              <a:path w="817879" h="856614">
                <a:moveTo>
                  <a:pt x="796544" y="424688"/>
                </a:moveTo>
                <a:lnTo>
                  <a:pt x="695960" y="424688"/>
                </a:lnTo>
                <a:lnTo>
                  <a:pt x="695960" y="0"/>
                </a:lnTo>
                <a:lnTo>
                  <a:pt x="796544" y="0"/>
                </a:lnTo>
                <a:lnTo>
                  <a:pt x="796544" y="424688"/>
                </a:lnTo>
                <a:close/>
              </a:path>
              <a:path w="817879" h="856614">
                <a:moveTo>
                  <a:pt x="0" y="416560"/>
                </a:moveTo>
                <a:lnTo>
                  <a:pt x="0" y="327152"/>
                </a:lnTo>
                <a:lnTo>
                  <a:pt x="47478" y="315311"/>
                </a:lnTo>
                <a:lnTo>
                  <a:pt x="91001" y="297777"/>
                </a:lnTo>
                <a:lnTo>
                  <a:pt x="130329" y="275012"/>
                </a:lnTo>
                <a:lnTo>
                  <a:pt x="165225" y="247481"/>
                </a:lnTo>
                <a:lnTo>
                  <a:pt x="195453" y="215646"/>
                </a:lnTo>
                <a:lnTo>
                  <a:pt x="220772" y="179970"/>
                </a:lnTo>
                <a:lnTo>
                  <a:pt x="240947" y="140917"/>
                </a:lnTo>
                <a:lnTo>
                  <a:pt x="255739" y="98950"/>
                </a:lnTo>
                <a:lnTo>
                  <a:pt x="264910" y="54532"/>
                </a:lnTo>
                <a:lnTo>
                  <a:pt x="268224" y="8128"/>
                </a:lnTo>
                <a:lnTo>
                  <a:pt x="368808" y="14224"/>
                </a:lnTo>
                <a:lnTo>
                  <a:pt x="366728" y="56451"/>
                </a:lnTo>
                <a:lnTo>
                  <a:pt x="360553" y="97536"/>
                </a:lnTo>
                <a:lnTo>
                  <a:pt x="350377" y="137096"/>
                </a:lnTo>
                <a:lnTo>
                  <a:pt x="336296" y="174752"/>
                </a:lnTo>
                <a:lnTo>
                  <a:pt x="473040" y="249936"/>
                </a:lnTo>
                <a:lnTo>
                  <a:pt x="292608" y="249936"/>
                </a:lnTo>
                <a:lnTo>
                  <a:pt x="262536" y="286144"/>
                </a:lnTo>
                <a:lnTo>
                  <a:pt x="228200" y="318781"/>
                </a:lnTo>
                <a:lnTo>
                  <a:pt x="189811" y="347507"/>
                </a:lnTo>
                <a:lnTo>
                  <a:pt x="147583" y="371986"/>
                </a:lnTo>
                <a:lnTo>
                  <a:pt x="101730" y="391879"/>
                </a:lnTo>
                <a:lnTo>
                  <a:pt x="52464" y="406850"/>
                </a:lnTo>
                <a:lnTo>
                  <a:pt x="0" y="416560"/>
                </a:lnTo>
                <a:close/>
              </a:path>
              <a:path w="817879" h="856614">
                <a:moveTo>
                  <a:pt x="562864" y="402336"/>
                </a:moveTo>
                <a:lnTo>
                  <a:pt x="292608" y="249936"/>
                </a:lnTo>
                <a:lnTo>
                  <a:pt x="473040" y="249936"/>
                </a:lnTo>
                <a:lnTo>
                  <a:pt x="611632" y="326136"/>
                </a:lnTo>
                <a:lnTo>
                  <a:pt x="562864" y="402336"/>
                </a:lnTo>
                <a:close/>
              </a:path>
              <a:path w="817879" h="856614">
                <a:moveTo>
                  <a:pt x="817880" y="856488"/>
                </a:moveTo>
                <a:lnTo>
                  <a:pt x="61976" y="856488"/>
                </a:lnTo>
                <a:lnTo>
                  <a:pt x="61976" y="626872"/>
                </a:lnTo>
                <a:lnTo>
                  <a:pt x="696976" y="626872"/>
                </a:lnTo>
                <a:lnTo>
                  <a:pt x="696976" y="551688"/>
                </a:lnTo>
                <a:lnTo>
                  <a:pt x="59944" y="551688"/>
                </a:lnTo>
                <a:lnTo>
                  <a:pt x="59944" y="472440"/>
                </a:lnTo>
                <a:lnTo>
                  <a:pt x="796544" y="472440"/>
                </a:lnTo>
                <a:lnTo>
                  <a:pt x="796544" y="702056"/>
                </a:lnTo>
                <a:lnTo>
                  <a:pt x="161544" y="702056"/>
                </a:lnTo>
                <a:lnTo>
                  <a:pt x="161544" y="777240"/>
                </a:lnTo>
                <a:lnTo>
                  <a:pt x="817880" y="777240"/>
                </a:lnTo>
                <a:lnTo>
                  <a:pt x="817880" y="856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812208" y="2148269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3" y="0"/>
                </a:moveTo>
                <a:lnTo>
                  <a:pt x="0" y="0"/>
                </a:lnTo>
                <a:lnTo>
                  <a:pt x="0" y="424688"/>
                </a:lnTo>
                <a:lnTo>
                  <a:pt x="100583" y="424688"/>
                </a:lnTo>
                <a:lnTo>
                  <a:pt x="100583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116248" y="2156397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7"/>
                </a:moveTo>
                <a:lnTo>
                  <a:pt x="562864" y="394207"/>
                </a:lnTo>
                <a:lnTo>
                  <a:pt x="611632" y="318007"/>
                </a:lnTo>
                <a:lnTo>
                  <a:pt x="336296" y="166623"/>
                </a:lnTo>
                <a:lnTo>
                  <a:pt x="350377" y="128968"/>
                </a:lnTo>
                <a:lnTo>
                  <a:pt x="360553" y="89407"/>
                </a:lnTo>
                <a:lnTo>
                  <a:pt x="366728" y="48323"/>
                </a:lnTo>
                <a:lnTo>
                  <a:pt x="368808" y="6095"/>
                </a:lnTo>
                <a:lnTo>
                  <a:pt x="268224" y="0"/>
                </a:lnTo>
                <a:lnTo>
                  <a:pt x="264910" y="46404"/>
                </a:lnTo>
                <a:lnTo>
                  <a:pt x="255739" y="90822"/>
                </a:lnTo>
                <a:lnTo>
                  <a:pt x="240947" y="132789"/>
                </a:lnTo>
                <a:lnTo>
                  <a:pt x="220772" y="171842"/>
                </a:lnTo>
                <a:lnTo>
                  <a:pt x="195453" y="207517"/>
                </a:lnTo>
                <a:lnTo>
                  <a:pt x="165225" y="239353"/>
                </a:lnTo>
                <a:lnTo>
                  <a:pt x="130329" y="266884"/>
                </a:lnTo>
                <a:lnTo>
                  <a:pt x="91001" y="289649"/>
                </a:lnTo>
                <a:lnTo>
                  <a:pt x="47478" y="307183"/>
                </a:lnTo>
                <a:lnTo>
                  <a:pt x="0" y="319023"/>
                </a:lnTo>
                <a:lnTo>
                  <a:pt x="0" y="408431"/>
                </a:lnTo>
                <a:lnTo>
                  <a:pt x="52464" y="398722"/>
                </a:lnTo>
                <a:lnTo>
                  <a:pt x="101730" y="383751"/>
                </a:lnTo>
                <a:lnTo>
                  <a:pt x="147583" y="363858"/>
                </a:lnTo>
                <a:lnTo>
                  <a:pt x="189811" y="339379"/>
                </a:lnTo>
                <a:lnTo>
                  <a:pt x="228200" y="310653"/>
                </a:lnTo>
                <a:lnTo>
                  <a:pt x="262536" y="278016"/>
                </a:lnTo>
                <a:lnTo>
                  <a:pt x="292608" y="241807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176192" y="2620709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599" y="304800"/>
                </a:moveTo>
                <a:lnTo>
                  <a:pt x="101599" y="229616"/>
                </a:lnTo>
                <a:lnTo>
                  <a:pt x="736599" y="229616"/>
                </a:lnTo>
                <a:lnTo>
                  <a:pt x="736599" y="0"/>
                </a:lnTo>
                <a:lnTo>
                  <a:pt x="0" y="0"/>
                </a:lnTo>
                <a:lnTo>
                  <a:pt x="0" y="79248"/>
                </a:lnTo>
                <a:lnTo>
                  <a:pt x="637032" y="79248"/>
                </a:lnTo>
                <a:lnTo>
                  <a:pt x="637032" y="154432"/>
                </a:lnTo>
                <a:lnTo>
                  <a:pt x="2031" y="154432"/>
                </a:lnTo>
                <a:lnTo>
                  <a:pt x="2031" y="384048"/>
                </a:lnTo>
                <a:lnTo>
                  <a:pt x="757935" y="384048"/>
                </a:lnTo>
                <a:lnTo>
                  <a:pt x="757935" y="304800"/>
                </a:lnTo>
                <a:lnTo>
                  <a:pt x="101599" y="30480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082464" y="2133029"/>
            <a:ext cx="815340" cy="871855"/>
          </a:xfrm>
          <a:custGeom>
            <a:avLst/>
            <a:gdLst/>
            <a:ahLst/>
            <a:cxnLst/>
            <a:rect l="l" t="t" r="r" b="b"/>
            <a:pathLst>
              <a:path w="815340" h="871855">
                <a:moveTo>
                  <a:pt x="345440" y="88392"/>
                </a:moveTo>
                <a:lnTo>
                  <a:pt x="243840" y="88392"/>
                </a:lnTo>
                <a:lnTo>
                  <a:pt x="243840" y="0"/>
                </a:lnTo>
                <a:lnTo>
                  <a:pt x="345440" y="0"/>
                </a:lnTo>
                <a:lnTo>
                  <a:pt x="345440" y="88392"/>
                </a:lnTo>
                <a:close/>
              </a:path>
              <a:path w="815340" h="871855">
                <a:moveTo>
                  <a:pt x="814832" y="531368"/>
                </a:moveTo>
                <a:lnTo>
                  <a:pt x="714248" y="531368"/>
                </a:lnTo>
                <a:lnTo>
                  <a:pt x="714248" y="367792"/>
                </a:lnTo>
                <a:lnTo>
                  <a:pt x="578104" y="367792"/>
                </a:lnTo>
                <a:lnTo>
                  <a:pt x="578104" y="278384"/>
                </a:lnTo>
                <a:lnTo>
                  <a:pt x="714248" y="278384"/>
                </a:lnTo>
                <a:lnTo>
                  <a:pt x="714248" y="15240"/>
                </a:lnTo>
                <a:lnTo>
                  <a:pt x="814832" y="15240"/>
                </a:lnTo>
                <a:lnTo>
                  <a:pt x="814832" y="531368"/>
                </a:lnTo>
                <a:close/>
              </a:path>
              <a:path w="815340" h="871855">
                <a:moveTo>
                  <a:pt x="589280" y="166624"/>
                </a:moveTo>
                <a:lnTo>
                  <a:pt x="0" y="166624"/>
                </a:lnTo>
                <a:lnTo>
                  <a:pt x="0" y="88392"/>
                </a:lnTo>
                <a:lnTo>
                  <a:pt x="589280" y="88392"/>
                </a:lnTo>
                <a:lnTo>
                  <a:pt x="589280" y="166624"/>
                </a:lnTo>
                <a:close/>
              </a:path>
              <a:path w="815340" h="871855">
                <a:moveTo>
                  <a:pt x="294640" y="525272"/>
                </a:moveTo>
                <a:lnTo>
                  <a:pt x="236159" y="521886"/>
                </a:lnTo>
                <a:lnTo>
                  <a:pt x="182725" y="511871"/>
                </a:lnTo>
                <a:lnTo>
                  <a:pt x="135779" y="495440"/>
                </a:lnTo>
                <a:lnTo>
                  <a:pt x="96759" y="472807"/>
                </a:lnTo>
                <a:lnTo>
                  <a:pt x="67106" y="444184"/>
                </a:lnTo>
                <a:lnTo>
                  <a:pt x="48258" y="409785"/>
                </a:lnTo>
                <a:lnTo>
                  <a:pt x="41656" y="369824"/>
                </a:lnTo>
                <a:lnTo>
                  <a:pt x="48258" y="330182"/>
                </a:lnTo>
                <a:lnTo>
                  <a:pt x="67106" y="295907"/>
                </a:lnTo>
                <a:lnTo>
                  <a:pt x="96759" y="267267"/>
                </a:lnTo>
                <a:lnTo>
                  <a:pt x="135779" y="244527"/>
                </a:lnTo>
                <a:lnTo>
                  <a:pt x="182725" y="227954"/>
                </a:lnTo>
                <a:lnTo>
                  <a:pt x="236159" y="217815"/>
                </a:lnTo>
                <a:lnTo>
                  <a:pt x="294640" y="214376"/>
                </a:lnTo>
                <a:lnTo>
                  <a:pt x="353064" y="217815"/>
                </a:lnTo>
                <a:lnTo>
                  <a:pt x="406352" y="227954"/>
                </a:lnTo>
                <a:lnTo>
                  <a:pt x="453100" y="244527"/>
                </a:lnTo>
                <a:lnTo>
                  <a:pt x="491903" y="267267"/>
                </a:lnTo>
                <a:lnTo>
                  <a:pt x="514830" y="289560"/>
                </a:lnTo>
                <a:lnTo>
                  <a:pt x="294640" y="289560"/>
                </a:lnTo>
                <a:lnTo>
                  <a:pt x="229314" y="295671"/>
                </a:lnTo>
                <a:lnTo>
                  <a:pt x="179705" y="312547"/>
                </a:lnTo>
                <a:lnTo>
                  <a:pt x="148193" y="337994"/>
                </a:lnTo>
                <a:lnTo>
                  <a:pt x="137160" y="369824"/>
                </a:lnTo>
                <a:lnTo>
                  <a:pt x="148193" y="401812"/>
                </a:lnTo>
                <a:lnTo>
                  <a:pt x="179705" y="427609"/>
                </a:lnTo>
                <a:lnTo>
                  <a:pt x="229314" y="444833"/>
                </a:lnTo>
                <a:lnTo>
                  <a:pt x="294640" y="451104"/>
                </a:lnTo>
                <a:lnTo>
                  <a:pt x="514238" y="451104"/>
                </a:lnTo>
                <a:lnTo>
                  <a:pt x="491903" y="472807"/>
                </a:lnTo>
                <a:lnTo>
                  <a:pt x="453100" y="495440"/>
                </a:lnTo>
                <a:lnTo>
                  <a:pt x="406352" y="511871"/>
                </a:lnTo>
                <a:lnTo>
                  <a:pt x="353064" y="521886"/>
                </a:lnTo>
                <a:lnTo>
                  <a:pt x="294640" y="525272"/>
                </a:lnTo>
                <a:close/>
              </a:path>
              <a:path w="815340" h="871855">
                <a:moveTo>
                  <a:pt x="514238" y="451104"/>
                </a:moveTo>
                <a:lnTo>
                  <a:pt x="294640" y="451104"/>
                </a:lnTo>
                <a:lnTo>
                  <a:pt x="359806" y="444833"/>
                </a:lnTo>
                <a:lnTo>
                  <a:pt x="409067" y="427609"/>
                </a:lnTo>
                <a:lnTo>
                  <a:pt x="440229" y="401812"/>
                </a:lnTo>
                <a:lnTo>
                  <a:pt x="451104" y="369824"/>
                </a:lnTo>
                <a:lnTo>
                  <a:pt x="440229" y="337994"/>
                </a:lnTo>
                <a:lnTo>
                  <a:pt x="409067" y="312547"/>
                </a:lnTo>
                <a:lnTo>
                  <a:pt x="359806" y="295671"/>
                </a:lnTo>
                <a:lnTo>
                  <a:pt x="294640" y="289560"/>
                </a:lnTo>
                <a:lnTo>
                  <a:pt x="514830" y="289560"/>
                </a:lnTo>
                <a:lnTo>
                  <a:pt x="521359" y="295907"/>
                </a:lnTo>
                <a:lnTo>
                  <a:pt x="540061" y="330182"/>
                </a:lnTo>
                <a:lnTo>
                  <a:pt x="546608" y="369824"/>
                </a:lnTo>
                <a:lnTo>
                  <a:pt x="540061" y="409785"/>
                </a:lnTo>
                <a:lnTo>
                  <a:pt x="521359" y="444184"/>
                </a:lnTo>
                <a:lnTo>
                  <a:pt x="514238" y="451104"/>
                </a:lnTo>
                <a:close/>
              </a:path>
              <a:path w="815340" h="871855">
                <a:moveTo>
                  <a:pt x="811784" y="871728"/>
                </a:moveTo>
                <a:lnTo>
                  <a:pt x="76200" y="871728"/>
                </a:lnTo>
                <a:lnTo>
                  <a:pt x="76200" y="580136"/>
                </a:lnTo>
                <a:lnTo>
                  <a:pt x="811784" y="580136"/>
                </a:lnTo>
                <a:lnTo>
                  <a:pt x="811784" y="660400"/>
                </a:lnTo>
                <a:lnTo>
                  <a:pt x="175768" y="660400"/>
                </a:lnTo>
                <a:lnTo>
                  <a:pt x="175768" y="791464"/>
                </a:lnTo>
                <a:lnTo>
                  <a:pt x="811784" y="791464"/>
                </a:lnTo>
                <a:lnTo>
                  <a:pt x="811784" y="871728"/>
                </a:lnTo>
                <a:close/>
              </a:path>
              <a:path w="815340" h="871855">
                <a:moveTo>
                  <a:pt x="811784" y="791464"/>
                </a:moveTo>
                <a:lnTo>
                  <a:pt x="712216" y="791464"/>
                </a:lnTo>
                <a:lnTo>
                  <a:pt x="712216" y="660400"/>
                </a:lnTo>
                <a:lnTo>
                  <a:pt x="811784" y="660400"/>
                </a:lnTo>
                <a:lnTo>
                  <a:pt x="811784" y="791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082464" y="2133029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0" y="88392"/>
                </a:moveTo>
                <a:lnTo>
                  <a:pt x="345440" y="88392"/>
                </a:lnTo>
                <a:lnTo>
                  <a:pt x="345440" y="0"/>
                </a:lnTo>
                <a:lnTo>
                  <a:pt x="243839" y="0"/>
                </a:lnTo>
                <a:lnTo>
                  <a:pt x="243839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0" y="166624"/>
                </a:lnTo>
                <a:lnTo>
                  <a:pt x="589280" y="88392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660568" y="2148269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3" y="0"/>
                </a:moveTo>
                <a:lnTo>
                  <a:pt x="136143" y="263144"/>
                </a:lnTo>
                <a:lnTo>
                  <a:pt x="0" y="263144"/>
                </a:lnTo>
                <a:lnTo>
                  <a:pt x="0" y="352552"/>
                </a:lnTo>
                <a:lnTo>
                  <a:pt x="136143" y="352552"/>
                </a:lnTo>
                <a:lnTo>
                  <a:pt x="136143" y="516128"/>
                </a:lnTo>
                <a:lnTo>
                  <a:pt x="236727" y="516128"/>
                </a:lnTo>
                <a:lnTo>
                  <a:pt x="236727" y="0"/>
                </a:lnTo>
                <a:lnTo>
                  <a:pt x="136143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124120" y="2347405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3" y="310896"/>
                </a:moveTo>
                <a:lnTo>
                  <a:pt x="311408" y="307510"/>
                </a:lnTo>
                <a:lnTo>
                  <a:pt x="364696" y="297495"/>
                </a:lnTo>
                <a:lnTo>
                  <a:pt x="411444" y="281064"/>
                </a:lnTo>
                <a:lnTo>
                  <a:pt x="450247" y="258431"/>
                </a:lnTo>
                <a:lnTo>
                  <a:pt x="479703" y="229808"/>
                </a:lnTo>
                <a:lnTo>
                  <a:pt x="498405" y="195409"/>
                </a:lnTo>
                <a:lnTo>
                  <a:pt x="504951" y="155448"/>
                </a:lnTo>
                <a:lnTo>
                  <a:pt x="498405" y="115806"/>
                </a:lnTo>
                <a:lnTo>
                  <a:pt x="479703" y="81531"/>
                </a:lnTo>
                <a:lnTo>
                  <a:pt x="450247" y="52891"/>
                </a:lnTo>
                <a:lnTo>
                  <a:pt x="411444" y="30151"/>
                </a:lnTo>
                <a:lnTo>
                  <a:pt x="364696" y="13578"/>
                </a:lnTo>
                <a:lnTo>
                  <a:pt x="311408" y="3438"/>
                </a:lnTo>
                <a:lnTo>
                  <a:pt x="252983" y="0"/>
                </a:lnTo>
                <a:lnTo>
                  <a:pt x="194503" y="3438"/>
                </a:lnTo>
                <a:lnTo>
                  <a:pt x="141069" y="13578"/>
                </a:lnTo>
                <a:lnTo>
                  <a:pt x="94123" y="30151"/>
                </a:lnTo>
                <a:lnTo>
                  <a:pt x="55103" y="52891"/>
                </a:lnTo>
                <a:lnTo>
                  <a:pt x="25450" y="81531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09"/>
                </a:lnTo>
                <a:lnTo>
                  <a:pt x="25450" y="229808"/>
                </a:lnTo>
                <a:lnTo>
                  <a:pt x="55103" y="258431"/>
                </a:lnTo>
                <a:lnTo>
                  <a:pt x="94123" y="281064"/>
                </a:lnTo>
                <a:lnTo>
                  <a:pt x="141069" y="297495"/>
                </a:lnTo>
                <a:lnTo>
                  <a:pt x="194503" y="307510"/>
                </a:lnTo>
                <a:lnTo>
                  <a:pt x="252983" y="310896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219624" y="2422589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6" y="6111"/>
                </a:lnTo>
                <a:lnTo>
                  <a:pt x="271907" y="22987"/>
                </a:lnTo>
                <a:lnTo>
                  <a:pt x="303069" y="48434"/>
                </a:lnTo>
                <a:lnTo>
                  <a:pt x="313943" y="80264"/>
                </a:lnTo>
                <a:lnTo>
                  <a:pt x="303069" y="112252"/>
                </a:lnTo>
                <a:lnTo>
                  <a:pt x="271907" y="138049"/>
                </a:lnTo>
                <a:lnTo>
                  <a:pt x="222646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158664" y="2713165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1"/>
                </a:moveTo>
                <a:lnTo>
                  <a:pt x="735584" y="291591"/>
                </a:lnTo>
                <a:lnTo>
                  <a:pt x="735584" y="0"/>
                </a:lnTo>
                <a:lnTo>
                  <a:pt x="0" y="0"/>
                </a:lnTo>
                <a:lnTo>
                  <a:pt x="0" y="291591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258232" y="2793429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8" y="0"/>
                </a:lnTo>
                <a:lnTo>
                  <a:pt x="536448" y="131063"/>
                </a:lnTo>
                <a:lnTo>
                  <a:pt x="0" y="131063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9342011" y="2163509"/>
            <a:ext cx="866775" cy="810895"/>
          </a:xfrm>
          <a:custGeom>
            <a:avLst/>
            <a:gdLst/>
            <a:ahLst/>
            <a:cxnLst/>
            <a:rect l="l" t="t" r="r" b="b"/>
            <a:pathLst>
              <a:path w="866775" h="810894">
                <a:moveTo>
                  <a:pt x="299720" y="718312"/>
                </a:moveTo>
                <a:lnTo>
                  <a:pt x="199135" y="718312"/>
                </a:lnTo>
                <a:lnTo>
                  <a:pt x="199135" y="483616"/>
                </a:lnTo>
                <a:lnTo>
                  <a:pt x="152898" y="458258"/>
                </a:lnTo>
                <a:lnTo>
                  <a:pt x="114055" y="428074"/>
                </a:lnTo>
                <a:lnTo>
                  <a:pt x="83057" y="393319"/>
                </a:lnTo>
                <a:lnTo>
                  <a:pt x="60357" y="354245"/>
                </a:lnTo>
                <a:lnTo>
                  <a:pt x="46406" y="311107"/>
                </a:lnTo>
                <a:lnTo>
                  <a:pt x="41655" y="264160"/>
                </a:lnTo>
                <a:lnTo>
                  <a:pt x="45430" y="221825"/>
                </a:lnTo>
                <a:lnTo>
                  <a:pt x="56537" y="182522"/>
                </a:lnTo>
                <a:lnTo>
                  <a:pt x="74652" y="146462"/>
                </a:lnTo>
                <a:lnTo>
                  <a:pt x="99449" y="113856"/>
                </a:lnTo>
                <a:lnTo>
                  <a:pt x="130603" y="84913"/>
                </a:lnTo>
                <a:lnTo>
                  <a:pt x="167789" y="59845"/>
                </a:lnTo>
                <a:lnTo>
                  <a:pt x="210682" y="38862"/>
                </a:lnTo>
                <a:lnTo>
                  <a:pt x="258956" y="22176"/>
                </a:lnTo>
                <a:lnTo>
                  <a:pt x="312286" y="9996"/>
                </a:lnTo>
                <a:lnTo>
                  <a:pt x="370348" y="2534"/>
                </a:lnTo>
                <a:lnTo>
                  <a:pt x="432816" y="0"/>
                </a:lnTo>
                <a:lnTo>
                  <a:pt x="495283" y="2534"/>
                </a:lnTo>
                <a:lnTo>
                  <a:pt x="553345" y="9996"/>
                </a:lnTo>
                <a:lnTo>
                  <a:pt x="606675" y="22176"/>
                </a:lnTo>
                <a:lnTo>
                  <a:pt x="654949" y="38862"/>
                </a:lnTo>
                <a:lnTo>
                  <a:pt x="697842" y="59845"/>
                </a:lnTo>
                <a:lnTo>
                  <a:pt x="735028" y="84913"/>
                </a:lnTo>
                <a:lnTo>
                  <a:pt x="742053" y="91440"/>
                </a:lnTo>
                <a:lnTo>
                  <a:pt x="432816" y="91440"/>
                </a:lnTo>
                <a:lnTo>
                  <a:pt x="371586" y="94527"/>
                </a:lnTo>
                <a:lnTo>
                  <a:pt x="316357" y="103568"/>
                </a:lnTo>
                <a:lnTo>
                  <a:pt x="267795" y="118229"/>
                </a:lnTo>
                <a:lnTo>
                  <a:pt x="226568" y="138176"/>
                </a:lnTo>
                <a:lnTo>
                  <a:pt x="193341" y="163075"/>
                </a:lnTo>
                <a:lnTo>
                  <a:pt x="168783" y="192595"/>
                </a:lnTo>
                <a:lnTo>
                  <a:pt x="148336" y="264160"/>
                </a:lnTo>
                <a:lnTo>
                  <a:pt x="153558" y="301291"/>
                </a:lnTo>
                <a:lnTo>
                  <a:pt x="193341" y="364029"/>
                </a:lnTo>
                <a:lnTo>
                  <a:pt x="226568" y="388874"/>
                </a:lnTo>
                <a:lnTo>
                  <a:pt x="267795" y="408860"/>
                </a:lnTo>
                <a:lnTo>
                  <a:pt x="316357" y="423608"/>
                </a:lnTo>
                <a:lnTo>
                  <a:pt x="371586" y="432736"/>
                </a:lnTo>
                <a:lnTo>
                  <a:pt x="432816" y="435864"/>
                </a:lnTo>
                <a:lnTo>
                  <a:pt x="741208" y="435864"/>
                </a:lnTo>
                <a:lnTo>
                  <a:pt x="713321" y="457599"/>
                </a:lnTo>
                <a:lnTo>
                  <a:pt x="667512" y="482600"/>
                </a:lnTo>
                <a:lnTo>
                  <a:pt x="667512" y="515112"/>
                </a:lnTo>
                <a:lnTo>
                  <a:pt x="299720" y="515112"/>
                </a:lnTo>
                <a:lnTo>
                  <a:pt x="299720" y="718312"/>
                </a:lnTo>
                <a:close/>
              </a:path>
              <a:path w="866775" h="810894">
                <a:moveTo>
                  <a:pt x="741208" y="435864"/>
                </a:moveTo>
                <a:lnTo>
                  <a:pt x="432816" y="435864"/>
                </a:lnTo>
                <a:lnTo>
                  <a:pt x="494089" y="432736"/>
                </a:lnTo>
                <a:lnTo>
                  <a:pt x="549433" y="423608"/>
                </a:lnTo>
                <a:lnTo>
                  <a:pt x="598158" y="408860"/>
                </a:lnTo>
                <a:lnTo>
                  <a:pt x="639572" y="388874"/>
                </a:lnTo>
                <a:lnTo>
                  <a:pt x="672984" y="364029"/>
                </a:lnTo>
                <a:lnTo>
                  <a:pt x="697706" y="334708"/>
                </a:lnTo>
                <a:lnTo>
                  <a:pt x="718312" y="264160"/>
                </a:lnTo>
                <a:lnTo>
                  <a:pt x="713045" y="226401"/>
                </a:lnTo>
                <a:lnTo>
                  <a:pt x="672984" y="163075"/>
                </a:lnTo>
                <a:lnTo>
                  <a:pt x="639572" y="138176"/>
                </a:lnTo>
                <a:lnTo>
                  <a:pt x="598158" y="118229"/>
                </a:lnTo>
                <a:lnTo>
                  <a:pt x="549433" y="103568"/>
                </a:lnTo>
                <a:lnTo>
                  <a:pt x="494089" y="94527"/>
                </a:lnTo>
                <a:lnTo>
                  <a:pt x="432816" y="91440"/>
                </a:lnTo>
                <a:lnTo>
                  <a:pt x="742053" y="91440"/>
                </a:lnTo>
                <a:lnTo>
                  <a:pt x="790979" y="146462"/>
                </a:lnTo>
                <a:lnTo>
                  <a:pt x="809094" y="182522"/>
                </a:lnTo>
                <a:lnTo>
                  <a:pt x="820201" y="221825"/>
                </a:lnTo>
                <a:lnTo>
                  <a:pt x="823976" y="264160"/>
                </a:lnTo>
                <a:lnTo>
                  <a:pt x="819229" y="310750"/>
                </a:lnTo>
                <a:lnTo>
                  <a:pt x="805311" y="353756"/>
                </a:lnTo>
                <a:lnTo>
                  <a:pt x="782701" y="392811"/>
                </a:lnTo>
                <a:lnTo>
                  <a:pt x="751877" y="427547"/>
                </a:lnTo>
                <a:lnTo>
                  <a:pt x="741208" y="435864"/>
                </a:lnTo>
                <a:close/>
              </a:path>
              <a:path w="866775" h="810894">
                <a:moveTo>
                  <a:pt x="432816" y="527304"/>
                </a:moveTo>
                <a:lnTo>
                  <a:pt x="397589" y="526542"/>
                </a:lnTo>
                <a:lnTo>
                  <a:pt x="363601" y="524256"/>
                </a:lnTo>
                <a:lnTo>
                  <a:pt x="330946" y="520446"/>
                </a:lnTo>
                <a:lnTo>
                  <a:pt x="299720" y="515112"/>
                </a:lnTo>
                <a:lnTo>
                  <a:pt x="566928" y="515112"/>
                </a:lnTo>
                <a:lnTo>
                  <a:pt x="535686" y="520446"/>
                </a:lnTo>
                <a:lnTo>
                  <a:pt x="502920" y="524256"/>
                </a:lnTo>
                <a:lnTo>
                  <a:pt x="468630" y="526542"/>
                </a:lnTo>
                <a:lnTo>
                  <a:pt x="432816" y="527304"/>
                </a:lnTo>
                <a:close/>
              </a:path>
              <a:path w="866775" h="810894">
                <a:moveTo>
                  <a:pt x="667512" y="718312"/>
                </a:moveTo>
                <a:lnTo>
                  <a:pt x="566928" y="718312"/>
                </a:lnTo>
                <a:lnTo>
                  <a:pt x="566928" y="515112"/>
                </a:lnTo>
                <a:lnTo>
                  <a:pt x="667512" y="515112"/>
                </a:lnTo>
                <a:lnTo>
                  <a:pt x="667512" y="718312"/>
                </a:lnTo>
                <a:close/>
              </a:path>
              <a:path w="866775" h="810894">
                <a:moveTo>
                  <a:pt x="866648" y="810768"/>
                </a:moveTo>
                <a:lnTo>
                  <a:pt x="0" y="810768"/>
                </a:lnTo>
                <a:lnTo>
                  <a:pt x="0" y="718312"/>
                </a:lnTo>
                <a:lnTo>
                  <a:pt x="866648" y="718312"/>
                </a:lnTo>
                <a:lnTo>
                  <a:pt x="866648" y="810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9342011" y="2163509"/>
            <a:ext cx="866775" cy="810895"/>
          </a:xfrm>
          <a:custGeom>
            <a:avLst/>
            <a:gdLst/>
            <a:ahLst/>
            <a:cxnLst/>
            <a:rect l="l" t="t" r="r" b="b"/>
            <a:pathLst>
              <a:path w="866775" h="810894">
                <a:moveTo>
                  <a:pt x="667511" y="718312"/>
                </a:moveTo>
                <a:lnTo>
                  <a:pt x="667511" y="482600"/>
                </a:lnTo>
                <a:lnTo>
                  <a:pt x="713321" y="457599"/>
                </a:lnTo>
                <a:lnTo>
                  <a:pt x="751877" y="427547"/>
                </a:lnTo>
                <a:lnTo>
                  <a:pt x="782700" y="392811"/>
                </a:lnTo>
                <a:lnTo>
                  <a:pt x="805311" y="353756"/>
                </a:lnTo>
                <a:lnTo>
                  <a:pt x="819229" y="310750"/>
                </a:lnTo>
                <a:lnTo>
                  <a:pt x="823975" y="264160"/>
                </a:lnTo>
                <a:lnTo>
                  <a:pt x="820201" y="221825"/>
                </a:lnTo>
                <a:lnTo>
                  <a:pt x="809093" y="182522"/>
                </a:lnTo>
                <a:lnTo>
                  <a:pt x="790979" y="146462"/>
                </a:lnTo>
                <a:lnTo>
                  <a:pt x="766182" y="113856"/>
                </a:lnTo>
                <a:lnTo>
                  <a:pt x="735028" y="84913"/>
                </a:lnTo>
                <a:lnTo>
                  <a:pt x="697842" y="59845"/>
                </a:lnTo>
                <a:lnTo>
                  <a:pt x="654949" y="38862"/>
                </a:lnTo>
                <a:lnTo>
                  <a:pt x="606675" y="22176"/>
                </a:lnTo>
                <a:lnTo>
                  <a:pt x="553345" y="9996"/>
                </a:lnTo>
                <a:lnTo>
                  <a:pt x="495283" y="2534"/>
                </a:lnTo>
                <a:lnTo>
                  <a:pt x="432816" y="0"/>
                </a:lnTo>
                <a:lnTo>
                  <a:pt x="370348" y="2534"/>
                </a:lnTo>
                <a:lnTo>
                  <a:pt x="312286" y="9996"/>
                </a:lnTo>
                <a:lnTo>
                  <a:pt x="258956" y="22176"/>
                </a:lnTo>
                <a:lnTo>
                  <a:pt x="210682" y="38862"/>
                </a:lnTo>
                <a:lnTo>
                  <a:pt x="167789" y="59845"/>
                </a:lnTo>
                <a:lnTo>
                  <a:pt x="130603" y="84913"/>
                </a:lnTo>
                <a:lnTo>
                  <a:pt x="99449" y="113856"/>
                </a:lnTo>
                <a:lnTo>
                  <a:pt x="74652" y="146462"/>
                </a:lnTo>
                <a:lnTo>
                  <a:pt x="56537" y="182522"/>
                </a:lnTo>
                <a:lnTo>
                  <a:pt x="45430" y="221825"/>
                </a:lnTo>
                <a:lnTo>
                  <a:pt x="41655" y="264160"/>
                </a:lnTo>
                <a:lnTo>
                  <a:pt x="46406" y="311107"/>
                </a:lnTo>
                <a:lnTo>
                  <a:pt x="60357" y="354245"/>
                </a:lnTo>
                <a:lnTo>
                  <a:pt x="83057" y="393319"/>
                </a:lnTo>
                <a:lnTo>
                  <a:pt x="114055" y="428074"/>
                </a:lnTo>
                <a:lnTo>
                  <a:pt x="152898" y="458258"/>
                </a:lnTo>
                <a:lnTo>
                  <a:pt x="199135" y="483616"/>
                </a:lnTo>
                <a:lnTo>
                  <a:pt x="199135" y="718312"/>
                </a:lnTo>
                <a:lnTo>
                  <a:pt x="0" y="718312"/>
                </a:lnTo>
                <a:lnTo>
                  <a:pt x="0" y="810767"/>
                </a:lnTo>
                <a:lnTo>
                  <a:pt x="866647" y="810767"/>
                </a:lnTo>
                <a:lnTo>
                  <a:pt x="866647" y="718312"/>
                </a:lnTo>
                <a:lnTo>
                  <a:pt x="667511" y="718312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9490347" y="2254949"/>
            <a:ext cx="570230" cy="344805"/>
          </a:xfrm>
          <a:custGeom>
            <a:avLst/>
            <a:gdLst/>
            <a:ahLst/>
            <a:cxnLst/>
            <a:rect l="l" t="t" r="r" b="b"/>
            <a:pathLst>
              <a:path w="570229" h="344805">
                <a:moveTo>
                  <a:pt x="0" y="172720"/>
                </a:moveTo>
                <a:lnTo>
                  <a:pt x="5222" y="134961"/>
                </a:lnTo>
                <a:lnTo>
                  <a:pt x="45005" y="71635"/>
                </a:lnTo>
                <a:lnTo>
                  <a:pt x="78232" y="46736"/>
                </a:lnTo>
                <a:lnTo>
                  <a:pt x="119459" y="26789"/>
                </a:lnTo>
                <a:lnTo>
                  <a:pt x="168021" y="12128"/>
                </a:lnTo>
                <a:lnTo>
                  <a:pt x="223250" y="3087"/>
                </a:lnTo>
                <a:lnTo>
                  <a:pt x="284480" y="0"/>
                </a:lnTo>
                <a:lnTo>
                  <a:pt x="345753" y="3087"/>
                </a:lnTo>
                <a:lnTo>
                  <a:pt x="401097" y="12128"/>
                </a:lnTo>
                <a:lnTo>
                  <a:pt x="449822" y="26789"/>
                </a:lnTo>
                <a:lnTo>
                  <a:pt x="491236" y="46736"/>
                </a:lnTo>
                <a:lnTo>
                  <a:pt x="524648" y="71635"/>
                </a:lnTo>
                <a:lnTo>
                  <a:pt x="549370" y="101155"/>
                </a:lnTo>
                <a:lnTo>
                  <a:pt x="569976" y="172720"/>
                </a:lnTo>
                <a:lnTo>
                  <a:pt x="564709" y="209851"/>
                </a:lnTo>
                <a:lnTo>
                  <a:pt x="524648" y="272589"/>
                </a:lnTo>
                <a:lnTo>
                  <a:pt x="491236" y="297434"/>
                </a:lnTo>
                <a:lnTo>
                  <a:pt x="449822" y="317420"/>
                </a:lnTo>
                <a:lnTo>
                  <a:pt x="401097" y="332168"/>
                </a:lnTo>
                <a:lnTo>
                  <a:pt x="345753" y="341296"/>
                </a:lnTo>
                <a:lnTo>
                  <a:pt x="284480" y="344424"/>
                </a:lnTo>
                <a:lnTo>
                  <a:pt x="223250" y="341296"/>
                </a:lnTo>
                <a:lnTo>
                  <a:pt x="168021" y="332168"/>
                </a:lnTo>
                <a:lnTo>
                  <a:pt x="119459" y="317420"/>
                </a:lnTo>
                <a:lnTo>
                  <a:pt x="78232" y="297434"/>
                </a:lnTo>
                <a:lnTo>
                  <a:pt x="45005" y="272589"/>
                </a:lnTo>
                <a:lnTo>
                  <a:pt x="20447" y="243268"/>
                </a:lnTo>
                <a:lnTo>
                  <a:pt x="0" y="17272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9641730" y="2678621"/>
            <a:ext cx="267335" cy="203200"/>
          </a:xfrm>
          <a:custGeom>
            <a:avLst/>
            <a:gdLst/>
            <a:ahLst/>
            <a:cxnLst/>
            <a:rect l="l" t="t" r="r" b="b"/>
            <a:pathLst>
              <a:path w="267334" h="203200">
                <a:moveTo>
                  <a:pt x="0" y="0"/>
                </a:moveTo>
                <a:lnTo>
                  <a:pt x="31226" y="5334"/>
                </a:lnTo>
                <a:lnTo>
                  <a:pt x="63881" y="9144"/>
                </a:lnTo>
                <a:lnTo>
                  <a:pt x="97869" y="11430"/>
                </a:lnTo>
                <a:lnTo>
                  <a:pt x="133096" y="12191"/>
                </a:lnTo>
                <a:lnTo>
                  <a:pt x="168910" y="11430"/>
                </a:lnTo>
                <a:lnTo>
                  <a:pt x="203200" y="9144"/>
                </a:lnTo>
                <a:lnTo>
                  <a:pt x="235966" y="5334"/>
                </a:lnTo>
                <a:lnTo>
                  <a:pt x="267208" y="0"/>
                </a:lnTo>
                <a:lnTo>
                  <a:pt x="267208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0320418" y="2148269"/>
            <a:ext cx="906780" cy="868044"/>
          </a:xfrm>
          <a:custGeom>
            <a:avLst/>
            <a:gdLst/>
            <a:ahLst/>
            <a:cxnLst/>
            <a:rect l="l" t="t" r="r" b="b"/>
            <a:pathLst>
              <a:path w="906779" h="868044">
                <a:moveTo>
                  <a:pt x="784352" y="518160"/>
                </a:moveTo>
                <a:lnTo>
                  <a:pt x="683768" y="518160"/>
                </a:lnTo>
                <a:lnTo>
                  <a:pt x="683768" y="0"/>
                </a:lnTo>
                <a:lnTo>
                  <a:pt x="784352" y="0"/>
                </a:lnTo>
                <a:lnTo>
                  <a:pt x="784352" y="99568"/>
                </a:lnTo>
                <a:lnTo>
                  <a:pt x="906272" y="99568"/>
                </a:lnTo>
                <a:lnTo>
                  <a:pt x="906272" y="186944"/>
                </a:lnTo>
                <a:lnTo>
                  <a:pt x="784352" y="186944"/>
                </a:lnTo>
                <a:lnTo>
                  <a:pt x="784352" y="312928"/>
                </a:lnTo>
                <a:lnTo>
                  <a:pt x="906272" y="312928"/>
                </a:lnTo>
                <a:lnTo>
                  <a:pt x="906272" y="400304"/>
                </a:lnTo>
                <a:lnTo>
                  <a:pt x="784352" y="400304"/>
                </a:lnTo>
                <a:lnTo>
                  <a:pt x="784352" y="518160"/>
                </a:lnTo>
                <a:close/>
              </a:path>
              <a:path w="906779" h="868044">
                <a:moveTo>
                  <a:pt x="269240" y="490728"/>
                </a:moveTo>
                <a:lnTo>
                  <a:pt x="216657" y="487019"/>
                </a:lnTo>
                <a:lnTo>
                  <a:pt x="168883" y="476261"/>
                </a:lnTo>
                <a:lnTo>
                  <a:pt x="126285" y="459006"/>
                </a:lnTo>
                <a:lnTo>
                  <a:pt x="89231" y="435805"/>
                </a:lnTo>
                <a:lnTo>
                  <a:pt x="58088" y="407211"/>
                </a:lnTo>
                <a:lnTo>
                  <a:pt x="33226" y="373775"/>
                </a:lnTo>
                <a:lnTo>
                  <a:pt x="15012" y="336049"/>
                </a:lnTo>
                <a:lnTo>
                  <a:pt x="3814" y="294585"/>
                </a:lnTo>
                <a:lnTo>
                  <a:pt x="0" y="249936"/>
                </a:lnTo>
                <a:lnTo>
                  <a:pt x="3814" y="205286"/>
                </a:lnTo>
                <a:lnTo>
                  <a:pt x="15012" y="163822"/>
                </a:lnTo>
                <a:lnTo>
                  <a:pt x="33226" y="126096"/>
                </a:lnTo>
                <a:lnTo>
                  <a:pt x="58088" y="92660"/>
                </a:lnTo>
                <a:lnTo>
                  <a:pt x="89231" y="64066"/>
                </a:lnTo>
                <a:lnTo>
                  <a:pt x="126285" y="40865"/>
                </a:lnTo>
                <a:lnTo>
                  <a:pt x="168883" y="23610"/>
                </a:lnTo>
                <a:lnTo>
                  <a:pt x="216657" y="12852"/>
                </a:lnTo>
                <a:lnTo>
                  <a:pt x="269240" y="9144"/>
                </a:lnTo>
                <a:lnTo>
                  <a:pt x="321520" y="12852"/>
                </a:lnTo>
                <a:lnTo>
                  <a:pt x="369058" y="23610"/>
                </a:lnTo>
                <a:lnTo>
                  <a:pt x="411480" y="40865"/>
                </a:lnTo>
                <a:lnTo>
                  <a:pt x="448407" y="64066"/>
                </a:lnTo>
                <a:lnTo>
                  <a:pt x="479464" y="92660"/>
                </a:lnTo>
                <a:lnTo>
                  <a:pt x="480066" y="93472"/>
                </a:lnTo>
                <a:lnTo>
                  <a:pt x="269240" y="93472"/>
                </a:lnTo>
                <a:lnTo>
                  <a:pt x="222174" y="98359"/>
                </a:lnTo>
                <a:lnTo>
                  <a:pt x="181261" y="112587"/>
                </a:lnTo>
                <a:lnTo>
                  <a:pt x="147574" y="135509"/>
                </a:lnTo>
                <a:lnTo>
                  <a:pt x="122183" y="166473"/>
                </a:lnTo>
                <a:lnTo>
                  <a:pt x="106162" y="204832"/>
                </a:lnTo>
                <a:lnTo>
                  <a:pt x="100584" y="249936"/>
                </a:lnTo>
                <a:lnTo>
                  <a:pt x="106162" y="295039"/>
                </a:lnTo>
                <a:lnTo>
                  <a:pt x="122183" y="333398"/>
                </a:lnTo>
                <a:lnTo>
                  <a:pt x="147574" y="364363"/>
                </a:lnTo>
                <a:lnTo>
                  <a:pt x="181261" y="387284"/>
                </a:lnTo>
                <a:lnTo>
                  <a:pt x="222174" y="401512"/>
                </a:lnTo>
                <a:lnTo>
                  <a:pt x="269240" y="406400"/>
                </a:lnTo>
                <a:lnTo>
                  <a:pt x="480066" y="406400"/>
                </a:lnTo>
                <a:lnTo>
                  <a:pt x="479464" y="407211"/>
                </a:lnTo>
                <a:lnTo>
                  <a:pt x="448407" y="435805"/>
                </a:lnTo>
                <a:lnTo>
                  <a:pt x="411480" y="459006"/>
                </a:lnTo>
                <a:lnTo>
                  <a:pt x="369058" y="476261"/>
                </a:lnTo>
                <a:lnTo>
                  <a:pt x="321520" y="487019"/>
                </a:lnTo>
                <a:lnTo>
                  <a:pt x="269240" y="490728"/>
                </a:lnTo>
                <a:close/>
              </a:path>
              <a:path w="906779" h="868044">
                <a:moveTo>
                  <a:pt x="480066" y="406400"/>
                </a:moveTo>
                <a:lnTo>
                  <a:pt x="269240" y="406400"/>
                </a:lnTo>
                <a:lnTo>
                  <a:pt x="315877" y="401512"/>
                </a:lnTo>
                <a:lnTo>
                  <a:pt x="356503" y="387284"/>
                </a:lnTo>
                <a:lnTo>
                  <a:pt x="390017" y="364363"/>
                </a:lnTo>
                <a:lnTo>
                  <a:pt x="415318" y="333398"/>
                </a:lnTo>
                <a:lnTo>
                  <a:pt x="431306" y="295039"/>
                </a:lnTo>
                <a:lnTo>
                  <a:pt x="436880" y="249936"/>
                </a:lnTo>
                <a:lnTo>
                  <a:pt x="431306" y="204832"/>
                </a:lnTo>
                <a:lnTo>
                  <a:pt x="415318" y="166473"/>
                </a:lnTo>
                <a:lnTo>
                  <a:pt x="390017" y="135509"/>
                </a:lnTo>
                <a:lnTo>
                  <a:pt x="356503" y="112587"/>
                </a:lnTo>
                <a:lnTo>
                  <a:pt x="315877" y="98359"/>
                </a:lnTo>
                <a:lnTo>
                  <a:pt x="269240" y="93472"/>
                </a:lnTo>
                <a:lnTo>
                  <a:pt x="480066" y="93472"/>
                </a:lnTo>
                <a:lnTo>
                  <a:pt x="504274" y="126096"/>
                </a:lnTo>
                <a:lnTo>
                  <a:pt x="522462" y="163822"/>
                </a:lnTo>
                <a:lnTo>
                  <a:pt x="533650" y="205286"/>
                </a:lnTo>
                <a:lnTo>
                  <a:pt x="537464" y="249936"/>
                </a:lnTo>
                <a:lnTo>
                  <a:pt x="533650" y="294585"/>
                </a:lnTo>
                <a:lnTo>
                  <a:pt x="522462" y="336049"/>
                </a:lnTo>
                <a:lnTo>
                  <a:pt x="504274" y="373775"/>
                </a:lnTo>
                <a:lnTo>
                  <a:pt x="480066" y="406400"/>
                </a:lnTo>
                <a:close/>
              </a:path>
              <a:path w="906779" h="868044">
                <a:moveTo>
                  <a:pt x="784352" y="867664"/>
                </a:moveTo>
                <a:lnTo>
                  <a:pt x="682752" y="867664"/>
                </a:lnTo>
                <a:lnTo>
                  <a:pt x="682752" y="653288"/>
                </a:lnTo>
                <a:lnTo>
                  <a:pt x="60960" y="653288"/>
                </a:lnTo>
                <a:lnTo>
                  <a:pt x="60960" y="565912"/>
                </a:lnTo>
                <a:lnTo>
                  <a:pt x="784352" y="565912"/>
                </a:lnTo>
                <a:lnTo>
                  <a:pt x="784352" y="867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1004187" y="2148269"/>
            <a:ext cx="222885" cy="518159"/>
          </a:xfrm>
          <a:custGeom>
            <a:avLst/>
            <a:gdLst/>
            <a:ahLst/>
            <a:cxnLst/>
            <a:rect l="l" t="t" r="r" b="b"/>
            <a:pathLst>
              <a:path w="222884" h="518160">
                <a:moveTo>
                  <a:pt x="222503" y="186944"/>
                </a:moveTo>
                <a:lnTo>
                  <a:pt x="222503" y="99568"/>
                </a:lnTo>
                <a:lnTo>
                  <a:pt x="100583" y="99568"/>
                </a:lnTo>
                <a:lnTo>
                  <a:pt x="100583" y="0"/>
                </a:lnTo>
                <a:lnTo>
                  <a:pt x="0" y="0"/>
                </a:lnTo>
                <a:lnTo>
                  <a:pt x="0" y="518159"/>
                </a:lnTo>
                <a:lnTo>
                  <a:pt x="100583" y="518159"/>
                </a:lnTo>
                <a:lnTo>
                  <a:pt x="100583" y="400304"/>
                </a:lnTo>
                <a:lnTo>
                  <a:pt x="222503" y="400304"/>
                </a:lnTo>
                <a:lnTo>
                  <a:pt x="222503" y="312928"/>
                </a:lnTo>
                <a:lnTo>
                  <a:pt x="100583" y="312928"/>
                </a:lnTo>
                <a:lnTo>
                  <a:pt x="100583" y="186944"/>
                </a:lnTo>
                <a:lnTo>
                  <a:pt x="222503" y="186944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0320418" y="2157413"/>
            <a:ext cx="537845" cy="481965"/>
          </a:xfrm>
          <a:custGeom>
            <a:avLst/>
            <a:gdLst/>
            <a:ahLst/>
            <a:cxnLst/>
            <a:rect l="l" t="t" r="r" b="b"/>
            <a:pathLst>
              <a:path w="537845" h="481964">
                <a:moveTo>
                  <a:pt x="269239" y="481583"/>
                </a:moveTo>
                <a:lnTo>
                  <a:pt x="321520" y="477875"/>
                </a:lnTo>
                <a:lnTo>
                  <a:pt x="369058" y="467117"/>
                </a:lnTo>
                <a:lnTo>
                  <a:pt x="411479" y="449862"/>
                </a:lnTo>
                <a:lnTo>
                  <a:pt x="448407" y="426661"/>
                </a:lnTo>
                <a:lnTo>
                  <a:pt x="479464" y="398067"/>
                </a:lnTo>
                <a:lnTo>
                  <a:pt x="504274" y="364631"/>
                </a:lnTo>
                <a:lnTo>
                  <a:pt x="522462" y="326905"/>
                </a:lnTo>
                <a:lnTo>
                  <a:pt x="533650" y="285441"/>
                </a:lnTo>
                <a:lnTo>
                  <a:pt x="537463" y="240791"/>
                </a:lnTo>
                <a:lnTo>
                  <a:pt x="533650" y="196142"/>
                </a:lnTo>
                <a:lnTo>
                  <a:pt x="522462" y="154678"/>
                </a:lnTo>
                <a:lnTo>
                  <a:pt x="504274" y="116952"/>
                </a:lnTo>
                <a:lnTo>
                  <a:pt x="479464" y="83516"/>
                </a:lnTo>
                <a:lnTo>
                  <a:pt x="448407" y="54922"/>
                </a:lnTo>
                <a:lnTo>
                  <a:pt x="411479" y="31721"/>
                </a:lnTo>
                <a:lnTo>
                  <a:pt x="369058" y="14466"/>
                </a:lnTo>
                <a:lnTo>
                  <a:pt x="321520" y="3708"/>
                </a:lnTo>
                <a:lnTo>
                  <a:pt x="269239" y="0"/>
                </a:lnTo>
                <a:lnTo>
                  <a:pt x="216657" y="3708"/>
                </a:lnTo>
                <a:lnTo>
                  <a:pt x="168883" y="14466"/>
                </a:lnTo>
                <a:lnTo>
                  <a:pt x="126285" y="31721"/>
                </a:lnTo>
                <a:lnTo>
                  <a:pt x="89230" y="54922"/>
                </a:lnTo>
                <a:lnTo>
                  <a:pt x="58088" y="83516"/>
                </a:lnTo>
                <a:lnTo>
                  <a:pt x="33226" y="116952"/>
                </a:lnTo>
                <a:lnTo>
                  <a:pt x="15012" y="154678"/>
                </a:lnTo>
                <a:lnTo>
                  <a:pt x="3814" y="196142"/>
                </a:lnTo>
                <a:lnTo>
                  <a:pt x="0" y="240791"/>
                </a:lnTo>
                <a:lnTo>
                  <a:pt x="3814" y="285441"/>
                </a:lnTo>
                <a:lnTo>
                  <a:pt x="15012" y="326905"/>
                </a:lnTo>
                <a:lnTo>
                  <a:pt x="33226" y="364631"/>
                </a:lnTo>
                <a:lnTo>
                  <a:pt x="58088" y="398067"/>
                </a:lnTo>
                <a:lnTo>
                  <a:pt x="89230" y="426661"/>
                </a:lnTo>
                <a:lnTo>
                  <a:pt x="126285" y="449862"/>
                </a:lnTo>
                <a:lnTo>
                  <a:pt x="168883" y="467117"/>
                </a:lnTo>
                <a:lnTo>
                  <a:pt x="216657" y="477875"/>
                </a:lnTo>
                <a:lnTo>
                  <a:pt x="269239" y="481583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0421002" y="2241741"/>
            <a:ext cx="336550" cy="313055"/>
          </a:xfrm>
          <a:custGeom>
            <a:avLst/>
            <a:gdLst/>
            <a:ahLst/>
            <a:cxnLst/>
            <a:rect l="l" t="t" r="r" b="b"/>
            <a:pathLst>
              <a:path w="336550" h="313055">
                <a:moveTo>
                  <a:pt x="168655" y="0"/>
                </a:moveTo>
                <a:lnTo>
                  <a:pt x="215293" y="4887"/>
                </a:lnTo>
                <a:lnTo>
                  <a:pt x="255919" y="19115"/>
                </a:lnTo>
                <a:lnTo>
                  <a:pt x="289432" y="42036"/>
                </a:lnTo>
                <a:lnTo>
                  <a:pt x="314734" y="73001"/>
                </a:lnTo>
                <a:lnTo>
                  <a:pt x="330722" y="111360"/>
                </a:lnTo>
                <a:lnTo>
                  <a:pt x="336295" y="156463"/>
                </a:lnTo>
                <a:lnTo>
                  <a:pt x="330722" y="201567"/>
                </a:lnTo>
                <a:lnTo>
                  <a:pt x="314734" y="239926"/>
                </a:lnTo>
                <a:lnTo>
                  <a:pt x="289432" y="270890"/>
                </a:lnTo>
                <a:lnTo>
                  <a:pt x="255919" y="293812"/>
                </a:lnTo>
                <a:lnTo>
                  <a:pt x="215293" y="308040"/>
                </a:lnTo>
                <a:lnTo>
                  <a:pt x="168655" y="312927"/>
                </a:lnTo>
                <a:lnTo>
                  <a:pt x="121590" y="308040"/>
                </a:lnTo>
                <a:lnTo>
                  <a:pt x="80677" y="293812"/>
                </a:lnTo>
                <a:lnTo>
                  <a:pt x="46989" y="270890"/>
                </a:lnTo>
                <a:lnTo>
                  <a:pt x="21599" y="239926"/>
                </a:lnTo>
                <a:lnTo>
                  <a:pt x="5578" y="201567"/>
                </a:lnTo>
                <a:lnTo>
                  <a:pt x="0" y="156463"/>
                </a:lnTo>
                <a:lnTo>
                  <a:pt x="5578" y="111360"/>
                </a:lnTo>
                <a:lnTo>
                  <a:pt x="21599" y="73001"/>
                </a:lnTo>
                <a:lnTo>
                  <a:pt x="46989" y="42036"/>
                </a:lnTo>
                <a:lnTo>
                  <a:pt x="80677" y="19115"/>
                </a:lnTo>
                <a:lnTo>
                  <a:pt x="121590" y="4887"/>
                </a:lnTo>
                <a:lnTo>
                  <a:pt x="168655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0381378" y="2714181"/>
            <a:ext cx="723900" cy="302260"/>
          </a:xfrm>
          <a:custGeom>
            <a:avLst/>
            <a:gdLst/>
            <a:ahLst/>
            <a:cxnLst/>
            <a:rect l="l" t="t" r="r" b="b"/>
            <a:pathLst>
              <a:path w="723900" h="302260">
                <a:moveTo>
                  <a:pt x="0" y="87375"/>
                </a:moveTo>
                <a:lnTo>
                  <a:pt x="621792" y="87375"/>
                </a:lnTo>
                <a:lnTo>
                  <a:pt x="621792" y="301752"/>
                </a:lnTo>
                <a:lnTo>
                  <a:pt x="723391" y="301752"/>
                </a:lnTo>
                <a:lnTo>
                  <a:pt x="723391" y="0"/>
                </a:lnTo>
                <a:lnTo>
                  <a:pt x="0" y="0"/>
                </a:lnTo>
                <a:lnTo>
                  <a:pt x="0" y="8737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4766" y="1388566"/>
            <a:ext cx="13070840" cy="42545"/>
          </a:xfrm>
          <a:custGeom>
            <a:avLst/>
            <a:gdLst/>
            <a:ahLst/>
            <a:cxnLst/>
            <a:rect l="l" t="t" r="r" b="b"/>
            <a:pathLst>
              <a:path w="13070840" h="42544">
                <a:moveTo>
                  <a:pt x="0" y="41956"/>
                </a:moveTo>
                <a:lnTo>
                  <a:pt x="13070771" y="41956"/>
                </a:lnTo>
                <a:lnTo>
                  <a:pt x="13070771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4766" y="375369"/>
            <a:ext cx="13070840" cy="1013460"/>
          </a:xfrm>
          <a:custGeom>
            <a:avLst/>
            <a:gdLst/>
            <a:ahLst/>
            <a:cxnLst/>
            <a:rect l="l" t="t" r="r" b="b"/>
            <a:pathLst>
              <a:path w="13070840" h="1013460">
                <a:moveTo>
                  <a:pt x="0" y="1013197"/>
                </a:moveTo>
                <a:lnTo>
                  <a:pt x="13070771" y="1013197"/>
                </a:lnTo>
                <a:lnTo>
                  <a:pt x="13070771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4766" y="8750286"/>
            <a:ext cx="9015095" cy="612140"/>
          </a:xfrm>
          <a:custGeom>
            <a:avLst/>
            <a:gdLst/>
            <a:ahLst/>
            <a:cxnLst/>
            <a:rect l="l" t="t" r="r" b="b"/>
            <a:pathLst>
              <a:path w="9015095" h="612140">
                <a:moveTo>
                  <a:pt x="0" y="611564"/>
                </a:moveTo>
                <a:lnTo>
                  <a:pt x="9014946" y="611564"/>
                </a:lnTo>
                <a:lnTo>
                  <a:pt x="9014946" y="0"/>
                </a:lnTo>
                <a:lnTo>
                  <a:pt x="0" y="0"/>
                </a:lnTo>
                <a:lnTo>
                  <a:pt x="0" y="6115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4766" y="1388566"/>
            <a:ext cx="13001625" cy="7362190"/>
          </a:xfrm>
          <a:custGeom>
            <a:avLst/>
            <a:gdLst/>
            <a:ahLst/>
            <a:cxnLst/>
            <a:rect l="l" t="t" r="r" b="b"/>
            <a:pathLst>
              <a:path w="13001625" h="7362190">
                <a:moveTo>
                  <a:pt x="0" y="7361720"/>
                </a:moveTo>
                <a:lnTo>
                  <a:pt x="13001348" y="7361720"/>
                </a:lnTo>
                <a:lnTo>
                  <a:pt x="13001348" y="0"/>
                </a:lnTo>
                <a:lnTo>
                  <a:pt x="0" y="0"/>
                </a:lnTo>
                <a:lnTo>
                  <a:pt x="0" y="7361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836115" y="1388566"/>
            <a:ext cx="4121150" cy="7362190"/>
          </a:xfrm>
          <a:custGeom>
            <a:avLst/>
            <a:gdLst/>
            <a:ahLst/>
            <a:cxnLst/>
            <a:rect l="l" t="t" r="r" b="b"/>
            <a:pathLst>
              <a:path w="4121150" h="7362190">
                <a:moveTo>
                  <a:pt x="0" y="7361720"/>
                </a:moveTo>
                <a:lnTo>
                  <a:pt x="4120821" y="7361720"/>
                </a:lnTo>
                <a:lnTo>
                  <a:pt x="4120821" y="0"/>
                </a:lnTo>
                <a:lnTo>
                  <a:pt x="0" y="0"/>
                </a:lnTo>
                <a:lnTo>
                  <a:pt x="0" y="7361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766" y="9361851"/>
            <a:ext cx="9015095" cy="76835"/>
          </a:xfrm>
          <a:custGeom>
            <a:avLst/>
            <a:gdLst/>
            <a:ahLst/>
            <a:cxnLst/>
            <a:rect l="l" t="t" r="r" b="b"/>
            <a:pathLst>
              <a:path w="9015095" h="76834">
                <a:moveTo>
                  <a:pt x="0" y="76351"/>
                </a:moveTo>
                <a:lnTo>
                  <a:pt x="9014946" y="76351"/>
                </a:lnTo>
                <a:lnTo>
                  <a:pt x="9014946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766" y="9438203"/>
            <a:ext cx="13001625" cy="475615"/>
          </a:xfrm>
          <a:custGeom>
            <a:avLst/>
            <a:gdLst/>
            <a:ahLst/>
            <a:cxnLst/>
            <a:rect l="l" t="t" r="r" b="b"/>
            <a:pathLst>
              <a:path w="13001625" h="475615">
                <a:moveTo>
                  <a:pt x="0" y="475257"/>
                </a:moveTo>
                <a:lnTo>
                  <a:pt x="13001348" y="475257"/>
                </a:lnTo>
                <a:lnTo>
                  <a:pt x="13001348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836115" y="9361851"/>
            <a:ext cx="4451985" cy="76835"/>
          </a:xfrm>
          <a:custGeom>
            <a:avLst/>
            <a:gdLst/>
            <a:ahLst/>
            <a:cxnLst/>
            <a:rect l="l" t="t" r="r" b="b"/>
            <a:pathLst>
              <a:path w="4451984" h="76834">
                <a:moveTo>
                  <a:pt x="0" y="76351"/>
                </a:moveTo>
                <a:lnTo>
                  <a:pt x="4451884" y="76351"/>
                </a:lnTo>
                <a:lnTo>
                  <a:pt x="4451884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836115" y="9438203"/>
            <a:ext cx="4451985" cy="848994"/>
          </a:xfrm>
          <a:custGeom>
            <a:avLst/>
            <a:gdLst/>
            <a:ahLst/>
            <a:cxnLst/>
            <a:rect l="l" t="t" r="r" b="b"/>
            <a:pathLst>
              <a:path w="4451984" h="848995">
                <a:moveTo>
                  <a:pt x="0" y="848795"/>
                </a:moveTo>
                <a:lnTo>
                  <a:pt x="4451884" y="848795"/>
                </a:lnTo>
                <a:lnTo>
                  <a:pt x="4451884" y="0"/>
                </a:lnTo>
                <a:lnTo>
                  <a:pt x="0" y="0"/>
                </a:lnTo>
                <a:lnTo>
                  <a:pt x="0" y="84879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836115" y="9361851"/>
            <a:ext cx="4121150" cy="76835"/>
          </a:xfrm>
          <a:custGeom>
            <a:avLst/>
            <a:gdLst/>
            <a:ahLst/>
            <a:cxnLst/>
            <a:rect l="l" t="t" r="r" b="b"/>
            <a:pathLst>
              <a:path w="4121150" h="76834">
                <a:moveTo>
                  <a:pt x="0" y="76351"/>
                </a:moveTo>
                <a:lnTo>
                  <a:pt x="4120821" y="76351"/>
                </a:lnTo>
                <a:lnTo>
                  <a:pt x="4120821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36115" y="9438203"/>
            <a:ext cx="4121150" cy="475615"/>
          </a:xfrm>
          <a:custGeom>
            <a:avLst/>
            <a:gdLst/>
            <a:ahLst/>
            <a:cxnLst/>
            <a:rect l="l" t="t" r="r" b="b"/>
            <a:pathLst>
              <a:path w="4121150" h="475615">
                <a:moveTo>
                  <a:pt x="0" y="475257"/>
                </a:moveTo>
                <a:lnTo>
                  <a:pt x="4120821" y="475257"/>
                </a:lnTo>
                <a:lnTo>
                  <a:pt x="4120821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16159" y="1572646"/>
            <a:ext cx="817880" cy="856615"/>
          </a:xfrm>
          <a:custGeom>
            <a:avLst/>
            <a:gdLst/>
            <a:ahLst/>
            <a:cxnLst/>
            <a:rect l="l" t="t" r="r" b="b"/>
            <a:pathLst>
              <a:path w="817879" h="856614">
                <a:moveTo>
                  <a:pt x="796546" y="424689"/>
                </a:moveTo>
                <a:lnTo>
                  <a:pt x="695962" y="424689"/>
                </a:lnTo>
                <a:lnTo>
                  <a:pt x="695962" y="0"/>
                </a:lnTo>
                <a:lnTo>
                  <a:pt x="796546" y="0"/>
                </a:lnTo>
                <a:lnTo>
                  <a:pt x="796546" y="424689"/>
                </a:lnTo>
                <a:close/>
              </a:path>
              <a:path w="817879" h="856614">
                <a:moveTo>
                  <a:pt x="0" y="416561"/>
                </a:moveTo>
                <a:lnTo>
                  <a:pt x="0" y="327153"/>
                </a:lnTo>
                <a:lnTo>
                  <a:pt x="47478" y="315312"/>
                </a:lnTo>
                <a:lnTo>
                  <a:pt x="91001" y="297778"/>
                </a:lnTo>
                <a:lnTo>
                  <a:pt x="130329" y="275013"/>
                </a:lnTo>
                <a:lnTo>
                  <a:pt x="165226" y="247482"/>
                </a:lnTo>
                <a:lnTo>
                  <a:pt x="195453" y="215646"/>
                </a:lnTo>
                <a:lnTo>
                  <a:pt x="220773" y="179970"/>
                </a:lnTo>
                <a:lnTo>
                  <a:pt x="240948" y="140917"/>
                </a:lnTo>
                <a:lnTo>
                  <a:pt x="255740" y="98950"/>
                </a:lnTo>
                <a:lnTo>
                  <a:pt x="264911" y="54532"/>
                </a:lnTo>
                <a:lnTo>
                  <a:pt x="268224" y="8128"/>
                </a:lnTo>
                <a:lnTo>
                  <a:pt x="368809" y="14224"/>
                </a:lnTo>
                <a:lnTo>
                  <a:pt x="366729" y="56451"/>
                </a:lnTo>
                <a:lnTo>
                  <a:pt x="360554" y="97536"/>
                </a:lnTo>
                <a:lnTo>
                  <a:pt x="350378" y="137096"/>
                </a:lnTo>
                <a:lnTo>
                  <a:pt x="336297" y="174752"/>
                </a:lnTo>
                <a:lnTo>
                  <a:pt x="473041" y="249936"/>
                </a:lnTo>
                <a:lnTo>
                  <a:pt x="292608" y="249936"/>
                </a:lnTo>
                <a:lnTo>
                  <a:pt x="262537" y="286145"/>
                </a:lnTo>
                <a:lnTo>
                  <a:pt x="228200" y="318782"/>
                </a:lnTo>
                <a:lnTo>
                  <a:pt x="189811" y="347508"/>
                </a:lnTo>
                <a:lnTo>
                  <a:pt x="147584" y="371987"/>
                </a:lnTo>
                <a:lnTo>
                  <a:pt x="101730" y="391881"/>
                </a:lnTo>
                <a:lnTo>
                  <a:pt x="52464" y="406851"/>
                </a:lnTo>
                <a:lnTo>
                  <a:pt x="0" y="416561"/>
                </a:lnTo>
                <a:close/>
              </a:path>
              <a:path w="817879" h="856614">
                <a:moveTo>
                  <a:pt x="562865" y="402337"/>
                </a:moveTo>
                <a:lnTo>
                  <a:pt x="292608" y="249936"/>
                </a:lnTo>
                <a:lnTo>
                  <a:pt x="473041" y="249936"/>
                </a:lnTo>
                <a:lnTo>
                  <a:pt x="611633" y="326137"/>
                </a:lnTo>
                <a:lnTo>
                  <a:pt x="562865" y="402337"/>
                </a:lnTo>
                <a:close/>
              </a:path>
              <a:path w="817879" h="856614">
                <a:moveTo>
                  <a:pt x="817882" y="856490"/>
                </a:moveTo>
                <a:lnTo>
                  <a:pt x="61976" y="856490"/>
                </a:lnTo>
                <a:lnTo>
                  <a:pt x="61976" y="626873"/>
                </a:lnTo>
                <a:lnTo>
                  <a:pt x="696978" y="626873"/>
                </a:lnTo>
                <a:lnTo>
                  <a:pt x="696978" y="551689"/>
                </a:lnTo>
                <a:lnTo>
                  <a:pt x="59944" y="551689"/>
                </a:lnTo>
                <a:lnTo>
                  <a:pt x="59944" y="472441"/>
                </a:lnTo>
                <a:lnTo>
                  <a:pt x="796546" y="472441"/>
                </a:lnTo>
                <a:lnTo>
                  <a:pt x="796546" y="702058"/>
                </a:lnTo>
                <a:lnTo>
                  <a:pt x="161544" y="702058"/>
                </a:lnTo>
                <a:lnTo>
                  <a:pt x="161544" y="777242"/>
                </a:lnTo>
                <a:lnTo>
                  <a:pt x="817882" y="777242"/>
                </a:lnTo>
                <a:lnTo>
                  <a:pt x="817882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82378" y="1557406"/>
            <a:ext cx="815340" cy="871855"/>
          </a:xfrm>
          <a:custGeom>
            <a:avLst/>
            <a:gdLst/>
            <a:ahLst/>
            <a:cxnLst/>
            <a:rect l="l" t="t" r="r" b="b"/>
            <a:pathLst>
              <a:path w="815340" h="871855">
                <a:moveTo>
                  <a:pt x="345441" y="88392"/>
                </a:moveTo>
                <a:lnTo>
                  <a:pt x="243840" y="88392"/>
                </a:lnTo>
                <a:lnTo>
                  <a:pt x="243840" y="0"/>
                </a:lnTo>
                <a:lnTo>
                  <a:pt x="345441" y="0"/>
                </a:lnTo>
                <a:lnTo>
                  <a:pt x="345441" y="88392"/>
                </a:lnTo>
                <a:close/>
              </a:path>
              <a:path w="815340" h="871855">
                <a:moveTo>
                  <a:pt x="814834" y="531369"/>
                </a:moveTo>
                <a:lnTo>
                  <a:pt x="714250" y="531369"/>
                </a:lnTo>
                <a:lnTo>
                  <a:pt x="714250" y="367793"/>
                </a:lnTo>
                <a:lnTo>
                  <a:pt x="578105" y="367793"/>
                </a:lnTo>
                <a:lnTo>
                  <a:pt x="578105" y="278384"/>
                </a:lnTo>
                <a:lnTo>
                  <a:pt x="714250" y="278384"/>
                </a:lnTo>
                <a:lnTo>
                  <a:pt x="714250" y="15240"/>
                </a:lnTo>
                <a:lnTo>
                  <a:pt x="814834" y="15240"/>
                </a:lnTo>
                <a:lnTo>
                  <a:pt x="814834" y="531369"/>
                </a:lnTo>
                <a:close/>
              </a:path>
              <a:path w="815340" h="871855">
                <a:moveTo>
                  <a:pt x="589281" y="166624"/>
                </a:moveTo>
                <a:lnTo>
                  <a:pt x="0" y="166624"/>
                </a:lnTo>
                <a:lnTo>
                  <a:pt x="0" y="88392"/>
                </a:lnTo>
                <a:lnTo>
                  <a:pt x="589281" y="88392"/>
                </a:lnTo>
                <a:lnTo>
                  <a:pt x="589281" y="166624"/>
                </a:lnTo>
                <a:close/>
              </a:path>
              <a:path w="815340" h="871855">
                <a:moveTo>
                  <a:pt x="294640" y="525273"/>
                </a:moveTo>
                <a:lnTo>
                  <a:pt x="236160" y="521887"/>
                </a:lnTo>
                <a:lnTo>
                  <a:pt x="182726" y="511873"/>
                </a:lnTo>
                <a:lnTo>
                  <a:pt x="135780" y="495442"/>
                </a:lnTo>
                <a:lnTo>
                  <a:pt x="96760" y="472808"/>
                </a:lnTo>
                <a:lnTo>
                  <a:pt x="67106" y="444185"/>
                </a:lnTo>
                <a:lnTo>
                  <a:pt x="48258" y="409786"/>
                </a:lnTo>
                <a:lnTo>
                  <a:pt x="41656" y="369825"/>
                </a:lnTo>
                <a:lnTo>
                  <a:pt x="48258" y="330183"/>
                </a:lnTo>
                <a:lnTo>
                  <a:pt x="67106" y="295908"/>
                </a:lnTo>
                <a:lnTo>
                  <a:pt x="96760" y="267268"/>
                </a:lnTo>
                <a:lnTo>
                  <a:pt x="135780" y="244527"/>
                </a:lnTo>
                <a:lnTo>
                  <a:pt x="182726" y="227954"/>
                </a:lnTo>
                <a:lnTo>
                  <a:pt x="236160" y="217815"/>
                </a:lnTo>
                <a:lnTo>
                  <a:pt x="294640" y="214376"/>
                </a:lnTo>
                <a:lnTo>
                  <a:pt x="353065" y="217815"/>
                </a:lnTo>
                <a:lnTo>
                  <a:pt x="406353" y="227954"/>
                </a:lnTo>
                <a:lnTo>
                  <a:pt x="453101" y="244527"/>
                </a:lnTo>
                <a:lnTo>
                  <a:pt x="491905" y="267268"/>
                </a:lnTo>
                <a:lnTo>
                  <a:pt x="514832" y="289560"/>
                </a:lnTo>
                <a:lnTo>
                  <a:pt x="294640" y="289560"/>
                </a:lnTo>
                <a:lnTo>
                  <a:pt x="229315" y="295672"/>
                </a:lnTo>
                <a:lnTo>
                  <a:pt x="179705" y="312547"/>
                </a:lnTo>
                <a:lnTo>
                  <a:pt x="148193" y="337995"/>
                </a:lnTo>
                <a:lnTo>
                  <a:pt x="137160" y="369825"/>
                </a:lnTo>
                <a:lnTo>
                  <a:pt x="148193" y="401813"/>
                </a:lnTo>
                <a:lnTo>
                  <a:pt x="179705" y="427610"/>
                </a:lnTo>
                <a:lnTo>
                  <a:pt x="229315" y="444834"/>
                </a:lnTo>
                <a:lnTo>
                  <a:pt x="294640" y="451105"/>
                </a:lnTo>
                <a:lnTo>
                  <a:pt x="514240" y="451105"/>
                </a:lnTo>
                <a:lnTo>
                  <a:pt x="491905" y="472808"/>
                </a:lnTo>
                <a:lnTo>
                  <a:pt x="453101" y="495442"/>
                </a:lnTo>
                <a:lnTo>
                  <a:pt x="406353" y="511873"/>
                </a:lnTo>
                <a:lnTo>
                  <a:pt x="353065" y="521887"/>
                </a:lnTo>
                <a:lnTo>
                  <a:pt x="294640" y="525273"/>
                </a:lnTo>
                <a:close/>
              </a:path>
              <a:path w="815340" h="871855">
                <a:moveTo>
                  <a:pt x="514240" y="451105"/>
                </a:moveTo>
                <a:lnTo>
                  <a:pt x="294640" y="451105"/>
                </a:lnTo>
                <a:lnTo>
                  <a:pt x="359808" y="444834"/>
                </a:lnTo>
                <a:lnTo>
                  <a:pt x="409068" y="427610"/>
                </a:lnTo>
                <a:lnTo>
                  <a:pt x="440231" y="401813"/>
                </a:lnTo>
                <a:lnTo>
                  <a:pt x="451105" y="369825"/>
                </a:lnTo>
                <a:lnTo>
                  <a:pt x="440231" y="337995"/>
                </a:lnTo>
                <a:lnTo>
                  <a:pt x="409068" y="312547"/>
                </a:lnTo>
                <a:lnTo>
                  <a:pt x="359808" y="295672"/>
                </a:lnTo>
                <a:lnTo>
                  <a:pt x="294640" y="289560"/>
                </a:lnTo>
                <a:lnTo>
                  <a:pt x="514832" y="289560"/>
                </a:lnTo>
                <a:lnTo>
                  <a:pt x="521360" y="295908"/>
                </a:lnTo>
                <a:lnTo>
                  <a:pt x="540063" y="330183"/>
                </a:lnTo>
                <a:lnTo>
                  <a:pt x="546609" y="369825"/>
                </a:lnTo>
                <a:lnTo>
                  <a:pt x="540063" y="409786"/>
                </a:lnTo>
                <a:lnTo>
                  <a:pt x="521360" y="444185"/>
                </a:lnTo>
                <a:lnTo>
                  <a:pt x="514240" y="451105"/>
                </a:lnTo>
                <a:close/>
              </a:path>
              <a:path w="815340" h="871855">
                <a:moveTo>
                  <a:pt x="811786" y="871730"/>
                </a:moveTo>
                <a:lnTo>
                  <a:pt x="76200" y="871730"/>
                </a:lnTo>
                <a:lnTo>
                  <a:pt x="76200" y="580137"/>
                </a:lnTo>
                <a:lnTo>
                  <a:pt x="811786" y="580137"/>
                </a:lnTo>
                <a:lnTo>
                  <a:pt x="811786" y="660402"/>
                </a:lnTo>
                <a:lnTo>
                  <a:pt x="175768" y="660402"/>
                </a:lnTo>
                <a:lnTo>
                  <a:pt x="175768" y="791466"/>
                </a:lnTo>
                <a:lnTo>
                  <a:pt x="811786" y="791466"/>
                </a:lnTo>
                <a:lnTo>
                  <a:pt x="811786" y="871730"/>
                </a:lnTo>
                <a:close/>
              </a:path>
              <a:path w="815340" h="871855">
                <a:moveTo>
                  <a:pt x="811786" y="791466"/>
                </a:moveTo>
                <a:lnTo>
                  <a:pt x="712218" y="791466"/>
                </a:lnTo>
                <a:lnTo>
                  <a:pt x="712218" y="660402"/>
                </a:lnTo>
                <a:lnTo>
                  <a:pt x="811786" y="660402"/>
                </a:lnTo>
                <a:lnTo>
                  <a:pt x="811786" y="791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369354" y="1572646"/>
            <a:ext cx="810895" cy="856615"/>
          </a:xfrm>
          <a:custGeom>
            <a:avLst/>
            <a:gdLst/>
            <a:ahLst/>
            <a:cxnLst/>
            <a:rect l="l" t="t" r="r" b="b"/>
            <a:pathLst>
              <a:path w="810895" h="856614">
                <a:moveTo>
                  <a:pt x="789434" y="426721"/>
                </a:moveTo>
                <a:lnTo>
                  <a:pt x="688850" y="426721"/>
                </a:lnTo>
                <a:lnTo>
                  <a:pt x="688850" y="339345"/>
                </a:lnTo>
                <a:lnTo>
                  <a:pt x="499873" y="339345"/>
                </a:lnTo>
                <a:lnTo>
                  <a:pt x="499873" y="257048"/>
                </a:lnTo>
                <a:lnTo>
                  <a:pt x="688850" y="257048"/>
                </a:lnTo>
                <a:lnTo>
                  <a:pt x="688850" y="167640"/>
                </a:lnTo>
                <a:lnTo>
                  <a:pt x="537465" y="167640"/>
                </a:lnTo>
                <a:lnTo>
                  <a:pt x="537465" y="85344"/>
                </a:lnTo>
                <a:lnTo>
                  <a:pt x="688850" y="85344"/>
                </a:lnTo>
                <a:lnTo>
                  <a:pt x="688850" y="0"/>
                </a:lnTo>
                <a:lnTo>
                  <a:pt x="789434" y="0"/>
                </a:lnTo>
                <a:lnTo>
                  <a:pt x="789434" y="426721"/>
                </a:lnTo>
                <a:close/>
              </a:path>
              <a:path w="810895" h="856614">
                <a:moveTo>
                  <a:pt x="0" y="411481"/>
                </a:moveTo>
                <a:lnTo>
                  <a:pt x="0" y="327153"/>
                </a:lnTo>
                <a:lnTo>
                  <a:pt x="63454" y="325398"/>
                </a:lnTo>
                <a:lnTo>
                  <a:pt x="122279" y="320626"/>
                </a:lnTo>
                <a:lnTo>
                  <a:pt x="176175" y="312739"/>
                </a:lnTo>
                <a:lnTo>
                  <a:pt x="224845" y="301642"/>
                </a:lnTo>
                <a:lnTo>
                  <a:pt x="267992" y="287238"/>
                </a:lnTo>
                <a:lnTo>
                  <a:pt x="305318" y="269430"/>
                </a:lnTo>
                <a:lnTo>
                  <a:pt x="361315" y="223223"/>
                </a:lnTo>
                <a:lnTo>
                  <a:pt x="390455" y="162249"/>
                </a:lnTo>
                <a:lnTo>
                  <a:pt x="394209" y="125984"/>
                </a:lnTo>
                <a:lnTo>
                  <a:pt x="394209" y="105664"/>
                </a:lnTo>
                <a:lnTo>
                  <a:pt x="0" y="105664"/>
                </a:lnTo>
                <a:lnTo>
                  <a:pt x="0" y="21336"/>
                </a:lnTo>
                <a:lnTo>
                  <a:pt x="494793" y="21336"/>
                </a:lnTo>
                <a:lnTo>
                  <a:pt x="494793" y="109728"/>
                </a:lnTo>
                <a:lnTo>
                  <a:pt x="491782" y="153361"/>
                </a:lnTo>
                <a:lnTo>
                  <a:pt x="482900" y="193304"/>
                </a:lnTo>
                <a:lnTo>
                  <a:pt x="468371" y="229630"/>
                </a:lnTo>
                <a:lnTo>
                  <a:pt x="448418" y="262413"/>
                </a:lnTo>
                <a:lnTo>
                  <a:pt x="423267" y="291725"/>
                </a:lnTo>
                <a:lnTo>
                  <a:pt x="393142" y="317641"/>
                </a:lnTo>
                <a:lnTo>
                  <a:pt x="358268" y="340234"/>
                </a:lnTo>
                <a:lnTo>
                  <a:pt x="318868" y="359576"/>
                </a:lnTo>
                <a:lnTo>
                  <a:pt x="275166" y="375741"/>
                </a:lnTo>
                <a:lnTo>
                  <a:pt x="227389" y="388803"/>
                </a:lnTo>
                <a:lnTo>
                  <a:pt x="175759" y="398834"/>
                </a:lnTo>
                <a:lnTo>
                  <a:pt x="120501" y="405909"/>
                </a:lnTo>
                <a:lnTo>
                  <a:pt x="61840" y="410100"/>
                </a:lnTo>
                <a:lnTo>
                  <a:pt x="0" y="411481"/>
                </a:lnTo>
                <a:close/>
              </a:path>
              <a:path w="810895" h="856614">
                <a:moveTo>
                  <a:pt x="810770" y="856490"/>
                </a:moveTo>
                <a:lnTo>
                  <a:pt x="54864" y="856490"/>
                </a:lnTo>
                <a:lnTo>
                  <a:pt x="54864" y="626873"/>
                </a:lnTo>
                <a:lnTo>
                  <a:pt x="689866" y="626873"/>
                </a:lnTo>
                <a:lnTo>
                  <a:pt x="689866" y="551689"/>
                </a:lnTo>
                <a:lnTo>
                  <a:pt x="52832" y="551689"/>
                </a:lnTo>
                <a:lnTo>
                  <a:pt x="52832" y="472441"/>
                </a:lnTo>
                <a:lnTo>
                  <a:pt x="789434" y="472441"/>
                </a:lnTo>
                <a:lnTo>
                  <a:pt x="789434" y="702058"/>
                </a:lnTo>
                <a:lnTo>
                  <a:pt x="154432" y="702058"/>
                </a:lnTo>
                <a:lnTo>
                  <a:pt x="154432" y="777242"/>
                </a:lnTo>
                <a:lnTo>
                  <a:pt x="810770" y="777242"/>
                </a:lnTo>
                <a:lnTo>
                  <a:pt x="810770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9317" y="1572646"/>
            <a:ext cx="907415" cy="868044"/>
          </a:xfrm>
          <a:custGeom>
            <a:avLst/>
            <a:gdLst/>
            <a:ahLst/>
            <a:cxnLst/>
            <a:rect l="l" t="t" r="r" b="b"/>
            <a:pathLst>
              <a:path w="907415" h="868044">
                <a:moveTo>
                  <a:pt x="787402" y="867666"/>
                </a:moveTo>
                <a:lnTo>
                  <a:pt x="686818" y="867666"/>
                </a:lnTo>
                <a:lnTo>
                  <a:pt x="686818" y="0"/>
                </a:lnTo>
                <a:lnTo>
                  <a:pt x="787402" y="0"/>
                </a:lnTo>
                <a:lnTo>
                  <a:pt x="787402" y="343409"/>
                </a:lnTo>
                <a:lnTo>
                  <a:pt x="907290" y="343409"/>
                </a:lnTo>
                <a:lnTo>
                  <a:pt x="907290" y="439929"/>
                </a:lnTo>
                <a:lnTo>
                  <a:pt x="787402" y="439929"/>
                </a:lnTo>
                <a:lnTo>
                  <a:pt x="787402" y="867666"/>
                </a:lnTo>
                <a:close/>
              </a:path>
              <a:path w="907415" h="868044">
                <a:moveTo>
                  <a:pt x="528321" y="586233"/>
                </a:moveTo>
                <a:lnTo>
                  <a:pt x="426721" y="586233"/>
                </a:lnTo>
                <a:lnTo>
                  <a:pt x="426721" y="127000"/>
                </a:lnTo>
                <a:lnTo>
                  <a:pt x="31496" y="127000"/>
                </a:lnTo>
                <a:lnTo>
                  <a:pt x="31496" y="33528"/>
                </a:lnTo>
                <a:lnTo>
                  <a:pt x="528321" y="33528"/>
                </a:lnTo>
                <a:lnTo>
                  <a:pt x="528321" y="586233"/>
                </a:lnTo>
                <a:close/>
              </a:path>
              <a:path w="907415" h="868044">
                <a:moveTo>
                  <a:pt x="252984" y="721362"/>
                </a:moveTo>
                <a:lnTo>
                  <a:pt x="151384" y="721362"/>
                </a:lnTo>
                <a:lnTo>
                  <a:pt x="151384" y="353569"/>
                </a:lnTo>
                <a:lnTo>
                  <a:pt x="252984" y="353569"/>
                </a:lnTo>
                <a:lnTo>
                  <a:pt x="252984" y="721362"/>
                </a:lnTo>
                <a:close/>
              </a:path>
              <a:path w="907415" h="868044">
                <a:moveTo>
                  <a:pt x="331217" y="815850"/>
                </a:moveTo>
                <a:lnTo>
                  <a:pt x="0" y="815850"/>
                </a:lnTo>
                <a:lnTo>
                  <a:pt x="0" y="721362"/>
                </a:lnTo>
                <a:lnTo>
                  <a:pt x="330201" y="721362"/>
                </a:lnTo>
                <a:lnTo>
                  <a:pt x="387539" y="720487"/>
                </a:lnTo>
                <a:lnTo>
                  <a:pt x="442111" y="717749"/>
                </a:lnTo>
                <a:lnTo>
                  <a:pt x="493015" y="712980"/>
                </a:lnTo>
                <a:lnTo>
                  <a:pt x="539347" y="706009"/>
                </a:lnTo>
                <a:lnTo>
                  <a:pt x="580203" y="696667"/>
                </a:lnTo>
                <a:lnTo>
                  <a:pt x="614681" y="684786"/>
                </a:lnTo>
                <a:lnTo>
                  <a:pt x="614681" y="779274"/>
                </a:lnTo>
                <a:lnTo>
                  <a:pt x="540062" y="800046"/>
                </a:lnTo>
                <a:lnTo>
                  <a:pt x="494285" y="807087"/>
                </a:lnTo>
                <a:lnTo>
                  <a:pt x="443767" y="812012"/>
                </a:lnTo>
                <a:lnTo>
                  <a:pt x="389185" y="814905"/>
                </a:lnTo>
                <a:lnTo>
                  <a:pt x="331217" y="815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488298" y="2919460"/>
            <a:ext cx="6051550" cy="30480"/>
          </a:xfrm>
          <a:custGeom>
            <a:avLst/>
            <a:gdLst/>
            <a:ahLst/>
            <a:cxnLst/>
            <a:rect l="l" t="t" r="r" b="b"/>
            <a:pathLst>
              <a:path w="6051550" h="30480">
                <a:moveTo>
                  <a:pt x="0" y="0"/>
                </a:moveTo>
                <a:lnTo>
                  <a:pt x="6051161" y="0"/>
                </a:lnTo>
                <a:lnTo>
                  <a:pt x="6051161" y="30266"/>
                </a:lnTo>
                <a:lnTo>
                  <a:pt x="0" y="30266"/>
                </a:lnTo>
                <a:lnTo>
                  <a:pt x="0" y="0"/>
                </a:lnTo>
                <a:close/>
              </a:path>
            </a:pathLst>
          </a:custGeom>
          <a:solidFill>
            <a:srgbClr val="A98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488298" y="2949727"/>
            <a:ext cx="15875" cy="5401310"/>
          </a:xfrm>
          <a:custGeom>
            <a:avLst/>
            <a:gdLst/>
            <a:ahLst/>
            <a:cxnLst/>
            <a:rect l="l" t="t" r="r" b="b"/>
            <a:pathLst>
              <a:path w="15875" h="5401309">
                <a:moveTo>
                  <a:pt x="0" y="0"/>
                </a:moveTo>
                <a:lnTo>
                  <a:pt x="15490" y="0"/>
                </a:lnTo>
                <a:lnTo>
                  <a:pt x="15490" y="5400941"/>
                </a:lnTo>
                <a:lnTo>
                  <a:pt x="0" y="5400941"/>
                </a:lnTo>
                <a:lnTo>
                  <a:pt x="0" y="0"/>
                </a:lnTo>
                <a:close/>
              </a:path>
            </a:pathLst>
          </a:custGeom>
          <a:solidFill>
            <a:srgbClr val="A98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488298" y="8350668"/>
            <a:ext cx="6051550" cy="30480"/>
          </a:xfrm>
          <a:custGeom>
            <a:avLst/>
            <a:gdLst/>
            <a:ahLst/>
            <a:cxnLst/>
            <a:rect l="l" t="t" r="r" b="b"/>
            <a:pathLst>
              <a:path w="6051550" h="30479">
                <a:moveTo>
                  <a:pt x="0" y="0"/>
                </a:moveTo>
                <a:lnTo>
                  <a:pt x="6051161" y="0"/>
                </a:lnTo>
                <a:lnTo>
                  <a:pt x="6051161" y="30266"/>
                </a:lnTo>
                <a:lnTo>
                  <a:pt x="0" y="30266"/>
                </a:lnTo>
                <a:lnTo>
                  <a:pt x="0" y="0"/>
                </a:lnTo>
                <a:close/>
              </a:path>
            </a:pathLst>
          </a:custGeom>
          <a:solidFill>
            <a:srgbClr val="A98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523726" y="2949801"/>
            <a:ext cx="15875" cy="5401310"/>
          </a:xfrm>
          <a:custGeom>
            <a:avLst/>
            <a:gdLst/>
            <a:ahLst/>
            <a:cxnLst/>
            <a:rect l="l" t="t" r="r" b="b"/>
            <a:pathLst>
              <a:path w="15875" h="5401309">
                <a:moveTo>
                  <a:pt x="15733" y="5401130"/>
                </a:moveTo>
                <a:lnTo>
                  <a:pt x="0" y="5401130"/>
                </a:lnTo>
                <a:lnTo>
                  <a:pt x="0" y="0"/>
                </a:lnTo>
                <a:lnTo>
                  <a:pt x="15733" y="0"/>
                </a:lnTo>
                <a:lnTo>
                  <a:pt x="15733" y="5401130"/>
                </a:lnTo>
                <a:close/>
              </a:path>
            </a:pathLst>
          </a:custGeom>
          <a:solidFill>
            <a:srgbClr val="A98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771400" y="8608987"/>
            <a:ext cx="6653530" cy="688340"/>
          </a:xfrm>
          <a:custGeom>
            <a:avLst/>
            <a:gdLst/>
            <a:ahLst/>
            <a:cxnLst/>
            <a:rect l="l" t="t" r="r" b="b"/>
            <a:pathLst>
              <a:path w="6653530" h="688340">
                <a:moveTo>
                  <a:pt x="6653135" y="687916"/>
                </a:moveTo>
                <a:lnTo>
                  <a:pt x="0" y="687916"/>
                </a:lnTo>
                <a:lnTo>
                  <a:pt x="0" y="0"/>
                </a:lnTo>
                <a:lnTo>
                  <a:pt x="6653135" y="0"/>
                </a:lnTo>
                <a:lnTo>
                  <a:pt x="6653135" y="68791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805332" y="8617962"/>
            <a:ext cx="6653530" cy="688340"/>
          </a:xfrm>
          <a:custGeom>
            <a:avLst/>
            <a:gdLst/>
            <a:ahLst/>
            <a:cxnLst/>
            <a:rect l="l" t="t" r="r" b="b"/>
            <a:pathLst>
              <a:path w="6653530" h="688340">
                <a:moveTo>
                  <a:pt x="0" y="687916"/>
                </a:moveTo>
                <a:lnTo>
                  <a:pt x="0" y="0"/>
                </a:lnTo>
                <a:lnTo>
                  <a:pt x="6653135" y="0"/>
                </a:lnTo>
                <a:lnTo>
                  <a:pt x="6653135" y="687916"/>
                </a:lnTo>
                <a:lnTo>
                  <a:pt x="0" y="687916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486143" y="8822534"/>
            <a:ext cx="260350" cy="263525"/>
          </a:xfrm>
          <a:custGeom>
            <a:avLst/>
            <a:gdLst/>
            <a:ahLst/>
            <a:cxnLst/>
            <a:rect l="l" t="t" r="r" b="b"/>
            <a:pathLst>
              <a:path w="260350" h="263525">
                <a:moveTo>
                  <a:pt x="9448" y="115824"/>
                </a:moveTo>
                <a:lnTo>
                  <a:pt x="9448" y="89306"/>
                </a:lnTo>
                <a:lnTo>
                  <a:pt x="47444" y="81824"/>
                </a:lnTo>
                <a:lnTo>
                  <a:pt x="82753" y="63284"/>
                </a:lnTo>
                <a:lnTo>
                  <a:pt x="110518" y="35428"/>
                </a:lnTo>
                <a:lnTo>
                  <a:pt x="125882" y="0"/>
                </a:lnTo>
                <a:lnTo>
                  <a:pt x="156057" y="4876"/>
                </a:lnTo>
                <a:lnTo>
                  <a:pt x="153828" y="14358"/>
                </a:lnTo>
                <a:lnTo>
                  <a:pt x="150799" y="23583"/>
                </a:lnTo>
                <a:lnTo>
                  <a:pt x="146970" y="32523"/>
                </a:lnTo>
                <a:lnTo>
                  <a:pt x="142341" y="41148"/>
                </a:lnTo>
                <a:lnTo>
                  <a:pt x="185334" y="61874"/>
                </a:lnTo>
                <a:lnTo>
                  <a:pt x="127101" y="61874"/>
                </a:lnTo>
                <a:lnTo>
                  <a:pt x="102803" y="83934"/>
                </a:lnTo>
                <a:lnTo>
                  <a:pt x="73990" y="100736"/>
                </a:lnTo>
                <a:lnTo>
                  <a:pt x="42319" y="111594"/>
                </a:lnTo>
                <a:lnTo>
                  <a:pt x="9448" y="115824"/>
                </a:lnTo>
                <a:close/>
              </a:path>
              <a:path w="260350" h="263525">
                <a:moveTo>
                  <a:pt x="241096" y="117348"/>
                </a:moveTo>
                <a:lnTo>
                  <a:pt x="127101" y="61874"/>
                </a:lnTo>
                <a:lnTo>
                  <a:pt x="185334" y="61874"/>
                </a:lnTo>
                <a:lnTo>
                  <a:pt x="252984" y="94488"/>
                </a:lnTo>
                <a:lnTo>
                  <a:pt x="241096" y="117348"/>
                </a:lnTo>
                <a:close/>
              </a:path>
              <a:path w="260350" h="263525">
                <a:moveTo>
                  <a:pt x="145084" y="144170"/>
                </a:moveTo>
                <a:lnTo>
                  <a:pt x="114604" y="144170"/>
                </a:lnTo>
                <a:lnTo>
                  <a:pt x="114604" y="99974"/>
                </a:lnTo>
                <a:lnTo>
                  <a:pt x="145084" y="99974"/>
                </a:lnTo>
                <a:lnTo>
                  <a:pt x="145084" y="144170"/>
                </a:lnTo>
                <a:close/>
              </a:path>
              <a:path w="260350" h="263525">
                <a:moveTo>
                  <a:pt x="259994" y="169773"/>
                </a:moveTo>
                <a:lnTo>
                  <a:pt x="0" y="169773"/>
                </a:lnTo>
                <a:lnTo>
                  <a:pt x="0" y="144170"/>
                </a:lnTo>
                <a:lnTo>
                  <a:pt x="259994" y="144170"/>
                </a:lnTo>
                <a:lnTo>
                  <a:pt x="259994" y="169773"/>
                </a:lnTo>
                <a:close/>
              </a:path>
              <a:path w="260350" h="263525">
                <a:moveTo>
                  <a:pt x="246583" y="263347"/>
                </a:moveTo>
                <a:lnTo>
                  <a:pt x="17983" y="263347"/>
                </a:lnTo>
                <a:lnTo>
                  <a:pt x="17983" y="189890"/>
                </a:lnTo>
                <a:lnTo>
                  <a:pt x="48768" y="189890"/>
                </a:lnTo>
                <a:lnTo>
                  <a:pt x="48768" y="237439"/>
                </a:lnTo>
                <a:lnTo>
                  <a:pt x="246583" y="237439"/>
                </a:lnTo>
                <a:lnTo>
                  <a:pt x="246583" y="26334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770217" y="8834117"/>
            <a:ext cx="260350" cy="242570"/>
          </a:xfrm>
          <a:custGeom>
            <a:avLst/>
            <a:gdLst/>
            <a:ahLst/>
            <a:cxnLst/>
            <a:rect l="l" t="t" r="r" b="b"/>
            <a:pathLst>
              <a:path w="260350" h="242570">
                <a:moveTo>
                  <a:pt x="129844" y="165201"/>
                </a:moveTo>
                <a:lnTo>
                  <a:pt x="81595" y="159324"/>
                </a:lnTo>
                <a:lnTo>
                  <a:pt x="44691" y="142646"/>
                </a:lnTo>
                <a:lnTo>
                  <a:pt x="21102" y="116595"/>
                </a:lnTo>
                <a:lnTo>
                  <a:pt x="12801" y="82600"/>
                </a:lnTo>
                <a:lnTo>
                  <a:pt x="21102" y="48606"/>
                </a:lnTo>
                <a:lnTo>
                  <a:pt x="44691" y="22555"/>
                </a:lnTo>
                <a:lnTo>
                  <a:pt x="81595" y="5876"/>
                </a:lnTo>
                <a:lnTo>
                  <a:pt x="129844" y="0"/>
                </a:lnTo>
                <a:lnTo>
                  <a:pt x="178093" y="5876"/>
                </a:lnTo>
                <a:lnTo>
                  <a:pt x="214998" y="22555"/>
                </a:lnTo>
                <a:lnTo>
                  <a:pt x="219414" y="27432"/>
                </a:lnTo>
                <a:lnTo>
                  <a:pt x="129844" y="27432"/>
                </a:lnTo>
                <a:lnTo>
                  <a:pt x="94907" y="31422"/>
                </a:lnTo>
                <a:lnTo>
                  <a:pt x="67970" y="42672"/>
                </a:lnTo>
                <a:lnTo>
                  <a:pt x="50634" y="60093"/>
                </a:lnTo>
                <a:lnTo>
                  <a:pt x="44500" y="82600"/>
                </a:lnTo>
                <a:lnTo>
                  <a:pt x="50634" y="105108"/>
                </a:lnTo>
                <a:lnTo>
                  <a:pt x="67970" y="122529"/>
                </a:lnTo>
                <a:lnTo>
                  <a:pt x="94907" y="133778"/>
                </a:lnTo>
                <a:lnTo>
                  <a:pt x="129844" y="137769"/>
                </a:lnTo>
                <a:lnTo>
                  <a:pt x="219414" y="137769"/>
                </a:lnTo>
                <a:lnTo>
                  <a:pt x="214998" y="142646"/>
                </a:lnTo>
                <a:lnTo>
                  <a:pt x="178093" y="159324"/>
                </a:lnTo>
                <a:lnTo>
                  <a:pt x="129844" y="165201"/>
                </a:lnTo>
                <a:close/>
              </a:path>
              <a:path w="260350" h="242570">
                <a:moveTo>
                  <a:pt x="219414" y="137769"/>
                </a:moveTo>
                <a:lnTo>
                  <a:pt x="129844" y="137769"/>
                </a:lnTo>
                <a:lnTo>
                  <a:pt x="164782" y="133778"/>
                </a:lnTo>
                <a:lnTo>
                  <a:pt x="191719" y="122529"/>
                </a:lnTo>
                <a:lnTo>
                  <a:pt x="209054" y="105108"/>
                </a:lnTo>
                <a:lnTo>
                  <a:pt x="215188" y="82600"/>
                </a:lnTo>
                <a:lnTo>
                  <a:pt x="209054" y="60093"/>
                </a:lnTo>
                <a:lnTo>
                  <a:pt x="191719" y="42672"/>
                </a:lnTo>
                <a:lnTo>
                  <a:pt x="164782" y="31422"/>
                </a:lnTo>
                <a:lnTo>
                  <a:pt x="129844" y="27432"/>
                </a:lnTo>
                <a:lnTo>
                  <a:pt x="219414" y="27432"/>
                </a:lnTo>
                <a:lnTo>
                  <a:pt x="238586" y="48606"/>
                </a:lnTo>
                <a:lnTo>
                  <a:pt x="246888" y="82600"/>
                </a:lnTo>
                <a:lnTo>
                  <a:pt x="238586" y="116595"/>
                </a:lnTo>
                <a:lnTo>
                  <a:pt x="219414" y="137769"/>
                </a:lnTo>
                <a:close/>
              </a:path>
              <a:path w="260350" h="242570">
                <a:moveTo>
                  <a:pt x="259994" y="242316"/>
                </a:moveTo>
                <a:lnTo>
                  <a:pt x="0" y="242316"/>
                </a:lnTo>
                <a:lnTo>
                  <a:pt x="0" y="213969"/>
                </a:lnTo>
                <a:lnTo>
                  <a:pt x="259994" y="213969"/>
                </a:lnTo>
                <a:lnTo>
                  <a:pt x="259994" y="24231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071664" y="8837685"/>
            <a:ext cx="226060" cy="26670"/>
          </a:xfrm>
          <a:custGeom>
            <a:avLst/>
            <a:gdLst/>
            <a:ahLst/>
            <a:cxnLst/>
            <a:rect l="l" t="t" r="r" b="b"/>
            <a:pathLst>
              <a:path w="226060" h="26670">
                <a:moveTo>
                  <a:pt x="0" y="0"/>
                </a:moveTo>
                <a:lnTo>
                  <a:pt x="225552" y="0"/>
                </a:lnTo>
                <a:lnTo>
                  <a:pt x="225552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267346" y="8864356"/>
            <a:ext cx="30480" cy="41910"/>
          </a:xfrm>
          <a:custGeom>
            <a:avLst/>
            <a:gdLst/>
            <a:ahLst/>
            <a:cxnLst/>
            <a:rect l="l" t="t" r="r" b="b"/>
            <a:pathLst>
              <a:path w="30479" h="41909">
                <a:moveTo>
                  <a:pt x="0" y="0"/>
                </a:moveTo>
                <a:lnTo>
                  <a:pt x="29870" y="0"/>
                </a:lnTo>
                <a:lnTo>
                  <a:pt x="29870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071664" y="8906266"/>
            <a:ext cx="226060" cy="25400"/>
          </a:xfrm>
          <a:custGeom>
            <a:avLst/>
            <a:gdLst/>
            <a:ahLst/>
            <a:cxnLst/>
            <a:rect l="l" t="t" r="r" b="b"/>
            <a:pathLst>
              <a:path w="226060" h="25400">
                <a:moveTo>
                  <a:pt x="0" y="0"/>
                </a:moveTo>
                <a:lnTo>
                  <a:pt x="225552" y="0"/>
                </a:lnTo>
                <a:lnTo>
                  <a:pt x="225552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071664" y="8931666"/>
            <a:ext cx="30480" cy="40640"/>
          </a:xfrm>
          <a:custGeom>
            <a:avLst/>
            <a:gdLst/>
            <a:ahLst/>
            <a:cxnLst/>
            <a:rect l="l" t="t" r="r" b="b"/>
            <a:pathLst>
              <a:path w="30480" h="40640">
                <a:moveTo>
                  <a:pt x="0" y="0"/>
                </a:moveTo>
                <a:lnTo>
                  <a:pt x="30175" y="0"/>
                </a:lnTo>
                <a:lnTo>
                  <a:pt x="30175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071664" y="8972306"/>
            <a:ext cx="229870" cy="27940"/>
          </a:xfrm>
          <a:custGeom>
            <a:avLst/>
            <a:gdLst/>
            <a:ahLst/>
            <a:cxnLst/>
            <a:rect l="l" t="t" r="r" b="b"/>
            <a:pathLst>
              <a:path w="229870" h="27940">
                <a:moveTo>
                  <a:pt x="0" y="0"/>
                </a:moveTo>
                <a:lnTo>
                  <a:pt x="229514" y="0"/>
                </a:lnTo>
                <a:lnTo>
                  <a:pt x="22951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168286" y="9000245"/>
            <a:ext cx="31115" cy="48260"/>
          </a:xfrm>
          <a:custGeom>
            <a:avLst/>
            <a:gdLst/>
            <a:ahLst/>
            <a:cxnLst/>
            <a:rect l="l" t="t" r="r" b="b"/>
            <a:pathLst>
              <a:path w="31114" h="48259">
                <a:moveTo>
                  <a:pt x="0" y="0"/>
                </a:moveTo>
                <a:lnTo>
                  <a:pt x="30784" y="0"/>
                </a:lnTo>
                <a:lnTo>
                  <a:pt x="30784" y="48260"/>
                </a:lnTo>
                <a:lnTo>
                  <a:pt x="0" y="4826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054290" y="9048506"/>
            <a:ext cx="260350" cy="27940"/>
          </a:xfrm>
          <a:custGeom>
            <a:avLst/>
            <a:gdLst/>
            <a:ahLst/>
            <a:cxnLst/>
            <a:rect l="l" t="t" r="r" b="b"/>
            <a:pathLst>
              <a:path w="260350" h="27940">
                <a:moveTo>
                  <a:pt x="0" y="0"/>
                </a:moveTo>
                <a:lnTo>
                  <a:pt x="259994" y="0"/>
                </a:lnTo>
                <a:lnTo>
                  <a:pt x="25999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418191" y="8828631"/>
            <a:ext cx="268605" cy="260350"/>
          </a:xfrm>
          <a:custGeom>
            <a:avLst/>
            <a:gdLst/>
            <a:ahLst/>
            <a:cxnLst/>
            <a:rect l="l" t="t" r="r" b="b"/>
            <a:pathLst>
              <a:path w="268604" h="260350">
                <a:moveTo>
                  <a:pt x="231952" y="155448"/>
                </a:moveTo>
                <a:lnTo>
                  <a:pt x="201777" y="155448"/>
                </a:lnTo>
                <a:lnTo>
                  <a:pt x="201777" y="0"/>
                </a:lnTo>
                <a:lnTo>
                  <a:pt x="231952" y="0"/>
                </a:lnTo>
                <a:lnTo>
                  <a:pt x="231952" y="55168"/>
                </a:lnTo>
                <a:lnTo>
                  <a:pt x="268528" y="55168"/>
                </a:lnTo>
                <a:lnTo>
                  <a:pt x="268528" y="83820"/>
                </a:lnTo>
                <a:lnTo>
                  <a:pt x="231952" y="83820"/>
                </a:lnTo>
                <a:lnTo>
                  <a:pt x="231952" y="155448"/>
                </a:lnTo>
                <a:close/>
              </a:path>
              <a:path w="268604" h="260350">
                <a:moveTo>
                  <a:pt x="169468" y="32613"/>
                </a:moveTo>
                <a:lnTo>
                  <a:pt x="3352" y="32613"/>
                </a:lnTo>
                <a:lnTo>
                  <a:pt x="3352" y="6705"/>
                </a:lnTo>
                <a:lnTo>
                  <a:pt x="169468" y="6705"/>
                </a:lnTo>
                <a:lnTo>
                  <a:pt x="169468" y="32613"/>
                </a:lnTo>
                <a:close/>
              </a:path>
              <a:path w="268604" h="260350">
                <a:moveTo>
                  <a:pt x="0" y="147828"/>
                </a:moveTo>
                <a:lnTo>
                  <a:pt x="0" y="120396"/>
                </a:lnTo>
                <a:lnTo>
                  <a:pt x="29437" y="110666"/>
                </a:lnTo>
                <a:lnTo>
                  <a:pt x="51930" y="91935"/>
                </a:lnTo>
                <a:lnTo>
                  <a:pt x="66822" y="65489"/>
                </a:lnTo>
                <a:lnTo>
                  <a:pt x="73456" y="32613"/>
                </a:lnTo>
                <a:lnTo>
                  <a:pt x="103632" y="32613"/>
                </a:lnTo>
                <a:lnTo>
                  <a:pt x="103017" y="42276"/>
                </a:lnTo>
                <a:lnTo>
                  <a:pt x="101688" y="51625"/>
                </a:lnTo>
                <a:lnTo>
                  <a:pt x="99731" y="60688"/>
                </a:lnTo>
                <a:lnTo>
                  <a:pt x="97231" y="69494"/>
                </a:lnTo>
                <a:lnTo>
                  <a:pt x="134437" y="94488"/>
                </a:lnTo>
                <a:lnTo>
                  <a:pt x="85953" y="94488"/>
                </a:lnTo>
                <a:lnTo>
                  <a:pt x="70251" y="114738"/>
                </a:lnTo>
                <a:lnTo>
                  <a:pt x="50406" y="130759"/>
                </a:lnTo>
                <a:lnTo>
                  <a:pt x="26846" y="141979"/>
                </a:lnTo>
                <a:lnTo>
                  <a:pt x="0" y="147828"/>
                </a:lnTo>
                <a:close/>
              </a:path>
              <a:path w="268604" h="260350">
                <a:moveTo>
                  <a:pt x="160934" y="145694"/>
                </a:moveTo>
                <a:lnTo>
                  <a:pt x="85953" y="94488"/>
                </a:lnTo>
                <a:lnTo>
                  <a:pt x="134437" y="94488"/>
                </a:lnTo>
                <a:lnTo>
                  <a:pt x="177088" y="123139"/>
                </a:lnTo>
                <a:lnTo>
                  <a:pt x="160934" y="145694"/>
                </a:lnTo>
                <a:close/>
              </a:path>
              <a:path w="268604" h="260350">
                <a:moveTo>
                  <a:pt x="231952" y="260299"/>
                </a:moveTo>
                <a:lnTo>
                  <a:pt x="201472" y="260299"/>
                </a:lnTo>
                <a:lnTo>
                  <a:pt x="201472" y="195986"/>
                </a:lnTo>
                <a:lnTo>
                  <a:pt x="11887" y="195986"/>
                </a:lnTo>
                <a:lnTo>
                  <a:pt x="11887" y="169773"/>
                </a:lnTo>
                <a:lnTo>
                  <a:pt x="231952" y="169773"/>
                </a:lnTo>
                <a:lnTo>
                  <a:pt x="231952" y="26029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715675" y="8837685"/>
            <a:ext cx="226060" cy="27940"/>
          </a:xfrm>
          <a:custGeom>
            <a:avLst/>
            <a:gdLst/>
            <a:ahLst/>
            <a:cxnLst/>
            <a:rect l="l" t="t" r="r" b="b"/>
            <a:pathLst>
              <a:path w="226060" h="27940">
                <a:moveTo>
                  <a:pt x="0" y="0"/>
                </a:moveTo>
                <a:lnTo>
                  <a:pt x="225856" y="0"/>
                </a:lnTo>
                <a:lnTo>
                  <a:pt x="225856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715675" y="8865626"/>
            <a:ext cx="31115" cy="91440"/>
          </a:xfrm>
          <a:custGeom>
            <a:avLst/>
            <a:gdLst/>
            <a:ahLst/>
            <a:cxnLst/>
            <a:rect l="l" t="t" r="r" b="b"/>
            <a:pathLst>
              <a:path w="31114" h="91440">
                <a:moveTo>
                  <a:pt x="0" y="0"/>
                </a:moveTo>
                <a:lnTo>
                  <a:pt x="30784" y="0"/>
                </a:lnTo>
                <a:lnTo>
                  <a:pt x="30784" y="91440"/>
                </a:ln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715675" y="8957066"/>
            <a:ext cx="229235" cy="27940"/>
          </a:xfrm>
          <a:custGeom>
            <a:avLst/>
            <a:gdLst/>
            <a:ahLst/>
            <a:cxnLst/>
            <a:rect l="l" t="t" r="r" b="b"/>
            <a:pathLst>
              <a:path w="229235" h="27940">
                <a:moveTo>
                  <a:pt x="0" y="0"/>
                </a:moveTo>
                <a:lnTo>
                  <a:pt x="228904" y="0"/>
                </a:lnTo>
                <a:lnTo>
                  <a:pt x="22890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812907" y="8985006"/>
            <a:ext cx="31115" cy="63500"/>
          </a:xfrm>
          <a:custGeom>
            <a:avLst/>
            <a:gdLst/>
            <a:ahLst/>
            <a:cxnLst/>
            <a:rect l="l" t="t" r="r" b="b"/>
            <a:pathLst>
              <a:path w="31114" h="63500">
                <a:moveTo>
                  <a:pt x="0" y="0"/>
                </a:moveTo>
                <a:lnTo>
                  <a:pt x="30784" y="0"/>
                </a:lnTo>
                <a:lnTo>
                  <a:pt x="30784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698607" y="9048506"/>
            <a:ext cx="260350" cy="27940"/>
          </a:xfrm>
          <a:custGeom>
            <a:avLst/>
            <a:gdLst/>
            <a:ahLst/>
            <a:cxnLst/>
            <a:rect l="l" t="t" r="r" b="b"/>
            <a:pathLst>
              <a:path w="260350" h="27940">
                <a:moveTo>
                  <a:pt x="0" y="0"/>
                </a:moveTo>
                <a:lnTo>
                  <a:pt x="259994" y="0"/>
                </a:lnTo>
                <a:lnTo>
                  <a:pt x="25999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983900" y="8878618"/>
            <a:ext cx="42545" cy="163830"/>
          </a:xfrm>
          <a:custGeom>
            <a:avLst/>
            <a:gdLst/>
            <a:ahLst/>
            <a:cxnLst/>
            <a:rect l="l" t="t" r="r" b="b"/>
            <a:pathLst>
              <a:path w="42545" h="163829">
                <a:moveTo>
                  <a:pt x="21336" y="42672"/>
                </a:moveTo>
                <a:lnTo>
                  <a:pt x="12858" y="41009"/>
                </a:lnTo>
                <a:lnTo>
                  <a:pt x="6096" y="36461"/>
                </a:lnTo>
                <a:lnTo>
                  <a:pt x="1619" y="29684"/>
                </a:lnTo>
                <a:lnTo>
                  <a:pt x="0" y="21336"/>
                </a:lnTo>
                <a:lnTo>
                  <a:pt x="1619" y="12987"/>
                </a:lnTo>
                <a:lnTo>
                  <a:pt x="6096" y="6210"/>
                </a:lnTo>
                <a:lnTo>
                  <a:pt x="12858" y="1662"/>
                </a:lnTo>
                <a:lnTo>
                  <a:pt x="21336" y="0"/>
                </a:lnTo>
                <a:lnTo>
                  <a:pt x="29637" y="1662"/>
                </a:lnTo>
                <a:lnTo>
                  <a:pt x="36309" y="6210"/>
                </a:lnTo>
                <a:lnTo>
                  <a:pt x="40752" y="12987"/>
                </a:lnTo>
                <a:lnTo>
                  <a:pt x="42367" y="21336"/>
                </a:lnTo>
                <a:lnTo>
                  <a:pt x="40752" y="29684"/>
                </a:lnTo>
                <a:lnTo>
                  <a:pt x="36309" y="36461"/>
                </a:lnTo>
                <a:lnTo>
                  <a:pt x="29637" y="41009"/>
                </a:lnTo>
                <a:lnTo>
                  <a:pt x="21336" y="42672"/>
                </a:lnTo>
                <a:close/>
              </a:path>
              <a:path w="42545" h="163829">
                <a:moveTo>
                  <a:pt x="21336" y="163677"/>
                </a:moveTo>
                <a:lnTo>
                  <a:pt x="12858" y="162063"/>
                </a:lnTo>
                <a:lnTo>
                  <a:pt x="6096" y="157619"/>
                </a:lnTo>
                <a:lnTo>
                  <a:pt x="1619" y="150947"/>
                </a:lnTo>
                <a:lnTo>
                  <a:pt x="0" y="142646"/>
                </a:lnTo>
                <a:lnTo>
                  <a:pt x="1619" y="134169"/>
                </a:lnTo>
                <a:lnTo>
                  <a:pt x="6096" y="127406"/>
                </a:lnTo>
                <a:lnTo>
                  <a:pt x="12858" y="122929"/>
                </a:lnTo>
                <a:lnTo>
                  <a:pt x="21336" y="121310"/>
                </a:lnTo>
                <a:lnTo>
                  <a:pt x="29637" y="122929"/>
                </a:lnTo>
                <a:lnTo>
                  <a:pt x="36309" y="127406"/>
                </a:lnTo>
                <a:lnTo>
                  <a:pt x="40752" y="134169"/>
                </a:lnTo>
                <a:lnTo>
                  <a:pt x="42367" y="142646"/>
                </a:lnTo>
                <a:lnTo>
                  <a:pt x="40752" y="150947"/>
                </a:lnTo>
                <a:lnTo>
                  <a:pt x="36309" y="157619"/>
                </a:lnTo>
                <a:lnTo>
                  <a:pt x="29637" y="162063"/>
                </a:lnTo>
                <a:lnTo>
                  <a:pt x="21336" y="16367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138988" y="8828631"/>
            <a:ext cx="232410" cy="260350"/>
          </a:xfrm>
          <a:custGeom>
            <a:avLst/>
            <a:gdLst/>
            <a:ahLst/>
            <a:cxnLst/>
            <a:rect l="l" t="t" r="r" b="b"/>
            <a:pathLst>
              <a:path w="232410" h="260350">
                <a:moveTo>
                  <a:pt x="232257" y="260299"/>
                </a:moveTo>
                <a:lnTo>
                  <a:pt x="201777" y="260299"/>
                </a:lnTo>
                <a:lnTo>
                  <a:pt x="201777" y="0"/>
                </a:lnTo>
                <a:lnTo>
                  <a:pt x="232257" y="0"/>
                </a:lnTo>
                <a:lnTo>
                  <a:pt x="232257" y="260299"/>
                </a:lnTo>
                <a:close/>
              </a:path>
              <a:path w="232410" h="260350">
                <a:moveTo>
                  <a:pt x="78943" y="248107"/>
                </a:moveTo>
                <a:lnTo>
                  <a:pt x="47063" y="240815"/>
                </a:lnTo>
                <a:lnTo>
                  <a:pt x="22098" y="218579"/>
                </a:lnTo>
                <a:lnTo>
                  <a:pt x="5819" y="180855"/>
                </a:lnTo>
                <a:lnTo>
                  <a:pt x="0" y="127101"/>
                </a:lnTo>
                <a:lnTo>
                  <a:pt x="5819" y="73347"/>
                </a:lnTo>
                <a:lnTo>
                  <a:pt x="22098" y="35623"/>
                </a:lnTo>
                <a:lnTo>
                  <a:pt x="47063" y="13387"/>
                </a:lnTo>
                <a:lnTo>
                  <a:pt x="78943" y="6096"/>
                </a:lnTo>
                <a:lnTo>
                  <a:pt x="110647" y="13387"/>
                </a:lnTo>
                <a:lnTo>
                  <a:pt x="133518" y="33832"/>
                </a:lnTo>
                <a:lnTo>
                  <a:pt x="78943" y="33832"/>
                </a:lnTo>
                <a:lnTo>
                  <a:pt x="59621" y="39147"/>
                </a:lnTo>
                <a:lnTo>
                  <a:pt x="44157" y="55778"/>
                </a:lnTo>
                <a:lnTo>
                  <a:pt x="33894" y="84753"/>
                </a:lnTo>
                <a:lnTo>
                  <a:pt x="30175" y="127101"/>
                </a:lnTo>
                <a:lnTo>
                  <a:pt x="33894" y="169578"/>
                </a:lnTo>
                <a:lnTo>
                  <a:pt x="44157" y="198539"/>
                </a:lnTo>
                <a:lnTo>
                  <a:pt x="59621" y="215098"/>
                </a:lnTo>
                <a:lnTo>
                  <a:pt x="78943" y="220370"/>
                </a:lnTo>
                <a:lnTo>
                  <a:pt x="133518" y="220370"/>
                </a:lnTo>
                <a:lnTo>
                  <a:pt x="110647" y="240815"/>
                </a:lnTo>
                <a:lnTo>
                  <a:pt x="78943" y="248107"/>
                </a:lnTo>
                <a:close/>
              </a:path>
              <a:path w="232410" h="260350">
                <a:moveTo>
                  <a:pt x="133518" y="220370"/>
                </a:moveTo>
                <a:lnTo>
                  <a:pt x="78943" y="220370"/>
                </a:lnTo>
                <a:lnTo>
                  <a:pt x="97959" y="215098"/>
                </a:lnTo>
                <a:lnTo>
                  <a:pt x="113347" y="198539"/>
                </a:lnTo>
                <a:lnTo>
                  <a:pt x="123648" y="169578"/>
                </a:lnTo>
                <a:lnTo>
                  <a:pt x="127406" y="127101"/>
                </a:lnTo>
                <a:lnTo>
                  <a:pt x="123648" y="84753"/>
                </a:lnTo>
                <a:lnTo>
                  <a:pt x="113347" y="55778"/>
                </a:lnTo>
                <a:lnTo>
                  <a:pt x="97959" y="39147"/>
                </a:lnTo>
                <a:lnTo>
                  <a:pt x="78943" y="33832"/>
                </a:lnTo>
                <a:lnTo>
                  <a:pt x="133518" y="33832"/>
                </a:lnTo>
                <a:lnTo>
                  <a:pt x="135521" y="35623"/>
                </a:lnTo>
                <a:lnTo>
                  <a:pt x="151766" y="73347"/>
                </a:lnTo>
                <a:lnTo>
                  <a:pt x="157581" y="127101"/>
                </a:lnTo>
                <a:lnTo>
                  <a:pt x="151766" y="180855"/>
                </a:lnTo>
                <a:lnTo>
                  <a:pt x="135521" y="218579"/>
                </a:lnTo>
                <a:lnTo>
                  <a:pt x="133518" y="22037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430986" y="8831335"/>
            <a:ext cx="222885" cy="24130"/>
          </a:xfrm>
          <a:custGeom>
            <a:avLst/>
            <a:gdLst/>
            <a:ahLst/>
            <a:cxnLst/>
            <a:rect l="l" t="t" r="r" b="b"/>
            <a:pathLst>
              <a:path w="222885" h="24129">
                <a:moveTo>
                  <a:pt x="0" y="0"/>
                </a:moveTo>
                <a:lnTo>
                  <a:pt x="222504" y="0"/>
                </a:lnTo>
                <a:lnTo>
                  <a:pt x="222504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623925" y="8855466"/>
            <a:ext cx="29845" cy="24130"/>
          </a:xfrm>
          <a:custGeom>
            <a:avLst/>
            <a:gdLst/>
            <a:ahLst/>
            <a:cxnLst/>
            <a:rect l="l" t="t" r="r" b="b"/>
            <a:pathLst>
              <a:path w="29845" h="24129">
                <a:moveTo>
                  <a:pt x="0" y="0"/>
                </a:moveTo>
                <a:lnTo>
                  <a:pt x="29565" y="0"/>
                </a:lnTo>
                <a:lnTo>
                  <a:pt x="29565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430986" y="8879595"/>
            <a:ext cx="222885" cy="24130"/>
          </a:xfrm>
          <a:custGeom>
            <a:avLst/>
            <a:gdLst/>
            <a:ahLst/>
            <a:cxnLst/>
            <a:rect l="l" t="t" r="r" b="b"/>
            <a:pathLst>
              <a:path w="222885" h="24129">
                <a:moveTo>
                  <a:pt x="0" y="0"/>
                </a:moveTo>
                <a:lnTo>
                  <a:pt x="222504" y="0"/>
                </a:lnTo>
                <a:lnTo>
                  <a:pt x="22250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430986" y="8903726"/>
            <a:ext cx="30480" cy="24130"/>
          </a:xfrm>
          <a:custGeom>
            <a:avLst/>
            <a:gdLst/>
            <a:ahLst/>
            <a:cxnLst/>
            <a:rect l="l" t="t" r="r" b="b"/>
            <a:pathLst>
              <a:path w="30479" h="24129">
                <a:moveTo>
                  <a:pt x="0" y="0"/>
                </a:moveTo>
                <a:lnTo>
                  <a:pt x="29870" y="0"/>
                </a:lnTo>
                <a:lnTo>
                  <a:pt x="2987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430986" y="8927856"/>
            <a:ext cx="226695" cy="24130"/>
          </a:xfrm>
          <a:custGeom>
            <a:avLst/>
            <a:gdLst/>
            <a:ahLst/>
            <a:cxnLst/>
            <a:rect l="l" t="t" r="r" b="b"/>
            <a:pathLst>
              <a:path w="226695" h="24129">
                <a:moveTo>
                  <a:pt x="0" y="0"/>
                </a:moveTo>
                <a:lnTo>
                  <a:pt x="226161" y="0"/>
                </a:lnTo>
                <a:lnTo>
                  <a:pt x="22616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526694" y="8951770"/>
            <a:ext cx="30480" cy="27940"/>
          </a:xfrm>
          <a:custGeom>
            <a:avLst/>
            <a:gdLst/>
            <a:ahLst/>
            <a:cxnLst/>
            <a:rect l="l" t="t" r="r" b="b"/>
            <a:pathLst>
              <a:path w="30479" h="27940">
                <a:moveTo>
                  <a:pt x="30480" y="27432"/>
                </a:moveTo>
                <a:lnTo>
                  <a:pt x="0" y="27432"/>
                </a:lnTo>
                <a:lnTo>
                  <a:pt x="0" y="0"/>
                </a:lnTo>
                <a:lnTo>
                  <a:pt x="30480" y="0"/>
                </a:lnTo>
                <a:lnTo>
                  <a:pt x="30480" y="27432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412089" y="8979202"/>
            <a:ext cx="260350" cy="24765"/>
          </a:xfrm>
          <a:custGeom>
            <a:avLst/>
            <a:gdLst/>
            <a:ahLst/>
            <a:cxnLst/>
            <a:rect l="l" t="t" r="r" b="b"/>
            <a:pathLst>
              <a:path w="260350" h="24765">
                <a:moveTo>
                  <a:pt x="259994" y="24384"/>
                </a:moveTo>
                <a:lnTo>
                  <a:pt x="0" y="24384"/>
                </a:lnTo>
                <a:lnTo>
                  <a:pt x="0" y="0"/>
                </a:lnTo>
                <a:lnTo>
                  <a:pt x="259994" y="0"/>
                </a:lnTo>
                <a:lnTo>
                  <a:pt x="259994" y="2438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430072" y="9021835"/>
            <a:ext cx="31115" cy="39370"/>
          </a:xfrm>
          <a:custGeom>
            <a:avLst/>
            <a:gdLst/>
            <a:ahLst/>
            <a:cxnLst/>
            <a:rect l="l" t="t" r="r" b="b"/>
            <a:pathLst>
              <a:path w="31114" h="39370">
                <a:moveTo>
                  <a:pt x="0" y="0"/>
                </a:moveTo>
                <a:lnTo>
                  <a:pt x="30784" y="0"/>
                </a:lnTo>
                <a:lnTo>
                  <a:pt x="30784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430072" y="9061206"/>
            <a:ext cx="228600" cy="24130"/>
          </a:xfrm>
          <a:custGeom>
            <a:avLst/>
            <a:gdLst/>
            <a:ahLst/>
            <a:cxnLst/>
            <a:rect l="l" t="t" r="r" b="b"/>
            <a:pathLst>
              <a:path w="228600" h="24129">
                <a:moveTo>
                  <a:pt x="0" y="0"/>
                </a:moveTo>
                <a:lnTo>
                  <a:pt x="228600" y="0"/>
                </a:lnTo>
                <a:lnTo>
                  <a:pt x="228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705307" y="8828631"/>
            <a:ext cx="263525" cy="257175"/>
          </a:xfrm>
          <a:custGeom>
            <a:avLst/>
            <a:gdLst/>
            <a:ahLst/>
            <a:cxnLst/>
            <a:rect l="l" t="t" r="r" b="b"/>
            <a:pathLst>
              <a:path w="263525" h="257175">
                <a:moveTo>
                  <a:pt x="226466" y="193243"/>
                </a:moveTo>
                <a:lnTo>
                  <a:pt x="196291" y="193243"/>
                </a:lnTo>
                <a:lnTo>
                  <a:pt x="196291" y="0"/>
                </a:lnTo>
                <a:lnTo>
                  <a:pt x="226466" y="0"/>
                </a:lnTo>
                <a:lnTo>
                  <a:pt x="226466" y="61874"/>
                </a:lnTo>
                <a:lnTo>
                  <a:pt x="263042" y="61874"/>
                </a:lnTo>
                <a:lnTo>
                  <a:pt x="263042" y="90830"/>
                </a:lnTo>
                <a:lnTo>
                  <a:pt x="226466" y="90830"/>
                </a:lnTo>
                <a:lnTo>
                  <a:pt x="226466" y="193243"/>
                </a:lnTo>
                <a:close/>
              </a:path>
              <a:path w="263525" h="257175">
                <a:moveTo>
                  <a:pt x="93573" y="147218"/>
                </a:moveTo>
                <a:lnTo>
                  <a:pt x="0" y="147218"/>
                </a:lnTo>
                <a:lnTo>
                  <a:pt x="0" y="6400"/>
                </a:lnTo>
                <a:lnTo>
                  <a:pt x="158800" y="6400"/>
                </a:lnTo>
                <a:lnTo>
                  <a:pt x="158800" y="32613"/>
                </a:lnTo>
                <a:lnTo>
                  <a:pt x="30480" y="32613"/>
                </a:lnTo>
                <a:lnTo>
                  <a:pt x="30480" y="121005"/>
                </a:lnTo>
                <a:lnTo>
                  <a:pt x="177393" y="121005"/>
                </a:lnTo>
                <a:lnTo>
                  <a:pt x="177393" y="135636"/>
                </a:lnTo>
                <a:lnTo>
                  <a:pt x="162796" y="140403"/>
                </a:lnTo>
                <a:lnTo>
                  <a:pt x="143370" y="144056"/>
                </a:lnTo>
                <a:lnTo>
                  <a:pt x="120000" y="146394"/>
                </a:lnTo>
                <a:lnTo>
                  <a:pt x="93573" y="147218"/>
                </a:lnTo>
                <a:close/>
              </a:path>
              <a:path w="263525" h="257175">
                <a:moveTo>
                  <a:pt x="177393" y="121005"/>
                </a:moveTo>
                <a:lnTo>
                  <a:pt x="95402" y="121005"/>
                </a:lnTo>
                <a:lnTo>
                  <a:pt x="120772" y="120272"/>
                </a:lnTo>
                <a:lnTo>
                  <a:pt x="143370" y="118110"/>
                </a:lnTo>
                <a:lnTo>
                  <a:pt x="162482" y="114576"/>
                </a:lnTo>
                <a:lnTo>
                  <a:pt x="177393" y="109728"/>
                </a:lnTo>
                <a:lnTo>
                  <a:pt x="177393" y="121005"/>
                </a:lnTo>
                <a:close/>
              </a:path>
              <a:path w="263525" h="257175">
                <a:moveTo>
                  <a:pt x="233476" y="256946"/>
                </a:moveTo>
                <a:lnTo>
                  <a:pt x="8839" y="256946"/>
                </a:lnTo>
                <a:lnTo>
                  <a:pt x="8839" y="172516"/>
                </a:lnTo>
                <a:lnTo>
                  <a:pt x="39319" y="172516"/>
                </a:lnTo>
                <a:lnTo>
                  <a:pt x="39319" y="229514"/>
                </a:lnTo>
                <a:lnTo>
                  <a:pt x="233476" y="229514"/>
                </a:lnTo>
                <a:lnTo>
                  <a:pt x="233476" y="2569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980236" y="8826802"/>
            <a:ext cx="260350" cy="268605"/>
          </a:xfrm>
          <a:custGeom>
            <a:avLst/>
            <a:gdLst/>
            <a:ahLst/>
            <a:cxnLst/>
            <a:rect l="l" t="t" r="r" b="b"/>
            <a:pathLst>
              <a:path w="260350" h="268604">
                <a:moveTo>
                  <a:pt x="6096" y="139903"/>
                </a:moveTo>
                <a:lnTo>
                  <a:pt x="6096" y="111252"/>
                </a:lnTo>
                <a:lnTo>
                  <a:pt x="46982" y="102655"/>
                </a:lnTo>
                <a:lnTo>
                  <a:pt x="83096" y="78828"/>
                </a:lnTo>
                <a:lnTo>
                  <a:pt x="110809" y="43400"/>
                </a:lnTo>
                <a:lnTo>
                  <a:pt x="126492" y="0"/>
                </a:lnTo>
                <a:lnTo>
                  <a:pt x="157581" y="4876"/>
                </a:lnTo>
                <a:lnTo>
                  <a:pt x="154847" y="17321"/>
                </a:lnTo>
                <a:lnTo>
                  <a:pt x="151257" y="29451"/>
                </a:lnTo>
                <a:lnTo>
                  <a:pt x="146865" y="41181"/>
                </a:lnTo>
                <a:lnTo>
                  <a:pt x="141732" y="52425"/>
                </a:lnTo>
                <a:lnTo>
                  <a:pt x="183497" y="75590"/>
                </a:lnTo>
                <a:lnTo>
                  <a:pt x="127101" y="75590"/>
                </a:lnTo>
                <a:lnTo>
                  <a:pt x="102665" y="102184"/>
                </a:lnTo>
                <a:lnTo>
                  <a:pt x="73571" y="122377"/>
                </a:lnTo>
                <a:lnTo>
                  <a:pt x="40990" y="135255"/>
                </a:lnTo>
                <a:lnTo>
                  <a:pt x="6096" y="139903"/>
                </a:lnTo>
                <a:close/>
              </a:path>
              <a:path w="260350" h="268604">
                <a:moveTo>
                  <a:pt x="239268" y="139598"/>
                </a:moveTo>
                <a:lnTo>
                  <a:pt x="127101" y="75590"/>
                </a:lnTo>
                <a:lnTo>
                  <a:pt x="183497" y="75590"/>
                </a:lnTo>
                <a:lnTo>
                  <a:pt x="253288" y="114300"/>
                </a:lnTo>
                <a:lnTo>
                  <a:pt x="239268" y="139598"/>
                </a:lnTo>
                <a:close/>
              </a:path>
              <a:path w="260350" h="268604">
                <a:moveTo>
                  <a:pt x="259994" y="195376"/>
                </a:moveTo>
                <a:lnTo>
                  <a:pt x="0" y="195376"/>
                </a:lnTo>
                <a:lnTo>
                  <a:pt x="0" y="167335"/>
                </a:lnTo>
                <a:lnTo>
                  <a:pt x="259994" y="167335"/>
                </a:lnTo>
                <a:lnTo>
                  <a:pt x="259994" y="195376"/>
                </a:lnTo>
                <a:close/>
              </a:path>
              <a:path w="260350" h="268604">
                <a:moveTo>
                  <a:pt x="145084" y="268224"/>
                </a:moveTo>
                <a:lnTo>
                  <a:pt x="114300" y="268224"/>
                </a:lnTo>
                <a:lnTo>
                  <a:pt x="114300" y="195376"/>
                </a:lnTo>
                <a:lnTo>
                  <a:pt x="145084" y="195376"/>
                </a:lnTo>
                <a:lnTo>
                  <a:pt x="145084" y="26822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9333812" y="8838384"/>
            <a:ext cx="167335" cy="244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9527970" y="8828631"/>
            <a:ext cx="263525" cy="257175"/>
          </a:xfrm>
          <a:custGeom>
            <a:avLst/>
            <a:gdLst/>
            <a:ahLst/>
            <a:cxnLst/>
            <a:rect l="l" t="t" r="r" b="b"/>
            <a:pathLst>
              <a:path w="263525" h="257175">
                <a:moveTo>
                  <a:pt x="226466" y="193243"/>
                </a:moveTo>
                <a:lnTo>
                  <a:pt x="196291" y="193243"/>
                </a:lnTo>
                <a:lnTo>
                  <a:pt x="196291" y="0"/>
                </a:lnTo>
                <a:lnTo>
                  <a:pt x="226466" y="0"/>
                </a:lnTo>
                <a:lnTo>
                  <a:pt x="226466" y="61874"/>
                </a:lnTo>
                <a:lnTo>
                  <a:pt x="263042" y="61874"/>
                </a:lnTo>
                <a:lnTo>
                  <a:pt x="263042" y="90830"/>
                </a:lnTo>
                <a:lnTo>
                  <a:pt x="226466" y="90830"/>
                </a:lnTo>
                <a:lnTo>
                  <a:pt x="226466" y="193243"/>
                </a:lnTo>
                <a:close/>
              </a:path>
              <a:path w="263525" h="257175">
                <a:moveTo>
                  <a:pt x="93573" y="147218"/>
                </a:moveTo>
                <a:lnTo>
                  <a:pt x="0" y="147218"/>
                </a:lnTo>
                <a:lnTo>
                  <a:pt x="0" y="6400"/>
                </a:lnTo>
                <a:lnTo>
                  <a:pt x="158800" y="6400"/>
                </a:lnTo>
                <a:lnTo>
                  <a:pt x="158800" y="32613"/>
                </a:lnTo>
                <a:lnTo>
                  <a:pt x="30480" y="32613"/>
                </a:lnTo>
                <a:lnTo>
                  <a:pt x="30480" y="121005"/>
                </a:lnTo>
                <a:lnTo>
                  <a:pt x="177393" y="121005"/>
                </a:lnTo>
                <a:lnTo>
                  <a:pt x="177393" y="135636"/>
                </a:lnTo>
                <a:lnTo>
                  <a:pt x="162796" y="140403"/>
                </a:lnTo>
                <a:lnTo>
                  <a:pt x="143370" y="144056"/>
                </a:lnTo>
                <a:lnTo>
                  <a:pt x="120000" y="146394"/>
                </a:lnTo>
                <a:lnTo>
                  <a:pt x="93573" y="147218"/>
                </a:lnTo>
                <a:close/>
              </a:path>
              <a:path w="263525" h="257175">
                <a:moveTo>
                  <a:pt x="177393" y="121005"/>
                </a:moveTo>
                <a:lnTo>
                  <a:pt x="95402" y="121005"/>
                </a:lnTo>
                <a:lnTo>
                  <a:pt x="120772" y="120272"/>
                </a:lnTo>
                <a:lnTo>
                  <a:pt x="143370" y="118110"/>
                </a:lnTo>
                <a:lnTo>
                  <a:pt x="162482" y="114576"/>
                </a:lnTo>
                <a:lnTo>
                  <a:pt x="177393" y="109728"/>
                </a:lnTo>
                <a:lnTo>
                  <a:pt x="177393" y="121005"/>
                </a:lnTo>
                <a:close/>
              </a:path>
              <a:path w="263525" h="257175">
                <a:moveTo>
                  <a:pt x="233476" y="256946"/>
                </a:moveTo>
                <a:lnTo>
                  <a:pt x="8839" y="256946"/>
                </a:lnTo>
                <a:lnTo>
                  <a:pt x="8839" y="172516"/>
                </a:lnTo>
                <a:lnTo>
                  <a:pt x="39319" y="172516"/>
                </a:lnTo>
                <a:lnTo>
                  <a:pt x="39319" y="229514"/>
                </a:lnTo>
                <a:lnTo>
                  <a:pt x="233476" y="229514"/>
                </a:lnTo>
                <a:lnTo>
                  <a:pt x="233476" y="2569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9964471" y="8828631"/>
            <a:ext cx="263525" cy="257175"/>
          </a:xfrm>
          <a:custGeom>
            <a:avLst/>
            <a:gdLst/>
            <a:ahLst/>
            <a:cxnLst/>
            <a:rect l="l" t="t" r="r" b="b"/>
            <a:pathLst>
              <a:path w="263525" h="257175">
                <a:moveTo>
                  <a:pt x="226466" y="193243"/>
                </a:moveTo>
                <a:lnTo>
                  <a:pt x="196291" y="193243"/>
                </a:lnTo>
                <a:lnTo>
                  <a:pt x="196291" y="0"/>
                </a:lnTo>
                <a:lnTo>
                  <a:pt x="226466" y="0"/>
                </a:lnTo>
                <a:lnTo>
                  <a:pt x="226466" y="61874"/>
                </a:lnTo>
                <a:lnTo>
                  <a:pt x="263042" y="61874"/>
                </a:lnTo>
                <a:lnTo>
                  <a:pt x="263042" y="90830"/>
                </a:lnTo>
                <a:lnTo>
                  <a:pt x="226466" y="90830"/>
                </a:lnTo>
                <a:lnTo>
                  <a:pt x="226466" y="193243"/>
                </a:lnTo>
                <a:close/>
              </a:path>
              <a:path w="263525" h="257175">
                <a:moveTo>
                  <a:pt x="93573" y="147218"/>
                </a:moveTo>
                <a:lnTo>
                  <a:pt x="0" y="147218"/>
                </a:lnTo>
                <a:lnTo>
                  <a:pt x="0" y="6400"/>
                </a:lnTo>
                <a:lnTo>
                  <a:pt x="158800" y="6400"/>
                </a:lnTo>
                <a:lnTo>
                  <a:pt x="158800" y="32613"/>
                </a:lnTo>
                <a:lnTo>
                  <a:pt x="30480" y="32613"/>
                </a:lnTo>
                <a:lnTo>
                  <a:pt x="30480" y="121005"/>
                </a:lnTo>
                <a:lnTo>
                  <a:pt x="177393" y="121005"/>
                </a:lnTo>
                <a:lnTo>
                  <a:pt x="177393" y="135636"/>
                </a:lnTo>
                <a:lnTo>
                  <a:pt x="162796" y="140403"/>
                </a:lnTo>
                <a:lnTo>
                  <a:pt x="143370" y="144056"/>
                </a:lnTo>
                <a:lnTo>
                  <a:pt x="120000" y="146394"/>
                </a:lnTo>
                <a:lnTo>
                  <a:pt x="93573" y="147218"/>
                </a:lnTo>
                <a:close/>
              </a:path>
              <a:path w="263525" h="257175">
                <a:moveTo>
                  <a:pt x="177393" y="121005"/>
                </a:moveTo>
                <a:lnTo>
                  <a:pt x="95402" y="121005"/>
                </a:lnTo>
                <a:lnTo>
                  <a:pt x="120772" y="120272"/>
                </a:lnTo>
                <a:lnTo>
                  <a:pt x="143370" y="118110"/>
                </a:lnTo>
                <a:lnTo>
                  <a:pt x="162482" y="114576"/>
                </a:lnTo>
                <a:lnTo>
                  <a:pt x="177393" y="109728"/>
                </a:lnTo>
                <a:lnTo>
                  <a:pt x="177393" y="121005"/>
                </a:lnTo>
                <a:close/>
              </a:path>
              <a:path w="263525" h="257175">
                <a:moveTo>
                  <a:pt x="233476" y="256946"/>
                </a:moveTo>
                <a:lnTo>
                  <a:pt x="8839" y="256946"/>
                </a:lnTo>
                <a:lnTo>
                  <a:pt x="8839" y="172516"/>
                </a:lnTo>
                <a:lnTo>
                  <a:pt x="39319" y="172516"/>
                </a:lnTo>
                <a:lnTo>
                  <a:pt x="39319" y="229514"/>
                </a:lnTo>
                <a:lnTo>
                  <a:pt x="233476" y="229514"/>
                </a:lnTo>
                <a:lnTo>
                  <a:pt x="233476" y="2569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0239400" y="8825278"/>
            <a:ext cx="260350" cy="251460"/>
          </a:xfrm>
          <a:custGeom>
            <a:avLst/>
            <a:gdLst/>
            <a:ahLst/>
            <a:cxnLst/>
            <a:rect l="l" t="t" r="r" b="b"/>
            <a:pathLst>
              <a:path w="260350" h="251459">
                <a:moveTo>
                  <a:pt x="145084" y="36576"/>
                </a:moveTo>
                <a:lnTo>
                  <a:pt x="113995" y="36576"/>
                </a:lnTo>
                <a:lnTo>
                  <a:pt x="113995" y="0"/>
                </a:lnTo>
                <a:lnTo>
                  <a:pt x="145084" y="0"/>
                </a:lnTo>
                <a:lnTo>
                  <a:pt x="145084" y="36576"/>
                </a:lnTo>
                <a:close/>
              </a:path>
              <a:path w="260350" h="251459">
                <a:moveTo>
                  <a:pt x="250545" y="63398"/>
                </a:moveTo>
                <a:lnTo>
                  <a:pt x="9144" y="63398"/>
                </a:lnTo>
                <a:lnTo>
                  <a:pt x="9144" y="36576"/>
                </a:lnTo>
                <a:lnTo>
                  <a:pt x="250545" y="36576"/>
                </a:lnTo>
                <a:lnTo>
                  <a:pt x="250545" y="63398"/>
                </a:lnTo>
                <a:close/>
              </a:path>
              <a:path w="260350" h="251459">
                <a:moveTo>
                  <a:pt x="90220" y="224637"/>
                </a:moveTo>
                <a:lnTo>
                  <a:pt x="60045" y="224637"/>
                </a:lnTo>
                <a:lnTo>
                  <a:pt x="60045" y="174040"/>
                </a:lnTo>
                <a:lnTo>
                  <a:pt x="43791" y="167001"/>
                </a:lnTo>
                <a:lnTo>
                  <a:pt x="31508" y="157734"/>
                </a:lnTo>
                <a:lnTo>
                  <a:pt x="23741" y="146180"/>
                </a:lnTo>
                <a:lnTo>
                  <a:pt x="21031" y="132283"/>
                </a:lnTo>
                <a:lnTo>
                  <a:pt x="29375" y="108980"/>
                </a:lnTo>
                <a:lnTo>
                  <a:pt x="52349" y="93078"/>
                </a:lnTo>
                <a:lnTo>
                  <a:pt x="86868" y="83977"/>
                </a:lnTo>
                <a:lnTo>
                  <a:pt x="129844" y="81076"/>
                </a:lnTo>
                <a:lnTo>
                  <a:pt x="172821" y="83977"/>
                </a:lnTo>
                <a:lnTo>
                  <a:pt x="207340" y="93078"/>
                </a:lnTo>
                <a:lnTo>
                  <a:pt x="226110" y="106070"/>
                </a:lnTo>
                <a:lnTo>
                  <a:pt x="129844" y="106070"/>
                </a:lnTo>
                <a:lnTo>
                  <a:pt x="99136" y="107508"/>
                </a:lnTo>
                <a:lnTo>
                  <a:pt x="74371" y="112090"/>
                </a:lnTo>
                <a:lnTo>
                  <a:pt x="57835" y="120215"/>
                </a:lnTo>
                <a:lnTo>
                  <a:pt x="51816" y="132283"/>
                </a:lnTo>
                <a:lnTo>
                  <a:pt x="57835" y="144175"/>
                </a:lnTo>
                <a:lnTo>
                  <a:pt x="74371" y="152209"/>
                </a:lnTo>
                <a:lnTo>
                  <a:pt x="99136" y="156757"/>
                </a:lnTo>
                <a:lnTo>
                  <a:pt x="129844" y="158191"/>
                </a:lnTo>
                <a:lnTo>
                  <a:pt x="227574" y="158191"/>
                </a:lnTo>
                <a:lnTo>
                  <a:pt x="215898" y="167001"/>
                </a:lnTo>
                <a:lnTo>
                  <a:pt x="199644" y="174040"/>
                </a:lnTo>
                <a:lnTo>
                  <a:pt x="199644" y="180441"/>
                </a:lnTo>
                <a:lnTo>
                  <a:pt x="90220" y="180441"/>
                </a:lnTo>
                <a:lnTo>
                  <a:pt x="90220" y="224637"/>
                </a:lnTo>
                <a:close/>
              </a:path>
              <a:path w="260350" h="251459">
                <a:moveTo>
                  <a:pt x="227574" y="158191"/>
                </a:moveTo>
                <a:lnTo>
                  <a:pt x="129844" y="158191"/>
                </a:lnTo>
                <a:lnTo>
                  <a:pt x="160681" y="156757"/>
                </a:lnTo>
                <a:lnTo>
                  <a:pt x="185432" y="152209"/>
                </a:lnTo>
                <a:lnTo>
                  <a:pt x="201896" y="144175"/>
                </a:lnTo>
                <a:lnTo>
                  <a:pt x="207873" y="132283"/>
                </a:lnTo>
                <a:lnTo>
                  <a:pt x="201896" y="120215"/>
                </a:lnTo>
                <a:lnTo>
                  <a:pt x="185432" y="112090"/>
                </a:lnTo>
                <a:lnTo>
                  <a:pt x="160681" y="107508"/>
                </a:lnTo>
                <a:lnTo>
                  <a:pt x="129844" y="106070"/>
                </a:lnTo>
                <a:lnTo>
                  <a:pt x="226110" y="106070"/>
                </a:lnTo>
                <a:lnTo>
                  <a:pt x="230314" y="108980"/>
                </a:lnTo>
                <a:lnTo>
                  <a:pt x="238658" y="132283"/>
                </a:lnTo>
                <a:lnTo>
                  <a:pt x="235948" y="146180"/>
                </a:lnTo>
                <a:lnTo>
                  <a:pt x="228180" y="157734"/>
                </a:lnTo>
                <a:lnTo>
                  <a:pt x="227574" y="158191"/>
                </a:lnTo>
                <a:close/>
              </a:path>
              <a:path w="260350" h="251459">
                <a:moveTo>
                  <a:pt x="129844" y="182880"/>
                </a:moveTo>
                <a:lnTo>
                  <a:pt x="119453" y="182713"/>
                </a:lnTo>
                <a:lnTo>
                  <a:pt x="109347" y="182232"/>
                </a:lnTo>
                <a:lnTo>
                  <a:pt x="99583" y="181465"/>
                </a:lnTo>
                <a:lnTo>
                  <a:pt x="90220" y="180441"/>
                </a:lnTo>
                <a:lnTo>
                  <a:pt x="169773" y="180441"/>
                </a:lnTo>
                <a:lnTo>
                  <a:pt x="160405" y="181465"/>
                </a:lnTo>
                <a:lnTo>
                  <a:pt x="150609" y="182232"/>
                </a:lnTo>
                <a:lnTo>
                  <a:pt x="140412" y="182713"/>
                </a:lnTo>
                <a:lnTo>
                  <a:pt x="129844" y="182880"/>
                </a:lnTo>
                <a:close/>
              </a:path>
              <a:path w="260350" h="251459">
                <a:moveTo>
                  <a:pt x="199644" y="224637"/>
                </a:moveTo>
                <a:lnTo>
                  <a:pt x="169773" y="224637"/>
                </a:lnTo>
                <a:lnTo>
                  <a:pt x="169773" y="180441"/>
                </a:lnTo>
                <a:lnTo>
                  <a:pt x="199644" y="180441"/>
                </a:lnTo>
                <a:lnTo>
                  <a:pt x="199644" y="224637"/>
                </a:lnTo>
                <a:close/>
              </a:path>
              <a:path w="260350" h="251459">
                <a:moveTo>
                  <a:pt x="259994" y="251155"/>
                </a:moveTo>
                <a:lnTo>
                  <a:pt x="0" y="251155"/>
                </a:lnTo>
                <a:lnTo>
                  <a:pt x="0" y="224637"/>
                </a:lnTo>
                <a:lnTo>
                  <a:pt x="259994" y="224637"/>
                </a:lnTo>
                <a:lnTo>
                  <a:pt x="259994" y="25115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0523474" y="8827716"/>
            <a:ext cx="260350" cy="258445"/>
          </a:xfrm>
          <a:custGeom>
            <a:avLst/>
            <a:gdLst/>
            <a:ahLst/>
            <a:cxnLst/>
            <a:rect l="l" t="t" r="r" b="b"/>
            <a:pathLst>
              <a:path w="260350" h="258445">
                <a:moveTo>
                  <a:pt x="129844" y="93573"/>
                </a:moveTo>
                <a:lnTo>
                  <a:pt x="85496" y="91082"/>
                </a:lnTo>
                <a:lnTo>
                  <a:pt x="49149" y="83019"/>
                </a:lnTo>
                <a:lnTo>
                  <a:pt x="24574" y="68499"/>
                </a:lnTo>
                <a:lnTo>
                  <a:pt x="15544" y="46634"/>
                </a:lnTo>
                <a:lnTo>
                  <a:pt x="24574" y="24945"/>
                </a:lnTo>
                <a:lnTo>
                  <a:pt x="49149" y="10515"/>
                </a:lnTo>
                <a:lnTo>
                  <a:pt x="85496" y="2486"/>
                </a:lnTo>
                <a:lnTo>
                  <a:pt x="129844" y="0"/>
                </a:lnTo>
                <a:lnTo>
                  <a:pt x="174193" y="2486"/>
                </a:lnTo>
                <a:lnTo>
                  <a:pt x="210540" y="10515"/>
                </a:lnTo>
                <a:lnTo>
                  <a:pt x="231562" y="22860"/>
                </a:lnTo>
                <a:lnTo>
                  <a:pt x="129844" y="22860"/>
                </a:lnTo>
                <a:lnTo>
                  <a:pt x="97683" y="24174"/>
                </a:lnTo>
                <a:lnTo>
                  <a:pt x="71208" y="28346"/>
                </a:lnTo>
                <a:lnTo>
                  <a:pt x="53249" y="35718"/>
                </a:lnTo>
                <a:lnTo>
                  <a:pt x="46634" y="46634"/>
                </a:lnTo>
                <a:lnTo>
                  <a:pt x="53249" y="57726"/>
                </a:lnTo>
                <a:lnTo>
                  <a:pt x="71208" y="65189"/>
                </a:lnTo>
                <a:lnTo>
                  <a:pt x="97683" y="69394"/>
                </a:lnTo>
                <a:lnTo>
                  <a:pt x="129844" y="70713"/>
                </a:lnTo>
                <a:lnTo>
                  <a:pt x="231367" y="70713"/>
                </a:lnTo>
                <a:lnTo>
                  <a:pt x="210540" y="83019"/>
                </a:lnTo>
                <a:lnTo>
                  <a:pt x="174193" y="91082"/>
                </a:lnTo>
                <a:lnTo>
                  <a:pt x="129844" y="93573"/>
                </a:lnTo>
                <a:close/>
              </a:path>
              <a:path w="260350" h="258445">
                <a:moveTo>
                  <a:pt x="231367" y="70713"/>
                </a:moveTo>
                <a:lnTo>
                  <a:pt x="129844" y="70713"/>
                </a:lnTo>
                <a:lnTo>
                  <a:pt x="162005" y="69394"/>
                </a:lnTo>
                <a:lnTo>
                  <a:pt x="188480" y="65189"/>
                </a:lnTo>
                <a:lnTo>
                  <a:pt x="206440" y="57726"/>
                </a:lnTo>
                <a:lnTo>
                  <a:pt x="213055" y="46634"/>
                </a:lnTo>
                <a:lnTo>
                  <a:pt x="206440" y="35718"/>
                </a:lnTo>
                <a:lnTo>
                  <a:pt x="188480" y="28346"/>
                </a:lnTo>
                <a:lnTo>
                  <a:pt x="162005" y="24174"/>
                </a:lnTo>
                <a:lnTo>
                  <a:pt x="129844" y="22860"/>
                </a:lnTo>
                <a:lnTo>
                  <a:pt x="231562" y="22860"/>
                </a:lnTo>
                <a:lnTo>
                  <a:pt x="235115" y="24945"/>
                </a:lnTo>
                <a:lnTo>
                  <a:pt x="244144" y="46634"/>
                </a:lnTo>
                <a:lnTo>
                  <a:pt x="235115" y="68499"/>
                </a:lnTo>
                <a:lnTo>
                  <a:pt x="231367" y="70713"/>
                </a:lnTo>
                <a:close/>
              </a:path>
              <a:path w="260350" h="258445">
                <a:moveTo>
                  <a:pt x="259994" y="131673"/>
                </a:moveTo>
                <a:lnTo>
                  <a:pt x="0" y="131673"/>
                </a:lnTo>
                <a:lnTo>
                  <a:pt x="0" y="108508"/>
                </a:lnTo>
                <a:lnTo>
                  <a:pt x="259994" y="108508"/>
                </a:lnTo>
                <a:lnTo>
                  <a:pt x="259994" y="131673"/>
                </a:lnTo>
                <a:close/>
              </a:path>
              <a:path w="260350" h="258445">
                <a:moveTo>
                  <a:pt x="95707" y="155752"/>
                </a:moveTo>
                <a:lnTo>
                  <a:pt x="66141" y="155752"/>
                </a:lnTo>
                <a:lnTo>
                  <a:pt x="66141" y="131673"/>
                </a:lnTo>
                <a:lnTo>
                  <a:pt x="95707" y="131673"/>
                </a:lnTo>
                <a:lnTo>
                  <a:pt x="95707" y="155752"/>
                </a:lnTo>
                <a:close/>
              </a:path>
              <a:path w="260350" h="258445">
                <a:moveTo>
                  <a:pt x="193548" y="155752"/>
                </a:moveTo>
                <a:lnTo>
                  <a:pt x="163982" y="155752"/>
                </a:lnTo>
                <a:lnTo>
                  <a:pt x="163982" y="131673"/>
                </a:lnTo>
                <a:lnTo>
                  <a:pt x="193548" y="131673"/>
                </a:lnTo>
                <a:lnTo>
                  <a:pt x="193548" y="155752"/>
                </a:lnTo>
                <a:close/>
              </a:path>
              <a:path w="260350" h="258445">
                <a:moveTo>
                  <a:pt x="246583" y="258165"/>
                </a:moveTo>
                <a:lnTo>
                  <a:pt x="17983" y="258165"/>
                </a:lnTo>
                <a:lnTo>
                  <a:pt x="17983" y="196291"/>
                </a:lnTo>
                <a:lnTo>
                  <a:pt x="212445" y="196291"/>
                </a:lnTo>
                <a:lnTo>
                  <a:pt x="212445" y="178308"/>
                </a:lnTo>
                <a:lnTo>
                  <a:pt x="17373" y="178308"/>
                </a:lnTo>
                <a:lnTo>
                  <a:pt x="17373" y="155752"/>
                </a:lnTo>
                <a:lnTo>
                  <a:pt x="242011" y="155752"/>
                </a:lnTo>
                <a:lnTo>
                  <a:pt x="242011" y="217627"/>
                </a:lnTo>
                <a:lnTo>
                  <a:pt x="47548" y="217627"/>
                </a:lnTo>
                <a:lnTo>
                  <a:pt x="47548" y="235610"/>
                </a:lnTo>
                <a:lnTo>
                  <a:pt x="246583" y="235610"/>
                </a:lnTo>
                <a:lnTo>
                  <a:pt x="246583" y="25816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0880668" y="8832593"/>
            <a:ext cx="173355" cy="255904"/>
          </a:xfrm>
          <a:custGeom>
            <a:avLst/>
            <a:gdLst/>
            <a:ahLst/>
            <a:cxnLst/>
            <a:rect l="l" t="t" r="r" b="b"/>
            <a:pathLst>
              <a:path w="173354" h="255904">
                <a:moveTo>
                  <a:pt x="86563" y="255422"/>
                </a:moveTo>
                <a:lnTo>
                  <a:pt x="51435" y="250307"/>
                </a:lnTo>
                <a:lnTo>
                  <a:pt x="24079" y="235991"/>
                </a:lnTo>
                <a:lnTo>
                  <a:pt x="6324" y="214017"/>
                </a:lnTo>
                <a:lnTo>
                  <a:pt x="0" y="185928"/>
                </a:lnTo>
                <a:lnTo>
                  <a:pt x="4914" y="161334"/>
                </a:lnTo>
                <a:lnTo>
                  <a:pt x="17373" y="142798"/>
                </a:lnTo>
                <a:lnTo>
                  <a:pt x="33947" y="130206"/>
                </a:lnTo>
                <a:lnTo>
                  <a:pt x="51206" y="123444"/>
                </a:lnTo>
                <a:lnTo>
                  <a:pt x="36566" y="116514"/>
                </a:lnTo>
                <a:lnTo>
                  <a:pt x="22783" y="104584"/>
                </a:lnTo>
                <a:lnTo>
                  <a:pt x="12544" y="87910"/>
                </a:lnTo>
                <a:lnTo>
                  <a:pt x="8534" y="66751"/>
                </a:lnTo>
                <a:lnTo>
                  <a:pt x="14168" y="40890"/>
                </a:lnTo>
                <a:lnTo>
                  <a:pt x="30060" y="19659"/>
                </a:lnTo>
                <a:lnTo>
                  <a:pt x="54697" y="5286"/>
                </a:lnTo>
                <a:lnTo>
                  <a:pt x="86563" y="0"/>
                </a:lnTo>
                <a:lnTo>
                  <a:pt x="118252" y="5329"/>
                </a:lnTo>
                <a:lnTo>
                  <a:pt x="142798" y="19773"/>
                </a:lnTo>
                <a:lnTo>
                  <a:pt x="148060" y="26822"/>
                </a:lnTo>
                <a:lnTo>
                  <a:pt x="86563" y="26822"/>
                </a:lnTo>
                <a:lnTo>
                  <a:pt x="67094" y="29937"/>
                </a:lnTo>
                <a:lnTo>
                  <a:pt x="52197" y="38481"/>
                </a:lnTo>
                <a:lnTo>
                  <a:pt x="42672" y="51254"/>
                </a:lnTo>
                <a:lnTo>
                  <a:pt x="39319" y="67056"/>
                </a:lnTo>
                <a:lnTo>
                  <a:pt x="42800" y="83529"/>
                </a:lnTo>
                <a:lnTo>
                  <a:pt x="52539" y="96888"/>
                </a:lnTo>
                <a:lnTo>
                  <a:pt x="67479" y="105846"/>
                </a:lnTo>
                <a:lnTo>
                  <a:pt x="86563" y="109118"/>
                </a:lnTo>
                <a:lnTo>
                  <a:pt x="144799" y="109118"/>
                </a:lnTo>
                <a:lnTo>
                  <a:pt x="136255" y="116514"/>
                </a:lnTo>
                <a:lnTo>
                  <a:pt x="121615" y="123444"/>
                </a:lnTo>
                <a:lnTo>
                  <a:pt x="139003" y="130206"/>
                </a:lnTo>
                <a:lnTo>
                  <a:pt x="150151" y="138684"/>
                </a:lnTo>
                <a:lnTo>
                  <a:pt x="86563" y="138684"/>
                </a:lnTo>
                <a:lnTo>
                  <a:pt x="64393" y="142179"/>
                </a:lnTo>
                <a:lnTo>
                  <a:pt x="46824" y="151790"/>
                </a:lnTo>
                <a:lnTo>
                  <a:pt x="35256" y="166201"/>
                </a:lnTo>
                <a:lnTo>
                  <a:pt x="31089" y="184099"/>
                </a:lnTo>
                <a:lnTo>
                  <a:pt x="34999" y="201725"/>
                </a:lnTo>
                <a:lnTo>
                  <a:pt x="46139" y="215836"/>
                </a:lnTo>
                <a:lnTo>
                  <a:pt x="63622" y="225204"/>
                </a:lnTo>
                <a:lnTo>
                  <a:pt x="86563" y="228600"/>
                </a:lnTo>
                <a:lnTo>
                  <a:pt x="154741" y="228600"/>
                </a:lnTo>
                <a:lnTo>
                  <a:pt x="148780" y="235991"/>
                </a:lnTo>
                <a:lnTo>
                  <a:pt x="121515" y="250307"/>
                </a:lnTo>
                <a:lnTo>
                  <a:pt x="86563" y="255422"/>
                </a:lnTo>
                <a:close/>
              </a:path>
              <a:path w="173354" h="255904">
                <a:moveTo>
                  <a:pt x="144799" y="109118"/>
                </a:moveTo>
                <a:lnTo>
                  <a:pt x="86563" y="109118"/>
                </a:lnTo>
                <a:lnTo>
                  <a:pt x="105646" y="105898"/>
                </a:lnTo>
                <a:lnTo>
                  <a:pt x="120586" y="97078"/>
                </a:lnTo>
                <a:lnTo>
                  <a:pt x="130325" y="83915"/>
                </a:lnTo>
                <a:lnTo>
                  <a:pt x="133807" y="67665"/>
                </a:lnTo>
                <a:lnTo>
                  <a:pt x="130454" y="51768"/>
                </a:lnTo>
                <a:lnTo>
                  <a:pt x="120929" y="38785"/>
                </a:lnTo>
                <a:lnTo>
                  <a:pt x="106032" y="30032"/>
                </a:lnTo>
                <a:lnTo>
                  <a:pt x="86563" y="26822"/>
                </a:lnTo>
                <a:lnTo>
                  <a:pt x="148060" y="26822"/>
                </a:lnTo>
                <a:lnTo>
                  <a:pt x="158657" y="41019"/>
                </a:lnTo>
                <a:lnTo>
                  <a:pt x="164287" y="66751"/>
                </a:lnTo>
                <a:lnTo>
                  <a:pt x="160277" y="87910"/>
                </a:lnTo>
                <a:lnTo>
                  <a:pt x="150037" y="104584"/>
                </a:lnTo>
                <a:lnTo>
                  <a:pt x="144799" y="109118"/>
                </a:lnTo>
                <a:close/>
              </a:path>
              <a:path w="173354" h="255904">
                <a:moveTo>
                  <a:pt x="154741" y="228600"/>
                </a:moveTo>
                <a:lnTo>
                  <a:pt x="86563" y="228600"/>
                </a:lnTo>
                <a:lnTo>
                  <a:pt x="109327" y="225204"/>
                </a:lnTo>
                <a:lnTo>
                  <a:pt x="126720" y="215836"/>
                </a:lnTo>
                <a:lnTo>
                  <a:pt x="137826" y="201725"/>
                </a:lnTo>
                <a:lnTo>
                  <a:pt x="141732" y="184099"/>
                </a:lnTo>
                <a:lnTo>
                  <a:pt x="137569" y="166201"/>
                </a:lnTo>
                <a:lnTo>
                  <a:pt x="126034" y="151790"/>
                </a:lnTo>
                <a:lnTo>
                  <a:pt x="108556" y="142179"/>
                </a:lnTo>
                <a:lnTo>
                  <a:pt x="86563" y="138684"/>
                </a:lnTo>
                <a:lnTo>
                  <a:pt x="150151" y="138684"/>
                </a:lnTo>
                <a:lnTo>
                  <a:pt x="155562" y="142798"/>
                </a:lnTo>
                <a:lnTo>
                  <a:pt x="167949" y="161334"/>
                </a:lnTo>
                <a:lnTo>
                  <a:pt x="172821" y="185928"/>
                </a:lnTo>
                <a:lnTo>
                  <a:pt x="166501" y="214017"/>
                </a:lnTo>
                <a:lnTo>
                  <a:pt x="154741" y="22860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1068120" y="8838384"/>
            <a:ext cx="228904" cy="2481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1318666" y="8838384"/>
            <a:ext cx="172516" cy="2496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1511300" y="8831983"/>
            <a:ext cx="268605" cy="257175"/>
          </a:xfrm>
          <a:custGeom>
            <a:avLst/>
            <a:gdLst/>
            <a:ahLst/>
            <a:cxnLst/>
            <a:rect l="l" t="t" r="r" b="b"/>
            <a:pathLst>
              <a:path w="268604" h="257175">
                <a:moveTo>
                  <a:pt x="60350" y="116433"/>
                </a:moveTo>
                <a:lnTo>
                  <a:pt x="36133" y="112009"/>
                </a:lnTo>
                <a:lnTo>
                  <a:pt x="17030" y="99783"/>
                </a:lnTo>
                <a:lnTo>
                  <a:pt x="4500" y="81329"/>
                </a:lnTo>
                <a:lnTo>
                  <a:pt x="0" y="58216"/>
                </a:lnTo>
                <a:lnTo>
                  <a:pt x="4500" y="35104"/>
                </a:lnTo>
                <a:lnTo>
                  <a:pt x="17030" y="16649"/>
                </a:lnTo>
                <a:lnTo>
                  <a:pt x="36133" y="4424"/>
                </a:lnTo>
                <a:lnTo>
                  <a:pt x="60350" y="0"/>
                </a:lnTo>
                <a:lnTo>
                  <a:pt x="84567" y="4424"/>
                </a:lnTo>
                <a:lnTo>
                  <a:pt x="103670" y="16649"/>
                </a:lnTo>
                <a:lnTo>
                  <a:pt x="109956" y="25908"/>
                </a:lnTo>
                <a:lnTo>
                  <a:pt x="60350" y="25908"/>
                </a:lnTo>
                <a:lnTo>
                  <a:pt x="46929" y="28298"/>
                </a:lnTo>
                <a:lnTo>
                  <a:pt x="36423" y="34975"/>
                </a:lnTo>
                <a:lnTo>
                  <a:pt x="29575" y="45196"/>
                </a:lnTo>
                <a:lnTo>
                  <a:pt x="27127" y="58216"/>
                </a:lnTo>
                <a:lnTo>
                  <a:pt x="29575" y="71285"/>
                </a:lnTo>
                <a:lnTo>
                  <a:pt x="36423" y="81610"/>
                </a:lnTo>
                <a:lnTo>
                  <a:pt x="46929" y="88392"/>
                </a:lnTo>
                <a:lnTo>
                  <a:pt x="60350" y="90830"/>
                </a:lnTo>
                <a:lnTo>
                  <a:pt x="109749" y="90830"/>
                </a:lnTo>
                <a:lnTo>
                  <a:pt x="103670" y="99783"/>
                </a:lnTo>
                <a:lnTo>
                  <a:pt x="84567" y="112009"/>
                </a:lnTo>
                <a:lnTo>
                  <a:pt x="60350" y="116433"/>
                </a:lnTo>
                <a:close/>
              </a:path>
              <a:path w="268604" h="257175">
                <a:moveTo>
                  <a:pt x="68580" y="250545"/>
                </a:moveTo>
                <a:lnTo>
                  <a:pt x="38709" y="250545"/>
                </a:lnTo>
                <a:lnTo>
                  <a:pt x="199948" y="6400"/>
                </a:lnTo>
                <a:lnTo>
                  <a:pt x="229819" y="6400"/>
                </a:lnTo>
                <a:lnTo>
                  <a:pt x="68580" y="250545"/>
                </a:lnTo>
                <a:close/>
              </a:path>
              <a:path w="268604" h="257175">
                <a:moveTo>
                  <a:pt x="109749" y="90830"/>
                </a:moveTo>
                <a:lnTo>
                  <a:pt x="60350" y="90830"/>
                </a:lnTo>
                <a:lnTo>
                  <a:pt x="73723" y="88392"/>
                </a:lnTo>
                <a:lnTo>
                  <a:pt x="84124" y="81610"/>
                </a:lnTo>
                <a:lnTo>
                  <a:pt x="90868" y="71285"/>
                </a:lnTo>
                <a:lnTo>
                  <a:pt x="93268" y="58216"/>
                </a:lnTo>
                <a:lnTo>
                  <a:pt x="90868" y="45196"/>
                </a:lnTo>
                <a:lnTo>
                  <a:pt x="84124" y="34975"/>
                </a:lnTo>
                <a:lnTo>
                  <a:pt x="73723" y="28298"/>
                </a:lnTo>
                <a:lnTo>
                  <a:pt x="60350" y="25908"/>
                </a:lnTo>
                <a:lnTo>
                  <a:pt x="109956" y="25908"/>
                </a:lnTo>
                <a:lnTo>
                  <a:pt x="116200" y="35104"/>
                </a:lnTo>
                <a:lnTo>
                  <a:pt x="120700" y="58216"/>
                </a:lnTo>
                <a:lnTo>
                  <a:pt x="116200" y="81329"/>
                </a:lnTo>
                <a:lnTo>
                  <a:pt x="109749" y="90830"/>
                </a:lnTo>
                <a:close/>
              </a:path>
              <a:path w="268604" h="257175">
                <a:moveTo>
                  <a:pt x="208178" y="256641"/>
                </a:moveTo>
                <a:lnTo>
                  <a:pt x="183961" y="252217"/>
                </a:lnTo>
                <a:lnTo>
                  <a:pt x="164858" y="239991"/>
                </a:lnTo>
                <a:lnTo>
                  <a:pt x="152328" y="221537"/>
                </a:lnTo>
                <a:lnTo>
                  <a:pt x="147828" y="198424"/>
                </a:lnTo>
                <a:lnTo>
                  <a:pt x="152328" y="175312"/>
                </a:lnTo>
                <a:lnTo>
                  <a:pt x="164858" y="156857"/>
                </a:lnTo>
                <a:lnTo>
                  <a:pt x="183961" y="144632"/>
                </a:lnTo>
                <a:lnTo>
                  <a:pt x="208178" y="140208"/>
                </a:lnTo>
                <a:lnTo>
                  <a:pt x="232267" y="144632"/>
                </a:lnTo>
                <a:lnTo>
                  <a:pt x="251383" y="156857"/>
                </a:lnTo>
                <a:lnTo>
                  <a:pt x="257497" y="165811"/>
                </a:lnTo>
                <a:lnTo>
                  <a:pt x="208178" y="165811"/>
                </a:lnTo>
                <a:lnTo>
                  <a:pt x="194757" y="168249"/>
                </a:lnTo>
                <a:lnTo>
                  <a:pt x="184251" y="175031"/>
                </a:lnTo>
                <a:lnTo>
                  <a:pt x="177403" y="185356"/>
                </a:lnTo>
                <a:lnTo>
                  <a:pt x="174955" y="198424"/>
                </a:lnTo>
                <a:lnTo>
                  <a:pt x="177403" y="211493"/>
                </a:lnTo>
                <a:lnTo>
                  <a:pt x="184251" y="221818"/>
                </a:lnTo>
                <a:lnTo>
                  <a:pt x="194757" y="228600"/>
                </a:lnTo>
                <a:lnTo>
                  <a:pt x="208178" y="231038"/>
                </a:lnTo>
                <a:lnTo>
                  <a:pt x="257497" y="231038"/>
                </a:lnTo>
                <a:lnTo>
                  <a:pt x="251383" y="239991"/>
                </a:lnTo>
                <a:lnTo>
                  <a:pt x="232267" y="252217"/>
                </a:lnTo>
                <a:lnTo>
                  <a:pt x="208178" y="256641"/>
                </a:lnTo>
                <a:close/>
              </a:path>
              <a:path w="268604" h="257175">
                <a:moveTo>
                  <a:pt x="257497" y="231038"/>
                </a:moveTo>
                <a:lnTo>
                  <a:pt x="208178" y="231038"/>
                </a:lnTo>
                <a:lnTo>
                  <a:pt x="221422" y="228600"/>
                </a:lnTo>
                <a:lnTo>
                  <a:pt x="231838" y="221818"/>
                </a:lnTo>
                <a:lnTo>
                  <a:pt x="238653" y="211493"/>
                </a:lnTo>
                <a:lnTo>
                  <a:pt x="241096" y="198424"/>
                </a:lnTo>
                <a:lnTo>
                  <a:pt x="238653" y="185356"/>
                </a:lnTo>
                <a:lnTo>
                  <a:pt x="231838" y="175031"/>
                </a:lnTo>
                <a:lnTo>
                  <a:pt x="221422" y="168249"/>
                </a:lnTo>
                <a:lnTo>
                  <a:pt x="208178" y="165811"/>
                </a:lnTo>
                <a:lnTo>
                  <a:pt x="257497" y="165811"/>
                </a:lnTo>
                <a:lnTo>
                  <a:pt x="263985" y="175312"/>
                </a:lnTo>
                <a:lnTo>
                  <a:pt x="268528" y="198424"/>
                </a:lnTo>
                <a:lnTo>
                  <a:pt x="263985" y="221537"/>
                </a:lnTo>
                <a:lnTo>
                  <a:pt x="257497" y="231038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2" name="그림 161">
            <a:extLst>
              <a:ext uri="{FF2B5EF4-FFF2-40B4-BE49-F238E27FC236}">
                <a16:creationId xmlns:a16="http://schemas.microsoft.com/office/drawing/2014/main" id="{FACE11DD-D4C4-4645-AB13-1B2B2EF0D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172" y="2531096"/>
            <a:ext cx="6205351" cy="6042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4766" y="1388566"/>
            <a:ext cx="13070840" cy="42545"/>
          </a:xfrm>
          <a:custGeom>
            <a:avLst/>
            <a:gdLst/>
            <a:ahLst/>
            <a:cxnLst/>
            <a:rect l="l" t="t" r="r" b="b"/>
            <a:pathLst>
              <a:path w="13070840" h="42544">
                <a:moveTo>
                  <a:pt x="0" y="41956"/>
                </a:moveTo>
                <a:lnTo>
                  <a:pt x="13070771" y="41956"/>
                </a:lnTo>
                <a:lnTo>
                  <a:pt x="13070771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4766" y="375369"/>
            <a:ext cx="13070840" cy="1013460"/>
          </a:xfrm>
          <a:custGeom>
            <a:avLst/>
            <a:gdLst/>
            <a:ahLst/>
            <a:cxnLst/>
            <a:rect l="l" t="t" r="r" b="b"/>
            <a:pathLst>
              <a:path w="13070840" h="1013460">
                <a:moveTo>
                  <a:pt x="0" y="1013197"/>
                </a:moveTo>
                <a:lnTo>
                  <a:pt x="13070771" y="1013197"/>
                </a:lnTo>
                <a:lnTo>
                  <a:pt x="13070771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22997" y="2763331"/>
            <a:ext cx="4121150" cy="612140"/>
          </a:xfrm>
          <a:custGeom>
            <a:avLst/>
            <a:gdLst/>
            <a:ahLst/>
            <a:cxnLst/>
            <a:rect l="l" t="t" r="r" b="b"/>
            <a:pathLst>
              <a:path w="4121150" h="612140">
                <a:moveTo>
                  <a:pt x="0" y="611564"/>
                </a:moveTo>
                <a:lnTo>
                  <a:pt x="4120821" y="611564"/>
                </a:lnTo>
                <a:lnTo>
                  <a:pt x="4120821" y="0"/>
                </a:lnTo>
                <a:lnTo>
                  <a:pt x="0" y="0"/>
                </a:lnTo>
                <a:lnTo>
                  <a:pt x="0" y="6115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766" y="9361851"/>
            <a:ext cx="9015095" cy="76835"/>
          </a:xfrm>
          <a:custGeom>
            <a:avLst/>
            <a:gdLst/>
            <a:ahLst/>
            <a:cxnLst/>
            <a:rect l="l" t="t" r="r" b="b"/>
            <a:pathLst>
              <a:path w="9015095" h="76834">
                <a:moveTo>
                  <a:pt x="0" y="76351"/>
                </a:moveTo>
                <a:lnTo>
                  <a:pt x="9014946" y="76351"/>
                </a:lnTo>
                <a:lnTo>
                  <a:pt x="9014946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766" y="9438203"/>
            <a:ext cx="13001625" cy="475615"/>
          </a:xfrm>
          <a:custGeom>
            <a:avLst/>
            <a:gdLst/>
            <a:ahLst/>
            <a:cxnLst/>
            <a:rect l="l" t="t" r="r" b="b"/>
            <a:pathLst>
              <a:path w="13001625" h="475615">
                <a:moveTo>
                  <a:pt x="0" y="475257"/>
                </a:moveTo>
                <a:lnTo>
                  <a:pt x="13001348" y="475257"/>
                </a:lnTo>
                <a:lnTo>
                  <a:pt x="13001348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822997" y="3374896"/>
            <a:ext cx="4451985" cy="76835"/>
          </a:xfrm>
          <a:custGeom>
            <a:avLst/>
            <a:gdLst/>
            <a:ahLst/>
            <a:cxnLst/>
            <a:rect l="l" t="t" r="r" b="b"/>
            <a:pathLst>
              <a:path w="4451984" h="76834">
                <a:moveTo>
                  <a:pt x="0" y="76351"/>
                </a:moveTo>
                <a:lnTo>
                  <a:pt x="4451884" y="76351"/>
                </a:lnTo>
                <a:lnTo>
                  <a:pt x="4451884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836115" y="9438203"/>
            <a:ext cx="4451985" cy="848994"/>
          </a:xfrm>
          <a:custGeom>
            <a:avLst/>
            <a:gdLst/>
            <a:ahLst/>
            <a:cxnLst/>
            <a:rect l="l" t="t" r="r" b="b"/>
            <a:pathLst>
              <a:path w="4451984" h="848995">
                <a:moveTo>
                  <a:pt x="0" y="848795"/>
                </a:moveTo>
                <a:lnTo>
                  <a:pt x="4451884" y="848795"/>
                </a:lnTo>
                <a:lnTo>
                  <a:pt x="4451884" y="0"/>
                </a:lnTo>
                <a:lnTo>
                  <a:pt x="0" y="0"/>
                </a:lnTo>
                <a:lnTo>
                  <a:pt x="0" y="84879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822997" y="3374896"/>
            <a:ext cx="4121150" cy="76835"/>
          </a:xfrm>
          <a:custGeom>
            <a:avLst/>
            <a:gdLst/>
            <a:ahLst/>
            <a:cxnLst/>
            <a:rect l="l" t="t" r="r" b="b"/>
            <a:pathLst>
              <a:path w="4121150" h="76834">
                <a:moveTo>
                  <a:pt x="0" y="76351"/>
                </a:moveTo>
                <a:lnTo>
                  <a:pt x="4120821" y="76351"/>
                </a:lnTo>
                <a:lnTo>
                  <a:pt x="4120821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36115" y="9438203"/>
            <a:ext cx="4121150" cy="475615"/>
          </a:xfrm>
          <a:custGeom>
            <a:avLst/>
            <a:gdLst/>
            <a:ahLst/>
            <a:cxnLst/>
            <a:rect l="l" t="t" r="r" b="b"/>
            <a:pathLst>
              <a:path w="4121150" h="475615">
                <a:moveTo>
                  <a:pt x="0" y="475257"/>
                </a:moveTo>
                <a:lnTo>
                  <a:pt x="4120821" y="475257"/>
                </a:lnTo>
                <a:lnTo>
                  <a:pt x="4120821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16159" y="1572646"/>
            <a:ext cx="817880" cy="856615"/>
          </a:xfrm>
          <a:custGeom>
            <a:avLst/>
            <a:gdLst/>
            <a:ahLst/>
            <a:cxnLst/>
            <a:rect l="l" t="t" r="r" b="b"/>
            <a:pathLst>
              <a:path w="817879" h="856614">
                <a:moveTo>
                  <a:pt x="796546" y="424689"/>
                </a:moveTo>
                <a:lnTo>
                  <a:pt x="695962" y="424689"/>
                </a:lnTo>
                <a:lnTo>
                  <a:pt x="695962" y="0"/>
                </a:lnTo>
                <a:lnTo>
                  <a:pt x="796546" y="0"/>
                </a:lnTo>
                <a:lnTo>
                  <a:pt x="796546" y="424689"/>
                </a:lnTo>
                <a:close/>
              </a:path>
              <a:path w="817879" h="856614">
                <a:moveTo>
                  <a:pt x="0" y="416561"/>
                </a:moveTo>
                <a:lnTo>
                  <a:pt x="0" y="327153"/>
                </a:lnTo>
                <a:lnTo>
                  <a:pt x="47478" y="315312"/>
                </a:lnTo>
                <a:lnTo>
                  <a:pt x="91001" y="297778"/>
                </a:lnTo>
                <a:lnTo>
                  <a:pt x="130329" y="275013"/>
                </a:lnTo>
                <a:lnTo>
                  <a:pt x="165226" y="247482"/>
                </a:lnTo>
                <a:lnTo>
                  <a:pt x="195453" y="215646"/>
                </a:lnTo>
                <a:lnTo>
                  <a:pt x="220773" y="179970"/>
                </a:lnTo>
                <a:lnTo>
                  <a:pt x="240948" y="140917"/>
                </a:lnTo>
                <a:lnTo>
                  <a:pt x="255740" y="98950"/>
                </a:lnTo>
                <a:lnTo>
                  <a:pt x="264911" y="54532"/>
                </a:lnTo>
                <a:lnTo>
                  <a:pt x="268224" y="8128"/>
                </a:lnTo>
                <a:lnTo>
                  <a:pt x="368809" y="14224"/>
                </a:lnTo>
                <a:lnTo>
                  <a:pt x="366729" y="56451"/>
                </a:lnTo>
                <a:lnTo>
                  <a:pt x="360554" y="97536"/>
                </a:lnTo>
                <a:lnTo>
                  <a:pt x="350378" y="137096"/>
                </a:lnTo>
                <a:lnTo>
                  <a:pt x="336297" y="174752"/>
                </a:lnTo>
                <a:lnTo>
                  <a:pt x="473041" y="249936"/>
                </a:lnTo>
                <a:lnTo>
                  <a:pt x="292608" y="249936"/>
                </a:lnTo>
                <a:lnTo>
                  <a:pt x="262537" y="286145"/>
                </a:lnTo>
                <a:lnTo>
                  <a:pt x="228200" y="318782"/>
                </a:lnTo>
                <a:lnTo>
                  <a:pt x="189811" y="347508"/>
                </a:lnTo>
                <a:lnTo>
                  <a:pt x="147584" y="371987"/>
                </a:lnTo>
                <a:lnTo>
                  <a:pt x="101730" y="391881"/>
                </a:lnTo>
                <a:lnTo>
                  <a:pt x="52464" y="406851"/>
                </a:lnTo>
                <a:lnTo>
                  <a:pt x="0" y="416561"/>
                </a:lnTo>
                <a:close/>
              </a:path>
              <a:path w="817879" h="856614">
                <a:moveTo>
                  <a:pt x="562865" y="402337"/>
                </a:moveTo>
                <a:lnTo>
                  <a:pt x="292608" y="249936"/>
                </a:lnTo>
                <a:lnTo>
                  <a:pt x="473041" y="249936"/>
                </a:lnTo>
                <a:lnTo>
                  <a:pt x="611633" y="326137"/>
                </a:lnTo>
                <a:lnTo>
                  <a:pt x="562865" y="402337"/>
                </a:lnTo>
                <a:close/>
              </a:path>
              <a:path w="817879" h="856614">
                <a:moveTo>
                  <a:pt x="817882" y="856490"/>
                </a:moveTo>
                <a:lnTo>
                  <a:pt x="61976" y="856490"/>
                </a:lnTo>
                <a:lnTo>
                  <a:pt x="61976" y="626873"/>
                </a:lnTo>
                <a:lnTo>
                  <a:pt x="696978" y="626873"/>
                </a:lnTo>
                <a:lnTo>
                  <a:pt x="696978" y="551689"/>
                </a:lnTo>
                <a:lnTo>
                  <a:pt x="59944" y="551689"/>
                </a:lnTo>
                <a:lnTo>
                  <a:pt x="59944" y="472441"/>
                </a:lnTo>
                <a:lnTo>
                  <a:pt x="796546" y="472441"/>
                </a:lnTo>
                <a:lnTo>
                  <a:pt x="796546" y="702058"/>
                </a:lnTo>
                <a:lnTo>
                  <a:pt x="161544" y="702058"/>
                </a:lnTo>
                <a:lnTo>
                  <a:pt x="161544" y="777242"/>
                </a:lnTo>
                <a:lnTo>
                  <a:pt x="817882" y="777242"/>
                </a:lnTo>
                <a:lnTo>
                  <a:pt x="817882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82378" y="1557406"/>
            <a:ext cx="815340" cy="871855"/>
          </a:xfrm>
          <a:custGeom>
            <a:avLst/>
            <a:gdLst/>
            <a:ahLst/>
            <a:cxnLst/>
            <a:rect l="l" t="t" r="r" b="b"/>
            <a:pathLst>
              <a:path w="815340" h="871855">
                <a:moveTo>
                  <a:pt x="345441" y="88392"/>
                </a:moveTo>
                <a:lnTo>
                  <a:pt x="243840" y="88392"/>
                </a:lnTo>
                <a:lnTo>
                  <a:pt x="243840" y="0"/>
                </a:lnTo>
                <a:lnTo>
                  <a:pt x="345441" y="0"/>
                </a:lnTo>
                <a:lnTo>
                  <a:pt x="345441" y="88392"/>
                </a:lnTo>
                <a:close/>
              </a:path>
              <a:path w="815340" h="871855">
                <a:moveTo>
                  <a:pt x="814834" y="531369"/>
                </a:moveTo>
                <a:lnTo>
                  <a:pt x="714250" y="531369"/>
                </a:lnTo>
                <a:lnTo>
                  <a:pt x="714250" y="367793"/>
                </a:lnTo>
                <a:lnTo>
                  <a:pt x="578105" y="367793"/>
                </a:lnTo>
                <a:lnTo>
                  <a:pt x="578105" y="278384"/>
                </a:lnTo>
                <a:lnTo>
                  <a:pt x="714250" y="278384"/>
                </a:lnTo>
                <a:lnTo>
                  <a:pt x="714250" y="15240"/>
                </a:lnTo>
                <a:lnTo>
                  <a:pt x="814834" y="15240"/>
                </a:lnTo>
                <a:lnTo>
                  <a:pt x="814834" y="531369"/>
                </a:lnTo>
                <a:close/>
              </a:path>
              <a:path w="815340" h="871855">
                <a:moveTo>
                  <a:pt x="589281" y="166624"/>
                </a:moveTo>
                <a:lnTo>
                  <a:pt x="0" y="166624"/>
                </a:lnTo>
                <a:lnTo>
                  <a:pt x="0" y="88392"/>
                </a:lnTo>
                <a:lnTo>
                  <a:pt x="589281" y="88392"/>
                </a:lnTo>
                <a:lnTo>
                  <a:pt x="589281" y="166624"/>
                </a:lnTo>
                <a:close/>
              </a:path>
              <a:path w="815340" h="871855">
                <a:moveTo>
                  <a:pt x="294640" y="525273"/>
                </a:moveTo>
                <a:lnTo>
                  <a:pt x="236160" y="521887"/>
                </a:lnTo>
                <a:lnTo>
                  <a:pt x="182726" y="511873"/>
                </a:lnTo>
                <a:lnTo>
                  <a:pt x="135780" y="495442"/>
                </a:lnTo>
                <a:lnTo>
                  <a:pt x="96760" y="472808"/>
                </a:lnTo>
                <a:lnTo>
                  <a:pt x="67106" y="444185"/>
                </a:lnTo>
                <a:lnTo>
                  <a:pt x="48258" y="409786"/>
                </a:lnTo>
                <a:lnTo>
                  <a:pt x="41656" y="369825"/>
                </a:lnTo>
                <a:lnTo>
                  <a:pt x="48258" y="330183"/>
                </a:lnTo>
                <a:lnTo>
                  <a:pt x="67106" y="295908"/>
                </a:lnTo>
                <a:lnTo>
                  <a:pt x="96760" y="267268"/>
                </a:lnTo>
                <a:lnTo>
                  <a:pt x="135780" y="244527"/>
                </a:lnTo>
                <a:lnTo>
                  <a:pt x="182726" y="227954"/>
                </a:lnTo>
                <a:lnTo>
                  <a:pt x="236160" y="217815"/>
                </a:lnTo>
                <a:lnTo>
                  <a:pt x="294640" y="214376"/>
                </a:lnTo>
                <a:lnTo>
                  <a:pt x="353065" y="217815"/>
                </a:lnTo>
                <a:lnTo>
                  <a:pt x="406353" y="227954"/>
                </a:lnTo>
                <a:lnTo>
                  <a:pt x="453101" y="244527"/>
                </a:lnTo>
                <a:lnTo>
                  <a:pt x="491905" y="267268"/>
                </a:lnTo>
                <a:lnTo>
                  <a:pt x="514832" y="289560"/>
                </a:lnTo>
                <a:lnTo>
                  <a:pt x="294640" y="289560"/>
                </a:lnTo>
                <a:lnTo>
                  <a:pt x="229315" y="295672"/>
                </a:lnTo>
                <a:lnTo>
                  <a:pt x="179705" y="312547"/>
                </a:lnTo>
                <a:lnTo>
                  <a:pt x="148193" y="337995"/>
                </a:lnTo>
                <a:lnTo>
                  <a:pt x="137160" y="369825"/>
                </a:lnTo>
                <a:lnTo>
                  <a:pt x="148193" y="401813"/>
                </a:lnTo>
                <a:lnTo>
                  <a:pt x="179705" y="427610"/>
                </a:lnTo>
                <a:lnTo>
                  <a:pt x="229315" y="444834"/>
                </a:lnTo>
                <a:lnTo>
                  <a:pt x="294640" y="451105"/>
                </a:lnTo>
                <a:lnTo>
                  <a:pt x="514240" y="451105"/>
                </a:lnTo>
                <a:lnTo>
                  <a:pt x="491905" y="472808"/>
                </a:lnTo>
                <a:lnTo>
                  <a:pt x="453101" y="495442"/>
                </a:lnTo>
                <a:lnTo>
                  <a:pt x="406353" y="511873"/>
                </a:lnTo>
                <a:lnTo>
                  <a:pt x="353065" y="521887"/>
                </a:lnTo>
                <a:lnTo>
                  <a:pt x="294640" y="525273"/>
                </a:lnTo>
                <a:close/>
              </a:path>
              <a:path w="815340" h="871855">
                <a:moveTo>
                  <a:pt x="514240" y="451105"/>
                </a:moveTo>
                <a:lnTo>
                  <a:pt x="294640" y="451105"/>
                </a:lnTo>
                <a:lnTo>
                  <a:pt x="359808" y="444834"/>
                </a:lnTo>
                <a:lnTo>
                  <a:pt x="409068" y="427610"/>
                </a:lnTo>
                <a:lnTo>
                  <a:pt x="440231" y="401813"/>
                </a:lnTo>
                <a:lnTo>
                  <a:pt x="451105" y="369825"/>
                </a:lnTo>
                <a:lnTo>
                  <a:pt x="440231" y="337995"/>
                </a:lnTo>
                <a:lnTo>
                  <a:pt x="409068" y="312547"/>
                </a:lnTo>
                <a:lnTo>
                  <a:pt x="359808" y="295672"/>
                </a:lnTo>
                <a:lnTo>
                  <a:pt x="294640" y="289560"/>
                </a:lnTo>
                <a:lnTo>
                  <a:pt x="514832" y="289560"/>
                </a:lnTo>
                <a:lnTo>
                  <a:pt x="521360" y="295908"/>
                </a:lnTo>
                <a:lnTo>
                  <a:pt x="540063" y="330183"/>
                </a:lnTo>
                <a:lnTo>
                  <a:pt x="546609" y="369825"/>
                </a:lnTo>
                <a:lnTo>
                  <a:pt x="540063" y="409786"/>
                </a:lnTo>
                <a:lnTo>
                  <a:pt x="521360" y="444185"/>
                </a:lnTo>
                <a:lnTo>
                  <a:pt x="514240" y="451105"/>
                </a:lnTo>
                <a:close/>
              </a:path>
              <a:path w="815340" h="871855">
                <a:moveTo>
                  <a:pt x="811786" y="871730"/>
                </a:moveTo>
                <a:lnTo>
                  <a:pt x="76200" y="871730"/>
                </a:lnTo>
                <a:lnTo>
                  <a:pt x="76200" y="580137"/>
                </a:lnTo>
                <a:lnTo>
                  <a:pt x="811786" y="580137"/>
                </a:lnTo>
                <a:lnTo>
                  <a:pt x="811786" y="660402"/>
                </a:lnTo>
                <a:lnTo>
                  <a:pt x="175768" y="660402"/>
                </a:lnTo>
                <a:lnTo>
                  <a:pt x="175768" y="791466"/>
                </a:lnTo>
                <a:lnTo>
                  <a:pt x="811786" y="791466"/>
                </a:lnTo>
                <a:lnTo>
                  <a:pt x="811786" y="871730"/>
                </a:lnTo>
                <a:close/>
              </a:path>
              <a:path w="815340" h="871855">
                <a:moveTo>
                  <a:pt x="811786" y="791466"/>
                </a:moveTo>
                <a:lnTo>
                  <a:pt x="712218" y="791466"/>
                </a:lnTo>
                <a:lnTo>
                  <a:pt x="712218" y="660402"/>
                </a:lnTo>
                <a:lnTo>
                  <a:pt x="811786" y="660402"/>
                </a:lnTo>
                <a:lnTo>
                  <a:pt x="811786" y="791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369354" y="1572646"/>
            <a:ext cx="810895" cy="856615"/>
          </a:xfrm>
          <a:custGeom>
            <a:avLst/>
            <a:gdLst/>
            <a:ahLst/>
            <a:cxnLst/>
            <a:rect l="l" t="t" r="r" b="b"/>
            <a:pathLst>
              <a:path w="810895" h="856614">
                <a:moveTo>
                  <a:pt x="789434" y="426721"/>
                </a:moveTo>
                <a:lnTo>
                  <a:pt x="688850" y="426721"/>
                </a:lnTo>
                <a:lnTo>
                  <a:pt x="688850" y="339345"/>
                </a:lnTo>
                <a:lnTo>
                  <a:pt x="499873" y="339345"/>
                </a:lnTo>
                <a:lnTo>
                  <a:pt x="499873" y="257048"/>
                </a:lnTo>
                <a:lnTo>
                  <a:pt x="688850" y="257048"/>
                </a:lnTo>
                <a:lnTo>
                  <a:pt x="688850" y="167640"/>
                </a:lnTo>
                <a:lnTo>
                  <a:pt x="537465" y="167640"/>
                </a:lnTo>
                <a:lnTo>
                  <a:pt x="537465" y="85344"/>
                </a:lnTo>
                <a:lnTo>
                  <a:pt x="688850" y="85344"/>
                </a:lnTo>
                <a:lnTo>
                  <a:pt x="688850" y="0"/>
                </a:lnTo>
                <a:lnTo>
                  <a:pt x="789434" y="0"/>
                </a:lnTo>
                <a:lnTo>
                  <a:pt x="789434" y="426721"/>
                </a:lnTo>
                <a:close/>
              </a:path>
              <a:path w="810895" h="856614">
                <a:moveTo>
                  <a:pt x="0" y="411481"/>
                </a:moveTo>
                <a:lnTo>
                  <a:pt x="0" y="327153"/>
                </a:lnTo>
                <a:lnTo>
                  <a:pt x="63454" y="325398"/>
                </a:lnTo>
                <a:lnTo>
                  <a:pt x="122279" y="320626"/>
                </a:lnTo>
                <a:lnTo>
                  <a:pt x="176175" y="312739"/>
                </a:lnTo>
                <a:lnTo>
                  <a:pt x="224845" y="301642"/>
                </a:lnTo>
                <a:lnTo>
                  <a:pt x="267992" y="287238"/>
                </a:lnTo>
                <a:lnTo>
                  <a:pt x="305318" y="269430"/>
                </a:lnTo>
                <a:lnTo>
                  <a:pt x="361315" y="223223"/>
                </a:lnTo>
                <a:lnTo>
                  <a:pt x="390455" y="162249"/>
                </a:lnTo>
                <a:lnTo>
                  <a:pt x="394209" y="125984"/>
                </a:lnTo>
                <a:lnTo>
                  <a:pt x="394209" y="105664"/>
                </a:lnTo>
                <a:lnTo>
                  <a:pt x="0" y="105664"/>
                </a:lnTo>
                <a:lnTo>
                  <a:pt x="0" y="21336"/>
                </a:lnTo>
                <a:lnTo>
                  <a:pt x="494793" y="21336"/>
                </a:lnTo>
                <a:lnTo>
                  <a:pt x="494793" y="109728"/>
                </a:lnTo>
                <a:lnTo>
                  <a:pt x="491782" y="153361"/>
                </a:lnTo>
                <a:lnTo>
                  <a:pt x="482900" y="193304"/>
                </a:lnTo>
                <a:lnTo>
                  <a:pt x="468371" y="229630"/>
                </a:lnTo>
                <a:lnTo>
                  <a:pt x="448418" y="262413"/>
                </a:lnTo>
                <a:lnTo>
                  <a:pt x="423267" y="291725"/>
                </a:lnTo>
                <a:lnTo>
                  <a:pt x="393142" y="317641"/>
                </a:lnTo>
                <a:lnTo>
                  <a:pt x="358268" y="340234"/>
                </a:lnTo>
                <a:lnTo>
                  <a:pt x="318868" y="359576"/>
                </a:lnTo>
                <a:lnTo>
                  <a:pt x="275166" y="375741"/>
                </a:lnTo>
                <a:lnTo>
                  <a:pt x="227389" y="388803"/>
                </a:lnTo>
                <a:lnTo>
                  <a:pt x="175759" y="398834"/>
                </a:lnTo>
                <a:lnTo>
                  <a:pt x="120501" y="405909"/>
                </a:lnTo>
                <a:lnTo>
                  <a:pt x="61840" y="410100"/>
                </a:lnTo>
                <a:lnTo>
                  <a:pt x="0" y="411481"/>
                </a:lnTo>
                <a:close/>
              </a:path>
              <a:path w="810895" h="856614">
                <a:moveTo>
                  <a:pt x="810770" y="856490"/>
                </a:moveTo>
                <a:lnTo>
                  <a:pt x="54864" y="856490"/>
                </a:lnTo>
                <a:lnTo>
                  <a:pt x="54864" y="626873"/>
                </a:lnTo>
                <a:lnTo>
                  <a:pt x="689866" y="626873"/>
                </a:lnTo>
                <a:lnTo>
                  <a:pt x="689866" y="551689"/>
                </a:lnTo>
                <a:lnTo>
                  <a:pt x="52832" y="551689"/>
                </a:lnTo>
                <a:lnTo>
                  <a:pt x="52832" y="472441"/>
                </a:lnTo>
                <a:lnTo>
                  <a:pt x="789434" y="472441"/>
                </a:lnTo>
                <a:lnTo>
                  <a:pt x="789434" y="702058"/>
                </a:lnTo>
                <a:lnTo>
                  <a:pt x="154432" y="702058"/>
                </a:lnTo>
                <a:lnTo>
                  <a:pt x="154432" y="777242"/>
                </a:lnTo>
                <a:lnTo>
                  <a:pt x="810770" y="777242"/>
                </a:lnTo>
                <a:lnTo>
                  <a:pt x="810770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9317" y="1572646"/>
            <a:ext cx="907415" cy="868044"/>
          </a:xfrm>
          <a:custGeom>
            <a:avLst/>
            <a:gdLst/>
            <a:ahLst/>
            <a:cxnLst/>
            <a:rect l="l" t="t" r="r" b="b"/>
            <a:pathLst>
              <a:path w="907415" h="868044">
                <a:moveTo>
                  <a:pt x="787402" y="867666"/>
                </a:moveTo>
                <a:lnTo>
                  <a:pt x="686818" y="867666"/>
                </a:lnTo>
                <a:lnTo>
                  <a:pt x="686818" y="0"/>
                </a:lnTo>
                <a:lnTo>
                  <a:pt x="787402" y="0"/>
                </a:lnTo>
                <a:lnTo>
                  <a:pt x="787402" y="343409"/>
                </a:lnTo>
                <a:lnTo>
                  <a:pt x="907290" y="343409"/>
                </a:lnTo>
                <a:lnTo>
                  <a:pt x="907290" y="439929"/>
                </a:lnTo>
                <a:lnTo>
                  <a:pt x="787402" y="439929"/>
                </a:lnTo>
                <a:lnTo>
                  <a:pt x="787402" y="867666"/>
                </a:lnTo>
                <a:close/>
              </a:path>
              <a:path w="907415" h="868044">
                <a:moveTo>
                  <a:pt x="528321" y="586233"/>
                </a:moveTo>
                <a:lnTo>
                  <a:pt x="426721" y="586233"/>
                </a:lnTo>
                <a:lnTo>
                  <a:pt x="426721" y="127000"/>
                </a:lnTo>
                <a:lnTo>
                  <a:pt x="31496" y="127000"/>
                </a:lnTo>
                <a:lnTo>
                  <a:pt x="31496" y="33528"/>
                </a:lnTo>
                <a:lnTo>
                  <a:pt x="528321" y="33528"/>
                </a:lnTo>
                <a:lnTo>
                  <a:pt x="528321" y="586233"/>
                </a:lnTo>
                <a:close/>
              </a:path>
              <a:path w="907415" h="868044">
                <a:moveTo>
                  <a:pt x="252984" y="721362"/>
                </a:moveTo>
                <a:lnTo>
                  <a:pt x="151384" y="721362"/>
                </a:lnTo>
                <a:lnTo>
                  <a:pt x="151384" y="353569"/>
                </a:lnTo>
                <a:lnTo>
                  <a:pt x="252984" y="353569"/>
                </a:lnTo>
                <a:lnTo>
                  <a:pt x="252984" y="721362"/>
                </a:lnTo>
                <a:close/>
              </a:path>
              <a:path w="907415" h="868044">
                <a:moveTo>
                  <a:pt x="331217" y="815850"/>
                </a:moveTo>
                <a:lnTo>
                  <a:pt x="0" y="815850"/>
                </a:lnTo>
                <a:lnTo>
                  <a:pt x="0" y="721362"/>
                </a:lnTo>
                <a:lnTo>
                  <a:pt x="330201" y="721362"/>
                </a:lnTo>
                <a:lnTo>
                  <a:pt x="387539" y="720487"/>
                </a:lnTo>
                <a:lnTo>
                  <a:pt x="442111" y="717749"/>
                </a:lnTo>
                <a:lnTo>
                  <a:pt x="493015" y="712980"/>
                </a:lnTo>
                <a:lnTo>
                  <a:pt x="539347" y="706009"/>
                </a:lnTo>
                <a:lnTo>
                  <a:pt x="580203" y="696667"/>
                </a:lnTo>
                <a:lnTo>
                  <a:pt x="614681" y="684786"/>
                </a:lnTo>
                <a:lnTo>
                  <a:pt x="614681" y="779274"/>
                </a:lnTo>
                <a:lnTo>
                  <a:pt x="540062" y="800046"/>
                </a:lnTo>
                <a:lnTo>
                  <a:pt x="494285" y="807087"/>
                </a:lnTo>
                <a:lnTo>
                  <a:pt x="443767" y="812012"/>
                </a:lnTo>
                <a:lnTo>
                  <a:pt x="389185" y="814905"/>
                </a:lnTo>
                <a:lnTo>
                  <a:pt x="331217" y="815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9849712" y="2782830"/>
            <a:ext cx="6653530" cy="6655796"/>
          </a:xfrm>
          <a:custGeom>
            <a:avLst/>
            <a:gdLst/>
            <a:ahLst/>
            <a:cxnLst/>
            <a:rect l="l" t="t" r="r" b="b"/>
            <a:pathLst>
              <a:path w="6653530" h="688340">
                <a:moveTo>
                  <a:pt x="6653135" y="687916"/>
                </a:moveTo>
                <a:lnTo>
                  <a:pt x="0" y="687916"/>
                </a:lnTo>
                <a:lnTo>
                  <a:pt x="0" y="0"/>
                </a:lnTo>
                <a:lnTo>
                  <a:pt x="6653135" y="0"/>
                </a:lnTo>
                <a:lnTo>
                  <a:pt x="6653135" y="68791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NRTL</a:t>
            </a:r>
            <a:r>
              <a:rPr lang="en-US" altLang="ko-KR" dirty="0"/>
              <a:t> </a:t>
            </a:r>
            <a:r>
              <a:rPr lang="ko-KR" altLang="en-US" dirty="0"/>
              <a:t>모델로 </a:t>
            </a:r>
            <a:r>
              <a:rPr lang="en-US" altLang="ko-KR" dirty="0"/>
              <a:t>1</a:t>
            </a:r>
            <a:r>
              <a:rPr lang="ko-KR" altLang="en-US" dirty="0"/>
              <a:t>기압 평형선을 도시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</a:t>
            </a:r>
            <a:r>
              <a:rPr lang="ko-KR" altLang="en-US" dirty="0"/>
              <a:t>값은 </a:t>
            </a:r>
            <a:r>
              <a:rPr lang="en-US" altLang="ko-KR" dirty="0"/>
              <a:t>1.0826</a:t>
            </a:r>
            <a:r>
              <a:rPr lang="ko-KR" altLang="en-US" dirty="0"/>
              <a:t>으로 </a:t>
            </a:r>
            <a:r>
              <a:rPr lang="ko-KR" altLang="en-US" dirty="0" err="1"/>
              <a:t>과냉각상태라고</a:t>
            </a:r>
            <a:r>
              <a:rPr lang="ko-KR" altLang="en-US" dirty="0"/>
              <a:t> </a:t>
            </a:r>
            <a:r>
              <a:rPr lang="ko-KR" altLang="en-US" dirty="0" err="1"/>
              <a:t>해석할수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15" name="object 115"/>
          <p:cNvSpPr/>
          <p:nvPr/>
        </p:nvSpPr>
        <p:spPr>
          <a:xfrm>
            <a:off x="9836594" y="2763331"/>
            <a:ext cx="6653530" cy="688340"/>
          </a:xfrm>
          <a:custGeom>
            <a:avLst/>
            <a:gdLst/>
            <a:ahLst/>
            <a:cxnLst/>
            <a:rect l="l" t="t" r="r" b="b"/>
            <a:pathLst>
              <a:path w="6653530" h="688340">
                <a:moveTo>
                  <a:pt x="0" y="687916"/>
                </a:moveTo>
                <a:lnTo>
                  <a:pt x="0" y="0"/>
                </a:lnTo>
                <a:lnTo>
                  <a:pt x="6653135" y="0"/>
                </a:lnTo>
                <a:lnTo>
                  <a:pt x="6653135" y="687916"/>
                </a:lnTo>
                <a:lnTo>
                  <a:pt x="0" y="687916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0336683" y="2974000"/>
            <a:ext cx="236854" cy="257175"/>
          </a:xfrm>
          <a:custGeom>
            <a:avLst/>
            <a:gdLst/>
            <a:ahLst/>
            <a:cxnLst/>
            <a:rect l="l" t="t" r="r" b="b"/>
            <a:pathLst>
              <a:path w="236854" h="257175">
                <a:moveTo>
                  <a:pt x="236829" y="55778"/>
                </a:moveTo>
                <a:lnTo>
                  <a:pt x="206654" y="55778"/>
                </a:lnTo>
                <a:lnTo>
                  <a:pt x="206654" y="0"/>
                </a:lnTo>
                <a:lnTo>
                  <a:pt x="236829" y="0"/>
                </a:lnTo>
                <a:lnTo>
                  <a:pt x="236829" y="55778"/>
                </a:lnTo>
                <a:close/>
              </a:path>
              <a:path w="236854" h="257175">
                <a:moveTo>
                  <a:pt x="236829" y="145694"/>
                </a:moveTo>
                <a:lnTo>
                  <a:pt x="206654" y="145694"/>
                </a:lnTo>
                <a:lnTo>
                  <a:pt x="206654" y="83515"/>
                </a:lnTo>
                <a:lnTo>
                  <a:pt x="0" y="83515"/>
                </a:lnTo>
                <a:lnTo>
                  <a:pt x="0" y="59131"/>
                </a:lnTo>
                <a:lnTo>
                  <a:pt x="124358" y="59131"/>
                </a:lnTo>
                <a:lnTo>
                  <a:pt x="124663" y="56692"/>
                </a:lnTo>
                <a:lnTo>
                  <a:pt x="124663" y="31089"/>
                </a:lnTo>
                <a:lnTo>
                  <a:pt x="0" y="31089"/>
                </a:lnTo>
                <a:lnTo>
                  <a:pt x="0" y="6400"/>
                </a:lnTo>
                <a:lnTo>
                  <a:pt x="153924" y="6400"/>
                </a:lnTo>
                <a:lnTo>
                  <a:pt x="153924" y="47548"/>
                </a:lnTo>
                <a:lnTo>
                  <a:pt x="153314" y="55778"/>
                </a:lnTo>
                <a:lnTo>
                  <a:pt x="236829" y="55778"/>
                </a:lnTo>
                <a:lnTo>
                  <a:pt x="236829" y="145694"/>
                </a:lnTo>
                <a:close/>
              </a:path>
              <a:path w="236854" h="257175">
                <a:moveTo>
                  <a:pt x="0" y="141427"/>
                </a:moveTo>
                <a:lnTo>
                  <a:pt x="0" y="116738"/>
                </a:lnTo>
                <a:lnTo>
                  <a:pt x="38652" y="114933"/>
                </a:lnTo>
                <a:lnTo>
                  <a:pt x="71247" y="109156"/>
                </a:lnTo>
                <a:lnTo>
                  <a:pt x="96869" y="98864"/>
                </a:lnTo>
                <a:lnTo>
                  <a:pt x="114604" y="83515"/>
                </a:lnTo>
                <a:lnTo>
                  <a:pt x="145389" y="83515"/>
                </a:lnTo>
                <a:lnTo>
                  <a:pt x="123958" y="110180"/>
                </a:lnTo>
                <a:lnTo>
                  <a:pt x="91440" y="128130"/>
                </a:lnTo>
                <a:lnTo>
                  <a:pt x="49549" y="138250"/>
                </a:lnTo>
                <a:lnTo>
                  <a:pt x="0" y="141427"/>
                </a:lnTo>
                <a:close/>
              </a:path>
              <a:path w="236854" h="257175">
                <a:moveTo>
                  <a:pt x="235915" y="256946"/>
                </a:moveTo>
                <a:lnTo>
                  <a:pt x="15240" y="256946"/>
                </a:lnTo>
                <a:lnTo>
                  <a:pt x="15240" y="160020"/>
                </a:lnTo>
                <a:lnTo>
                  <a:pt x="235915" y="160020"/>
                </a:lnTo>
                <a:lnTo>
                  <a:pt x="235915" y="185318"/>
                </a:lnTo>
                <a:lnTo>
                  <a:pt x="45415" y="185318"/>
                </a:lnTo>
                <a:lnTo>
                  <a:pt x="45415" y="231648"/>
                </a:lnTo>
                <a:lnTo>
                  <a:pt x="235915" y="231648"/>
                </a:lnTo>
                <a:lnTo>
                  <a:pt x="235915" y="256946"/>
                </a:lnTo>
                <a:close/>
              </a:path>
              <a:path w="236854" h="257175">
                <a:moveTo>
                  <a:pt x="235915" y="231648"/>
                </a:moveTo>
                <a:lnTo>
                  <a:pt x="205740" y="231648"/>
                </a:lnTo>
                <a:lnTo>
                  <a:pt x="205740" y="185318"/>
                </a:lnTo>
                <a:lnTo>
                  <a:pt x="235915" y="185318"/>
                </a:lnTo>
                <a:lnTo>
                  <a:pt x="235915" y="231648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0629292" y="2981924"/>
            <a:ext cx="226695" cy="27940"/>
          </a:xfrm>
          <a:custGeom>
            <a:avLst/>
            <a:gdLst/>
            <a:ahLst/>
            <a:cxnLst/>
            <a:rect l="l" t="t" r="r" b="b"/>
            <a:pathLst>
              <a:path w="226695" h="27940">
                <a:moveTo>
                  <a:pt x="226161" y="27432"/>
                </a:moveTo>
                <a:lnTo>
                  <a:pt x="0" y="27432"/>
                </a:lnTo>
                <a:lnTo>
                  <a:pt x="0" y="0"/>
                </a:lnTo>
                <a:lnTo>
                  <a:pt x="226161" y="0"/>
                </a:lnTo>
                <a:lnTo>
                  <a:pt x="226161" y="27432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0672268" y="3009357"/>
            <a:ext cx="30480" cy="74295"/>
          </a:xfrm>
          <a:custGeom>
            <a:avLst/>
            <a:gdLst/>
            <a:ahLst/>
            <a:cxnLst/>
            <a:rect l="l" t="t" r="r" b="b"/>
            <a:pathLst>
              <a:path w="30479" h="74295">
                <a:moveTo>
                  <a:pt x="30480" y="74066"/>
                </a:moveTo>
                <a:lnTo>
                  <a:pt x="0" y="74066"/>
                </a:lnTo>
                <a:lnTo>
                  <a:pt x="0" y="0"/>
                </a:lnTo>
                <a:lnTo>
                  <a:pt x="30480" y="0"/>
                </a:lnTo>
                <a:lnTo>
                  <a:pt x="30480" y="7406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0781996" y="3009357"/>
            <a:ext cx="30480" cy="74295"/>
          </a:xfrm>
          <a:custGeom>
            <a:avLst/>
            <a:gdLst/>
            <a:ahLst/>
            <a:cxnLst/>
            <a:rect l="l" t="t" r="r" b="b"/>
            <a:pathLst>
              <a:path w="30479" h="74295">
                <a:moveTo>
                  <a:pt x="30480" y="74066"/>
                </a:moveTo>
                <a:lnTo>
                  <a:pt x="0" y="74066"/>
                </a:lnTo>
                <a:lnTo>
                  <a:pt x="0" y="0"/>
                </a:lnTo>
                <a:lnTo>
                  <a:pt x="30480" y="0"/>
                </a:lnTo>
                <a:lnTo>
                  <a:pt x="30480" y="7406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0626548" y="3083423"/>
            <a:ext cx="231775" cy="27305"/>
          </a:xfrm>
          <a:custGeom>
            <a:avLst/>
            <a:gdLst/>
            <a:ahLst/>
            <a:cxnLst/>
            <a:rect l="l" t="t" r="r" b="b"/>
            <a:pathLst>
              <a:path w="231775" h="27304">
                <a:moveTo>
                  <a:pt x="231648" y="27127"/>
                </a:moveTo>
                <a:lnTo>
                  <a:pt x="0" y="27127"/>
                </a:lnTo>
                <a:lnTo>
                  <a:pt x="0" y="0"/>
                </a:lnTo>
                <a:lnTo>
                  <a:pt x="231648" y="0"/>
                </a:lnTo>
                <a:lnTo>
                  <a:pt x="231648" y="2712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0612527" y="3138897"/>
            <a:ext cx="260350" cy="27940"/>
          </a:xfrm>
          <a:custGeom>
            <a:avLst/>
            <a:gdLst/>
            <a:ahLst/>
            <a:cxnLst/>
            <a:rect l="l" t="t" r="r" b="b"/>
            <a:pathLst>
              <a:path w="260350" h="27940">
                <a:moveTo>
                  <a:pt x="259994" y="27432"/>
                </a:moveTo>
                <a:lnTo>
                  <a:pt x="0" y="27432"/>
                </a:lnTo>
                <a:lnTo>
                  <a:pt x="0" y="0"/>
                </a:lnTo>
                <a:lnTo>
                  <a:pt x="259994" y="0"/>
                </a:lnTo>
                <a:lnTo>
                  <a:pt x="259994" y="27432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0676231" y="3166328"/>
            <a:ext cx="30480" cy="74295"/>
          </a:xfrm>
          <a:custGeom>
            <a:avLst/>
            <a:gdLst/>
            <a:ahLst/>
            <a:cxnLst/>
            <a:rect l="l" t="t" r="r" b="b"/>
            <a:pathLst>
              <a:path w="30479" h="74295">
                <a:moveTo>
                  <a:pt x="30175" y="74066"/>
                </a:moveTo>
                <a:lnTo>
                  <a:pt x="0" y="74066"/>
                </a:lnTo>
                <a:lnTo>
                  <a:pt x="0" y="0"/>
                </a:lnTo>
                <a:lnTo>
                  <a:pt x="30175" y="0"/>
                </a:lnTo>
                <a:lnTo>
                  <a:pt x="30175" y="7406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0778338" y="3166328"/>
            <a:ext cx="30480" cy="74295"/>
          </a:xfrm>
          <a:custGeom>
            <a:avLst/>
            <a:gdLst/>
            <a:ahLst/>
            <a:cxnLst/>
            <a:rect l="l" t="t" r="r" b="b"/>
            <a:pathLst>
              <a:path w="30479" h="74295">
                <a:moveTo>
                  <a:pt x="30175" y="74066"/>
                </a:moveTo>
                <a:lnTo>
                  <a:pt x="0" y="74066"/>
                </a:lnTo>
                <a:lnTo>
                  <a:pt x="0" y="0"/>
                </a:lnTo>
                <a:lnTo>
                  <a:pt x="30175" y="0"/>
                </a:lnTo>
                <a:lnTo>
                  <a:pt x="30175" y="7406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0910317" y="2974000"/>
            <a:ext cx="231775" cy="260350"/>
          </a:xfrm>
          <a:custGeom>
            <a:avLst/>
            <a:gdLst/>
            <a:ahLst/>
            <a:cxnLst/>
            <a:rect l="l" t="t" r="r" b="b"/>
            <a:pathLst>
              <a:path w="231775" h="260350">
                <a:moveTo>
                  <a:pt x="231343" y="260299"/>
                </a:moveTo>
                <a:lnTo>
                  <a:pt x="200863" y="260299"/>
                </a:lnTo>
                <a:lnTo>
                  <a:pt x="200863" y="134416"/>
                </a:lnTo>
                <a:lnTo>
                  <a:pt x="152704" y="134416"/>
                </a:lnTo>
                <a:lnTo>
                  <a:pt x="152704" y="106070"/>
                </a:lnTo>
                <a:lnTo>
                  <a:pt x="200863" y="106070"/>
                </a:lnTo>
                <a:lnTo>
                  <a:pt x="200863" y="0"/>
                </a:lnTo>
                <a:lnTo>
                  <a:pt x="231343" y="0"/>
                </a:lnTo>
                <a:lnTo>
                  <a:pt x="231343" y="260299"/>
                </a:lnTo>
                <a:close/>
              </a:path>
              <a:path w="231775" h="260350">
                <a:moveTo>
                  <a:pt x="99669" y="244754"/>
                </a:moveTo>
                <a:lnTo>
                  <a:pt x="0" y="244754"/>
                </a:lnTo>
                <a:lnTo>
                  <a:pt x="0" y="9448"/>
                </a:lnTo>
                <a:lnTo>
                  <a:pt x="148742" y="9448"/>
                </a:lnTo>
                <a:lnTo>
                  <a:pt x="148742" y="37185"/>
                </a:lnTo>
                <a:lnTo>
                  <a:pt x="30175" y="37185"/>
                </a:lnTo>
                <a:lnTo>
                  <a:pt x="30175" y="111252"/>
                </a:lnTo>
                <a:lnTo>
                  <a:pt x="134112" y="111252"/>
                </a:lnTo>
                <a:lnTo>
                  <a:pt x="134112" y="138988"/>
                </a:lnTo>
                <a:lnTo>
                  <a:pt x="30175" y="138988"/>
                </a:lnTo>
                <a:lnTo>
                  <a:pt x="30175" y="217017"/>
                </a:lnTo>
                <a:lnTo>
                  <a:pt x="167030" y="217017"/>
                </a:lnTo>
                <a:lnTo>
                  <a:pt x="167030" y="232257"/>
                </a:lnTo>
                <a:lnTo>
                  <a:pt x="153333" y="237553"/>
                </a:lnTo>
                <a:lnTo>
                  <a:pt x="136779" y="241477"/>
                </a:lnTo>
                <a:lnTo>
                  <a:pt x="118510" y="243916"/>
                </a:lnTo>
                <a:lnTo>
                  <a:pt x="99669" y="244754"/>
                </a:lnTo>
                <a:close/>
              </a:path>
              <a:path w="231775" h="260350">
                <a:moveTo>
                  <a:pt x="167030" y="217017"/>
                </a:moveTo>
                <a:lnTo>
                  <a:pt x="99669" y="217017"/>
                </a:lnTo>
                <a:lnTo>
                  <a:pt x="118381" y="216136"/>
                </a:lnTo>
                <a:lnTo>
                  <a:pt x="136664" y="213626"/>
                </a:lnTo>
                <a:lnTo>
                  <a:pt x="153290" y="209688"/>
                </a:lnTo>
                <a:lnTo>
                  <a:pt x="167030" y="204520"/>
                </a:lnTo>
                <a:lnTo>
                  <a:pt x="167030" y="21701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1198048" y="2983054"/>
            <a:ext cx="226060" cy="26670"/>
          </a:xfrm>
          <a:custGeom>
            <a:avLst/>
            <a:gdLst/>
            <a:ahLst/>
            <a:cxnLst/>
            <a:rect l="l" t="t" r="r" b="b"/>
            <a:pathLst>
              <a:path w="226059" h="26670">
                <a:moveTo>
                  <a:pt x="0" y="0"/>
                </a:moveTo>
                <a:lnTo>
                  <a:pt x="225551" y="0"/>
                </a:lnTo>
                <a:lnTo>
                  <a:pt x="225551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1393729" y="3009725"/>
            <a:ext cx="30480" cy="41910"/>
          </a:xfrm>
          <a:custGeom>
            <a:avLst/>
            <a:gdLst/>
            <a:ahLst/>
            <a:cxnLst/>
            <a:rect l="l" t="t" r="r" b="b"/>
            <a:pathLst>
              <a:path w="30479" h="41909">
                <a:moveTo>
                  <a:pt x="0" y="0"/>
                </a:moveTo>
                <a:lnTo>
                  <a:pt x="29870" y="0"/>
                </a:lnTo>
                <a:lnTo>
                  <a:pt x="29870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1198048" y="3051635"/>
            <a:ext cx="226060" cy="25400"/>
          </a:xfrm>
          <a:custGeom>
            <a:avLst/>
            <a:gdLst/>
            <a:ahLst/>
            <a:cxnLst/>
            <a:rect l="l" t="t" r="r" b="b"/>
            <a:pathLst>
              <a:path w="226059" h="25400">
                <a:moveTo>
                  <a:pt x="0" y="0"/>
                </a:moveTo>
                <a:lnTo>
                  <a:pt x="225551" y="0"/>
                </a:lnTo>
                <a:lnTo>
                  <a:pt x="22555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1198048" y="3077035"/>
            <a:ext cx="30480" cy="40640"/>
          </a:xfrm>
          <a:custGeom>
            <a:avLst/>
            <a:gdLst/>
            <a:ahLst/>
            <a:cxnLst/>
            <a:rect l="l" t="t" r="r" b="b"/>
            <a:pathLst>
              <a:path w="30479" h="40640">
                <a:moveTo>
                  <a:pt x="0" y="0"/>
                </a:moveTo>
                <a:lnTo>
                  <a:pt x="30175" y="0"/>
                </a:lnTo>
                <a:lnTo>
                  <a:pt x="30175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1198048" y="3117675"/>
            <a:ext cx="229870" cy="27940"/>
          </a:xfrm>
          <a:custGeom>
            <a:avLst/>
            <a:gdLst/>
            <a:ahLst/>
            <a:cxnLst/>
            <a:rect l="l" t="t" r="r" b="b"/>
            <a:pathLst>
              <a:path w="229870" h="27940">
                <a:moveTo>
                  <a:pt x="0" y="0"/>
                </a:moveTo>
                <a:lnTo>
                  <a:pt x="229514" y="0"/>
                </a:lnTo>
                <a:lnTo>
                  <a:pt x="22951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1294670" y="3145614"/>
            <a:ext cx="31115" cy="48260"/>
          </a:xfrm>
          <a:custGeom>
            <a:avLst/>
            <a:gdLst/>
            <a:ahLst/>
            <a:cxnLst/>
            <a:rect l="l" t="t" r="r" b="b"/>
            <a:pathLst>
              <a:path w="31115" h="48259">
                <a:moveTo>
                  <a:pt x="0" y="0"/>
                </a:moveTo>
                <a:lnTo>
                  <a:pt x="30784" y="0"/>
                </a:lnTo>
                <a:lnTo>
                  <a:pt x="30784" y="48260"/>
                </a:lnTo>
                <a:lnTo>
                  <a:pt x="0" y="4826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1180674" y="3193875"/>
            <a:ext cx="260350" cy="27940"/>
          </a:xfrm>
          <a:custGeom>
            <a:avLst/>
            <a:gdLst/>
            <a:ahLst/>
            <a:cxnLst/>
            <a:rect l="l" t="t" r="r" b="b"/>
            <a:pathLst>
              <a:path w="260350" h="27940">
                <a:moveTo>
                  <a:pt x="0" y="0"/>
                </a:moveTo>
                <a:lnTo>
                  <a:pt x="259994" y="0"/>
                </a:lnTo>
                <a:lnTo>
                  <a:pt x="25999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1544465" y="2974000"/>
            <a:ext cx="268605" cy="260350"/>
          </a:xfrm>
          <a:custGeom>
            <a:avLst/>
            <a:gdLst/>
            <a:ahLst/>
            <a:cxnLst/>
            <a:rect l="l" t="t" r="r" b="b"/>
            <a:pathLst>
              <a:path w="268604" h="260350">
                <a:moveTo>
                  <a:pt x="231952" y="155448"/>
                </a:moveTo>
                <a:lnTo>
                  <a:pt x="201777" y="155448"/>
                </a:lnTo>
                <a:lnTo>
                  <a:pt x="201777" y="0"/>
                </a:lnTo>
                <a:lnTo>
                  <a:pt x="231952" y="0"/>
                </a:lnTo>
                <a:lnTo>
                  <a:pt x="231952" y="55168"/>
                </a:lnTo>
                <a:lnTo>
                  <a:pt x="268528" y="55168"/>
                </a:lnTo>
                <a:lnTo>
                  <a:pt x="268528" y="83820"/>
                </a:lnTo>
                <a:lnTo>
                  <a:pt x="231952" y="83820"/>
                </a:lnTo>
                <a:lnTo>
                  <a:pt x="231952" y="155448"/>
                </a:lnTo>
                <a:close/>
              </a:path>
              <a:path w="268604" h="260350">
                <a:moveTo>
                  <a:pt x="169468" y="32613"/>
                </a:moveTo>
                <a:lnTo>
                  <a:pt x="3352" y="32613"/>
                </a:lnTo>
                <a:lnTo>
                  <a:pt x="3352" y="6705"/>
                </a:lnTo>
                <a:lnTo>
                  <a:pt x="169468" y="6705"/>
                </a:lnTo>
                <a:lnTo>
                  <a:pt x="169468" y="32613"/>
                </a:lnTo>
                <a:close/>
              </a:path>
              <a:path w="268604" h="260350">
                <a:moveTo>
                  <a:pt x="0" y="147828"/>
                </a:moveTo>
                <a:lnTo>
                  <a:pt x="0" y="120396"/>
                </a:lnTo>
                <a:lnTo>
                  <a:pt x="29437" y="110666"/>
                </a:lnTo>
                <a:lnTo>
                  <a:pt x="51930" y="91935"/>
                </a:lnTo>
                <a:lnTo>
                  <a:pt x="66822" y="65489"/>
                </a:lnTo>
                <a:lnTo>
                  <a:pt x="73456" y="32613"/>
                </a:lnTo>
                <a:lnTo>
                  <a:pt x="103632" y="32613"/>
                </a:lnTo>
                <a:lnTo>
                  <a:pt x="103017" y="42276"/>
                </a:lnTo>
                <a:lnTo>
                  <a:pt x="101688" y="51625"/>
                </a:lnTo>
                <a:lnTo>
                  <a:pt x="99731" y="60688"/>
                </a:lnTo>
                <a:lnTo>
                  <a:pt x="97231" y="69494"/>
                </a:lnTo>
                <a:lnTo>
                  <a:pt x="134437" y="94488"/>
                </a:lnTo>
                <a:lnTo>
                  <a:pt x="85953" y="94488"/>
                </a:lnTo>
                <a:lnTo>
                  <a:pt x="70251" y="114738"/>
                </a:lnTo>
                <a:lnTo>
                  <a:pt x="50406" y="130759"/>
                </a:lnTo>
                <a:lnTo>
                  <a:pt x="26846" y="141979"/>
                </a:lnTo>
                <a:lnTo>
                  <a:pt x="0" y="147828"/>
                </a:lnTo>
                <a:close/>
              </a:path>
              <a:path w="268604" h="260350">
                <a:moveTo>
                  <a:pt x="160934" y="145694"/>
                </a:moveTo>
                <a:lnTo>
                  <a:pt x="85953" y="94488"/>
                </a:lnTo>
                <a:lnTo>
                  <a:pt x="134437" y="94488"/>
                </a:lnTo>
                <a:lnTo>
                  <a:pt x="177088" y="123139"/>
                </a:lnTo>
                <a:lnTo>
                  <a:pt x="160934" y="145694"/>
                </a:lnTo>
                <a:close/>
              </a:path>
              <a:path w="268604" h="260350">
                <a:moveTo>
                  <a:pt x="231952" y="260299"/>
                </a:moveTo>
                <a:lnTo>
                  <a:pt x="201472" y="260299"/>
                </a:lnTo>
                <a:lnTo>
                  <a:pt x="201472" y="195986"/>
                </a:lnTo>
                <a:lnTo>
                  <a:pt x="11887" y="195986"/>
                </a:lnTo>
                <a:lnTo>
                  <a:pt x="11887" y="169773"/>
                </a:lnTo>
                <a:lnTo>
                  <a:pt x="231952" y="169773"/>
                </a:lnTo>
                <a:lnTo>
                  <a:pt x="231952" y="26029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1841949" y="2983054"/>
            <a:ext cx="226060" cy="27940"/>
          </a:xfrm>
          <a:custGeom>
            <a:avLst/>
            <a:gdLst/>
            <a:ahLst/>
            <a:cxnLst/>
            <a:rect l="l" t="t" r="r" b="b"/>
            <a:pathLst>
              <a:path w="226059" h="27940">
                <a:moveTo>
                  <a:pt x="0" y="0"/>
                </a:moveTo>
                <a:lnTo>
                  <a:pt x="225856" y="0"/>
                </a:lnTo>
                <a:lnTo>
                  <a:pt x="225856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1841949" y="3010995"/>
            <a:ext cx="31115" cy="91440"/>
          </a:xfrm>
          <a:custGeom>
            <a:avLst/>
            <a:gdLst/>
            <a:ahLst/>
            <a:cxnLst/>
            <a:rect l="l" t="t" r="r" b="b"/>
            <a:pathLst>
              <a:path w="31115" h="91440">
                <a:moveTo>
                  <a:pt x="0" y="0"/>
                </a:moveTo>
                <a:lnTo>
                  <a:pt x="30784" y="0"/>
                </a:lnTo>
                <a:lnTo>
                  <a:pt x="30784" y="91440"/>
                </a:ln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1841949" y="3102435"/>
            <a:ext cx="229235" cy="27940"/>
          </a:xfrm>
          <a:custGeom>
            <a:avLst/>
            <a:gdLst/>
            <a:ahLst/>
            <a:cxnLst/>
            <a:rect l="l" t="t" r="r" b="b"/>
            <a:pathLst>
              <a:path w="229234" h="27940">
                <a:moveTo>
                  <a:pt x="0" y="0"/>
                </a:moveTo>
                <a:lnTo>
                  <a:pt x="228904" y="0"/>
                </a:lnTo>
                <a:lnTo>
                  <a:pt x="22890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1939181" y="3130375"/>
            <a:ext cx="31115" cy="63500"/>
          </a:xfrm>
          <a:custGeom>
            <a:avLst/>
            <a:gdLst/>
            <a:ahLst/>
            <a:cxnLst/>
            <a:rect l="l" t="t" r="r" b="b"/>
            <a:pathLst>
              <a:path w="31115" h="63500">
                <a:moveTo>
                  <a:pt x="0" y="0"/>
                </a:moveTo>
                <a:lnTo>
                  <a:pt x="30784" y="0"/>
                </a:lnTo>
                <a:lnTo>
                  <a:pt x="30784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1824881" y="3193875"/>
            <a:ext cx="260350" cy="27940"/>
          </a:xfrm>
          <a:custGeom>
            <a:avLst/>
            <a:gdLst/>
            <a:ahLst/>
            <a:cxnLst/>
            <a:rect l="l" t="t" r="r" b="b"/>
            <a:pathLst>
              <a:path w="260350" h="27940">
                <a:moveTo>
                  <a:pt x="0" y="0"/>
                </a:moveTo>
                <a:lnTo>
                  <a:pt x="259994" y="0"/>
                </a:lnTo>
                <a:lnTo>
                  <a:pt x="25999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2110174" y="3023987"/>
            <a:ext cx="42545" cy="163830"/>
          </a:xfrm>
          <a:custGeom>
            <a:avLst/>
            <a:gdLst/>
            <a:ahLst/>
            <a:cxnLst/>
            <a:rect l="l" t="t" r="r" b="b"/>
            <a:pathLst>
              <a:path w="42545" h="163829">
                <a:moveTo>
                  <a:pt x="21336" y="42672"/>
                </a:moveTo>
                <a:lnTo>
                  <a:pt x="12858" y="41009"/>
                </a:lnTo>
                <a:lnTo>
                  <a:pt x="6096" y="36461"/>
                </a:lnTo>
                <a:lnTo>
                  <a:pt x="1619" y="29684"/>
                </a:lnTo>
                <a:lnTo>
                  <a:pt x="0" y="21336"/>
                </a:lnTo>
                <a:lnTo>
                  <a:pt x="1619" y="12987"/>
                </a:lnTo>
                <a:lnTo>
                  <a:pt x="6096" y="6210"/>
                </a:lnTo>
                <a:lnTo>
                  <a:pt x="12858" y="1662"/>
                </a:lnTo>
                <a:lnTo>
                  <a:pt x="21336" y="0"/>
                </a:lnTo>
                <a:lnTo>
                  <a:pt x="29637" y="1662"/>
                </a:lnTo>
                <a:lnTo>
                  <a:pt x="36309" y="6210"/>
                </a:lnTo>
                <a:lnTo>
                  <a:pt x="40752" y="12987"/>
                </a:lnTo>
                <a:lnTo>
                  <a:pt x="42367" y="21336"/>
                </a:lnTo>
                <a:lnTo>
                  <a:pt x="40752" y="29684"/>
                </a:lnTo>
                <a:lnTo>
                  <a:pt x="36309" y="36461"/>
                </a:lnTo>
                <a:lnTo>
                  <a:pt x="29637" y="41009"/>
                </a:lnTo>
                <a:lnTo>
                  <a:pt x="21336" y="42672"/>
                </a:lnTo>
                <a:close/>
              </a:path>
              <a:path w="42545" h="163829">
                <a:moveTo>
                  <a:pt x="21336" y="163677"/>
                </a:moveTo>
                <a:lnTo>
                  <a:pt x="12858" y="162063"/>
                </a:lnTo>
                <a:lnTo>
                  <a:pt x="6096" y="157619"/>
                </a:lnTo>
                <a:lnTo>
                  <a:pt x="1619" y="150947"/>
                </a:lnTo>
                <a:lnTo>
                  <a:pt x="0" y="142646"/>
                </a:lnTo>
                <a:lnTo>
                  <a:pt x="1619" y="134169"/>
                </a:lnTo>
                <a:lnTo>
                  <a:pt x="6096" y="127406"/>
                </a:lnTo>
                <a:lnTo>
                  <a:pt x="12858" y="122929"/>
                </a:lnTo>
                <a:lnTo>
                  <a:pt x="21336" y="121310"/>
                </a:lnTo>
                <a:lnTo>
                  <a:pt x="29637" y="122929"/>
                </a:lnTo>
                <a:lnTo>
                  <a:pt x="36309" y="127406"/>
                </a:lnTo>
                <a:lnTo>
                  <a:pt x="40752" y="134169"/>
                </a:lnTo>
                <a:lnTo>
                  <a:pt x="42367" y="142646"/>
                </a:lnTo>
                <a:lnTo>
                  <a:pt x="40752" y="150947"/>
                </a:lnTo>
                <a:lnTo>
                  <a:pt x="36309" y="157619"/>
                </a:lnTo>
                <a:lnTo>
                  <a:pt x="29637" y="162063"/>
                </a:lnTo>
                <a:lnTo>
                  <a:pt x="21336" y="16367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2265411" y="2974000"/>
            <a:ext cx="232410" cy="260350"/>
          </a:xfrm>
          <a:custGeom>
            <a:avLst/>
            <a:gdLst/>
            <a:ahLst/>
            <a:cxnLst/>
            <a:rect l="l" t="t" r="r" b="b"/>
            <a:pathLst>
              <a:path w="232409" h="260350">
                <a:moveTo>
                  <a:pt x="232257" y="260299"/>
                </a:moveTo>
                <a:lnTo>
                  <a:pt x="201777" y="260299"/>
                </a:lnTo>
                <a:lnTo>
                  <a:pt x="201777" y="0"/>
                </a:lnTo>
                <a:lnTo>
                  <a:pt x="232257" y="0"/>
                </a:lnTo>
                <a:lnTo>
                  <a:pt x="232257" y="260299"/>
                </a:lnTo>
                <a:close/>
              </a:path>
              <a:path w="232409" h="260350">
                <a:moveTo>
                  <a:pt x="78943" y="248107"/>
                </a:moveTo>
                <a:lnTo>
                  <a:pt x="47063" y="240815"/>
                </a:lnTo>
                <a:lnTo>
                  <a:pt x="22098" y="218579"/>
                </a:lnTo>
                <a:lnTo>
                  <a:pt x="5819" y="180855"/>
                </a:lnTo>
                <a:lnTo>
                  <a:pt x="0" y="127101"/>
                </a:lnTo>
                <a:lnTo>
                  <a:pt x="5819" y="73347"/>
                </a:lnTo>
                <a:lnTo>
                  <a:pt x="22098" y="35623"/>
                </a:lnTo>
                <a:lnTo>
                  <a:pt x="47063" y="13387"/>
                </a:lnTo>
                <a:lnTo>
                  <a:pt x="78943" y="6096"/>
                </a:lnTo>
                <a:lnTo>
                  <a:pt x="110647" y="13387"/>
                </a:lnTo>
                <a:lnTo>
                  <a:pt x="133518" y="33832"/>
                </a:lnTo>
                <a:lnTo>
                  <a:pt x="78943" y="33832"/>
                </a:lnTo>
                <a:lnTo>
                  <a:pt x="59621" y="39147"/>
                </a:lnTo>
                <a:lnTo>
                  <a:pt x="44157" y="55778"/>
                </a:lnTo>
                <a:lnTo>
                  <a:pt x="33894" y="84753"/>
                </a:lnTo>
                <a:lnTo>
                  <a:pt x="30175" y="127101"/>
                </a:lnTo>
                <a:lnTo>
                  <a:pt x="33894" y="169578"/>
                </a:lnTo>
                <a:lnTo>
                  <a:pt x="44157" y="198539"/>
                </a:lnTo>
                <a:lnTo>
                  <a:pt x="59621" y="215098"/>
                </a:lnTo>
                <a:lnTo>
                  <a:pt x="78943" y="220370"/>
                </a:lnTo>
                <a:lnTo>
                  <a:pt x="133518" y="220370"/>
                </a:lnTo>
                <a:lnTo>
                  <a:pt x="110647" y="240815"/>
                </a:lnTo>
                <a:lnTo>
                  <a:pt x="78943" y="248107"/>
                </a:lnTo>
                <a:close/>
              </a:path>
              <a:path w="232409" h="260350">
                <a:moveTo>
                  <a:pt x="133518" y="220370"/>
                </a:moveTo>
                <a:lnTo>
                  <a:pt x="78943" y="220370"/>
                </a:lnTo>
                <a:lnTo>
                  <a:pt x="97959" y="215098"/>
                </a:lnTo>
                <a:lnTo>
                  <a:pt x="113347" y="198539"/>
                </a:lnTo>
                <a:lnTo>
                  <a:pt x="123648" y="169578"/>
                </a:lnTo>
                <a:lnTo>
                  <a:pt x="127406" y="127101"/>
                </a:lnTo>
                <a:lnTo>
                  <a:pt x="123648" y="84753"/>
                </a:lnTo>
                <a:lnTo>
                  <a:pt x="113347" y="55778"/>
                </a:lnTo>
                <a:lnTo>
                  <a:pt x="97959" y="39147"/>
                </a:lnTo>
                <a:lnTo>
                  <a:pt x="78943" y="33832"/>
                </a:lnTo>
                <a:lnTo>
                  <a:pt x="133518" y="33832"/>
                </a:lnTo>
                <a:lnTo>
                  <a:pt x="135521" y="35623"/>
                </a:lnTo>
                <a:lnTo>
                  <a:pt x="151766" y="73347"/>
                </a:lnTo>
                <a:lnTo>
                  <a:pt x="157581" y="127101"/>
                </a:lnTo>
                <a:lnTo>
                  <a:pt x="151766" y="180855"/>
                </a:lnTo>
                <a:lnTo>
                  <a:pt x="135521" y="218579"/>
                </a:lnTo>
                <a:lnTo>
                  <a:pt x="133518" y="22037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2557410" y="2976704"/>
            <a:ext cx="222885" cy="24130"/>
          </a:xfrm>
          <a:custGeom>
            <a:avLst/>
            <a:gdLst/>
            <a:ahLst/>
            <a:cxnLst/>
            <a:rect l="l" t="t" r="r" b="b"/>
            <a:pathLst>
              <a:path w="222884" h="24129">
                <a:moveTo>
                  <a:pt x="0" y="0"/>
                </a:moveTo>
                <a:lnTo>
                  <a:pt x="222504" y="0"/>
                </a:lnTo>
                <a:lnTo>
                  <a:pt x="222504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2750348" y="3000835"/>
            <a:ext cx="29845" cy="24130"/>
          </a:xfrm>
          <a:custGeom>
            <a:avLst/>
            <a:gdLst/>
            <a:ahLst/>
            <a:cxnLst/>
            <a:rect l="l" t="t" r="r" b="b"/>
            <a:pathLst>
              <a:path w="29845" h="24129">
                <a:moveTo>
                  <a:pt x="0" y="0"/>
                </a:moveTo>
                <a:lnTo>
                  <a:pt x="29565" y="0"/>
                </a:lnTo>
                <a:lnTo>
                  <a:pt x="29565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2557410" y="3024964"/>
            <a:ext cx="222885" cy="24130"/>
          </a:xfrm>
          <a:custGeom>
            <a:avLst/>
            <a:gdLst/>
            <a:ahLst/>
            <a:cxnLst/>
            <a:rect l="l" t="t" r="r" b="b"/>
            <a:pathLst>
              <a:path w="222884" h="24129">
                <a:moveTo>
                  <a:pt x="0" y="0"/>
                </a:moveTo>
                <a:lnTo>
                  <a:pt x="222504" y="0"/>
                </a:lnTo>
                <a:lnTo>
                  <a:pt x="22250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2557410" y="3049095"/>
            <a:ext cx="30480" cy="24130"/>
          </a:xfrm>
          <a:custGeom>
            <a:avLst/>
            <a:gdLst/>
            <a:ahLst/>
            <a:cxnLst/>
            <a:rect l="l" t="t" r="r" b="b"/>
            <a:pathLst>
              <a:path w="30479" h="24129">
                <a:moveTo>
                  <a:pt x="0" y="0"/>
                </a:moveTo>
                <a:lnTo>
                  <a:pt x="29870" y="0"/>
                </a:lnTo>
                <a:lnTo>
                  <a:pt x="2987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2557410" y="3073225"/>
            <a:ext cx="226695" cy="24130"/>
          </a:xfrm>
          <a:custGeom>
            <a:avLst/>
            <a:gdLst/>
            <a:ahLst/>
            <a:cxnLst/>
            <a:rect l="l" t="t" r="r" b="b"/>
            <a:pathLst>
              <a:path w="226695" h="24129">
                <a:moveTo>
                  <a:pt x="0" y="0"/>
                </a:moveTo>
                <a:lnTo>
                  <a:pt x="226161" y="0"/>
                </a:lnTo>
                <a:lnTo>
                  <a:pt x="22616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2653117" y="3097139"/>
            <a:ext cx="30480" cy="27940"/>
          </a:xfrm>
          <a:custGeom>
            <a:avLst/>
            <a:gdLst/>
            <a:ahLst/>
            <a:cxnLst/>
            <a:rect l="l" t="t" r="r" b="b"/>
            <a:pathLst>
              <a:path w="30479" h="27940">
                <a:moveTo>
                  <a:pt x="30480" y="27432"/>
                </a:moveTo>
                <a:lnTo>
                  <a:pt x="0" y="27432"/>
                </a:lnTo>
                <a:lnTo>
                  <a:pt x="0" y="0"/>
                </a:lnTo>
                <a:lnTo>
                  <a:pt x="30480" y="0"/>
                </a:lnTo>
                <a:lnTo>
                  <a:pt x="30480" y="27432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2538512" y="3124571"/>
            <a:ext cx="260350" cy="24765"/>
          </a:xfrm>
          <a:custGeom>
            <a:avLst/>
            <a:gdLst/>
            <a:ahLst/>
            <a:cxnLst/>
            <a:rect l="l" t="t" r="r" b="b"/>
            <a:pathLst>
              <a:path w="260350" h="24765">
                <a:moveTo>
                  <a:pt x="259994" y="24384"/>
                </a:moveTo>
                <a:lnTo>
                  <a:pt x="0" y="24384"/>
                </a:lnTo>
                <a:lnTo>
                  <a:pt x="0" y="0"/>
                </a:lnTo>
                <a:lnTo>
                  <a:pt x="259994" y="0"/>
                </a:lnTo>
                <a:lnTo>
                  <a:pt x="259994" y="2438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2556496" y="3167204"/>
            <a:ext cx="31115" cy="39370"/>
          </a:xfrm>
          <a:custGeom>
            <a:avLst/>
            <a:gdLst/>
            <a:ahLst/>
            <a:cxnLst/>
            <a:rect l="l" t="t" r="r" b="b"/>
            <a:pathLst>
              <a:path w="31115" h="39370">
                <a:moveTo>
                  <a:pt x="0" y="0"/>
                </a:moveTo>
                <a:lnTo>
                  <a:pt x="30784" y="0"/>
                </a:lnTo>
                <a:lnTo>
                  <a:pt x="30784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2556496" y="3206575"/>
            <a:ext cx="228600" cy="24130"/>
          </a:xfrm>
          <a:custGeom>
            <a:avLst/>
            <a:gdLst/>
            <a:ahLst/>
            <a:cxnLst/>
            <a:rect l="l" t="t" r="r" b="b"/>
            <a:pathLst>
              <a:path w="228600" h="24129">
                <a:moveTo>
                  <a:pt x="0" y="0"/>
                </a:moveTo>
                <a:lnTo>
                  <a:pt x="228600" y="0"/>
                </a:lnTo>
                <a:lnTo>
                  <a:pt x="22860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2831730" y="2974000"/>
            <a:ext cx="263525" cy="257175"/>
          </a:xfrm>
          <a:custGeom>
            <a:avLst/>
            <a:gdLst/>
            <a:ahLst/>
            <a:cxnLst/>
            <a:rect l="l" t="t" r="r" b="b"/>
            <a:pathLst>
              <a:path w="263525" h="257175">
                <a:moveTo>
                  <a:pt x="226466" y="193243"/>
                </a:moveTo>
                <a:lnTo>
                  <a:pt x="196291" y="193243"/>
                </a:lnTo>
                <a:lnTo>
                  <a:pt x="196291" y="0"/>
                </a:lnTo>
                <a:lnTo>
                  <a:pt x="226466" y="0"/>
                </a:lnTo>
                <a:lnTo>
                  <a:pt x="226466" y="61874"/>
                </a:lnTo>
                <a:lnTo>
                  <a:pt x="263042" y="61874"/>
                </a:lnTo>
                <a:lnTo>
                  <a:pt x="263042" y="90830"/>
                </a:lnTo>
                <a:lnTo>
                  <a:pt x="226466" y="90830"/>
                </a:lnTo>
                <a:lnTo>
                  <a:pt x="226466" y="193243"/>
                </a:lnTo>
                <a:close/>
              </a:path>
              <a:path w="263525" h="257175">
                <a:moveTo>
                  <a:pt x="93573" y="147218"/>
                </a:moveTo>
                <a:lnTo>
                  <a:pt x="0" y="147218"/>
                </a:lnTo>
                <a:lnTo>
                  <a:pt x="0" y="6400"/>
                </a:lnTo>
                <a:lnTo>
                  <a:pt x="158800" y="6400"/>
                </a:lnTo>
                <a:lnTo>
                  <a:pt x="158800" y="32613"/>
                </a:lnTo>
                <a:lnTo>
                  <a:pt x="30480" y="32613"/>
                </a:lnTo>
                <a:lnTo>
                  <a:pt x="30480" y="121005"/>
                </a:lnTo>
                <a:lnTo>
                  <a:pt x="177393" y="121005"/>
                </a:lnTo>
                <a:lnTo>
                  <a:pt x="177393" y="135636"/>
                </a:lnTo>
                <a:lnTo>
                  <a:pt x="162796" y="140403"/>
                </a:lnTo>
                <a:lnTo>
                  <a:pt x="143370" y="144056"/>
                </a:lnTo>
                <a:lnTo>
                  <a:pt x="120000" y="146394"/>
                </a:lnTo>
                <a:lnTo>
                  <a:pt x="93573" y="147218"/>
                </a:lnTo>
                <a:close/>
              </a:path>
              <a:path w="263525" h="257175">
                <a:moveTo>
                  <a:pt x="177393" y="121005"/>
                </a:moveTo>
                <a:lnTo>
                  <a:pt x="95402" y="121005"/>
                </a:lnTo>
                <a:lnTo>
                  <a:pt x="120772" y="120272"/>
                </a:lnTo>
                <a:lnTo>
                  <a:pt x="143370" y="118110"/>
                </a:lnTo>
                <a:lnTo>
                  <a:pt x="162482" y="114576"/>
                </a:lnTo>
                <a:lnTo>
                  <a:pt x="177393" y="109728"/>
                </a:lnTo>
                <a:lnTo>
                  <a:pt x="177393" y="121005"/>
                </a:lnTo>
                <a:close/>
              </a:path>
              <a:path w="263525" h="257175">
                <a:moveTo>
                  <a:pt x="233476" y="256946"/>
                </a:moveTo>
                <a:lnTo>
                  <a:pt x="8839" y="256946"/>
                </a:lnTo>
                <a:lnTo>
                  <a:pt x="8839" y="172516"/>
                </a:lnTo>
                <a:lnTo>
                  <a:pt x="39319" y="172516"/>
                </a:lnTo>
                <a:lnTo>
                  <a:pt x="39319" y="229514"/>
                </a:lnTo>
                <a:lnTo>
                  <a:pt x="233476" y="229514"/>
                </a:lnTo>
                <a:lnTo>
                  <a:pt x="233476" y="2569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3106659" y="2972171"/>
            <a:ext cx="260350" cy="268605"/>
          </a:xfrm>
          <a:custGeom>
            <a:avLst/>
            <a:gdLst/>
            <a:ahLst/>
            <a:cxnLst/>
            <a:rect l="l" t="t" r="r" b="b"/>
            <a:pathLst>
              <a:path w="260350" h="268604">
                <a:moveTo>
                  <a:pt x="6096" y="139903"/>
                </a:moveTo>
                <a:lnTo>
                  <a:pt x="6096" y="111252"/>
                </a:lnTo>
                <a:lnTo>
                  <a:pt x="46982" y="102655"/>
                </a:lnTo>
                <a:lnTo>
                  <a:pt x="83096" y="78828"/>
                </a:lnTo>
                <a:lnTo>
                  <a:pt x="110809" y="43400"/>
                </a:lnTo>
                <a:lnTo>
                  <a:pt x="126492" y="0"/>
                </a:lnTo>
                <a:lnTo>
                  <a:pt x="157581" y="4876"/>
                </a:lnTo>
                <a:lnTo>
                  <a:pt x="154847" y="17321"/>
                </a:lnTo>
                <a:lnTo>
                  <a:pt x="151257" y="29451"/>
                </a:lnTo>
                <a:lnTo>
                  <a:pt x="146865" y="41181"/>
                </a:lnTo>
                <a:lnTo>
                  <a:pt x="141732" y="52425"/>
                </a:lnTo>
                <a:lnTo>
                  <a:pt x="183497" y="75590"/>
                </a:lnTo>
                <a:lnTo>
                  <a:pt x="127101" y="75590"/>
                </a:lnTo>
                <a:lnTo>
                  <a:pt x="102665" y="102184"/>
                </a:lnTo>
                <a:lnTo>
                  <a:pt x="73571" y="122377"/>
                </a:lnTo>
                <a:lnTo>
                  <a:pt x="40990" y="135255"/>
                </a:lnTo>
                <a:lnTo>
                  <a:pt x="6096" y="139903"/>
                </a:lnTo>
                <a:close/>
              </a:path>
              <a:path w="260350" h="268604">
                <a:moveTo>
                  <a:pt x="239268" y="139598"/>
                </a:moveTo>
                <a:lnTo>
                  <a:pt x="127101" y="75590"/>
                </a:lnTo>
                <a:lnTo>
                  <a:pt x="183497" y="75590"/>
                </a:lnTo>
                <a:lnTo>
                  <a:pt x="253288" y="114300"/>
                </a:lnTo>
                <a:lnTo>
                  <a:pt x="239268" y="139598"/>
                </a:lnTo>
                <a:close/>
              </a:path>
              <a:path w="260350" h="268604">
                <a:moveTo>
                  <a:pt x="259994" y="195376"/>
                </a:moveTo>
                <a:lnTo>
                  <a:pt x="0" y="195376"/>
                </a:lnTo>
                <a:lnTo>
                  <a:pt x="0" y="167335"/>
                </a:lnTo>
                <a:lnTo>
                  <a:pt x="259994" y="167335"/>
                </a:lnTo>
                <a:lnTo>
                  <a:pt x="259994" y="195376"/>
                </a:lnTo>
                <a:close/>
              </a:path>
              <a:path w="260350" h="268604">
                <a:moveTo>
                  <a:pt x="145084" y="268224"/>
                </a:moveTo>
                <a:lnTo>
                  <a:pt x="114300" y="268224"/>
                </a:lnTo>
                <a:lnTo>
                  <a:pt x="114300" y="195376"/>
                </a:lnTo>
                <a:lnTo>
                  <a:pt x="145084" y="195376"/>
                </a:lnTo>
                <a:lnTo>
                  <a:pt x="145084" y="268224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3463284" y="2983753"/>
            <a:ext cx="172516" cy="249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3667499" y="2974000"/>
            <a:ext cx="263525" cy="257175"/>
          </a:xfrm>
          <a:custGeom>
            <a:avLst/>
            <a:gdLst/>
            <a:ahLst/>
            <a:cxnLst/>
            <a:rect l="l" t="t" r="r" b="b"/>
            <a:pathLst>
              <a:path w="263525" h="257175">
                <a:moveTo>
                  <a:pt x="226466" y="193243"/>
                </a:moveTo>
                <a:lnTo>
                  <a:pt x="196291" y="193243"/>
                </a:lnTo>
                <a:lnTo>
                  <a:pt x="196291" y="0"/>
                </a:lnTo>
                <a:lnTo>
                  <a:pt x="226466" y="0"/>
                </a:lnTo>
                <a:lnTo>
                  <a:pt x="226466" y="61874"/>
                </a:lnTo>
                <a:lnTo>
                  <a:pt x="263042" y="61874"/>
                </a:lnTo>
                <a:lnTo>
                  <a:pt x="263042" y="90830"/>
                </a:lnTo>
                <a:lnTo>
                  <a:pt x="226466" y="90830"/>
                </a:lnTo>
                <a:lnTo>
                  <a:pt x="226466" y="193243"/>
                </a:lnTo>
                <a:close/>
              </a:path>
              <a:path w="263525" h="257175">
                <a:moveTo>
                  <a:pt x="93573" y="147218"/>
                </a:moveTo>
                <a:lnTo>
                  <a:pt x="0" y="147218"/>
                </a:lnTo>
                <a:lnTo>
                  <a:pt x="0" y="6400"/>
                </a:lnTo>
                <a:lnTo>
                  <a:pt x="158800" y="6400"/>
                </a:lnTo>
                <a:lnTo>
                  <a:pt x="158800" y="32613"/>
                </a:lnTo>
                <a:lnTo>
                  <a:pt x="30480" y="32613"/>
                </a:lnTo>
                <a:lnTo>
                  <a:pt x="30480" y="121005"/>
                </a:lnTo>
                <a:lnTo>
                  <a:pt x="177393" y="121005"/>
                </a:lnTo>
                <a:lnTo>
                  <a:pt x="177393" y="135636"/>
                </a:lnTo>
                <a:lnTo>
                  <a:pt x="162796" y="140403"/>
                </a:lnTo>
                <a:lnTo>
                  <a:pt x="143370" y="144056"/>
                </a:lnTo>
                <a:lnTo>
                  <a:pt x="120000" y="146394"/>
                </a:lnTo>
                <a:lnTo>
                  <a:pt x="93573" y="147218"/>
                </a:lnTo>
                <a:close/>
              </a:path>
              <a:path w="263525" h="257175">
                <a:moveTo>
                  <a:pt x="177393" y="121005"/>
                </a:moveTo>
                <a:lnTo>
                  <a:pt x="95402" y="121005"/>
                </a:lnTo>
                <a:lnTo>
                  <a:pt x="120772" y="120272"/>
                </a:lnTo>
                <a:lnTo>
                  <a:pt x="143370" y="118110"/>
                </a:lnTo>
                <a:lnTo>
                  <a:pt x="162482" y="114576"/>
                </a:lnTo>
                <a:lnTo>
                  <a:pt x="177393" y="109728"/>
                </a:lnTo>
                <a:lnTo>
                  <a:pt x="177393" y="121005"/>
                </a:lnTo>
                <a:close/>
              </a:path>
              <a:path w="263525" h="257175">
                <a:moveTo>
                  <a:pt x="233476" y="256946"/>
                </a:moveTo>
                <a:lnTo>
                  <a:pt x="8839" y="256946"/>
                </a:lnTo>
                <a:lnTo>
                  <a:pt x="8839" y="172516"/>
                </a:lnTo>
                <a:lnTo>
                  <a:pt x="39319" y="172516"/>
                </a:lnTo>
                <a:lnTo>
                  <a:pt x="39319" y="229514"/>
                </a:lnTo>
                <a:lnTo>
                  <a:pt x="233476" y="229514"/>
                </a:lnTo>
                <a:lnTo>
                  <a:pt x="233476" y="2569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4103990" y="2974000"/>
            <a:ext cx="263525" cy="257175"/>
          </a:xfrm>
          <a:custGeom>
            <a:avLst/>
            <a:gdLst/>
            <a:ahLst/>
            <a:cxnLst/>
            <a:rect l="l" t="t" r="r" b="b"/>
            <a:pathLst>
              <a:path w="263525" h="257175">
                <a:moveTo>
                  <a:pt x="226466" y="193243"/>
                </a:moveTo>
                <a:lnTo>
                  <a:pt x="196291" y="193243"/>
                </a:lnTo>
                <a:lnTo>
                  <a:pt x="196291" y="0"/>
                </a:lnTo>
                <a:lnTo>
                  <a:pt x="226466" y="0"/>
                </a:lnTo>
                <a:lnTo>
                  <a:pt x="226466" y="61874"/>
                </a:lnTo>
                <a:lnTo>
                  <a:pt x="263042" y="61874"/>
                </a:lnTo>
                <a:lnTo>
                  <a:pt x="263042" y="90830"/>
                </a:lnTo>
                <a:lnTo>
                  <a:pt x="226466" y="90830"/>
                </a:lnTo>
                <a:lnTo>
                  <a:pt x="226466" y="193243"/>
                </a:lnTo>
                <a:close/>
              </a:path>
              <a:path w="263525" h="257175">
                <a:moveTo>
                  <a:pt x="93573" y="147218"/>
                </a:moveTo>
                <a:lnTo>
                  <a:pt x="0" y="147218"/>
                </a:lnTo>
                <a:lnTo>
                  <a:pt x="0" y="6400"/>
                </a:lnTo>
                <a:lnTo>
                  <a:pt x="158800" y="6400"/>
                </a:lnTo>
                <a:lnTo>
                  <a:pt x="158800" y="32613"/>
                </a:lnTo>
                <a:lnTo>
                  <a:pt x="30480" y="32613"/>
                </a:lnTo>
                <a:lnTo>
                  <a:pt x="30480" y="121005"/>
                </a:lnTo>
                <a:lnTo>
                  <a:pt x="177393" y="121005"/>
                </a:lnTo>
                <a:lnTo>
                  <a:pt x="177393" y="135636"/>
                </a:lnTo>
                <a:lnTo>
                  <a:pt x="162796" y="140403"/>
                </a:lnTo>
                <a:lnTo>
                  <a:pt x="143370" y="144056"/>
                </a:lnTo>
                <a:lnTo>
                  <a:pt x="120000" y="146394"/>
                </a:lnTo>
                <a:lnTo>
                  <a:pt x="93573" y="147218"/>
                </a:lnTo>
                <a:close/>
              </a:path>
              <a:path w="263525" h="257175">
                <a:moveTo>
                  <a:pt x="177393" y="121005"/>
                </a:moveTo>
                <a:lnTo>
                  <a:pt x="95402" y="121005"/>
                </a:lnTo>
                <a:lnTo>
                  <a:pt x="120772" y="120272"/>
                </a:lnTo>
                <a:lnTo>
                  <a:pt x="143370" y="118110"/>
                </a:lnTo>
                <a:lnTo>
                  <a:pt x="162482" y="114576"/>
                </a:lnTo>
                <a:lnTo>
                  <a:pt x="177393" y="109728"/>
                </a:lnTo>
                <a:lnTo>
                  <a:pt x="177393" y="121005"/>
                </a:lnTo>
                <a:close/>
              </a:path>
              <a:path w="263525" h="257175">
                <a:moveTo>
                  <a:pt x="233476" y="256946"/>
                </a:moveTo>
                <a:lnTo>
                  <a:pt x="8839" y="256946"/>
                </a:lnTo>
                <a:lnTo>
                  <a:pt x="8839" y="172516"/>
                </a:lnTo>
                <a:lnTo>
                  <a:pt x="39319" y="172516"/>
                </a:lnTo>
                <a:lnTo>
                  <a:pt x="39319" y="229514"/>
                </a:lnTo>
                <a:lnTo>
                  <a:pt x="233476" y="229514"/>
                </a:lnTo>
                <a:lnTo>
                  <a:pt x="233476" y="2569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4378921" y="2970647"/>
            <a:ext cx="260350" cy="251460"/>
          </a:xfrm>
          <a:custGeom>
            <a:avLst/>
            <a:gdLst/>
            <a:ahLst/>
            <a:cxnLst/>
            <a:rect l="l" t="t" r="r" b="b"/>
            <a:pathLst>
              <a:path w="260350" h="251459">
                <a:moveTo>
                  <a:pt x="145084" y="36576"/>
                </a:moveTo>
                <a:lnTo>
                  <a:pt x="113995" y="36576"/>
                </a:lnTo>
                <a:lnTo>
                  <a:pt x="113995" y="0"/>
                </a:lnTo>
                <a:lnTo>
                  <a:pt x="145084" y="0"/>
                </a:lnTo>
                <a:lnTo>
                  <a:pt x="145084" y="36576"/>
                </a:lnTo>
                <a:close/>
              </a:path>
              <a:path w="260350" h="251459">
                <a:moveTo>
                  <a:pt x="250545" y="63398"/>
                </a:moveTo>
                <a:lnTo>
                  <a:pt x="9144" y="63398"/>
                </a:lnTo>
                <a:lnTo>
                  <a:pt x="9144" y="36576"/>
                </a:lnTo>
                <a:lnTo>
                  <a:pt x="250545" y="36576"/>
                </a:lnTo>
                <a:lnTo>
                  <a:pt x="250545" y="63398"/>
                </a:lnTo>
                <a:close/>
              </a:path>
              <a:path w="260350" h="251459">
                <a:moveTo>
                  <a:pt x="90220" y="224637"/>
                </a:moveTo>
                <a:lnTo>
                  <a:pt x="60045" y="224637"/>
                </a:lnTo>
                <a:lnTo>
                  <a:pt x="60045" y="174040"/>
                </a:lnTo>
                <a:lnTo>
                  <a:pt x="43791" y="167001"/>
                </a:lnTo>
                <a:lnTo>
                  <a:pt x="31508" y="157734"/>
                </a:lnTo>
                <a:lnTo>
                  <a:pt x="23741" y="146180"/>
                </a:lnTo>
                <a:lnTo>
                  <a:pt x="21031" y="132283"/>
                </a:lnTo>
                <a:lnTo>
                  <a:pt x="29375" y="108980"/>
                </a:lnTo>
                <a:lnTo>
                  <a:pt x="52349" y="93078"/>
                </a:lnTo>
                <a:lnTo>
                  <a:pt x="86868" y="83977"/>
                </a:lnTo>
                <a:lnTo>
                  <a:pt x="129844" y="81076"/>
                </a:lnTo>
                <a:lnTo>
                  <a:pt x="172821" y="83977"/>
                </a:lnTo>
                <a:lnTo>
                  <a:pt x="207340" y="93078"/>
                </a:lnTo>
                <a:lnTo>
                  <a:pt x="226110" y="106070"/>
                </a:lnTo>
                <a:lnTo>
                  <a:pt x="129844" y="106070"/>
                </a:lnTo>
                <a:lnTo>
                  <a:pt x="99136" y="107508"/>
                </a:lnTo>
                <a:lnTo>
                  <a:pt x="74371" y="112090"/>
                </a:lnTo>
                <a:lnTo>
                  <a:pt x="57835" y="120215"/>
                </a:lnTo>
                <a:lnTo>
                  <a:pt x="51816" y="132283"/>
                </a:lnTo>
                <a:lnTo>
                  <a:pt x="57835" y="144175"/>
                </a:lnTo>
                <a:lnTo>
                  <a:pt x="74371" y="152209"/>
                </a:lnTo>
                <a:lnTo>
                  <a:pt x="99136" y="156757"/>
                </a:lnTo>
                <a:lnTo>
                  <a:pt x="129844" y="158191"/>
                </a:lnTo>
                <a:lnTo>
                  <a:pt x="227574" y="158191"/>
                </a:lnTo>
                <a:lnTo>
                  <a:pt x="215898" y="167001"/>
                </a:lnTo>
                <a:lnTo>
                  <a:pt x="199644" y="174040"/>
                </a:lnTo>
                <a:lnTo>
                  <a:pt x="199644" y="180441"/>
                </a:lnTo>
                <a:lnTo>
                  <a:pt x="90220" y="180441"/>
                </a:lnTo>
                <a:lnTo>
                  <a:pt x="90220" y="224637"/>
                </a:lnTo>
                <a:close/>
              </a:path>
              <a:path w="260350" h="251459">
                <a:moveTo>
                  <a:pt x="227574" y="158191"/>
                </a:moveTo>
                <a:lnTo>
                  <a:pt x="129844" y="158191"/>
                </a:lnTo>
                <a:lnTo>
                  <a:pt x="160681" y="156757"/>
                </a:lnTo>
                <a:lnTo>
                  <a:pt x="185432" y="152209"/>
                </a:lnTo>
                <a:lnTo>
                  <a:pt x="201896" y="144175"/>
                </a:lnTo>
                <a:lnTo>
                  <a:pt x="207873" y="132283"/>
                </a:lnTo>
                <a:lnTo>
                  <a:pt x="201896" y="120215"/>
                </a:lnTo>
                <a:lnTo>
                  <a:pt x="185432" y="112090"/>
                </a:lnTo>
                <a:lnTo>
                  <a:pt x="160681" y="107508"/>
                </a:lnTo>
                <a:lnTo>
                  <a:pt x="129844" y="106070"/>
                </a:lnTo>
                <a:lnTo>
                  <a:pt x="226110" y="106070"/>
                </a:lnTo>
                <a:lnTo>
                  <a:pt x="230314" y="108980"/>
                </a:lnTo>
                <a:lnTo>
                  <a:pt x="238658" y="132283"/>
                </a:lnTo>
                <a:lnTo>
                  <a:pt x="235948" y="146180"/>
                </a:lnTo>
                <a:lnTo>
                  <a:pt x="228180" y="157734"/>
                </a:lnTo>
                <a:lnTo>
                  <a:pt x="227574" y="158191"/>
                </a:lnTo>
                <a:close/>
              </a:path>
              <a:path w="260350" h="251459">
                <a:moveTo>
                  <a:pt x="129844" y="182880"/>
                </a:moveTo>
                <a:lnTo>
                  <a:pt x="119453" y="182713"/>
                </a:lnTo>
                <a:lnTo>
                  <a:pt x="109347" y="182232"/>
                </a:lnTo>
                <a:lnTo>
                  <a:pt x="99583" y="181465"/>
                </a:lnTo>
                <a:lnTo>
                  <a:pt x="90220" y="180441"/>
                </a:lnTo>
                <a:lnTo>
                  <a:pt x="169773" y="180441"/>
                </a:lnTo>
                <a:lnTo>
                  <a:pt x="160405" y="181465"/>
                </a:lnTo>
                <a:lnTo>
                  <a:pt x="150609" y="182232"/>
                </a:lnTo>
                <a:lnTo>
                  <a:pt x="140412" y="182713"/>
                </a:lnTo>
                <a:lnTo>
                  <a:pt x="129844" y="182880"/>
                </a:lnTo>
                <a:close/>
              </a:path>
              <a:path w="260350" h="251459">
                <a:moveTo>
                  <a:pt x="199644" y="224637"/>
                </a:moveTo>
                <a:lnTo>
                  <a:pt x="169773" y="224637"/>
                </a:lnTo>
                <a:lnTo>
                  <a:pt x="169773" y="180441"/>
                </a:lnTo>
                <a:lnTo>
                  <a:pt x="199644" y="180441"/>
                </a:lnTo>
                <a:lnTo>
                  <a:pt x="199644" y="224637"/>
                </a:lnTo>
                <a:close/>
              </a:path>
              <a:path w="260350" h="251459">
                <a:moveTo>
                  <a:pt x="259994" y="251155"/>
                </a:moveTo>
                <a:lnTo>
                  <a:pt x="0" y="251155"/>
                </a:lnTo>
                <a:lnTo>
                  <a:pt x="0" y="224637"/>
                </a:lnTo>
                <a:lnTo>
                  <a:pt x="259994" y="224637"/>
                </a:lnTo>
                <a:lnTo>
                  <a:pt x="259994" y="25115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4662993" y="2973085"/>
            <a:ext cx="260350" cy="258445"/>
          </a:xfrm>
          <a:custGeom>
            <a:avLst/>
            <a:gdLst/>
            <a:ahLst/>
            <a:cxnLst/>
            <a:rect l="l" t="t" r="r" b="b"/>
            <a:pathLst>
              <a:path w="260350" h="258445">
                <a:moveTo>
                  <a:pt x="129844" y="93573"/>
                </a:moveTo>
                <a:lnTo>
                  <a:pt x="85496" y="91082"/>
                </a:lnTo>
                <a:lnTo>
                  <a:pt x="49149" y="83019"/>
                </a:lnTo>
                <a:lnTo>
                  <a:pt x="24574" y="68499"/>
                </a:lnTo>
                <a:lnTo>
                  <a:pt x="15544" y="46634"/>
                </a:lnTo>
                <a:lnTo>
                  <a:pt x="24574" y="24945"/>
                </a:lnTo>
                <a:lnTo>
                  <a:pt x="49149" y="10515"/>
                </a:lnTo>
                <a:lnTo>
                  <a:pt x="85496" y="2486"/>
                </a:lnTo>
                <a:lnTo>
                  <a:pt x="129844" y="0"/>
                </a:lnTo>
                <a:lnTo>
                  <a:pt x="174193" y="2486"/>
                </a:lnTo>
                <a:lnTo>
                  <a:pt x="210540" y="10515"/>
                </a:lnTo>
                <a:lnTo>
                  <a:pt x="231562" y="22860"/>
                </a:lnTo>
                <a:lnTo>
                  <a:pt x="129844" y="22860"/>
                </a:lnTo>
                <a:lnTo>
                  <a:pt x="97683" y="24174"/>
                </a:lnTo>
                <a:lnTo>
                  <a:pt x="71208" y="28346"/>
                </a:lnTo>
                <a:lnTo>
                  <a:pt x="53249" y="35718"/>
                </a:lnTo>
                <a:lnTo>
                  <a:pt x="46634" y="46634"/>
                </a:lnTo>
                <a:lnTo>
                  <a:pt x="53249" y="57726"/>
                </a:lnTo>
                <a:lnTo>
                  <a:pt x="71208" y="65189"/>
                </a:lnTo>
                <a:lnTo>
                  <a:pt x="97683" y="69394"/>
                </a:lnTo>
                <a:lnTo>
                  <a:pt x="129844" y="70713"/>
                </a:lnTo>
                <a:lnTo>
                  <a:pt x="231367" y="70713"/>
                </a:lnTo>
                <a:lnTo>
                  <a:pt x="210540" y="83019"/>
                </a:lnTo>
                <a:lnTo>
                  <a:pt x="174193" y="91082"/>
                </a:lnTo>
                <a:lnTo>
                  <a:pt x="129844" y="93573"/>
                </a:lnTo>
                <a:close/>
              </a:path>
              <a:path w="260350" h="258445">
                <a:moveTo>
                  <a:pt x="231367" y="70713"/>
                </a:moveTo>
                <a:lnTo>
                  <a:pt x="129844" y="70713"/>
                </a:lnTo>
                <a:lnTo>
                  <a:pt x="162005" y="69394"/>
                </a:lnTo>
                <a:lnTo>
                  <a:pt x="188480" y="65189"/>
                </a:lnTo>
                <a:lnTo>
                  <a:pt x="206440" y="57726"/>
                </a:lnTo>
                <a:lnTo>
                  <a:pt x="213055" y="46634"/>
                </a:lnTo>
                <a:lnTo>
                  <a:pt x="206440" y="35718"/>
                </a:lnTo>
                <a:lnTo>
                  <a:pt x="188480" y="28346"/>
                </a:lnTo>
                <a:lnTo>
                  <a:pt x="162005" y="24174"/>
                </a:lnTo>
                <a:lnTo>
                  <a:pt x="129844" y="22860"/>
                </a:lnTo>
                <a:lnTo>
                  <a:pt x="231562" y="22860"/>
                </a:lnTo>
                <a:lnTo>
                  <a:pt x="235115" y="24945"/>
                </a:lnTo>
                <a:lnTo>
                  <a:pt x="244144" y="46634"/>
                </a:lnTo>
                <a:lnTo>
                  <a:pt x="235115" y="68499"/>
                </a:lnTo>
                <a:lnTo>
                  <a:pt x="231367" y="70713"/>
                </a:lnTo>
                <a:close/>
              </a:path>
              <a:path w="260350" h="258445">
                <a:moveTo>
                  <a:pt x="259994" y="131673"/>
                </a:moveTo>
                <a:lnTo>
                  <a:pt x="0" y="131673"/>
                </a:lnTo>
                <a:lnTo>
                  <a:pt x="0" y="108508"/>
                </a:lnTo>
                <a:lnTo>
                  <a:pt x="259994" y="108508"/>
                </a:lnTo>
                <a:lnTo>
                  <a:pt x="259994" y="131673"/>
                </a:lnTo>
                <a:close/>
              </a:path>
              <a:path w="260350" h="258445">
                <a:moveTo>
                  <a:pt x="95707" y="155752"/>
                </a:moveTo>
                <a:lnTo>
                  <a:pt x="66141" y="155752"/>
                </a:lnTo>
                <a:lnTo>
                  <a:pt x="66141" y="131673"/>
                </a:lnTo>
                <a:lnTo>
                  <a:pt x="95707" y="131673"/>
                </a:lnTo>
                <a:lnTo>
                  <a:pt x="95707" y="155752"/>
                </a:lnTo>
                <a:close/>
              </a:path>
              <a:path w="260350" h="258445">
                <a:moveTo>
                  <a:pt x="193548" y="155752"/>
                </a:moveTo>
                <a:lnTo>
                  <a:pt x="163982" y="155752"/>
                </a:lnTo>
                <a:lnTo>
                  <a:pt x="163982" y="131673"/>
                </a:lnTo>
                <a:lnTo>
                  <a:pt x="193548" y="131673"/>
                </a:lnTo>
                <a:lnTo>
                  <a:pt x="193548" y="155752"/>
                </a:lnTo>
                <a:close/>
              </a:path>
              <a:path w="260350" h="258445">
                <a:moveTo>
                  <a:pt x="246583" y="258165"/>
                </a:moveTo>
                <a:lnTo>
                  <a:pt x="17983" y="258165"/>
                </a:lnTo>
                <a:lnTo>
                  <a:pt x="17983" y="196291"/>
                </a:lnTo>
                <a:lnTo>
                  <a:pt x="212445" y="196291"/>
                </a:lnTo>
                <a:lnTo>
                  <a:pt x="212445" y="178308"/>
                </a:lnTo>
                <a:lnTo>
                  <a:pt x="17373" y="178308"/>
                </a:lnTo>
                <a:lnTo>
                  <a:pt x="17373" y="155752"/>
                </a:lnTo>
                <a:lnTo>
                  <a:pt x="242011" y="155752"/>
                </a:lnTo>
                <a:lnTo>
                  <a:pt x="242011" y="217627"/>
                </a:lnTo>
                <a:lnTo>
                  <a:pt x="47548" y="217627"/>
                </a:lnTo>
                <a:lnTo>
                  <a:pt x="47548" y="235610"/>
                </a:lnTo>
                <a:lnTo>
                  <a:pt x="246583" y="235610"/>
                </a:lnTo>
                <a:lnTo>
                  <a:pt x="246583" y="25816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4948288" y="3023987"/>
            <a:ext cx="42545" cy="163830"/>
          </a:xfrm>
          <a:custGeom>
            <a:avLst/>
            <a:gdLst/>
            <a:ahLst/>
            <a:cxnLst/>
            <a:rect l="l" t="t" r="r" b="b"/>
            <a:pathLst>
              <a:path w="42544" h="163829">
                <a:moveTo>
                  <a:pt x="21336" y="42672"/>
                </a:moveTo>
                <a:lnTo>
                  <a:pt x="12858" y="41009"/>
                </a:lnTo>
                <a:lnTo>
                  <a:pt x="6096" y="36461"/>
                </a:lnTo>
                <a:lnTo>
                  <a:pt x="1619" y="29684"/>
                </a:lnTo>
                <a:lnTo>
                  <a:pt x="0" y="21336"/>
                </a:lnTo>
                <a:lnTo>
                  <a:pt x="1619" y="12987"/>
                </a:lnTo>
                <a:lnTo>
                  <a:pt x="6096" y="6210"/>
                </a:lnTo>
                <a:lnTo>
                  <a:pt x="12858" y="1662"/>
                </a:lnTo>
                <a:lnTo>
                  <a:pt x="21336" y="0"/>
                </a:lnTo>
                <a:lnTo>
                  <a:pt x="29637" y="1662"/>
                </a:lnTo>
                <a:lnTo>
                  <a:pt x="36309" y="6210"/>
                </a:lnTo>
                <a:lnTo>
                  <a:pt x="40752" y="12987"/>
                </a:lnTo>
                <a:lnTo>
                  <a:pt x="42367" y="21336"/>
                </a:lnTo>
                <a:lnTo>
                  <a:pt x="40752" y="29684"/>
                </a:lnTo>
                <a:lnTo>
                  <a:pt x="36309" y="36461"/>
                </a:lnTo>
                <a:lnTo>
                  <a:pt x="29637" y="41009"/>
                </a:lnTo>
                <a:lnTo>
                  <a:pt x="21336" y="42672"/>
                </a:lnTo>
                <a:close/>
              </a:path>
              <a:path w="42544" h="163829">
                <a:moveTo>
                  <a:pt x="21336" y="163677"/>
                </a:moveTo>
                <a:lnTo>
                  <a:pt x="12858" y="162063"/>
                </a:lnTo>
                <a:lnTo>
                  <a:pt x="6096" y="157619"/>
                </a:lnTo>
                <a:lnTo>
                  <a:pt x="1619" y="150947"/>
                </a:lnTo>
                <a:lnTo>
                  <a:pt x="0" y="142646"/>
                </a:lnTo>
                <a:lnTo>
                  <a:pt x="1619" y="134169"/>
                </a:lnTo>
                <a:lnTo>
                  <a:pt x="6096" y="127406"/>
                </a:lnTo>
                <a:lnTo>
                  <a:pt x="12858" y="122929"/>
                </a:lnTo>
                <a:lnTo>
                  <a:pt x="21336" y="121310"/>
                </a:lnTo>
                <a:lnTo>
                  <a:pt x="29637" y="122929"/>
                </a:lnTo>
                <a:lnTo>
                  <a:pt x="36309" y="127406"/>
                </a:lnTo>
                <a:lnTo>
                  <a:pt x="40752" y="134169"/>
                </a:lnTo>
                <a:lnTo>
                  <a:pt x="42367" y="142646"/>
                </a:lnTo>
                <a:lnTo>
                  <a:pt x="40752" y="150947"/>
                </a:lnTo>
                <a:lnTo>
                  <a:pt x="36309" y="157619"/>
                </a:lnTo>
                <a:lnTo>
                  <a:pt x="29637" y="162063"/>
                </a:lnTo>
                <a:lnTo>
                  <a:pt x="21336" y="16367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5088785" y="2977962"/>
            <a:ext cx="361797" cy="2554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5474356" y="3188579"/>
            <a:ext cx="43180" cy="43815"/>
          </a:xfrm>
          <a:custGeom>
            <a:avLst/>
            <a:gdLst/>
            <a:ahLst/>
            <a:cxnLst/>
            <a:rect l="l" t="t" r="r" b="b"/>
            <a:pathLst>
              <a:path w="43180" h="43815">
                <a:moveTo>
                  <a:pt x="21640" y="43281"/>
                </a:moveTo>
                <a:lnTo>
                  <a:pt x="13115" y="41614"/>
                </a:lnTo>
                <a:lnTo>
                  <a:pt x="6248" y="37033"/>
                </a:lnTo>
                <a:lnTo>
                  <a:pt x="1666" y="30165"/>
                </a:lnTo>
                <a:lnTo>
                  <a:pt x="0" y="21640"/>
                </a:lnTo>
                <a:lnTo>
                  <a:pt x="1666" y="13115"/>
                </a:lnTo>
                <a:lnTo>
                  <a:pt x="6248" y="6248"/>
                </a:lnTo>
                <a:lnTo>
                  <a:pt x="13115" y="1666"/>
                </a:lnTo>
                <a:lnTo>
                  <a:pt x="21640" y="0"/>
                </a:lnTo>
                <a:lnTo>
                  <a:pt x="30118" y="1666"/>
                </a:lnTo>
                <a:lnTo>
                  <a:pt x="36880" y="6248"/>
                </a:lnTo>
                <a:lnTo>
                  <a:pt x="41357" y="13115"/>
                </a:lnTo>
                <a:lnTo>
                  <a:pt x="42976" y="21640"/>
                </a:lnTo>
                <a:lnTo>
                  <a:pt x="41357" y="30165"/>
                </a:lnTo>
                <a:lnTo>
                  <a:pt x="36880" y="37033"/>
                </a:lnTo>
                <a:lnTo>
                  <a:pt x="30118" y="41614"/>
                </a:lnTo>
                <a:lnTo>
                  <a:pt x="21640" y="4328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15538974" y="2983753"/>
            <a:ext cx="172516" cy="249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5731607" y="2977352"/>
            <a:ext cx="268605" cy="257175"/>
          </a:xfrm>
          <a:custGeom>
            <a:avLst/>
            <a:gdLst/>
            <a:ahLst/>
            <a:cxnLst/>
            <a:rect l="l" t="t" r="r" b="b"/>
            <a:pathLst>
              <a:path w="268605" h="257175">
                <a:moveTo>
                  <a:pt x="60350" y="116433"/>
                </a:moveTo>
                <a:lnTo>
                  <a:pt x="36133" y="112009"/>
                </a:lnTo>
                <a:lnTo>
                  <a:pt x="17030" y="99783"/>
                </a:lnTo>
                <a:lnTo>
                  <a:pt x="4500" y="81329"/>
                </a:lnTo>
                <a:lnTo>
                  <a:pt x="0" y="58216"/>
                </a:lnTo>
                <a:lnTo>
                  <a:pt x="4500" y="35104"/>
                </a:lnTo>
                <a:lnTo>
                  <a:pt x="17030" y="16649"/>
                </a:lnTo>
                <a:lnTo>
                  <a:pt x="36133" y="4424"/>
                </a:lnTo>
                <a:lnTo>
                  <a:pt x="60350" y="0"/>
                </a:lnTo>
                <a:lnTo>
                  <a:pt x="84567" y="4424"/>
                </a:lnTo>
                <a:lnTo>
                  <a:pt x="103670" y="16649"/>
                </a:lnTo>
                <a:lnTo>
                  <a:pt x="109956" y="25908"/>
                </a:lnTo>
                <a:lnTo>
                  <a:pt x="60350" y="25908"/>
                </a:lnTo>
                <a:lnTo>
                  <a:pt x="46929" y="28298"/>
                </a:lnTo>
                <a:lnTo>
                  <a:pt x="36423" y="34975"/>
                </a:lnTo>
                <a:lnTo>
                  <a:pt x="29575" y="45196"/>
                </a:lnTo>
                <a:lnTo>
                  <a:pt x="27127" y="58216"/>
                </a:lnTo>
                <a:lnTo>
                  <a:pt x="29575" y="71285"/>
                </a:lnTo>
                <a:lnTo>
                  <a:pt x="36423" y="81610"/>
                </a:lnTo>
                <a:lnTo>
                  <a:pt x="46929" y="88392"/>
                </a:lnTo>
                <a:lnTo>
                  <a:pt x="60350" y="90830"/>
                </a:lnTo>
                <a:lnTo>
                  <a:pt x="109749" y="90830"/>
                </a:lnTo>
                <a:lnTo>
                  <a:pt x="103670" y="99783"/>
                </a:lnTo>
                <a:lnTo>
                  <a:pt x="84567" y="112009"/>
                </a:lnTo>
                <a:lnTo>
                  <a:pt x="60350" y="116433"/>
                </a:lnTo>
                <a:close/>
              </a:path>
              <a:path w="268605" h="257175">
                <a:moveTo>
                  <a:pt x="68580" y="250545"/>
                </a:moveTo>
                <a:lnTo>
                  <a:pt x="38709" y="250545"/>
                </a:lnTo>
                <a:lnTo>
                  <a:pt x="199948" y="6400"/>
                </a:lnTo>
                <a:lnTo>
                  <a:pt x="229819" y="6400"/>
                </a:lnTo>
                <a:lnTo>
                  <a:pt x="68580" y="250545"/>
                </a:lnTo>
                <a:close/>
              </a:path>
              <a:path w="268605" h="257175">
                <a:moveTo>
                  <a:pt x="109749" y="90830"/>
                </a:moveTo>
                <a:lnTo>
                  <a:pt x="60350" y="90830"/>
                </a:lnTo>
                <a:lnTo>
                  <a:pt x="73723" y="88392"/>
                </a:lnTo>
                <a:lnTo>
                  <a:pt x="84124" y="81610"/>
                </a:lnTo>
                <a:lnTo>
                  <a:pt x="90868" y="71285"/>
                </a:lnTo>
                <a:lnTo>
                  <a:pt x="93268" y="58216"/>
                </a:lnTo>
                <a:lnTo>
                  <a:pt x="90868" y="45196"/>
                </a:lnTo>
                <a:lnTo>
                  <a:pt x="84124" y="34975"/>
                </a:lnTo>
                <a:lnTo>
                  <a:pt x="73723" y="28298"/>
                </a:lnTo>
                <a:lnTo>
                  <a:pt x="60350" y="25908"/>
                </a:lnTo>
                <a:lnTo>
                  <a:pt x="109956" y="25908"/>
                </a:lnTo>
                <a:lnTo>
                  <a:pt x="116200" y="35104"/>
                </a:lnTo>
                <a:lnTo>
                  <a:pt x="120700" y="58216"/>
                </a:lnTo>
                <a:lnTo>
                  <a:pt x="116200" y="81329"/>
                </a:lnTo>
                <a:lnTo>
                  <a:pt x="109749" y="90830"/>
                </a:lnTo>
                <a:close/>
              </a:path>
              <a:path w="268605" h="257175">
                <a:moveTo>
                  <a:pt x="208178" y="256641"/>
                </a:moveTo>
                <a:lnTo>
                  <a:pt x="183961" y="252217"/>
                </a:lnTo>
                <a:lnTo>
                  <a:pt x="164858" y="239991"/>
                </a:lnTo>
                <a:lnTo>
                  <a:pt x="152328" y="221537"/>
                </a:lnTo>
                <a:lnTo>
                  <a:pt x="147828" y="198424"/>
                </a:lnTo>
                <a:lnTo>
                  <a:pt x="152328" y="175312"/>
                </a:lnTo>
                <a:lnTo>
                  <a:pt x="164858" y="156857"/>
                </a:lnTo>
                <a:lnTo>
                  <a:pt x="183961" y="144632"/>
                </a:lnTo>
                <a:lnTo>
                  <a:pt x="208178" y="140208"/>
                </a:lnTo>
                <a:lnTo>
                  <a:pt x="232267" y="144632"/>
                </a:lnTo>
                <a:lnTo>
                  <a:pt x="251383" y="156857"/>
                </a:lnTo>
                <a:lnTo>
                  <a:pt x="257497" y="165811"/>
                </a:lnTo>
                <a:lnTo>
                  <a:pt x="208178" y="165811"/>
                </a:lnTo>
                <a:lnTo>
                  <a:pt x="194757" y="168249"/>
                </a:lnTo>
                <a:lnTo>
                  <a:pt x="184251" y="175031"/>
                </a:lnTo>
                <a:lnTo>
                  <a:pt x="177403" y="185356"/>
                </a:lnTo>
                <a:lnTo>
                  <a:pt x="174955" y="198424"/>
                </a:lnTo>
                <a:lnTo>
                  <a:pt x="177403" y="211493"/>
                </a:lnTo>
                <a:lnTo>
                  <a:pt x="184251" y="221818"/>
                </a:lnTo>
                <a:lnTo>
                  <a:pt x="194757" y="228600"/>
                </a:lnTo>
                <a:lnTo>
                  <a:pt x="208178" y="231038"/>
                </a:lnTo>
                <a:lnTo>
                  <a:pt x="257497" y="231038"/>
                </a:lnTo>
                <a:lnTo>
                  <a:pt x="251383" y="239991"/>
                </a:lnTo>
                <a:lnTo>
                  <a:pt x="232267" y="252217"/>
                </a:lnTo>
                <a:lnTo>
                  <a:pt x="208178" y="256641"/>
                </a:lnTo>
                <a:close/>
              </a:path>
              <a:path w="268605" h="257175">
                <a:moveTo>
                  <a:pt x="257497" y="231038"/>
                </a:moveTo>
                <a:lnTo>
                  <a:pt x="208178" y="231038"/>
                </a:lnTo>
                <a:lnTo>
                  <a:pt x="221422" y="228600"/>
                </a:lnTo>
                <a:lnTo>
                  <a:pt x="231838" y="221818"/>
                </a:lnTo>
                <a:lnTo>
                  <a:pt x="238653" y="211493"/>
                </a:lnTo>
                <a:lnTo>
                  <a:pt x="241096" y="198424"/>
                </a:lnTo>
                <a:lnTo>
                  <a:pt x="238653" y="185356"/>
                </a:lnTo>
                <a:lnTo>
                  <a:pt x="231838" y="175031"/>
                </a:lnTo>
                <a:lnTo>
                  <a:pt x="221422" y="168249"/>
                </a:lnTo>
                <a:lnTo>
                  <a:pt x="208178" y="165811"/>
                </a:lnTo>
                <a:lnTo>
                  <a:pt x="257497" y="165811"/>
                </a:lnTo>
                <a:lnTo>
                  <a:pt x="263985" y="175312"/>
                </a:lnTo>
                <a:lnTo>
                  <a:pt x="268528" y="198424"/>
                </a:lnTo>
                <a:lnTo>
                  <a:pt x="263985" y="221537"/>
                </a:lnTo>
                <a:lnTo>
                  <a:pt x="257497" y="231038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2" name="그림 161">
            <a:extLst>
              <a:ext uri="{FF2B5EF4-FFF2-40B4-BE49-F238E27FC236}">
                <a16:creationId xmlns:a16="http://schemas.microsoft.com/office/drawing/2014/main" id="{8B0ED3D5-DABA-4785-BCA4-63E7D8F29B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66" y="2480745"/>
            <a:ext cx="5848010" cy="588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5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4766" y="1388566"/>
            <a:ext cx="13070840" cy="42545"/>
          </a:xfrm>
          <a:custGeom>
            <a:avLst/>
            <a:gdLst/>
            <a:ahLst/>
            <a:cxnLst/>
            <a:rect l="l" t="t" r="r" b="b"/>
            <a:pathLst>
              <a:path w="13070840" h="42544">
                <a:moveTo>
                  <a:pt x="0" y="41956"/>
                </a:moveTo>
                <a:lnTo>
                  <a:pt x="13070771" y="41956"/>
                </a:lnTo>
                <a:lnTo>
                  <a:pt x="13070771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4766" y="375369"/>
            <a:ext cx="13070840" cy="1013460"/>
          </a:xfrm>
          <a:custGeom>
            <a:avLst/>
            <a:gdLst/>
            <a:ahLst/>
            <a:cxnLst/>
            <a:rect l="l" t="t" r="r" b="b"/>
            <a:pathLst>
              <a:path w="13070840" h="1013460">
                <a:moveTo>
                  <a:pt x="0" y="1013197"/>
                </a:moveTo>
                <a:lnTo>
                  <a:pt x="13070771" y="1013197"/>
                </a:lnTo>
                <a:lnTo>
                  <a:pt x="13070771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22997" y="2763331"/>
            <a:ext cx="4121150" cy="612140"/>
          </a:xfrm>
          <a:custGeom>
            <a:avLst/>
            <a:gdLst/>
            <a:ahLst/>
            <a:cxnLst/>
            <a:rect l="l" t="t" r="r" b="b"/>
            <a:pathLst>
              <a:path w="4121150" h="612140">
                <a:moveTo>
                  <a:pt x="0" y="611564"/>
                </a:moveTo>
                <a:lnTo>
                  <a:pt x="4120821" y="611564"/>
                </a:lnTo>
                <a:lnTo>
                  <a:pt x="4120821" y="0"/>
                </a:lnTo>
                <a:lnTo>
                  <a:pt x="0" y="0"/>
                </a:lnTo>
                <a:lnTo>
                  <a:pt x="0" y="6115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766" y="9361851"/>
            <a:ext cx="9015095" cy="76835"/>
          </a:xfrm>
          <a:custGeom>
            <a:avLst/>
            <a:gdLst/>
            <a:ahLst/>
            <a:cxnLst/>
            <a:rect l="l" t="t" r="r" b="b"/>
            <a:pathLst>
              <a:path w="9015095" h="76834">
                <a:moveTo>
                  <a:pt x="0" y="76351"/>
                </a:moveTo>
                <a:lnTo>
                  <a:pt x="9014946" y="76351"/>
                </a:lnTo>
                <a:lnTo>
                  <a:pt x="9014946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766" y="9438203"/>
            <a:ext cx="13001625" cy="475615"/>
          </a:xfrm>
          <a:custGeom>
            <a:avLst/>
            <a:gdLst/>
            <a:ahLst/>
            <a:cxnLst/>
            <a:rect l="l" t="t" r="r" b="b"/>
            <a:pathLst>
              <a:path w="13001625" h="475615">
                <a:moveTo>
                  <a:pt x="0" y="475257"/>
                </a:moveTo>
                <a:lnTo>
                  <a:pt x="13001348" y="475257"/>
                </a:lnTo>
                <a:lnTo>
                  <a:pt x="13001348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822997" y="3374896"/>
            <a:ext cx="4451985" cy="76835"/>
          </a:xfrm>
          <a:custGeom>
            <a:avLst/>
            <a:gdLst/>
            <a:ahLst/>
            <a:cxnLst/>
            <a:rect l="l" t="t" r="r" b="b"/>
            <a:pathLst>
              <a:path w="4451984" h="76834">
                <a:moveTo>
                  <a:pt x="0" y="76351"/>
                </a:moveTo>
                <a:lnTo>
                  <a:pt x="4451884" y="76351"/>
                </a:lnTo>
                <a:lnTo>
                  <a:pt x="4451884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836115" y="9438203"/>
            <a:ext cx="4451985" cy="848994"/>
          </a:xfrm>
          <a:custGeom>
            <a:avLst/>
            <a:gdLst/>
            <a:ahLst/>
            <a:cxnLst/>
            <a:rect l="l" t="t" r="r" b="b"/>
            <a:pathLst>
              <a:path w="4451984" h="848995">
                <a:moveTo>
                  <a:pt x="0" y="848795"/>
                </a:moveTo>
                <a:lnTo>
                  <a:pt x="4451884" y="848795"/>
                </a:lnTo>
                <a:lnTo>
                  <a:pt x="4451884" y="0"/>
                </a:lnTo>
                <a:lnTo>
                  <a:pt x="0" y="0"/>
                </a:lnTo>
                <a:lnTo>
                  <a:pt x="0" y="84879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822997" y="3374896"/>
            <a:ext cx="4121150" cy="76835"/>
          </a:xfrm>
          <a:custGeom>
            <a:avLst/>
            <a:gdLst/>
            <a:ahLst/>
            <a:cxnLst/>
            <a:rect l="l" t="t" r="r" b="b"/>
            <a:pathLst>
              <a:path w="4121150" h="76834">
                <a:moveTo>
                  <a:pt x="0" y="76351"/>
                </a:moveTo>
                <a:lnTo>
                  <a:pt x="4120821" y="76351"/>
                </a:lnTo>
                <a:lnTo>
                  <a:pt x="4120821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36115" y="9438203"/>
            <a:ext cx="4121150" cy="475615"/>
          </a:xfrm>
          <a:custGeom>
            <a:avLst/>
            <a:gdLst/>
            <a:ahLst/>
            <a:cxnLst/>
            <a:rect l="l" t="t" r="r" b="b"/>
            <a:pathLst>
              <a:path w="4121150" h="475615">
                <a:moveTo>
                  <a:pt x="0" y="475257"/>
                </a:moveTo>
                <a:lnTo>
                  <a:pt x="4120821" y="475257"/>
                </a:lnTo>
                <a:lnTo>
                  <a:pt x="4120821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16159" y="1572646"/>
            <a:ext cx="817880" cy="856615"/>
          </a:xfrm>
          <a:custGeom>
            <a:avLst/>
            <a:gdLst/>
            <a:ahLst/>
            <a:cxnLst/>
            <a:rect l="l" t="t" r="r" b="b"/>
            <a:pathLst>
              <a:path w="817879" h="856614">
                <a:moveTo>
                  <a:pt x="796546" y="424689"/>
                </a:moveTo>
                <a:lnTo>
                  <a:pt x="695962" y="424689"/>
                </a:lnTo>
                <a:lnTo>
                  <a:pt x="695962" y="0"/>
                </a:lnTo>
                <a:lnTo>
                  <a:pt x="796546" y="0"/>
                </a:lnTo>
                <a:lnTo>
                  <a:pt x="796546" y="424689"/>
                </a:lnTo>
                <a:close/>
              </a:path>
              <a:path w="817879" h="856614">
                <a:moveTo>
                  <a:pt x="0" y="416561"/>
                </a:moveTo>
                <a:lnTo>
                  <a:pt x="0" y="327153"/>
                </a:lnTo>
                <a:lnTo>
                  <a:pt x="47478" y="315312"/>
                </a:lnTo>
                <a:lnTo>
                  <a:pt x="91001" y="297778"/>
                </a:lnTo>
                <a:lnTo>
                  <a:pt x="130329" y="275013"/>
                </a:lnTo>
                <a:lnTo>
                  <a:pt x="165226" y="247482"/>
                </a:lnTo>
                <a:lnTo>
                  <a:pt x="195453" y="215646"/>
                </a:lnTo>
                <a:lnTo>
                  <a:pt x="220773" y="179970"/>
                </a:lnTo>
                <a:lnTo>
                  <a:pt x="240948" y="140917"/>
                </a:lnTo>
                <a:lnTo>
                  <a:pt x="255740" y="98950"/>
                </a:lnTo>
                <a:lnTo>
                  <a:pt x="264911" y="54532"/>
                </a:lnTo>
                <a:lnTo>
                  <a:pt x="268224" y="8128"/>
                </a:lnTo>
                <a:lnTo>
                  <a:pt x="368809" y="14224"/>
                </a:lnTo>
                <a:lnTo>
                  <a:pt x="366729" y="56451"/>
                </a:lnTo>
                <a:lnTo>
                  <a:pt x="360554" y="97536"/>
                </a:lnTo>
                <a:lnTo>
                  <a:pt x="350378" y="137096"/>
                </a:lnTo>
                <a:lnTo>
                  <a:pt x="336297" y="174752"/>
                </a:lnTo>
                <a:lnTo>
                  <a:pt x="473041" y="249936"/>
                </a:lnTo>
                <a:lnTo>
                  <a:pt x="292608" y="249936"/>
                </a:lnTo>
                <a:lnTo>
                  <a:pt x="262537" y="286145"/>
                </a:lnTo>
                <a:lnTo>
                  <a:pt x="228200" y="318782"/>
                </a:lnTo>
                <a:lnTo>
                  <a:pt x="189811" y="347508"/>
                </a:lnTo>
                <a:lnTo>
                  <a:pt x="147584" y="371987"/>
                </a:lnTo>
                <a:lnTo>
                  <a:pt x="101730" y="391881"/>
                </a:lnTo>
                <a:lnTo>
                  <a:pt x="52464" y="406851"/>
                </a:lnTo>
                <a:lnTo>
                  <a:pt x="0" y="416561"/>
                </a:lnTo>
                <a:close/>
              </a:path>
              <a:path w="817879" h="856614">
                <a:moveTo>
                  <a:pt x="562865" y="402337"/>
                </a:moveTo>
                <a:lnTo>
                  <a:pt x="292608" y="249936"/>
                </a:lnTo>
                <a:lnTo>
                  <a:pt x="473041" y="249936"/>
                </a:lnTo>
                <a:lnTo>
                  <a:pt x="611633" y="326137"/>
                </a:lnTo>
                <a:lnTo>
                  <a:pt x="562865" y="402337"/>
                </a:lnTo>
                <a:close/>
              </a:path>
              <a:path w="817879" h="856614">
                <a:moveTo>
                  <a:pt x="817882" y="856490"/>
                </a:moveTo>
                <a:lnTo>
                  <a:pt x="61976" y="856490"/>
                </a:lnTo>
                <a:lnTo>
                  <a:pt x="61976" y="626873"/>
                </a:lnTo>
                <a:lnTo>
                  <a:pt x="696978" y="626873"/>
                </a:lnTo>
                <a:lnTo>
                  <a:pt x="696978" y="551689"/>
                </a:lnTo>
                <a:lnTo>
                  <a:pt x="59944" y="551689"/>
                </a:lnTo>
                <a:lnTo>
                  <a:pt x="59944" y="472441"/>
                </a:lnTo>
                <a:lnTo>
                  <a:pt x="796546" y="472441"/>
                </a:lnTo>
                <a:lnTo>
                  <a:pt x="796546" y="702058"/>
                </a:lnTo>
                <a:lnTo>
                  <a:pt x="161544" y="702058"/>
                </a:lnTo>
                <a:lnTo>
                  <a:pt x="161544" y="777242"/>
                </a:lnTo>
                <a:lnTo>
                  <a:pt x="817882" y="777242"/>
                </a:lnTo>
                <a:lnTo>
                  <a:pt x="817882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82378" y="1557406"/>
            <a:ext cx="815340" cy="871855"/>
          </a:xfrm>
          <a:custGeom>
            <a:avLst/>
            <a:gdLst/>
            <a:ahLst/>
            <a:cxnLst/>
            <a:rect l="l" t="t" r="r" b="b"/>
            <a:pathLst>
              <a:path w="815340" h="871855">
                <a:moveTo>
                  <a:pt x="345441" y="88392"/>
                </a:moveTo>
                <a:lnTo>
                  <a:pt x="243840" y="88392"/>
                </a:lnTo>
                <a:lnTo>
                  <a:pt x="243840" y="0"/>
                </a:lnTo>
                <a:lnTo>
                  <a:pt x="345441" y="0"/>
                </a:lnTo>
                <a:lnTo>
                  <a:pt x="345441" y="88392"/>
                </a:lnTo>
                <a:close/>
              </a:path>
              <a:path w="815340" h="871855">
                <a:moveTo>
                  <a:pt x="814834" y="531369"/>
                </a:moveTo>
                <a:lnTo>
                  <a:pt x="714250" y="531369"/>
                </a:lnTo>
                <a:lnTo>
                  <a:pt x="714250" y="367793"/>
                </a:lnTo>
                <a:lnTo>
                  <a:pt x="578105" y="367793"/>
                </a:lnTo>
                <a:lnTo>
                  <a:pt x="578105" y="278384"/>
                </a:lnTo>
                <a:lnTo>
                  <a:pt x="714250" y="278384"/>
                </a:lnTo>
                <a:lnTo>
                  <a:pt x="714250" y="15240"/>
                </a:lnTo>
                <a:lnTo>
                  <a:pt x="814834" y="15240"/>
                </a:lnTo>
                <a:lnTo>
                  <a:pt x="814834" y="531369"/>
                </a:lnTo>
                <a:close/>
              </a:path>
              <a:path w="815340" h="871855">
                <a:moveTo>
                  <a:pt x="589281" y="166624"/>
                </a:moveTo>
                <a:lnTo>
                  <a:pt x="0" y="166624"/>
                </a:lnTo>
                <a:lnTo>
                  <a:pt x="0" y="88392"/>
                </a:lnTo>
                <a:lnTo>
                  <a:pt x="589281" y="88392"/>
                </a:lnTo>
                <a:lnTo>
                  <a:pt x="589281" y="166624"/>
                </a:lnTo>
                <a:close/>
              </a:path>
              <a:path w="815340" h="871855">
                <a:moveTo>
                  <a:pt x="294640" y="525273"/>
                </a:moveTo>
                <a:lnTo>
                  <a:pt x="236160" y="521887"/>
                </a:lnTo>
                <a:lnTo>
                  <a:pt x="182726" y="511873"/>
                </a:lnTo>
                <a:lnTo>
                  <a:pt x="135780" y="495442"/>
                </a:lnTo>
                <a:lnTo>
                  <a:pt x="96760" y="472808"/>
                </a:lnTo>
                <a:lnTo>
                  <a:pt x="67106" y="444185"/>
                </a:lnTo>
                <a:lnTo>
                  <a:pt x="48258" y="409786"/>
                </a:lnTo>
                <a:lnTo>
                  <a:pt x="41656" y="369825"/>
                </a:lnTo>
                <a:lnTo>
                  <a:pt x="48258" y="330183"/>
                </a:lnTo>
                <a:lnTo>
                  <a:pt x="67106" y="295908"/>
                </a:lnTo>
                <a:lnTo>
                  <a:pt x="96760" y="267268"/>
                </a:lnTo>
                <a:lnTo>
                  <a:pt x="135780" y="244527"/>
                </a:lnTo>
                <a:lnTo>
                  <a:pt x="182726" y="227954"/>
                </a:lnTo>
                <a:lnTo>
                  <a:pt x="236160" y="217815"/>
                </a:lnTo>
                <a:lnTo>
                  <a:pt x="294640" y="214376"/>
                </a:lnTo>
                <a:lnTo>
                  <a:pt x="353065" y="217815"/>
                </a:lnTo>
                <a:lnTo>
                  <a:pt x="406353" y="227954"/>
                </a:lnTo>
                <a:lnTo>
                  <a:pt x="453101" y="244527"/>
                </a:lnTo>
                <a:lnTo>
                  <a:pt x="491905" y="267268"/>
                </a:lnTo>
                <a:lnTo>
                  <a:pt x="514832" y="289560"/>
                </a:lnTo>
                <a:lnTo>
                  <a:pt x="294640" y="289560"/>
                </a:lnTo>
                <a:lnTo>
                  <a:pt x="229315" y="295672"/>
                </a:lnTo>
                <a:lnTo>
                  <a:pt x="179705" y="312547"/>
                </a:lnTo>
                <a:lnTo>
                  <a:pt x="148193" y="337995"/>
                </a:lnTo>
                <a:lnTo>
                  <a:pt x="137160" y="369825"/>
                </a:lnTo>
                <a:lnTo>
                  <a:pt x="148193" y="401813"/>
                </a:lnTo>
                <a:lnTo>
                  <a:pt x="179705" y="427610"/>
                </a:lnTo>
                <a:lnTo>
                  <a:pt x="229315" y="444834"/>
                </a:lnTo>
                <a:lnTo>
                  <a:pt x="294640" y="451105"/>
                </a:lnTo>
                <a:lnTo>
                  <a:pt x="514240" y="451105"/>
                </a:lnTo>
                <a:lnTo>
                  <a:pt x="491905" y="472808"/>
                </a:lnTo>
                <a:lnTo>
                  <a:pt x="453101" y="495442"/>
                </a:lnTo>
                <a:lnTo>
                  <a:pt x="406353" y="511873"/>
                </a:lnTo>
                <a:lnTo>
                  <a:pt x="353065" y="521887"/>
                </a:lnTo>
                <a:lnTo>
                  <a:pt x="294640" y="525273"/>
                </a:lnTo>
                <a:close/>
              </a:path>
              <a:path w="815340" h="871855">
                <a:moveTo>
                  <a:pt x="514240" y="451105"/>
                </a:moveTo>
                <a:lnTo>
                  <a:pt x="294640" y="451105"/>
                </a:lnTo>
                <a:lnTo>
                  <a:pt x="359808" y="444834"/>
                </a:lnTo>
                <a:lnTo>
                  <a:pt x="409068" y="427610"/>
                </a:lnTo>
                <a:lnTo>
                  <a:pt x="440231" y="401813"/>
                </a:lnTo>
                <a:lnTo>
                  <a:pt x="451105" y="369825"/>
                </a:lnTo>
                <a:lnTo>
                  <a:pt x="440231" y="337995"/>
                </a:lnTo>
                <a:lnTo>
                  <a:pt x="409068" y="312547"/>
                </a:lnTo>
                <a:lnTo>
                  <a:pt x="359808" y="295672"/>
                </a:lnTo>
                <a:lnTo>
                  <a:pt x="294640" y="289560"/>
                </a:lnTo>
                <a:lnTo>
                  <a:pt x="514832" y="289560"/>
                </a:lnTo>
                <a:lnTo>
                  <a:pt x="521360" y="295908"/>
                </a:lnTo>
                <a:lnTo>
                  <a:pt x="540063" y="330183"/>
                </a:lnTo>
                <a:lnTo>
                  <a:pt x="546609" y="369825"/>
                </a:lnTo>
                <a:lnTo>
                  <a:pt x="540063" y="409786"/>
                </a:lnTo>
                <a:lnTo>
                  <a:pt x="521360" y="444185"/>
                </a:lnTo>
                <a:lnTo>
                  <a:pt x="514240" y="451105"/>
                </a:lnTo>
                <a:close/>
              </a:path>
              <a:path w="815340" h="871855">
                <a:moveTo>
                  <a:pt x="811786" y="871730"/>
                </a:moveTo>
                <a:lnTo>
                  <a:pt x="76200" y="871730"/>
                </a:lnTo>
                <a:lnTo>
                  <a:pt x="76200" y="580137"/>
                </a:lnTo>
                <a:lnTo>
                  <a:pt x="811786" y="580137"/>
                </a:lnTo>
                <a:lnTo>
                  <a:pt x="811786" y="660402"/>
                </a:lnTo>
                <a:lnTo>
                  <a:pt x="175768" y="660402"/>
                </a:lnTo>
                <a:lnTo>
                  <a:pt x="175768" y="791466"/>
                </a:lnTo>
                <a:lnTo>
                  <a:pt x="811786" y="791466"/>
                </a:lnTo>
                <a:lnTo>
                  <a:pt x="811786" y="871730"/>
                </a:lnTo>
                <a:close/>
              </a:path>
              <a:path w="815340" h="871855">
                <a:moveTo>
                  <a:pt x="811786" y="791466"/>
                </a:moveTo>
                <a:lnTo>
                  <a:pt x="712218" y="791466"/>
                </a:lnTo>
                <a:lnTo>
                  <a:pt x="712218" y="660402"/>
                </a:lnTo>
                <a:lnTo>
                  <a:pt x="811786" y="660402"/>
                </a:lnTo>
                <a:lnTo>
                  <a:pt x="811786" y="791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369354" y="1572646"/>
            <a:ext cx="810895" cy="856615"/>
          </a:xfrm>
          <a:custGeom>
            <a:avLst/>
            <a:gdLst/>
            <a:ahLst/>
            <a:cxnLst/>
            <a:rect l="l" t="t" r="r" b="b"/>
            <a:pathLst>
              <a:path w="810895" h="856614">
                <a:moveTo>
                  <a:pt x="789434" y="426721"/>
                </a:moveTo>
                <a:lnTo>
                  <a:pt x="688850" y="426721"/>
                </a:lnTo>
                <a:lnTo>
                  <a:pt x="688850" y="339345"/>
                </a:lnTo>
                <a:lnTo>
                  <a:pt x="499873" y="339345"/>
                </a:lnTo>
                <a:lnTo>
                  <a:pt x="499873" y="257048"/>
                </a:lnTo>
                <a:lnTo>
                  <a:pt x="688850" y="257048"/>
                </a:lnTo>
                <a:lnTo>
                  <a:pt x="688850" y="167640"/>
                </a:lnTo>
                <a:lnTo>
                  <a:pt x="537465" y="167640"/>
                </a:lnTo>
                <a:lnTo>
                  <a:pt x="537465" y="85344"/>
                </a:lnTo>
                <a:lnTo>
                  <a:pt x="688850" y="85344"/>
                </a:lnTo>
                <a:lnTo>
                  <a:pt x="688850" y="0"/>
                </a:lnTo>
                <a:lnTo>
                  <a:pt x="789434" y="0"/>
                </a:lnTo>
                <a:lnTo>
                  <a:pt x="789434" y="426721"/>
                </a:lnTo>
                <a:close/>
              </a:path>
              <a:path w="810895" h="856614">
                <a:moveTo>
                  <a:pt x="0" y="411481"/>
                </a:moveTo>
                <a:lnTo>
                  <a:pt x="0" y="327153"/>
                </a:lnTo>
                <a:lnTo>
                  <a:pt x="63454" y="325398"/>
                </a:lnTo>
                <a:lnTo>
                  <a:pt x="122279" y="320626"/>
                </a:lnTo>
                <a:lnTo>
                  <a:pt x="176175" y="312739"/>
                </a:lnTo>
                <a:lnTo>
                  <a:pt x="224845" y="301642"/>
                </a:lnTo>
                <a:lnTo>
                  <a:pt x="267992" y="287238"/>
                </a:lnTo>
                <a:lnTo>
                  <a:pt x="305318" y="269430"/>
                </a:lnTo>
                <a:lnTo>
                  <a:pt x="361315" y="223223"/>
                </a:lnTo>
                <a:lnTo>
                  <a:pt x="390455" y="162249"/>
                </a:lnTo>
                <a:lnTo>
                  <a:pt x="394209" y="125984"/>
                </a:lnTo>
                <a:lnTo>
                  <a:pt x="394209" y="105664"/>
                </a:lnTo>
                <a:lnTo>
                  <a:pt x="0" y="105664"/>
                </a:lnTo>
                <a:lnTo>
                  <a:pt x="0" y="21336"/>
                </a:lnTo>
                <a:lnTo>
                  <a:pt x="494793" y="21336"/>
                </a:lnTo>
                <a:lnTo>
                  <a:pt x="494793" y="109728"/>
                </a:lnTo>
                <a:lnTo>
                  <a:pt x="491782" y="153361"/>
                </a:lnTo>
                <a:lnTo>
                  <a:pt x="482900" y="193304"/>
                </a:lnTo>
                <a:lnTo>
                  <a:pt x="468371" y="229630"/>
                </a:lnTo>
                <a:lnTo>
                  <a:pt x="448418" y="262413"/>
                </a:lnTo>
                <a:lnTo>
                  <a:pt x="423267" y="291725"/>
                </a:lnTo>
                <a:lnTo>
                  <a:pt x="393142" y="317641"/>
                </a:lnTo>
                <a:lnTo>
                  <a:pt x="358268" y="340234"/>
                </a:lnTo>
                <a:lnTo>
                  <a:pt x="318868" y="359576"/>
                </a:lnTo>
                <a:lnTo>
                  <a:pt x="275166" y="375741"/>
                </a:lnTo>
                <a:lnTo>
                  <a:pt x="227389" y="388803"/>
                </a:lnTo>
                <a:lnTo>
                  <a:pt x="175759" y="398834"/>
                </a:lnTo>
                <a:lnTo>
                  <a:pt x="120501" y="405909"/>
                </a:lnTo>
                <a:lnTo>
                  <a:pt x="61840" y="410100"/>
                </a:lnTo>
                <a:lnTo>
                  <a:pt x="0" y="411481"/>
                </a:lnTo>
                <a:close/>
              </a:path>
              <a:path w="810895" h="856614">
                <a:moveTo>
                  <a:pt x="810770" y="856490"/>
                </a:moveTo>
                <a:lnTo>
                  <a:pt x="54864" y="856490"/>
                </a:lnTo>
                <a:lnTo>
                  <a:pt x="54864" y="626873"/>
                </a:lnTo>
                <a:lnTo>
                  <a:pt x="689866" y="626873"/>
                </a:lnTo>
                <a:lnTo>
                  <a:pt x="689866" y="551689"/>
                </a:lnTo>
                <a:lnTo>
                  <a:pt x="52832" y="551689"/>
                </a:lnTo>
                <a:lnTo>
                  <a:pt x="52832" y="472441"/>
                </a:lnTo>
                <a:lnTo>
                  <a:pt x="789434" y="472441"/>
                </a:lnTo>
                <a:lnTo>
                  <a:pt x="789434" y="702058"/>
                </a:lnTo>
                <a:lnTo>
                  <a:pt x="154432" y="702058"/>
                </a:lnTo>
                <a:lnTo>
                  <a:pt x="154432" y="777242"/>
                </a:lnTo>
                <a:lnTo>
                  <a:pt x="810770" y="777242"/>
                </a:lnTo>
                <a:lnTo>
                  <a:pt x="810770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9317" y="1572646"/>
            <a:ext cx="907415" cy="868044"/>
          </a:xfrm>
          <a:custGeom>
            <a:avLst/>
            <a:gdLst/>
            <a:ahLst/>
            <a:cxnLst/>
            <a:rect l="l" t="t" r="r" b="b"/>
            <a:pathLst>
              <a:path w="907415" h="868044">
                <a:moveTo>
                  <a:pt x="787402" y="867666"/>
                </a:moveTo>
                <a:lnTo>
                  <a:pt x="686818" y="867666"/>
                </a:lnTo>
                <a:lnTo>
                  <a:pt x="686818" y="0"/>
                </a:lnTo>
                <a:lnTo>
                  <a:pt x="787402" y="0"/>
                </a:lnTo>
                <a:lnTo>
                  <a:pt x="787402" y="343409"/>
                </a:lnTo>
                <a:lnTo>
                  <a:pt x="907290" y="343409"/>
                </a:lnTo>
                <a:lnTo>
                  <a:pt x="907290" y="439929"/>
                </a:lnTo>
                <a:lnTo>
                  <a:pt x="787402" y="439929"/>
                </a:lnTo>
                <a:lnTo>
                  <a:pt x="787402" y="867666"/>
                </a:lnTo>
                <a:close/>
              </a:path>
              <a:path w="907415" h="868044">
                <a:moveTo>
                  <a:pt x="528321" y="586233"/>
                </a:moveTo>
                <a:lnTo>
                  <a:pt x="426721" y="586233"/>
                </a:lnTo>
                <a:lnTo>
                  <a:pt x="426721" y="127000"/>
                </a:lnTo>
                <a:lnTo>
                  <a:pt x="31496" y="127000"/>
                </a:lnTo>
                <a:lnTo>
                  <a:pt x="31496" y="33528"/>
                </a:lnTo>
                <a:lnTo>
                  <a:pt x="528321" y="33528"/>
                </a:lnTo>
                <a:lnTo>
                  <a:pt x="528321" y="586233"/>
                </a:lnTo>
                <a:close/>
              </a:path>
              <a:path w="907415" h="868044">
                <a:moveTo>
                  <a:pt x="252984" y="721362"/>
                </a:moveTo>
                <a:lnTo>
                  <a:pt x="151384" y="721362"/>
                </a:lnTo>
                <a:lnTo>
                  <a:pt x="151384" y="353569"/>
                </a:lnTo>
                <a:lnTo>
                  <a:pt x="252984" y="353569"/>
                </a:lnTo>
                <a:lnTo>
                  <a:pt x="252984" y="721362"/>
                </a:lnTo>
                <a:close/>
              </a:path>
              <a:path w="907415" h="868044">
                <a:moveTo>
                  <a:pt x="331217" y="815850"/>
                </a:moveTo>
                <a:lnTo>
                  <a:pt x="0" y="815850"/>
                </a:lnTo>
                <a:lnTo>
                  <a:pt x="0" y="721362"/>
                </a:lnTo>
                <a:lnTo>
                  <a:pt x="330201" y="721362"/>
                </a:lnTo>
                <a:lnTo>
                  <a:pt x="387539" y="720487"/>
                </a:lnTo>
                <a:lnTo>
                  <a:pt x="442111" y="717749"/>
                </a:lnTo>
                <a:lnTo>
                  <a:pt x="493015" y="712980"/>
                </a:lnTo>
                <a:lnTo>
                  <a:pt x="539347" y="706009"/>
                </a:lnTo>
                <a:lnTo>
                  <a:pt x="580203" y="696667"/>
                </a:lnTo>
                <a:lnTo>
                  <a:pt x="614681" y="684786"/>
                </a:lnTo>
                <a:lnTo>
                  <a:pt x="614681" y="779274"/>
                </a:lnTo>
                <a:lnTo>
                  <a:pt x="540062" y="800046"/>
                </a:lnTo>
                <a:lnTo>
                  <a:pt x="494285" y="807087"/>
                </a:lnTo>
                <a:lnTo>
                  <a:pt x="443767" y="812012"/>
                </a:lnTo>
                <a:lnTo>
                  <a:pt x="389185" y="814905"/>
                </a:lnTo>
                <a:lnTo>
                  <a:pt x="331217" y="815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9876937" y="2873127"/>
            <a:ext cx="6653530" cy="6655796"/>
          </a:xfrm>
          <a:custGeom>
            <a:avLst/>
            <a:gdLst/>
            <a:ahLst/>
            <a:cxnLst/>
            <a:rect l="l" t="t" r="r" b="b"/>
            <a:pathLst>
              <a:path w="6653530" h="688340">
                <a:moveTo>
                  <a:pt x="6653135" y="687916"/>
                </a:moveTo>
                <a:lnTo>
                  <a:pt x="0" y="687916"/>
                </a:lnTo>
                <a:lnTo>
                  <a:pt x="0" y="0"/>
                </a:lnTo>
                <a:lnTo>
                  <a:pt x="6653135" y="0"/>
                </a:lnTo>
                <a:lnTo>
                  <a:pt x="6653135" y="68791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lang="en-US" altLang="ko-KR" dirty="0"/>
          </a:p>
          <a:p>
            <a:r>
              <a:rPr lang="ko-KR" altLang="en-US" sz="2800" dirty="0" err="1"/>
              <a:t>공정모사</a:t>
            </a:r>
            <a:r>
              <a:rPr lang="ko-KR" altLang="en-US" sz="2800" dirty="0"/>
              <a:t> 프로그램 </a:t>
            </a:r>
            <a:r>
              <a:rPr lang="en-US" altLang="ko-KR" sz="2800" dirty="0" err="1"/>
              <a:t>DWSIM</a:t>
            </a:r>
            <a:r>
              <a:rPr lang="ko-KR" altLang="en-US" sz="2800" dirty="0"/>
              <a:t>을 이용하여 </a:t>
            </a:r>
            <a:r>
              <a:rPr lang="en-US" altLang="ko-KR" sz="2800" dirty="0"/>
              <a:t>5</a:t>
            </a:r>
            <a:r>
              <a:rPr lang="ko-KR" altLang="en-US" sz="2800" dirty="0"/>
              <a:t>단과 </a:t>
            </a:r>
            <a:r>
              <a:rPr lang="en-US" altLang="ko-KR" sz="2800" dirty="0"/>
              <a:t>7</a:t>
            </a:r>
            <a:r>
              <a:rPr lang="ko-KR" altLang="en-US" sz="2800" dirty="0"/>
              <a:t>단의 이상적인 증류</a:t>
            </a:r>
            <a:r>
              <a:rPr lang="en-US" altLang="ko-KR" sz="2800" dirty="0"/>
              <a:t>(</a:t>
            </a:r>
            <a:r>
              <a:rPr lang="ko-KR" altLang="en-US" sz="2800" dirty="0" err="1"/>
              <a:t>단효율</a:t>
            </a:r>
            <a:r>
              <a:rPr lang="ko-KR" altLang="en-US" sz="2800" dirty="0"/>
              <a:t> </a:t>
            </a:r>
            <a:r>
              <a:rPr lang="en-US" altLang="ko-KR" sz="2800" dirty="0"/>
              <a:t>1)</a:t>
            </a:r>
            <a:r>
              <a:rPr lang="ko-KR" altLang="en-US" sz="2800" dirty="0"/>
              <a:t>를 시뮬레이션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r>
              <a:rPr lang="en-US" altLang="ko-KR" sz="2800" dirty="0"/>
              <a:t>Feed </a:t>
            </a:r>
            <a:r>
              <a:rPr lang="ko-KR" altLang="en-US" sz="2800" dirty="0"/>
              <a:t>조성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환류비，하부액체조성을</a:t>
            </a:r>
            <a:r>
              <a:rPr lang="ko-KR" altLang="en-US" sz="2800" dirty="0"/>
              <a:t> 실험과 동일하게 설정 했다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실제실험에서는　</a:t>
            </a:r>
            <a:r>
              <a:rPr lang="ko-KR" altLang="en-US" sz="2800" dirty="0" err="1"/>
              <a:t>상부기체몰분율이</a:t>
            </a:r>
            <a:r>
              <a:rPr lang="ko-KR" altLang="en-US" sz="2800" dirty="0"/>
              <a:t>　</a:t>
            </a:r>
            <a:endParaRPr lang="en-US" altLang="ko-KR" sz="2800" dirty="0"/>
          </a:p>
          <a:p>
            <a:r>
              <a:rPr lang="ko-KR" altLang="en-US" sz="2800" dirty="0"/>
              <a:t>０．７２３１　이였다．</a:t>
            </a:r>
            <a:endParaRPr lang="en-US" altLang="ko-KR" sz="2800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144A977-6B08-43EB-AEDB-9C685BFF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31" y="2885449"/>
            <a:ext cx="8468212" cy="655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8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4766" y="1388566"/>
            <a:ext cx="13070840" cy="42545"/>
          </a:xfrm>
          <a:custGeom>
            <a:avLst/>
            <a:gdLst/>
            <a:ahLst/>
            <a:cxnLst/>
            <a:rect l="l" t="t" r="r" b="b"/>
            <a:pathLst>
              <a:path w="13070840" h="42544">
                <a:moveTo>
                  <a:pt x="0" y="41956"/>
                </a:moveTo>
                <a:lnTo>
                  <a:pt x="13070771" y="41956"/>
                </a:lnTo>
                <a:lnTo>
                  <a:pt x="13070771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4766" y="375369"/>
            <a:ext cx="13070840" cy="1013460"/>
          </a:xfrm>
          <a:custGeom>
            <a:avLst/>
            <a:gdLst/>
            <a:ahLst/>
            <a:cxnLst/>
            <a:rect l="l" t="t" r="r" b="b"/>
            <a:pathLst>
              <a:path w="13070840" h="1013460">
                <a:moveTo>
                  <a:pt x="0" y="1013197"/>
                </a:moveTo>
                <a:lnTo>
                  <a:pt x="13070771" y="1013197"/>
                </a:lnTo>
                <a:lnTo>
                  <a:pt x="13070771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22997" y="2763331"/>
            <a:ext cx="4121150" cy="612140"/>
          </a:xfrm>
          <a:custGeom>
            <a:avLst/>
            <a:gdLst/>
            <a:ahLst/>
            <a:cxnLst/>
            <a:rect l="l" t="t" r="r" b="b"/>
            <a:pathLst>
              <a:path w="4121150" h="612140">
                <a:moveTo>
                  <a:pt x="0" y="611564"/>
                </a:moveTo>
                <a:lnTo>
                  <a:pt x="4120821" y="611564"/>
                </a:lnTo>
                <a:lnTo>
                  <a:pt x="4120821" y="0"/>
                </a:lnTo>
                <a:lnTo>
                  <a:pt x="0" y="0"/>
                </a:lnTo>
                <a:lnTo>
                  <a:pt x="0" y="6115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766" y="9361851"/>
            <a:ext cx="9015095" cy="76835"/>
          </a:xfrm>
          <a:custGeom>
            <a:avLst/>
            <a:gdLst/>
            <a:ahLst/>
            <a:cxnLst/>
            <a:rect l="l" t="t" r="r" b="b"/>
            <a:pathLst>
              <a:path w="9015095" h="76834">
                <a:moveTo>
                  <a:pt x="0" y="76351"/>
                </a:moveTo>
                <a:lnTo>
                  <a:pt x="9014946" y="76351"/>
                </a:lnTo>
                <a:lnTo>
                  <a:pt x="9014946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766" y="9438203"/>
            <a:ext cx="13001625" cy="475615"/>
          </a:xfrm>
          <a:custGeom>
            <a:avLst/>
            <a:gdLst/>
            <a:ahLst/>
            <a:cxnLst/>
            <a:rect l="l" t="t" r="r" b="b"/>
            <a:pathLst>
              <a:path w="13001625" h="475615">
                <a:moveTo>
                  <a:pt x="0" y="475257"/>
                </a:moveTo>
                <a:lnTo>
                  <a:pt x="13001348" y="475257"/>
                </a:lnTo>
                <a:lnTo>
                  <a:pt x="13001348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822997" y="3374896"/>
            <a:ext cx="4451985" cy="76835"/>
          </a:xfrm>
          <a:custGeom>
            <a:avLst/>
            <a:gdLst/>
            <a:ahLst/>
            <a:cxnLst/>
            <a:rect l="l" t="t" r="r" b="b"/>
            <a:pathLst>
              <a:path w="4451984" h="76834">
                <a:moveTo>
                  <a:pt x="0" y="76351"/>
                </a:moveTo>
                <a:lnTo>
                  <a:pt x="4451884" y="76351"/>
                </a:lnTo>
                <a:lnTo>
                  <a:pt x="4451884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836115" y="9438203"/>
            <a:ext cx="4451985" cy="848994"/>
          </a:xfrm>
          <a:custGeom>
            <a:avLst/>
            <a:gdLst/>
            <a:ahLst/>
            <a:cxnLst/>
            <a:rect l="l" t="t" r="r" b="b"/>
            <a:pathLst>
              <a:path w="4451984" h="848995">
                <a:moveTo>
                  <a:pt x="0" y="848795"/>
                </a:moveTo>
                <a:lnTo>
                  <a:pt x="4451884" y="848795"/>
                </a:lnTo>
                <a:lnTo>
                  <a:pt x="4451884" y="0"/>
                </a:lnTo>
                <a:lnTo>
                  <a:pt x="0" y="0"/>
                </a:lnTo>
                <a:lnTo>
                  <a:pt x="0" y="84879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822997" y="3374896"/>
            <a:ext cx="4121150" cy="76835"/>
          </a:xfrm>
          <a:custGeom>
            <a:avLst/>
            <a:gdLst/>
            <a:ahLst/>
            <a:cxnLst/>
            <a:rect l="l" t="t" r="r" b="b"/>
            <a:pathLst>
              <a:path w="4121150" h="76834">
                <a:moveTo>
                  <a:pt x="0" y="76351"/>
                </a:moveTo>
                <a:lnTo>
                  <a:pt x="4120821" y="76351"/>
                </a:lnTo>
                <a:lnTo>
                  <a:pt x="4120821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36115" y="9438203"/>
            <a:ext cx="4121150" cy="475615"/>
          </a:xfrm>
          <a:custGeom>
            <a:avLst/>
            <a:gdLst/>
            <a:ahLst/>
            <a:cxnLst/>
            <a:rect l="l" t="t" r="r" b="b"/>
            <a:pathLst>
              <a:path w="4121150" h="475615">
                <a:moveTo>
                  <a:pt x="0" y="475257"/>
                </a:moveTo>
                <a:lnTo>
                  <a:pt x="4120821" y="475257"/>
                </a:lnTo>
                <a:lnTo>
                  <a:pt x="4120821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16159" y="1572646"/>
            <a:ext cx="817880" cy="856615"/>
          </a:xfrm>
          <a:custGeom>
            <a:avLst/>
            <a:gdLst/>
            <a:ahLst/>
            <a:cxnLst/>
            <a:rect l="l" t="t" r="r" b="b"/>
            <a:pathLst>
              <a:path w="817879" h="856614">
                <a:moveTo>
                  <a:pt x="796546" y="424689"/>
                </a:moveTo>
                <a:lnTo>
                  <a:pt x="695962" y="424689"/>
                </a:lnTo>
                <a:lnTo>
                  <a:pt x="695962" y="0"/>
                </a:lnTo>
                <a:lnTo>
                  <a:pt x="796546" y="0"/>
                </a:lnTo>
                <a:lnTo>
                  <a:pt x="796546" y="424689"/>
                </a:lnTo>
                <a:close/>
              </a:path>
              <a:path w="817879" h="856614">
                <a:moveTo>
                  <a:pt x="0" y="416561"/>
                </a:moveTo>
                <a:lnTo>
                  <a:pt x="0" y="327153"/>
                </a:lnTo>
                <a:lnTo>
                  <a:pt x="47478" y="315312"/>
                </a:lnTo>
                <a:lnTo>
                  <a:pt x="91001" y="297778"/>
                </a:lnTo>
                <a:lnTo>
                  <a:pt x="130329" y="275013"/>
                </a:lnTo>
                <a:lnTo>
                  <a:pt x="165226" y="247482"/>
                </a:lnTo>
                <a:lnTo>
                  <a:pt x="195453" y="215646"/>
                </a:lnTo>
                <a:lnTo>
                  <a:pt x="220773" y="179970"/>
                </a:lnTo>
                <a:lnTo>
                  <a:pt x="240948" y="140917"/>
                </a:lnTo>
                <a:lnTo>
                  <a:pt x="255740" y="98950"/>
                </a:lnTo>
                <a:lnTo>
                  <a:pt x="264911" y="54532"/>
                </a:lnTo>
                <a:lnTo>
                  <a:pt x="268224" y="8128"/>
                </a:lnTo>
                <a:lnTo>
                  <a:pt x="368809" y="14224"/>
                </a:lnTo>
                <a:lnTo>
                  <a:pt x="366729" y="56451"/>
                </a:lnTo>
                <a:lnTo>
                  <a:pt x="360554" y="97536"/>
                </a:lnTo>
                <a:lnTo>
                  <a:pt x="350378" y="137096"/>
                </a:lnTo>
                <a:lnTo>
                  <a:pt x="336297" y="174752"/>
                </a:lnTo>
                <a:lnTo>
                  <a:pt x="473041" y="249936"/>
                </a:lnTo>
                <a:lnTo>
                  <a:pt x="292608" y="249936"/>
                </a:lnTo>
                <a:lnTo>
                  <a:pt x="262537" y="286145"/>
                </a:lnTo>
                <a:lnTo>
                  <a:pt x="228200" y="318782"/>
                </a:lnTo>
                <a:lnTo>
                  <a:pt x="189811" y="347508"/>
                </a:lnTo>
                <a:lnTo>
                  <a:pt x="147584" y="371987"/>
                </a:lnTo>
                <a:lnTo>
                  <a:pt x="101730" y="391881"/>
                </a:lnTo>
                <a:lnTo>
                  <a:pt x="52464" y="406851"/>
                </a:lnTo>
                <a:lnTo>
                  <a:pt x="0" y="416561"/>
                </a:lnTo>
                <a:close/>
              </a:path>
              <a:path w="817879" h="856614">
                <a:moveTo>
                  <a:pt x="562865" y="402337"/>
                </a:moveTo>
                <a:lnTo>
                  <a:pt x="292608" y="249936"/>
                </a:lnTo>
                <a:lnTo>
                  <a:pt x="473041" y="249936"/>
                </a:lnTo>
                <a:lnTo>
                  <a:pt x="611633" y="326137"/>
                </a:lnTo>
                <a:lnTo>
                  <a:pt x="562865" y="402337"/>
                </a:lnTo>
                <a:close/>
              </a:path>
              <a:path w="817879" h="856614">
                <a:moveTo>
                  <a:pt x="817882" y="856490"/>
                </a:moveTo>
                <a:lnTo>
                  <a:pt x="61976" y="856490"/>
                </a:lnTo>
                <a:lnTo>
                  <a:pt x="61976" y="626873"/>
                </a:lnTo>
                <a:lnTo>
                  <a:pt x="696978" y="626873"/>
                </a:lnTo>
                <a:lnTo>
                  <a:pt x="696978" y="551689"/>
                </a:lnTo>
                <a:lnTo>
                  <a:pt x="59944" y="551689"/>
                </a:lnTo>
                <a:lnTo>
                  <a:pt x="59944" y="472441"/>
                </a:lnTo>
                <a:lnTo>
                  <a:pt x="796546" y="472441"/>
                </a:lnTo>
                <a:lnTo>
                  <a:pt x="796546" y="702058"/>
                </a:lnTo>
                <a:lnTo>
                  <a:pt x="161544" y="702058"/>
                </a:lnTo>
                <a:lnTo>
                  <a:pt x="161544" y="777242"/>
                </a:lnTo>
                <a:lnTo>
                  <a:pt x="817882" y="777242"/>
                </a:lnTo>
                <a:lnTo>
                  <a:pt x="817882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82378" y="1557406"/>
            <a:ext cx="815340" cy="871855"/>
          </a:xfrm>
          <a:custGeom>
            <a:avLst/>
            <a:gdLst/>
            <a:ahLst/>
            <a:cxnLst/>
            <a:rect l="l" t="t" r="r" b="b"/>
            <a:pathLst>
              <a:path w="815340" h="871855">
                <a:moveTo>
                  <a:pt x="345441" y="88392"/>
                </a:moveTo>
                <a:lnTo>
                  <a:pt x="243840" y="88392"/>
                </a:lnTo>
                <a:lnTo>
                  <a:pt x="243840" y="0"/>
                </a:lnTo>
                <a:lnTo>
                  <a:pt x="345441" y="0"/>
                </a:lnTo>
                <a:lnTo>
                  <a:pt x="345441" y="88392"/>
                </a:lnTo>
                <a:close/>
              </a:path>
              <a:path w="815340" h="871855">
                <a:moveTo>
                  <a:pt x="814834" y="531369"/>
                </a:moveTo>
                <a:lnTo>
                  <a:pt x="714250" y="531369"/>
                </a:lnTo>
                <a:lnTo>
                  <a:pt x="714250" y="367793"/>
                </a:lnTo>
                <a:lnTo>
                  <a:pt x="578105" y="367793"/>
                </a:lnTo>
                <a:lnTo>
                  <a:pt x="578105" y="278384"/>
                </a:lnTo>
                <a:lnTo>
                  <a:pt x="714250" y="278384"/>
                </a:lnTo>
                <a:lnTo>
                  <a:pt x="714250" y="15240"/>
                </a:lnTo>
                <a:lnTo>
                  <a:pt x="814834" y="15240"/>
                </a:lnTo>
                <a:lnTo>
                  <a:pt x="814834" y="531369"/>
                </a:lnTo>
                <a:close/>
              </a:path>
              <a:path w="815340" h="871855">
                <a:moveTo>
                  <a:pt x="589281" y="166624"/>
                </a:moveTo>
                <a:lnTo>
                  <a:pt x="0" y="166624"/>
                </a:lnTo>
                <a:lnTo>
                  <a:pt x="0" y="88392"/>
                </a:lnTo>
                <a:lnTo>
                  <a:pt x="589281" y="88392"/>
                </a:lnTo>
                <a:lnTo>
                  <a:pt x="589281" y="166624"/>
                </a:lnTo>
                <a:close/>
              </a:path>
              <a:path w="815340" h="871855">
                <a:moveTo>
                  <a:pt x="294640" y="525273"/>
                </a:moveTo>
                <a:lnTo>
                  <a:pt x="236160" y="521887"/>
                </a:lnTo>
                <a:lnTo>
                  <a:pt x="182726" y="511873"/>
                </a:lnTo>
                <a:lnTo>
                  <a:pt x="135780" y="495442"/>
                </a:lnTo>
                <a:lnTo>
                  <a:pt x="96760" y="472808"/>
                </a:lnTo>
                <a:lnTo>
                  <a:pt x="67106" y="444185"/>
                </a:lnTo>
                <a:lnTo>
                  <a:pt x="48258" y="409786"/>
                </a:lnTo>
                <a:lnTo>
                  <a:pt x="41656" y="369825"/>
                </a:lnTo>
                <a:lnTo>
                  <a:pt x="48258" y="330183"/>
                </a:lnTo>
                <a:lnTo>
                  <a:pt x="67106" y="295908"/>
                </a:lnTo>
                <a:lnTo>
                  <a:pt x="96760" y="267268"/>
                </a:lnTo>
                <a:lnTo>
                  <a:pt x="135780" y="244527"/>
                </a:lnTo>
                <a:lnTo>
                  <a:pt x="182726" y="227954"/>
                </a:lnTo>
                <a:lnTo>
                  <a:pt x="236160" y="217815"/>
                </a:lnTo>
                <a:lnTo>
                  <a:pt x="294640" y="214376"/>
                </a:lnTo>
                <a:lnTo>
                  <a:pt x="353065" y="217815"/>
                </a:lnTo>
                <a:lnTo>
                  <a:pt x="406353" y="227954"/>
                </a:lnTo>
                <a:lnTo>
                  <a:pt x="453101" y="244527"/>
                </a:lnTo>
                <a:lnTo>
                  <a:pt x="491905" y="267268"/>
                </a:lnTo>
                <a:lnTo>
                  <a:pt x="514832" y="289560"/>
                </a:lnTo>
                <a:lnTo>
                  <a:pt x="294640" y="289560"/>
                </a:lnTo>
                <a:lnTo>
                  <a:pt x="229315" y="295672"/>
                </a:lnTo>
                <a:lnTo>
                  <a:pt x="179705" y="312547"/>
                </a:lnTo>
                <a:lnTo>
                  <a:pt x="148193" y="337995"/>
                </a:lnTo>
                <a:lnTo>
                  <a:pt x="137160" y="369825"/>
                </a:lnTo>
                <a:lnTo>
                  <a:pt x="148193" y="401813"/>
                </a:lnTo>
                <a:lnTo>
                  <a:pt x="179705" y="427610"/>
                </a:lnTo>
                <a:lnTo>
                  <a:pt x="229315" y="444834"/>
                </a:lnTo>
                <a:lnTo>
                  <a:pt x="294640" y="451105"/>
                </a:lnTo>
                <a:lnTo>
                  <a:pt x="514240" y="451105"/>
                </a:lnTo>
                <a:lnTo>
                  <a:pt x="491905" y="472808"/>
                </a:lnTo>
                <a:lnTo>
                  <a:pt x="453101" y="495442"/>
                </a:lnTo>
                <a:lnTo>
                  <a:pt x="406353" y="511873"/>
                </a:lnTo>
                <a:lnTo>
                  <a:pt x="353065" y="521887"/>
                </a:lnTo>
                <a:lnTo>
                  <a:pt x="294640" y="525273"/>
                </a:lnTo>
                <a:close/>
              </a:path>
              <a:path w="815340" h="871855">
                <a:moveTo>
                  <a:pt x="514240" y="451105"/>
                </a:moveTo>
                <a:lnTo>
                  <a:pt x="294640" y="451105"/>
                </a:lnTo>
                <a:lnTo>
                  <a:pt x="359808" y="444834"/>
                </a:lnTo>
                <a:lnTo>
                  <a:pt x="409068" y="427610"/>
                </a:lnTo>
                <a:lnTo>
                  <a:pt x="440231" y="401813"/>
                </a:lnTo>
                <a:lnTo>
                  <a:pt x="451105" y="369825"/>
                </a:lnTo>
                <a:lnTo>
                  <a:pt x="440231" y="337995"/>
                </a:lnTo>
                <a:lnTo>
                  <a:pt x="409068" y="312547"/>
                </a:lnTo>
                <a:lnTo>
                  <a:pt x="359808" y="295672"/>
                </a:lnTo>
                <a:lnTo>
                  <a:pt x="294640" y="289560"/>
                </a:lnTo>
                <a:lnTo>
                  <a:pt x="514832" y="289560"/>
                </a:lnTo>
                <a:lnTo>
                  <a:pt x="521360" y="295908"/>
                </a:lnTo>
                <a:lnTo>
                  <a:pt x="540063" y="330183"/>
                </a:lnTo>
                <a:lnTo>
                  <a:pt x="546609" y="369825"/>
                </a:lnTo>
                <a:lnTo>
                  <a:pt x="540063" y="409786"/>
                </a:lnTo>
                <a:lnTo>
                  <a:pt x="521360" y="444185"/>
                </a:lnTo>
                <a:lnTo>
                  <a:pt x="514240" y="451105"/>
                </a:lnTo>
                <a:close/>
              </a:path>
              <a:path w="815340" h="871855">
                <a:moveTo>
                  <a:pt x="811786" y="871730"/>
                </a:moveTo>
                <a:lnTo>
                  <a:pt x="76200" y="871730"/>
                </a:lnTo>
                <a:lnTo>
                  <a:pt x="76200" y="580137"/>
                </a:lnTo>
                <a:lnTo>
                  <a:pt x="811786" y="580137"/>
                </a:lnTo>
                <a:lnTo>
                  <a:pt x="811786" y="660402"/>
                </a:lnTo>
                <a:lnTo>
                  <a:pt x="175768" y="660402"/>
                </a:lnTo>
                <a:lnTo>
                  <a:pt x="175768" y="791466"/>
                </a:lnTo>
                <a:lnTo>
                  <a:pt x="811786" y="791466"/>
                </a:lnTo>
                <a:lnTo>
                  <a:pt x="811786" y="871730"/>
                </a:lnTo>
                <a:close/>
              </a:path>
              <a:path w="815340" h="871855">
                <a:moveTo>
                  <a:pt x="811786" y="791466"/>
                </a:moveTo>
                <a:lnTo>
                  <a:pt x="712218" y="791466"/>
                </a:lnTo>
                <a:lnTo>
                  <a:pt x="712218" y="660402"/>
                </a:lnTo>
                <a:lnTo>
                  <a:pt x="811786" y="660402"/>
                </a:lnTo>
                <a:lnTo>
                  <a:pt x="811786" y="791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369354" y="1572646"/>
            <a:ext cx="810895" cy="856615"/>
          </a:xfrm>
          <a:custGeom>
            <a:avLst/>
            <a:gdLst/>
            <a:ahLst/>
            <a:cxnLst/>
            <a:rect l="l" t="t" r="r" b="b"/>
            <a:pathLst>
              <a:path w="810895" h="856614">
                <a:moveTo>
                  <a:pt x="789434" y="426721"/>
                </a:moveTo>
                <a:lnTo>
                  <a:pt x="688850" y="426721"/>
                </a:lnTo>
                <a:lnTo>
                  <a:pt x="688850" y="339345"/>
                </a:lnTo>
                <a:lnTo>
                  <a:pt x="499873" y="339345"/>
                </a:lnTo>
                <a:lnTo>
                  <a:pt x="499873" y="257048"/>
                </a:lnTo>
                <a:lnTo>
                  <a:pt x="688850" y="257048"/>
                </a:lnTo>
                <a:lnTo>
                  <a:pt x="688850" y="167640"/>
                </a:lnTo>
                <a:lnTo>
                  <a:pt x="537465" y="167640"/>
                </a:lnTo>
                <a:lnTo>
                  <a:pt x="537465" y="85344"/>
                </a:lnTo>
                <a:lnTo>
                  <a:pt x="688850" y="85344"/>
                </a:lnTo>
                <a:lnTo>
                  <a:pt x="688850" y="0"/>
                </a:lnTo>
                <a:lnTo>
                  <a:pt x="789434" y="0"/>
                </a:lnTo>
                <a:lnTo>
                  <a:pt x="789434" y="426721"/>
                </a:lnTo>
                <a:close/>
              </a:path>
              <a:path w="810895" h="856614">
                <a:moveTo>
                  <a:pt x="0" y="411481"/>
                </a:moveTo>
                <a:lnTo>
                  <a:pt x="0" y="327153"/>
                </a:lnTo>
                <a:lnTo>
                  <a:pt x="63454" y="325398"/>
                </a:lnTo>
                <a:lnTo>
                  <a:pt x="122279" y="320626"/>
                </a:lnTo>
                <a:lnTo>
                  <a:pt x="176175" y="312739"/>
                </a:lnTo>
                <a:lnTo>
                  <a:pt x="224845" y="301642"/>
                </a:lnTo>
                <a:lnTo>
                  <a:pt x="267992" y="287238"/>
                </a:lnTo>
                <a:lnTo>
                  <a:pt x="305318" y="269430"/>
                </a:lnTo>
                <a:lnTo>
                  <a:pt x="361315" y="223223"/>
                </a:lnTo>
                <a:lnTo>
                  <a:pt x="390455" y="162249"/>
                </a:lnTo>
                <a:lnTo>
                  <a:pt x="394209" y="125984"/>
                </a:lnTo>
                <a:lnTo>
                  <a:pt x="394209" y="105664"/>
                </a:lnTo>
                <a:lnTo>
                  <a:pt x="0" y="105664"/>
                </a:lnTo>
                <a:lnTo>
                  <a:pt x="0" y="21336"/>
                </a:lnTo>
                <a:lnTo>
                  <a:pt x="494793" y="21336"/>
                </a:lnTo>
                <a:lnTo>
                  <a:pt x="494793" y="109728"/>
                </a:lnTo>
                <a:lnTo>
                  <a:pt x="491782" y="153361"/>
                </a:lnTo>
                <a:lnTo>
                  <a:pt x="482900" y="193304"/>
                </a:lnTo>
                <a:lnTo>
                  <a:pt x="468371" y="229630"/>
                </a:lnTo>
                <a:lnTo>
                  <a:pt x="448418" y="262413"/>
                </a:lnTo>
                <a:lnTo>
                  <a:pt x="423267" y="291725"/>
                </a:lnTo>
                <a:lnTo>
                  <a:pt x="393142" y="317641"/>
                </a:lnTo>
                <a:lnTo>
                  <a:pt x="358268" y="340234"/>
                </a:lnTo>
                <a:lnTo>
                  <a:pt x="318868" y="359576"/>
                </a:lnTo>
                <a:lnTo>
                  <a:pt x="275166" y="375741"/>
                </a:lnTo>
                <a:lnTo>
                  <a:pt x="227389" y="388803"/>
                </a:lnTo>
                <a:lnTo>
                  <a:pt x="175759" y="398834"/>
                </a:lnTo>
                <a:lnTo>
                  <a:pt x="120501" y="405909"/>
                </a:lnTo>
                <a:lnTo>
                  <a:pt x="61840" y="410100"/>
                </a:lnTo>
                <a:lnTo>
                  <a:pt x="0" y="411481"/>
                </a:lnTo>
                <a:close/>
              </a:path>
              <a:path w="810895" h="856614">
                <a:moveTo>
                  <a:pt x="810770" y="856490"/>
                </a:moveTo>
                <a:lnTo>
                  <a:pt x="54864" y="856490"/>
                </a:lnTo>
                <a:lnTo>
                  <a:pt x="54864" y="626873"/>
                </a:lnTo>
                <a:lnTo>
                  <a:pt x="689866" y="626873"/>
                </a:lnTo>
                <a:lnTo>
                  <a:pt x="689866" y="551689"/>
                </a:lnTo>
                <a:lnTo>
                  <a:pt x="52832" y="551689"/>
                </a:lnTo>
                <a:lnTo>
                  <a:pt x="52832" y="472441"/>
                </a:lnTo>
                <a:lnTo>
                  <a:pt x="789434" y="472441"/>
                </a:lnTo>
                <a:lnTo>
                  <a:pt x="789434" y="702058"/>
                </a:lnTo>
                <a:lnTo>
                  <a:pt x="154432" y="702058"/>
                </a:lnTo>
                <a:lnTo>
                  <a:pt x="154432" y="777242"/>
                </a:lnTo>
                <a:lnTo>
                  <a:pt x="810770" y="777242"/>
                </a:lnTo>
                <a:lnTo>
                  <a:pt x="810770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9317" y="1572646"/>
            <a:ext cx="907415" cy="868044"/>
          </a:xfrm>
          <a:custGeom>
            <a:avLst/>
            <a:gdLst/>
            <a:ahLst/>
            <a:cxnLst/>
            <a:rect l="l" t="t" r="r" b="b"/>
            <a:pathLst>
              <a:path w="907415" h="868044">
                <a:moveTo>
                  <a:pt x="787402" y="867666"/>
                </a:moveTo>
                <a:lnTo>
                  <a:pt x="686818" y="867666"/>
                </a:lnTo>
                <a:lnTo>
                  <a:pt x="686818" y="0"/>
                </a:lnTo>
                <a:lnTo>
                  <a:pt x="787402" y="0"/>
                </a:lnTo>
                <a:lnTo>
                  <a:pt x="787402" y="343409"/>
                </a:lnTo>
                <a:lnTo>
                  <a:pt x="907290" y="343409"/>
                </a:lnTo>
                <a:lnTo>
                  <a:pt x="907290" y="439929"/>
                </a:lnTo>
                <a:lnTo>
                  <a:pt x="787402" y="439929"/>
                </a:lnTo>
                <a:lnTo>
                  <a:pt x="787402" y="867666"/>
                </a:lnTo>
                <a:close/>
              </a:path>
              <a:path w="907415" h="868044">
                <a:moveTo>
                  <a:pt x="528321" y="586233"/>
                </a:moveTo>
                <a:lnTo>
                  <a:pt x="426721" y="586233"/>
                </a:lnTo>
                <a:lnTo>
                  <a:pt x="426721" y="127000"/>
                </a:lnTo>
                <a:lnTo>
                  <a:pt x="31496" y="127000"/>
                </a:lnTo>
                <a:lnTo>
                  <a:pt x="31496" y="33528"/>
                </a:lnTo>
                <a:lnTo>
                  <a:pt x="528321" y="33528"/>
                </a:lnTo>
                <a:lnTo>
                  <a:pt x="528321" y="586233"/>
                </a:lnTo>
                <a:close/>
              </a:path>
              <a:path w="907415" h="868044">
                <a:moveTo>
                  <a:pt x="252984" y="721362"/>
                </a:moveTo>
                <a:lnTo>
                  <a:pt x="151384" y="721362"/>
                </a:lnTo>
                <a:lnTo>
                  <a:pt x="151384" y="353569"/>
                </a:lnTo>
                <a:lnTo>
                  <a:pt x="252984" y="353569"/>
                </a:lnTo>
                <a:lnTo>
                  <a:pt x="252984" y="721362"/>
                </a:lnTo>
                <a:close/>
              </a:path>
              <a:path w="907415" h="868044">
                <a:moveTo>
                  <a:pt x="331217" y="815850"/>
                </a:moveTo>
                <a:lnTo>
                  <a:pt x="0" y="815850"/>
                </a:lnTo>
                <a:lnTo>
                  <a:pt x="0" y="721362"/>
                </a:lnTo>
                <a:lnTo>
                  <a:pt x="330201" y="721362"/>
                </a:lnTo>
                <a:lnTo>
                  <a:pt x="387539" y="720487"/>
                </a:lnTo>
                <a:lnTo>
                  <a:pt x="442111" y="717749"/>
                </a:lnTo>
                <a:lnTo>
                  <a:pt x="493015" y="712980"/>
                </a:lnTo>
                <a:lnTo>
                  <a:pt x="539347" y="706009"/>
                </a:lnTo>
                <a:lnTo>
                  <a:pt x="580203" y="696667"/>
                </a:lnTo>
                <a:lnTo>
                  <a:pt x="614681" y="684786"/>
                </a:lnTo>
                <a:lnTo>
                  <a:pt x="614681" y="779274"/>
                </a:lnTo>
                <a:lnTo>
                  <a:pt x="540062" y="800046"/>
                </a:lnTo>
                <a:lnTo>
                  <a:pt x="494285" y="807087"/>
                </a:lnTo>
                <a:lnTo>
                  <a:pt x="443767" y="812012"/>
                </a:lnTo>
                <a:lnTo>
                  <a:pt x="389185" y="814905"/>
                </a:lnTo>
                <a:lnTo>
                  <a:pt x="331217" y="815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0DDF77D-2E1D-450A-87BA-349E245DB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42592"/>
              </p:ext>
            </p:extLst>
          </p:nvPr>
        </p:nvGraphicFramePr>
        <p:xfrm>
          <a:off x="914401" y="4038124"/>
          <a:ext cx="16459198" cy="3444240"/>
        </p:xfrm>
        <a:graphic>
          <a:graphicData uri="http://schemas.openxmlformats.org/drawingml/2006/table">
            <a:tbl>
              <a:tblPr/>
              <a:tblGrid>
                <a:gridCol w="2351314">
                  <a:extLst>
                    <a:ext uri="{9D8B030D-6E8A-4147-A177-3AD203B41FA5}">
                      <a16:colId xmlns:a16="http://schemas.microsoft.com/office/drawing/2014/main" val="1089274539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811705422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1911575965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085338179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1478000046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807246587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609133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Stage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압력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Pa)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온도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K)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기상 유량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mol/s)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액상 유량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mol/s)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기상 조성 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(Vapor)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에탄올 몰분율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액상 조성 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(Liquid)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에탄올 몰분율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9881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 (Top / Condenser)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351.85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--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0.00227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0.75482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0.70867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204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2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352.24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0.00453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0.70867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0.62269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452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3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352.80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0.00451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0.00222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0.66586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0.52598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793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4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353.75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0.00449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0.00218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0.61821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0.39591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95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5 (Feed Stage)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355.61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0.00445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0.01958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0.55519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0.23195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635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6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355.89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0.00468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0.01953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0.54680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0.21591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1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7 (Bottom / Reboiler)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358.19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0.00463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0.01490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0.48254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Google Sans Text"/>
                        </a:rPr>
                        <a:t>0.13310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54549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D13300F-0F71-451B-B218-326B1528E51C}"/>
              </a:ext>
            </a:extLst>
          </p:cNvPr>
          <p:cNvSpPr txBox="1"/>
          <p:nvPr/>
        </p:nvSpPr>
        <p:spPr>
          <a:xfrm>
            <a:off x="805180" y="347591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5</a:t>
            </a:r>
            <a:r>
              <a:rPr lang="ko-KR" altLang="en-US" dirty="0"/>
              <a:t>단</a:t>
            </a:r>
          </a:p>
        </p:txBody>
      </p:sp>
    </p:spTree>
    <p:extLst>
      <p:ext uri="{BB962C8B-B14F-4D97-AF65-F5344CB8AC3E}">
        <p14:creationId xmlns:p14="http://schemas.microsoft.com/office/powerpoint/2010/main" val="2986546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4766" y="1388566"/>
            <a:ext cx="13070840" cy="42545"/>
          </a:xfrm>
          <a:custGeom>
            <a:avLst/>
            <a:gdLst/>
            <a:ahLst/>
            <a:cxnLst/>
            <a:rect l="l" t="t" r="r" b="b"/>
            <a:pathLst>
              <a:path w="13070840" h="42544">
                <a:moveTo>
                  <a:pt x="0" y="41956"/>
                </a:moveTo>
                <a:lnTo>
                  <a:pt x="13070771" y="41956"/>
                </a:lnTo>
                <a:lnTo>
                  <a:pt x="13070771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4766" y="375369"/>
            <a:ext cx="13070840" cy="1013460"/>
          </a:xfrm>
          <a:custGeom>
            <a:avLst/>
            <a:gdLst/>
            <a:ahLst/>
            <a:cxnLst/>
            <a:rect l="l" t="t" r="r" b="b"/>
            <a:pathLst>
              <a:path w="13070840" h="1013460">
                <a:moveTo>
                  <a:pt x="0" y="1013197"/>
                </a:moveTo>
                <a:lnTo>
                  <a:pt x="13070771" y="1013197"/>
                </a:lnTo>
                <a:lnTo>
                  <a:pt x="13070771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22997" y="2763331"/>
            <a:ext cx="4121150" cy="612140"/>
          </a:xfrm>
          <a:custGeom>
            <a:avLst/>
            <a:gdLst/>
            <a:ahLst/>
            <a:cxnLst/>
            <a:rect l="l" t="t" r="r" b="b"/>
            <a:pathLst>
              <a:path w="4121150" h="612140">
                <a:moveTo>
                  <a:pt x="0" y="611564"/>
                </a:moveTo>
                <a:lnTo>
                  <a:pt x="4120821" y="611564"/>
                </a:lnTo>
                <a:lnTo>
                  <a:pt x="4120821" y="0"/>
                </a:lnTo>
                <a:lnTo>
                  <a:pt x="0" y="0"/>
                </a:lnTo>
                <a:lnTo>
                  <a:pt x="0" y="6115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766" y="9361851"/>
            <a:ext cx="9015095" cy="76835"/>
          </a:xfrm>
          <a:custGeom>
            <a:avLst/>
            <a:gdLst/>
            <a:ahLst/>
            <a:cxnLst/>
            <a:rect l="l" t="t" r="r" b="b"/>
            <a:pathLst>
              <a:path w="9015095" h="76834">
                <a:moveTo>
                  <a:pt x="0" y="76351"/>
                </a:moveTo>
                <a:lnTo>
                  <a:pt x="9014946" y="76351"/>
                </a:lnTo>
                <a:lnTo>
                  <a:pt x="9014946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766" y="9438203"/>
            <a:ext cx="13001625" cy="475615"/>
          </a:xfrm>
          <a:custGeom>
            <a:avLst/>
            <a:gdLst/>
            <a:ahLst/>
            <a:cxnLst/>
            <a:rect l="l" t="t" r="r" b="b"/>
            <a:pathLst>
              <a:path w="13001625" h="475615">
                <a:moveTo>
                  <a:pt x="0" y="475257"/>
                </a:moveTo>
                <a:lnTo>
                  <a:pt x="13001348" y="475257"/>
                </a:lnTo>
                <a:lnTo>
                  <a:pt x="13001348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822997" y="3374896"/>
            <a:ext cx="4451985" cy="76835"/>
          </a:xfrm>
          <a:custGeom>
            <a:avLst/>
            <a:gdLst/>
            <a:ahLst/>
            <a:cxnLst/>
            <a:rect l="l" t="t" r="r" b="b"/>
            <a:pathLst>
              <a:path w="4451984" h="76834">
                <a:moveTo>
                  <a:pt x="0" y="76351"/>
                </a:moveTo>
                <a:lnTo>
                  <a:pt x="4451884" y="76351"/>
                </a:lnTo>
                <a:lnTo>
                  <a:pt x="4451884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836115" y="9438203"/>
            <a:ext cx="4451985" cy="848994"/>
          </a:xfrm>
          <a:custGeom>
            <a:avLst/>
            <a:gdLst/>
            <a:ahLst/>
            <a:cxnLst/>
            <a:rect l="l" t="t" r="r" b="b"/>
            <a:pathLst>
              <a:path w="4451984" h="848995">
                <a:moveTo>
                  <a:pt x="0" y="848795"/>
                </a:moveTo>
                <a:lnTo>
                  <a:pt x="4451884" y="848795"/>
                </a:lnTo>
                <a:lnTo>
                  <a:pt x="4451884" y="0"/>
                </a:lnTo>
                <a:lnTo>
                  <a:pt x="0" y="0"/>
                </a:lnTo>
                <a:lnTo>
                  <a:pt x="0" y="84879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822997" y="3374896"/>
            <a:ext cx="4121150" cy="76835"/>
          </a:xfrm>
          <a:custGeom>
            <a:avLst/>
            <a:gdLst/>
            <a:ahLst/>
            <a:cxnLst/>
            <a:rect l="l" t="t" r="r" b="b"/>
            <a:pathLst>
              <a:path w="4121150" h="76834">
                <a:moveTo>
                  <a:pt x="0" y="76351"/>
                </a:moveTo>
                <a:lnTo>
                  <a:pt x="4120821" y="76351"/>
                </a:lnTo>
                <a:lnTo>
                  <a:pt x="4120821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36115" y="9438203"/>
            <a:ext cx="4121150" cy="475615"/>
          </a:xfrm>
          <a:custGeom>
            <a:avLst/>
            <a:gdLst/>
            <a:ahLst/>
            <a:cxnLst/>
            <a:rect l="l" t="t" r="r" b="b"/>
            <a:pathLst>
              <a:path w="4121150" h="475615">
                <a:moveTo>
                  <a:pt x="0" y="475257"/>
                </a:moveTo>
                <a:lnTo>
                  <a:pt x="4120821" y="475257"/>
                </a:lnTo>
                <a:lnTo>
                  <a:pt x="4120821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16159" y="1572646"/>
            <a:ext cx="817880" cy="856615"/>
          </a:xfrm>
          <a:custGeom>
            <a:avLst/>
            <a:gdLst/>
            <a:ahLst/>
            <a:cxnLst/>
            <a:rect l="l" t="t" r="r" b="b"/>
            <a:pathLst>
              <a:path w="817879" h="856614">
                <a:moveTo>
                  <a:pt x="796546" y="424689"/>
                </a:moveTo>
                <a:lnTo>
                  <a:pt x="695962" y="424689"/>
                </a:lnTo>
                <a:lnTo>
                  <a:pt x="695962" y="0"/>
                </a:lnTo>
                <a:lnTo>
                  <a:pt x="796546" y="0"/>
                </a:lnTo>
                <a:lnTo>
                  <a:pt x="796546" y="424689"/>
                </a:lnTo>
                <a:close/>
              </a:path>
              <a:path w="817879" h="856614">
                <a:moveTo>
                  <a:pt x="0" y="416561"/>
                </a:moveTo>
                <a:lnTo>
                  <a:pt x="0" y="327153"/>
                </a:lnTo>
                <a:lnTo>
                  <a:pt x="47478" y="315312"/>
                </a:lnTo>
                <a:lnTo>
                  <a:pt x="91001" y="297778"/>
                </a:lnTo>
                <a:lnTo>
                  <a:pt x="130329" y="275013"/>
                </a:lnTo>
                <a:lnTo>
                  <a:pt x="165226" y="247482"/>
                </a:lnTo>
                <a:lnTo>
                  <a:pt x="195453" y="215646"/>
                </a:lnTo>
                <a:lnTo>
                  <a:pt x="220773" y="179970"/>
                </a:lnTo>
                <a:lnTo>
                  <a:pt x="240948" y="140917"/>
                </a:lnTo>
                <a:lnTo>
                  <a:pt x="255740" y="98950"/>
                </a:lnTo>
                <a:lnTo>
                  <a:pt x="264911" y="54532"/>
                </a:lnTo>
                <a:lnTo>
                  <a:pt x="268224" y="8128"/>
                </a:lnTo>
                <a:lnTo>
                  <a:pt x="368809" y="14224"/>
                </a:lnTo>
                <a:lnTo>
                  <a:pt x="366729" y="56451"/>
                </a:lnTo>
                <a:lnTo>
                  <a:pt x="360554" y="97536"/>
                </a:lnTo>
                <a:lnTo>
                  <a:pt x="350378" y="137096"/>
                </a:lnTo>
                <a:lnTo>
                  <a:pt x="336297" y="174752"/>
                </a:lnTo>
                <a:lnTo>
                  <a:pt x="473041" y="249936"/>
                </a:lnTo>
                <a:lnTo>
                  <a:pt x="292608" y="249936"/>
                </a:lnTo>
                <a:lnTo>
                  <a:pt x="262537" y="286145"/>
                </a:lnTo>
                <a:lnTo>
                  <a:pt x="228200" y="318782"/>
                </a:lnTo>
                <a:lnTo>
                  <a:pt x="189811" y="347508"/>
                </a:lnTo>
                <a:lnTo>
                  <a:pt x="147584" y="371987"/>
                </a:lnTo>
                <a:lnTo>
                  <a:pt x="101730" y="391881"/>
                </a:lnTo>
                <a:lnTo>
                  <a:pt x="52464" y="406851"/>
                </a:lnTo>
                <a:lnTo>
                  <a:pt x="0" y="416561"/>
                </a:lnTo>
                <a:close/>
              </a:path>
              <a:path w="817879" h="856614">
                <a:moveTo>
                  <a:pt x="562865" y="402337"/>
                </a:moveTo>
                <a:lnTo>
                  <a:pt x="292608" y="249936"/>
                </a:lnTo>
                <a:lnTo>
                  <a:pt x="473041" y="249936"/>
                </a:lnTo>
                <a:lnTo>
                  <a:pt x="611633" y="326137"/>
                </a:lnTo>
                <a:lnTo>
                  <a:pt x="562865" y="402337"/>
                </a:lnTo>
                <a:close/>
              </a:path>
              <a:path w="817879" h="856614">
                <a:moveTo>
                  <a:pt x="817882" y="856490"/>
                </a:moveTo>
                <a:lnTo>
                  <a:pt x="61976" y="856490"/>
                </a:lnTo>
                <a:lnTo>
                  <a:pt x="61976" y="626873"/>
                </a:lnTo>
                <a:lnTo>
                  <a:pt x="696978" y="626873"/>
                </a:lnTo>
                <a:lnTo>
                  <a:pt x="696978" y="551689"/>
                </a:lnTo>
                <a:lnTo>
                  <a:pt x="59944" y="551689"/>
                </a:lnTo>
                <a:lnTo>
                  <a:pt x="59944" y="472441"/>
                </a:lnTo>
                <a:lnTo>
                  <a:pt x="796546" y="472441"/>
                </a:lnTo>
                <a:lnTo>
                  <a:pt x="796546" y="702058"/>
                </a:lnTo>
                <a:lnTo>
                  <a:pt x="161544" y="702058"/>
                </a:lnTo>
                <a:lnTo>
                  <a:pt x="161544" y="777242"/>
                </a:lnTo>
                <a:lnTo>
                  <a:pt x="817882" y="777242"/>
                </a:lnTo>
                <a:lnTo>
                  <a:pt x="817882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82378" y="1557406"/>
            <a:ext cx="815340" cy="871855"/>
          </a:xfrm>
          <a:custGeom>
            <a:avLst/>
            <a:gdLst/>
            <a:ahLst/>
            <a:cxnLst/>
            <a:rect l="l" t="t" r="r" b="b"/>
            <a:pathLst>
              <a:path w="815340" h="871855">
                <a:moveTo>
                  <a:pt x="345441" y="88392"/>
                </a:moveTo>
                <a:lnTo>
                  <a:pt x="243840" y="88392"/>
                </a:lnTo>
                <a:lnTo>
                  <a:pt x="243840" y="0"/>
                </a:lnTo>
                <a:lnTo>
                  <a:pt x="345441" y="0"/>
                </a:lnTo>
                <a:lnTo>
                  <a:pt x="345441" y="88392"/>
                </a:lnTo>
                <a:close/>
              </a:path>
              <a:path w="815340" h="871855">
                <a:moveTo>
                  <a:pt x="814834" y="531369"/>
                </a:moveTo>
                <a:lnTo>
                  <a:pt x="714250" y="531369"/>
                </a:lnTo>
                <a:lnTo>
                  <a:pt x="714250" y="367793"/>
                </a:lnTo>
                <a:lnTo>
                  <a:pt x="578105" y="367793"/>
                </a:lnTo>
                <a:lnTo>
                  <a:pt x="578105" y="278384"/>
                </a:lnTo>
                <a:lnTo>
                  <a:pt x="714250" y="278384"/>
                </a:lnTo>
                <a:lnTo>
                  <a:pt x="714250" y="15240"/>
                </a:lnTo>
                <a:lnTo>
                  <a:pt x="814834" y="15240"/>
                </a:lnTo>
                <a:lnTo>
                  <a:pt x="814834" y="531369"/>
                </a:lnTo>
                <a:close/>
              </a:path>
              <a:path w="815340" h="871855">
                <a:moveTo>
                  <a:pt x="589281" y="166624"/>
                </a:moveTo>
                <a:lnTo>
                  <a:pt x="0" y="166624"/>
                </a:lnTo>
                <a:lnTo>
                  <a:pt x="0" y="88392"/>
                </a:lnTo>
                <a:lnTo>
                  <a:pt x="589281" y="88392"/>
                </a:lnTo>
                <a:lnTo>
                  <a:pt x="589281" y="166624"/>
                </a:lnTo>
                <a:close/>
              </a:path>
              <a:path w="815340" h="871855">
                <a:moveTo>
                  <a:pt x="294640" y="525273"/>
                </a:moveTo>
                <a:lnTo>
                  <a:pt x="236160" y="521887"/>
                </a:lnTo>
                <a:lnTo>
                  <a:pt x="182726" y="511873"/>
                </a:lnTo>
                <a:lnTo>
                  <a:pt x="135780" y="495442"/>
                </a:lnTo>
                <a:lnTo>
                  <a:pt x="96760" y="472808"/>
                </a:lnTo>
                <a:lnTo>
                  <a:pt x="67106" y="444185"/>
                </a:lnTo>
                <a:lnTo>
                  <a:pt x="48258" y="409786"/>
                </a:lnTo>
                <a:lnTo>
                  <a:pt x="41656" y="369825"/>
                </a:lnTo>
                <a:lnTo>
                  <a:pt x="48258" y="330183"/>
                </a:lnTo>
                <a:lnTo>
                  <a:pt x="67106" y="295908"/>
                </a:lnTo>
                <a:lnTo>
                  <a:pt x="96760" y="267268"/>
                </a:lnTo>
                <a:lnTo>
                  <a:pt x="135780" y="244527"/>
                </a:lnTo>
                <a:lnTo>
                  <a:pt x="182726" y="227954"/>
                </a:lnTo>
                <a:lnTo>
                  <a:pt x="236160" y="217815"/>
                </a:lnTo>
                <a:lnTo>
                  <a:pt x="294640" y="214376"/>
                </a:lnTo>
                <a:lnTo>
                  <a:pt x="353065" y="217815"/>
                </a:lnTo>
                <a:lnTo>
                  <a:pt x="406353" y="227954"/>
                </a:lnTo>
                <a:lnTo>
                  <a:pt x="453101" y="244527"/>
                </a:lnTo>
                <a:lnTo>
                  <a:pt x="491905" y="267268"/>
                </a:lnTo>
                <a:lnTo>
                  <a:pt x="514832" y="289560"/>
                </a:lnTo>
                <a:lnTo>
                  <a:pt x="294640" y="289560"/>
                </a:lnTo>
                <a:lnTo>
                  <a:pt x="229315" y="295672"/>
                </a:lnTo>
                <a:lnTo>
                  <a:pt x="179705" y="312547"/>
                </a:lnTo>
                <a:lnTo>
                  <a:pt x="148193" y="337995"/>
                </a:lnTo>
                <a:lnTo>
                  <a:pt x="137160" y="369825"/>
                </a:lnTo>
                <a:lnTo>
                  <a:pt x="148193" y="401813"/>
                </a:lnTo>
                <a:lnTo>
                  <a:pt x="179705" y="427610"/>
                </a:lnTo>
                <a:lnTo>
                  <a:pt x="229315" y="444834"/>
                </a:lnTo>
                <a:lnTo>
                  <a:pt x="294640" y="451105"/>
                </a:lnTo>
                <a:lnTo>
                  <a:pt x="514240" y="451105"/>
                </a:lnTo>
                <a:lnTo>
                  <a:pt x="491905" y="472808"/>
                </a:lnTo>
                <a:lnTo>
                  <a:pt x="453101" y="495442"/>
                </a:lnTo>
                <a:lnTo>
                  <a:pt x="406353" y="511873"/>
                </a:lnTo>
                <a:lnTo>
                  <a:pt x="353065" y="521887"/>
                </a:lnTo>
                <a:lnTo>
                  <a:pt x="294640" y="525273"/>
                </a:lnTo>
                <a:close/>
              </a:path>
              <a:path w="815340" h="871855">
                <a:moveTo>
                  <a:pt x="514240" y="451105"/>
                </a:moveTo>
                <a:lnTo>
                  <a:pt x="294640" y="451105"/>
                </a:lnTo>
                <a:lnTo>
                  <a:pt x="359808" y="444834"/>
                </a:lnTo>
                <a:lnTo>
                  <a:pt x="409068" y="427610"/>
                </a:lnTo>
                <a:lnTo>
                  <a:pt x="440231" y="401813"/>
                </a:lnTo>
                <a:lnTo>
                  <a:pt x="451105" y="369825"/>
                </a:lnTo>
                <a:lnTo>
                  <a:pt x="440231" y="337995"/>
                </a:lnTo>
                <a:lnTo>
                  <a:pt x="409068" y="312547"/>
                </a:lnTo>
                <a:lnTo>
                  <a:pt x="359808" y="295672"/>
                </a:lnTo>
                <a:lnTo>
                  <a:pt x="294640" y="289560"/>
                </a:lnTo>
                <a:lnTo>
                  <a:pt x="514832" y="289560"/>
                </a:lnTo>
                <a:lnTo>
                  <a:pt x="521360" y="295908"/>
                </a:lnTo>
                <a:lnTo>
                  <a:pt x="540063" y="330183"/>
                </a:lnTo>
                <a:lnTo>
                  <a:pt x="546609" y="369825"/>
                </a:lnTo>
                <a:lnTo>
                  <a:pt x="540063" y="409786"/>
                </a:lnTo>
                <a:lnTo>
                  <a:pt x="521360" y="444185"/>
                </a:lnTo>
                <a:lnTo>
                  <a:pt x="514240" y="451105"/>
                </a:lnTo>
                <a:close/>
              </a:path>
              <a:path w="815340" h="871855">
                <a:moveTo>
                  <a:pt x="811786" y="871730"/>
                </a:moveTo>
                <a:lnTo>
                  <a:pt x="76200" y="871730"/>
                </a:lnTo>
                <a:lnTo>
                  <a:pt x="76200" y="580137"/>
                </a:lnTo>
                <a:lnTo>
                  <a:pt x="811786" y="580137"/>
                </a:lnTo>
                <a:lnTo>
                  <a:pt x="811786" y="660402"/>
                </a:lnTo>
                <a:lnTo>
                  <a:pt x="175768" y="660402"/>
                </a:lnTo>
                <a:lnTo>
                  <a:pt x="175768" y="791466"/>
                </a:lnTo>
                <a:lnTo>
                  <a:pt x="811786" y="791466"/>
                </a:lnTo>
                <a:lnTo>
                  <a:pt x="811786" y="871730"/>
                </a:lnTo>
                <a:close/>
              </a:path>
              <a:path w="815340" h="871855">
                <a:moveTo>
                  <a:pt x="811786" y="791466"/>
                </a:moveTo>
                <a:lnTo>
                  <a:pt x="712218" y="791466"/>
                </a:lnTo>
                <a:lnTo>
                  <a:pt x="712218" y="660402"/>
                </a:lnTo>
                <a:lnTo>
                  <a:pt x="811786" y="660402"/>
                </a:lnTo>
                <a:lnTo>
                  <a:pt x="811786" y="791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369354" y="1572646"/>
            <a:ext cx="810895" cy="856615"/>
          </a:xfrm>
          <a:custGeom>
            <a:avLst/>
            <a:gdLst/>
            <a:ahLst/>
            <a:cxnLst/>
            <a:rect l="l" t="t" r="r" b="b"/>
            <a:pathLst>
              <a:path w="810895" h="856614">
                <a:moveTo>
                  <a:pt x="789434" y="426721"/>
                </a:moveTo>
                <a:lnTo>
                  <a:pt x="688850" y="426721"/>
                </a:lnTo>
                <a:lnTo>
                  <a:pt x="688850" y="339345"/>
                </a:lnTo>
                <a:lnTo>
                  <a:pt x="499873" y="339345"/>
                </a:lnTo>
                <a:lnTo>
                  <a:pt x="499873" y="257048"/>
                </a:lnTo>
                <a:lnTo>
                  <a:pt x="688850" y="257048"/>
                </a:lnTo>
                <a:lnTo>
                  <a:pt x="688850" y="167640"/>
                </a:lnTo>
                <a:lnTo>
                  <a:pt x="537465" y="167640"/>
                </a:lnTo>
                <a:lnTo>
                  <a:pt x="537465" y="85344"/>
                </a:lnTo>
                <a:lnTo>
                  <a:pt x="688850" y="85344"/>
                </a:lnTo>
                <a:lnTo>
                  <a:pt x="688850" y="0"/>
                </a:lnTo>
                <a:lnTo>
                  <a:pt x="789434" y="0"/>
                </a:lnTo>
                <a:lnTo>
                  <a:pt x="789434" y="426721"/>
                </a:lnTo>
                <a:close/>
              </a:path>
              <a:path w="810895" h="856614">
                <a:moveTo>
                  <a:pt x="0" y="411481"/>
                </a:moveTo>
                <a:lnTo>
                  <a:pt x="0" y="327153"/>
                </a:lnTo>
                <a:lnTo>
                  <a:pt x="63454" y="325398"/>
                </a:lnTo>
                <a:lnTo>
                  <a:pt x="122279" y="320626"/>
                </a:lnTo>
                <a:lnTo>
                  <a:pt x="176175" y="312739"/>
                </a:lnTo>
                <a:lnTo>
                  <a:pt x="224845" y="301642"/>
                </a:lnTo>
                <a:lnTo>
                  <a:pt x="267992" y="287238"/>
                </a:lnTo>
                <a:lnTo>
                  <a:pt x="305318" y="269430"/>
                </a:lnTo>
                <a:lnTo>
                  <a:pt x="361315" y="223223"/>
                </a:lnTo>
                <a:lnTo>
                  <a:pt x="390455" y="162249"/>
                </a:lnTo>
                <a:lnTo>
                  <a:pt x="394209" y="125984"/>
                </a:lnTo>
                <a:lnTo>
                  <a:pt x="394209" y="105664"/>
                </a:lnTo>
                <a:lnTo>
                  <a:pt x="0" y="105664"/>
                </a:lnTo>
                <a:lnTo>
                  <a:pt x="0" y="21336"/>
                </a:lnTo>
                <a:lnTo>
                  <a:pt x="494793" y="21336"/>
                </a:lnTo>
                <a:lnTo>
                  <a:pt x="494793" y="109728"/>
                </a:lnTo>
                <a:lnTo>
                  <a:pt x="491782" y="153361"/>
                </a:lnTo>
                <a:lnTo>
                  <a:pt x="482900" y="193304"/>
                </a:lnTo>
                <a:lnTo>
                  <a:pt x="468371" y="229630"/>
                </a:lnTo>
                <a:lnTo>
                  <a:pt x="448418" y="262413"/>
                </a:lnTo>
                <a:lnTo>
                  <a:pt x="423267" y="291725"/>
                </a:lnTo>
                <a:lnTo>
                  <a:pt x="393142" y="317641"/>
                </a:lnTo>
                <a:lnTo>
                  <a:pt x="358268" y="340234"/>
                </a:lnTo>
                <a:lnTo>
                  <a:pt x="318868" y="359576"/>
                </a:lnTo>
                <a:lnTo>
                  <a:pt x="275166" y="375741"/>
                </a:lnTo>
                <a:lnTo>
                  <a:pt x="227389" y="388803"/>
                </a:lnTo>
                <a:lnTo>
                  <a:pt x="175759" y="398834"/>
                </a:lnTo>
                <a:lnTo>
                  <a:pt x="120501" y="405909"/>
                </a:lnTo>
                <a:lnTo>
                  <a:pt x="61840" y="410100"/>
                </a:lnTo>
                <a:lnTo>
                  <a:pt x="0" y="411481"/>
                </a:lnTo>
                <a:close/>
              </a:path>
              <a:path w="810895" h="856614">
                <a:moveTo>
                  <a:pt x="810770" y="856490"/>
                </a:moveTo>
                <a:lnTo>
                  <a:pt x="54864" y="856490"/>
                </a:lnTo>
                <a:lnTo>
                  <a:pt x="54864" y="626873"/>
                </a:lnTo>
                <a:lnTo>
                  <a:pt x="689866" y="626873"/>
                </a:lnTo>
                <a:lnTo>
                  <a:pt x="689866" y="551689"/>
                </a:lnTo>
                <a:lnTo>
                  <a:pt x="52832" y="551689"/>
                </a:lnTo>
                <a:lnTo>
                  <a:pt x="52832" y="472441"/>
                </a:lnTo>
                <a:lnTo>
                  <a:pt x="789434" y="472441"/>
                </a:lnTo>
                <a:lnTo>
                  <a:pt x="789434" y="702058"/>
                </a:lnTo>
                <a:lnTo>
                  <a:pt x="154432" y="702058"/>
                </a:lnTo>
                <a:lnTo>
                  <a:pt x="154432" y="777242"/>
                </a:lnTo>
                <a:lnTo>
                  <a:pt x="810770" y="777242"/>
                </a:lnTo>
                <a:lnTo>
                  <a:pt x="810770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9317" y="1572646"/>
            <a:ext cx="907415" cy="868044"/>
          </a:xfrm>
          <a:custGeom>
            <a:avLst/>
            <a:gdLst/>
            <a:ahLst/>
            <a:cxnLst/>
            <a:rect l="l" t="t" r="r" b="b"/>
            <a:pathLst>
              <a:path w="907415" h="868044">
                <a:moveTo>
                  <a:pt x="787402" y="867666"/>
                </a:moveTo>
                <a:lnTo>
                  <a:pt x="686818" y="867666"/>
                </a:lnTo>
                <a:lnTo>
                  <a:pt x="686818" y="0"/>
                </a:lnTo>
                <a:lnTo>
                  <a:pt x="787402" y="0"/>
                </a:lnTo>
                <a:lnTo>
                  <a:pt x="787402" y="343409"/>
                </a:lnTo>
                <a:lnTo>
                  <a:pt x="907290" y="343409"/>
                </a:lnTo>
                <a:lnTo>
                  <a:pt x="907290" y="439929"/>
                </a:lnTo>
                <a:lnTo>
                  <a:pt x="787402" y="439929"/>
                </a:lnTo>
                <a:lnTo>
                  <a:pt x="787402" y="867666"/>
                </a:lnTo>
                <a:close/>
              </a:path>
              <a:path w="907415" h="868044">
                <a:moveTo>
                  <a:pt x="528321" y="586233"/>
                </a:moveTo>
                <a:lnTo>
                  <a:pt x="426721" y="586233"/>
                </a:lnTo>
                <a:lnTo>
                  <a:pt x="426721" y="127000"/>
                </a:lnTo>
                <a:lnTo>
                  <a:pt x="31496" y="127000"/>
                </a:lnTo>
                <a:lnTo>
                  <a:pt x="31496" y="33528"/>
                </a:lnTo>
                <a:lnTo>
                  <a:pt x="528321" y="33528"/>
                </a:lnTo>
                <a:lnTo>
                  <a:pt x="528321" y="586233"/>
                </a:lnTo>
                <a:close/>
              </a:path>
              <a:path w="907415" h="868044">
                <a:moveTo>
                  <a:pt x="252984" y="721362"/>
                </a:moveTo>
                <a:lnTo>
                  <a:pt x="151384" y="721362"/>
                </a:lnTo>
                <a:lnTo>
                  <a:pt x="151384" y="353569"/>
                </a:lnTo>
                <a:lnTo>
                  <a:pt x="252984" y="353569"/>
                </a:lnTo>
                <a:lnTo>
                  <a:pt x="252984" y="721362"/>
                </a:lnTo>
                <a:close/>
              </a:path>
              <a:path w="907415" h="868044">
                <a:moveTo>
                  <a:pt x="331217" y="815850"/>
                </a:moveTo>
                <a:lnTo>
                  <a:pt x="0" y="815850"/>
                </a:lnTo>
                <a:lnTo>
                  <a:pt x="0" y="721362"/>
                </a:lnTo>
                <a:lnTo>
                  <a:pt x="330201" y="721362"/>
                </a:lnTo>
                <a:lnTo>
                  <a:pt x="387539" y="720487"/>
                </a:lnTo>
                <a:lnTo>
                  <a:pt x="442111" y="717749"/>
                </a:lnTo>
                <a:lnTo>
                  <a:pt x="493015" y="712980"/>
                </a:lnTo>
                <a:lnTo>
                  <a:pt x="539347" y="706009"/>
                </a:lnTo>
                <a:lnTo>
                  <a:pt x="580203" y="696667"/>
                </a:lnTo>
                <a:lnTo>
                  <a:pt x="614681" y="684786"/>
                </a:lnTo>
                <a:lnTo>
                  <a:pt x="614681" y="779274"/>
                </a:lnTo>
                <a:lnTo>
                  <a:pt x="540062" y="800046"/>
                </a:lnTo>
                <a:lnTo>
                  <a:pt x="494285" y="807087"/>
                </a:lnTo>
                <a:lnTo>
                  <a:pt x="443767" y="812012"/>
                </a:lnTo>
                <a:lnTo>
                  <a:pt x="389185" y="814905"/>
                </a:lnTo>
                <a:lnTo>
                  <a:pt x="331217" y="815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3300F-0F71-451B-B218-326B1528E51C}"/>
              </a:ext>
            </a:extLst>
          </p:cNvPr>
          <p:cNvSpPr txBox="1"/>
          <p:nvPr/>
        </p:nvSpPr>
        <p:spPr>
          <a:xfrm>
            <a:off x="805180" y="347591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</a:t>
            </a:r>
            <a:r>
              <a:rPr lang="ko-KR" altLang="en-US" dirty="0"/>
              <a:t>단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A25E5D4-A22C-4BE0-B3F7-9CC0FA1EA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334474"/>
              </p:ext>
            </p:extLst>
          </p:nvPr>
        </p:nvGraphicFramePr>
        <p:xfrm>
          <a:off x="880427" y="3908945"/>
          <a:ext cx="16459198" cy="4236720"/>
        </p:xfrm>
        <a:graphic>
          <a:graphicData uri="http://schemas.openxmlformats.org/drawingml/2006/table">
            <a:tbl>
              <a:tblPr/>
              <a:tblGrid>
                <a:gridCol w="2351314">
                  <a:extLst>
                    <a:ext uri="{9D8B030D-6E8A-4147-A177-3AD203B41FA5}">
                      <a16:colId xmlns:a16="http://schemas.microsoft.com/office/drawing/2014/main" val="3967885793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912944956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583103812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2458827226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909737408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1282769744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290454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Stage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압력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Pa)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온도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K)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기상 유량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mol/s)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액상 유량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mol/s)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기상 조성 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(Vapor)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에탄올 몰분율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>
                          <a:effectLst/>
                          <a:latin typeface="Google Sans Text"/>
                        </a:rPr>
                        <a:t>액상 조성 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(Liquid)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에탄올 몰분율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047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 (Top / Condenser)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351.75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--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>
                          <a:effectLst/>
                          <a:latin typeface="Google Sans Text"/>
                        </a:rPr>
                        <a:t>0.00216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0.77152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0.73614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061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2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351.98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0.00431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0.00214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0.73614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0.67580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935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3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352.26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0.00430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0.00213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0.70605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0.61729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642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4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352.63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0.00429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0.00212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0.67705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0.55309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119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5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353.16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0.00427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0.64545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0.47291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14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6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354.05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0.00425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0.00206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0.60637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0.36148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845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7 (Feed Stage)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355.68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0.00422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0.01946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0.55291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0.22744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851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8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355.96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0.00445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0.01941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0.54497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0.21261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159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9 (Bottom / Reboiler)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101,326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358.18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0.00440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>
                          <a:effectLst/>
                          <a:latin typeface="Google Sans Text"/>
                        </a:rPr>
                        <a:t>0.01501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>
                          <a:effectLst/>
                          <a:latin typeface="Google Sans Text"/>
                        </a:rPr>
                        <a:t>0.48287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 dirty="0">
                          <a:effectLst/>
                          <a:latin typeface="Google Sans Text"/>
                        </a:rPr>
                        <a:t>0.13340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496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857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4766" y="1388566"/>
            <a:ext cx="13070840" cy="42545"/>
          </a:xfrm>
          <a:custGeom>
            <a:avLst/>
            <a:gdLst/>
            <a:ahLst/>
            <a:cxnLst/>
            <a:rect l="l" t="t" r="r" b="b"/>
            <a:pathLst>
              <a:path w="13070840" h="42544">
                <a:moveTo>
                  <a:pt x="0" y="41956"/>
                </a:moveTo>
                <a:lnTo>
                  <a:pt x="13070771" y="41956"/>
                </a:lnTo>
                <a:lnTo>
                  <a:pt x="13070771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4766" y="375369"/>
            <a:ext cx="13070840" cy="1013460"/>
          </a:xfrm>
          <a:custGeom>
            <a:avLst/>
            <a:gdLst/>
            <a:ahLst/>
            <a:cxnLst/>
            <a:rect l="l" t="t" r="r" b="b"/>
            <a:pathLst>
              <a:path w="13070840" h="1013460">
                <a:moveTo>
                  <a:pt x="0" y="1013197"/>
                </a:moveTo>
                <a:lnTo>
                  <a:pt x="13070771" y="1013197"/>
                </a:lnTo>
                <a:lnTo>
                  <a:pt x="13070771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22997" y="2763331"/>
            <a:ext cx="4121150" cy="612140"/>
          </a:xfrm>
          <a:custGeom>
            <a:avLst/>
            <a:gdLst/>
            <a:ahLst/>
            <a:cxnLst/>
            <a:rect l="l" t="t" r="r" b="b"/>
            <a:pathLst>
              <a:path w="4121150" h="612140">
                <a:moveTo>
                  <a:pt x="0" y="611564"/>
                </a:moveTo>
                <a:lnTo>
                  <a:pt x="4120821" y="611564"/>
                </a:lnTo>
                <a:lnTo>
                  <a:pt x="4120821" y="0"/>
                </a:lnTo>
                <a:lnTo>
                  <a:pt x="0" y="0"/>
                </a:lnTo>
                <a:lnTo>
                  <a:pt x="0" y="6115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34766" y="9361851"/>
            <a:ext cx="9015095" cy="76835"/>
          </a:xfrm>
          <a:custGeom>
            <a:avLst/>
            <a:gdLst/>
            <a:ahLst/>
            <a:cxnLst/>
            <a:rect l="l" t="t" r="r" b="b"/>
            <a:pathLst>
              <a:path w="9015095" h="76834">
                <a:moveTo>
                  <a:pt x="0" y="76351"/>
                </a:moveTo>
                <a:lnTo>
                  <a:pt x="9014946" y="76351"/>
                </a:lnTo>
                <a:lnTo>
                  <a:pt x="9014946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766" y="9438203"/>
            <a:ext cx="13001625" cy="475615"/>
          </a:xfrm>
          <a:custGeom>
            <a:avLst/>
            <a:gdLst/>
            <a:ahLst/>
            <a:cxnLst/>
            <a:rect l="l" t="t" r="r" b="b"/>
            <a:pathLst>
              <a:path w="13001625" h="475615">
                <a:moveTo>
                  <a:pt x="0" y="475257"/>
                </a:moveTo>
                <a:lnTo>
                  <a:pt x="13001348" y="475257"/>
                </a:lnTo>
                <a:lnTo>
                  <a:pt x="13001348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822997" y="3374896"/>
            <a:ext cx="4451985" cy="76835"/>
          </a:xfrm>
          <a:custGeom>
            <a:avLst/>
            <a:gdLst/>
            <a:ahLst/>
            <a:cxnLst/>
            <a:rect l="l" t="t" r="r" b="b"/>
            <a:pathLst>
              <a:path w="4451984" h="76834">
                <a:moveTo>
                  <a:pt x="0" y="76351"/>
                </a:moveTo>
                <a:lnTo>
                  <a:pt x="4451884" y="76351"/>
                </a:lnTo>
                <a:lnTo>
                  <a:pt x="4451884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836115" y="9438203"/>
            <a:ext cx="4451985" cy="848994"/>
          </a:xfrm>
          <a:custGeom>
            <a:avLst/>
            <a:gdLst/>
            <a:ahLst/>
            <a:cxnLst/>
            <a:rect l="l" t="t" r="r" b="b"/>
            <a:pathLst>
              <a:path w="4451984" h="848995">
                <a:moveTo>
                  <a:pt x="0" y="848795"/>
                </a:moveTo>
                <a:lnTo>
                  <a:pt x="4451884" y="848795"/>
                </a:lnTo>
                <a:lnTo>
                  <a:pt x="4451884" y="0"/>
                </a:lnTo>
                <a:lnTo>
                  <a:pt x="0" y="0"/>
                </a:lnTo>
                <a:lnTo>
                  <a:pt x="0" y="84879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822997" y="3374896"/>
            <a:ext cx="4121150" cy="76835"/>
          </a:xfrm>
          <a:custGeom>
            <a:avLst/>
            <a:gdLst/>
            <a:ahLst/>
            <a:cxnLst/>
            <a:rect l="l" t="t" r="r" b="b"/>
            <a:pathLst>
              <a:path w="4121150" h="76834">
                <a:moveTo>
                  <a:pt x="0" y="76351"/>
                </a:moveTo>
                <a:lnTo>
                  <a:pt x="4120821" y="76351"/>
                </a:lnTo>
                <a:lnTo>
                  <a:pt x="4120821" y="0"/>
                </a:lnTo>
                <a:lnTo>
                  <a:pt x="0" y="0"/>
                </a:lnTo>
                <a:lnTo>
                  <a:pt x="0" y="76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836115" y="9438203"/>
            <a:ext cx="4121150" cy="475615"/>
          </a:xfrm>
          <a:custGeom>
            <a:avLst/>
            <a:gdLst/>
            <a:ahLst/>
            <a:cxnLst/>
            <a:rect l="l" t="t" r="r" b="b"/>
            <a:pathLst>
              <a:path w="4121150" h="475615">
                <a:moveTo>
                  <a:pt x="0" y="475257"/>
                </a:moveTo>
                <a:lnTo>
                  <a:pt x="4120821" y="475257"/>
                </a:lnTo>
                <a:lnTo>
                  <a:pt x="4120821" y="0"/>
                </a:lnTo>
                <a:lnTo>
                  <a:pt x="0" y="0"/>
                </a:lnTo>
                <a:lnTo>
                  <a:pt x="0" y="4752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16159" y="1572646"/>
            <a:ext cx="817880" cy="856615"/>
          </a:xfrm>
          <a:custGeom>
            <a:avLst/>
            <a:gdLst/>
            <a:ahLst/>
            <a:cxnLst/>
            <a:rect l="l" t="t" r="r" b="b"/>
            <a:pathLst>
              <a:path w="817879" h="856614">
                <a:moveTo>
                  <a:pt x="796546" y="424689"/>
                </a:moveTo>
                <a:lnTo>
                  <a:pt x="695962" y="424689"/>
                </a:lnTo>
                <a:lnTo>
                  <a:pt x="695962" y="0"/>
                </a:lnTo>
                <a:lnTo>
                  <a:pt x="796546" y="0"/>
                </a:lnTo>
                <a:lnTo>
                  <a:pt x="796546" y="424689"/>
                </a:lnTo>
                <a:close/>
              </a:path>
              <a:path w="817879" h="856614">
                <a:moveTo>
                  <a:pt x="0" y="416561"/>
                </a:moveTo>
                <a:lnTo>
                  <a:pt x="0" y="327153"/>
                </a:lnTo>
                <a:lnTo>
                  <a:pt x="47478" y="315312"/>
                </a:lnTo>
                <a:lnTo>
                  <a:pt x="91001" y="297778"/>
                </a:lnTo>
                <a:lnTo>
                  <a:pt x="130329" y="275013"/>
                </a:lnTo>
                <a:lnTo>
                  <a:pt x="165226" y="247482"/>
                </a:lnTo>
                <a:lnTo>
                  <a:pt x="195453" y="215646"/>
                </a:lnTo>
                <a:lnTo>
                  <a:pt x="220773" y="179970"/>
                </a:lnTo>
                <a:lnTo>
                  <a:pt x="240948" y="140917"/>
                </a:lnTo>
                <a:lnTo>
                  <a:pt x="255740" y="98950"/>
                </a:lnTo>
                <a:lnTo>
                  <a:pt x="264911" y="54532"/>
                </a:lnTo>
                <a:lnTo>
                  <a:pt x="268224" y="8128"/>
                </a:lnTo>
                <a:lnTo>
                  <a:pt x="368809" y="14224"/>
                </a:lnTo>
                <a:lnTo>
                  <a:pt x="366729" y="56451"/>
                </a:lnTo>
                <a:lnTo>
                  <a:pt x="360554" y="97536"/>
                </a:lnTo>
                <a:lnTo>
                  <a:pt x="350378" y="137096"/>
                </a:lnTo>
                <a:lnTo>
                  <a:pt x="336297" y="174752"/>
                </a:lnTo>
                <a:lnTo>
                  <a:pt x="473041" y="249936"/>
                </a:lnTo>
                <a:lnTo>
                  <a:pt x="292608" y="249936"/>
                </a:lnTo>
                <a:lnTo>
                  <a:pt x="262537" y="286145"/>
                </a:lnTo>
                <a:lnTo>
                  <a:pt x="228200" y="318782"/>
                </a:lnTo>
                <a:lnTo>
                  <a:pt x="189811" y="347508"/>
                </a:lnTo>
                <a:lnTo>
                  <a:pt x="147584" y="371987"/>
                </a:lnTo>
                <a:lnTo>
                  <a:pt x="101730" y="391881"/>
                </a:lnTo>
                <a:lnTo>
                  <a:pt x="52464" y="406851"/>
                </a:lnTo>
                <a:lnTo>
                  <a:pt x="0" y="416561"/>
                </a:lnTo>
                <a:close/>
              </a:path>
              <a:path w="817879" h="856614">
                <a:moveTo>
                  <a:pt x="562865" y="402337"/>
                </a:moveTo>
                <a:lnTo>
                  <a:pt x="292608" y="249936"/>
                </a:lnTo>
                <a:lnTo>
                  <a:pt x="473041" y="249936"/>
                </a:lnTo>
                <a:lnTo>
                  <a:pt x="611633" y="326137"/>
                </a:lnTo>
                <a:lnTo>
                  <a:pt x="562865" y="402337"/>
                </a:lnTo>
                <a:close/>
              </a:path>
              <a:path w="817879" h="856614">
                <a:moveTo>
                  <a:pt x="817882" y="856490"/>
                </a:moveTo>
                <a:lnTo>
                  <a:pt x="61976" y="856490"/>
                </a:lnTo>
                <a:lnTo>
                  <a:pt x="61976" y="626873"/>
                </a:lnTo>
                <a:lnTo>
                  <a:pt x="696978" y="626873"/>
                </a:lnTo>
                <a:lnTo>
                  <a:pt x="696978" y="551689"/>
                </a:lnTo>
                <a:lnTo>
                  <a:pt x="59944" y="551689"/>
                </a:lnTo>
                <a:lnTo>
                  <a:pt x="59944" y="472441"/>
                </a:lnTo>
                <a:lnTo>
                  <a:pt x="796546" y="472441"/>
                </a:lnTo>
                <a:lnTo>
                  <a:pt x="796546" y="702058"/>
                </a:lnTo>
                <a:lnTo>
                  <a:pt x="161544" y="702058"/>
                </a:lnTo>
                <a:lnTo>
                  <a:pt x="161544" y="777242"/>
                </a:lnTo>
                <a:lnTo>
                  <a:pt x="817882" y="777242"/>
                </a:lnTo>
                <a:lnTo>
                  <a:pt x="817882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12121" y="1572646"/>
            <a:ext cx="100965" cy="424815"/>
          </a:xfrm>
          <a:custGeom>
            <a:avLst/>
            <a:gdLst/>
            <a:ahLst/>
            <a:cxnLst/>
            <a:rect l="l" t="t" r="r" b="b"/>
            <a:pathLst>
              <a:path w="100965" h="424814">
                <a:moveTo>
                  <a:pt x="100584" y="0"/>
                </a:moveTo>
                <a:lnTo>
                  <a:pt x="0" y="0"/>
                </a:lnTo>
                <a:lnTo>
                  <a:pt x="0" y="424689"/>
                </a:lnTo>
                <a:lnTo>
                  <a:pt x="100584" y="424689"/>
                </a:lnTo>
                <a:lnTo>
                  <a:pt x="10058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16159" y="1580774"/>
            <a:ext cx="612140" cy="408940"/>
          </a:xfrm>
          <a:custGeom>
            <a:avLst/>
            <a:gdLst/>
            <a:ahLst/>
            <a:cxnLst/>
            <a:rect l="l" t="t" r="r" b="b"/>
            <a:pathLst>
              <a:path w="612140" h="408939">
                <a:moveTo>
                  <a:pt x="292608" y="241808"/>
                </a:moveTo>
                <a:lnTo>
                  <a:pt x="562865" y="394209"/>
                </a:lnTo>
                <a:lnTo>
                  <a:pt x="611633" y="318008"/>
                </a:lnTo>
                <a:lnTo>
                  <a:pt x="336297" y="166624"/>
                </a:lnTo>
                <a:lnTo>
                  <a:pt x="350378" y="128968"/>
                </a:lnTo>
                <a:lnTo>
                  <a:pt x="360554" y="89408"/>
                </a:lnTo>
                <a:lnTo>
                  <a:pt x="366729" y="48323"/>
                </a:lnTo>
                <a:lnTo>
                  <a:pt x="368809" y="6096"/>
                </a:lnTo>
                <a:lnTo>
                  <a:pt x="268224" y="0"/>
                </a:lnTo>
                <a:lnTo>
                  <a:pt x="264911" y="46404"/>
                </a:lnTo>
                <a:lnTo>
                  <a:pt x="255740" y="90822"/>
                </a:lnTo>
                <a:lnTo>
                  <a:pt x="240948" y="132789"/>
                </a:lnTo>
                <a:lnTo>
                  <a:pt x="220773" y="171842"/>
                </a:lnTo>
                <a:lnTo>
                  <a:pt x="195453" y="207518"/>
                </a:lnTo>
                <a:lnTo>
                  <a:pt x="165226" y="239354"/>
                </a:lnTo>
                <a:lnTo>
                  <a:pt x="130329" y="266885"/>
                </a:lnTo>
                <a:lnTo>
                  <a:pt x="91001" y="289650"/>
                </a:lnTo>
                <a:lnTo>
                  <a:pt x="47478" y="307184"/>
                </a:lnTo>
                <a:lnTo>
                  <a:pt x="0" y="319024"/>
                </a:lnTo>
                <a:lnTo>
                  <a:pt x="0" y="408433"/>
                </a:lnTo>
                <a:lnTo>
                  <a:pt x="52464" y="398723"/>
                </a:lnTo>
                <a:lnTo>
                  <a:pt x="101730" y="383752"/>
                </a:lnTo>
                <a:lnTo>
                  <a:pt x="147584" y="363859"/>
                </a:lnTo>
                <a:lnTo>
                  <a:pt x="189811" y="339380"/>
                </a:lnTo>
                <a:lnTo>
                  <a:pt x="228200" y="310654"/>
                </a:lnTo>
                <a:lnTo>
                  <a:pt x="262537" y="278017"/>
                </a:lnTo>
                <a:lnTo>
                  <a:pt x="292608" y="241808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76103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82378" y="1557406"/>
            <a:ext cx="815340" cy="871855"/>
          </a:xfrm>
          <a:custGeom>
            <a:avLst/>
            <a:gdLst/>
            <a:ahLst/>
            <a:cxnLst/>
            <a:rect l="l" t="t" r="r" b="b"/>
            <a:pathLst>
              <a:path w="815340" h="871855">
                <a:moveTo>
                  <a:pt x="345441" y="88392"/>
                </a:moveTo>
                <a:lnTo>
                  <a:pt x="243840" y="88392"/>
                </a:lnTo>
                <a:lnTo>
                  <a:pt x="243840" y="0"/>
                </a:lnTo>
                <a:lnTo>
                  <a:pt x="345441" y="0"/>
                </a:lnTo>
                <a:lnTo>
                  <a:pt x="345441" y="88392"/>
                </a:lnTo>
                <a:close/>
              </a:path>
              <a:path w="815340" h="871855">
                <a:moveTo>
                  <a:pt x="814834" y="531369"/>
                </a:moveTo>
                <a:lnTo>
                  <a:pt x="714250" y="531369"/>
                </a:lnTo>
                <a:lnTo>
                  <a:pt x="714250" y="367793"/>
                </a:lnTo>
                <a:lnTo>
                  <a:pt x="578105" y="367793"/>
                </a:lnTo>
                <a:lnTo>
                  <a:pt x="578105" y="278384"/>
                </a:lnTo>
                <a:lnTo>
                  <a:pt x="714250" y="278384"/>
                </a:lnTo>
                <a:lnTo>
                  <a:pt x="714250" y="15240"/>
                </a:lnTo>
                <a:lnTo>
                  <a:pt x="814834" y="15240"/>
                </a:lnTo>
                <a:lnTo>
                  <a:pt x="814834" y="531369"/>
                </a:lnTo>
                <a:close/>
              </a:path>
              <a:path w="815340" h="871855">
                <a:moveTo>
                  <a:pt x="589281" y="166624"/>
                </a:moveTo>
                <a:lnTo>
                  <a:pt x="0" y="166624"/>
                </a:lnTo>
                <a:lnTo>
                  <a:pt x="0" y="88392"/>
                </a:lnTo>
                <a:lnTo>
                  <a:pt x="589281" y="88392"/>
                </a:lnTo>
                <a:lnTo>
                  <a:pt x="589281" y="166624"/>
                </a:lnTo>
                <a:close/>
              </a:path>
              <a:path w="815340" h="871855">
                <a:moveTo>
                  <a:pt x="294640" y="525273"/>
                </a:moveTo>
                <a:lnTo>
                  <a:pt x="236160" y="521887"/>
                </a:lnTo>
                <a:lnTo>
                  <a:pt x="182726" y="511873"/>
                </a:lnTo>
                <a:lnTo>
                  <a:pt x="135780" y="495442"/>
                </a:lnTo>
                <a:lnTo>
                  <a:pt x="96760" y="472808"/>
                </a:lnTo>
                <a:lnTo>
                  <a:pt x="67106" y="444185"/>
                </a:lnTo>
                <a:lnTo>
                  <a:pt x="48258" y="409786"/>
                </a:lnTo>
                <a:lnTo>
                  <a:pt x="41656" y="369825"/>
                </a:lnTo>
                <a:lnTo>
                  <a:pt x="48258" y="330183"/>
                </a:lnTo>
                <a:lnTo>
                  <a:pt x="67106" y="295908"/>
                </a:lnTo>
                <a:lnTo>
                  <a:pt x="96760" y="267268"/>
                </a:lnTo>
                <a:lnTo>
                  <a:pt x="135780" y="244527"/>
                </a:lnTo>
                <a:lnTo>
                  <a:pt x="182726" y="227954"/>
                </a:lnTo>
                <a:lnTo>
                  <a:pt x="236160" y="217815"/>
                </a:lnTo>
                <a:lnTo>
                  <a:pt x="294640" y="214376"/>
                </a:lnTo>
                <a:lnTo>
                  <a:pt x="353065" y="217815"/>
                </a:lnTo>
                <a:lnTo>
                  <a:pt x="406353" y="227954"/>
                </a:lnTo>
                <a:lnTo>
                  <a:pt x="453101" y="244527"/>
                </a:lnTo>
                <a:lnTo>
                  <a:pt x="491905" y="267268"/>
                </a:lnTo>
                <a:lnTo>
                  <a:pt x="514832" y="289560"/>
                </a:lnTo>
                <a:lnTo>
                  <a:pt x="294640" y="289560"/>
                </a:lnTo>
                <a:lnTo>
                  <a:pt x="229315" y="295672"/>
                </a:lnTo>
                <a:lnTo>
                  <a:pt x="179705" y="312547"/>
                </a:lnTo>
                <a:lnTo>
                  <a:pt x="148193" y="337995"/>
                </a:lnTo>
                <a:lnTo>
                  <a:pt x="137160" y="369825"/>
                </a:lnTo>
                <a:lnTo>
                  <a:pt x="148193" y="401813"/>
                </a:lnTo>
                <a:lnTo>
                  <a:pt x="179705" y="427610"/>
                </a:lnTo>
                <a:lnTo>
                  <a:pt x="229315" y="444834"/>
                </a:lnTo>
                <a:lnTo>
                  <a:pt x="294640" y="451105"/>
                </a:lnTo>
                <a:lnTo>
                  <a:pt x="514240" y="451105"/>
                </a:lnTo>
                <a:lnTo>
                  <a:pt x="491905" y="472808"/>
                </a:lnTo>
                <a:lnTo>
                  <a:pt x="453101" y="495442"/>
                </a:lnTo>
                <a:lnTo>
                  <a:pt x="406353" y="511873"/>
                </a:lnTo>
                <a:lnTo>
                  <a:pt x="353065" y="521887"/>
                </a:lnTo>
                <a:lnTo>
                  <a:pt x="294640" y="525273"/>
                </a:lnTo>
                <a:close/>
              </a:path>
              <a:path w="815340" h="871855">
                <a:moveTo>
                  <a:pt x="514240" y="451105"/>
                </a:moveTo>
                <a:lnTo>
                  <a:pt x="294640" y="451105"/>
                </a:lnTo>
                <a:lnTo>
                  <a:pt x="359808" y="444834"/>
                </a:lnTo>
                <a:lnTo>
                  <a:pt x="409068" y="427610"/>
                </a:lnTo>
                <a:lnTo>
                  <a:pt x="440231" y="401813"/>
                </a:lnTo>
                <a:lnTo>
                  <a:pt x="451105" y="369825"/>
                </a:lnTo>
                <a:lnTo>
                  <a:pt x="440231" y="337995"/>
                </a:lnTo>
                <a:lnTo>
                  <a:pt x="409068" y="312547"/>
                </a:lnTo>
                <a:lnTo>
                  <a:pt x="359808" y="295672"/>
                </a:lnTo>
                <a:lnTo>
                  <a:pt x="294640" y="289560"/>
                </a:lnTo>
                <a:lnTo>
                  <a:pt x="514832" y="289560"/>
                </a:lnTo>
                <a:lnTo>
                  <a:pt x="521360" y="295908"/>
                </a:lnTo>
                <a:lnTo>
                  <a:pt x="540063" y="330183"/>
                </a:lnTo>
                <a:lnTo>
                  <a:pt x="546609" y="369825"/>
                </a:lnTo>
                <a:lnTo>
                  <a:pt x="540063" y="409786"/>
                </a:lnTo>
                <a:lnTo>
                  <a:pt x="521360" y="444185"/>
                </a:lnTo>
                <a:lnTo>
                  <a:pt x="514240" y="451105"/>
                </a:lnTo>
                <a:close/>
              </a:path>
              <a:path w="815340" h="871855">
                <a:moveTo>
                  <a:pt x="811786" y="871730"/>
                </a:moveTo>
                <a:lnTo>
                  <a:pt x="76200" y="871730"/>
                </a:lnTo>
                <a:lnTo>
                  <a:pt x="76200" y="580137"/>
                </a:lnTo>
                <a:lnTo>
                  <a:pt x="811786" y="580137"/>
                </a:lnTo>
                <a:lnTo>
                  <a:pt x="811786" y="660402"/>
                </a:lnTo>
                <a:lnTo>
                  <a:pt x="175768" y="660402"/>
                </a:lnTo>
                <a:lnTo>
                  <a:pt x="175768" y="791466"/>
                </a:lnTo>
                <a:lnTo>
                  <a:pt x="811786" y="791466"/>
                </a:lnTo>
                <a:lnTo>
                  <a:pt x="811786" y="871730"/>
                </a:lnTo>
                <a:close/>
              </a:path>
              <a:path w="815340" h="871855">
                <a:moveTo>
                  <a:pt x="811786" y="791466"/>
                </a:moveTo>
                <a:lnTo>
                  <a:pt x="712218" y="791466"/>
                </a:lnTo>
                <a:lnTo>
                  <a:pt x="712218" y="660402"/>
                </a:lnTo>
                <a:lnTo>
                  <a:pt x="811786" y="660402"/>
                </a:lnTo>
                <a:lnTo>
                  <a:pt x="811786" y="791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082378" y="1557406"/>
            <a:ext cx="589280" cy="167005"/>
          </a:xfrm>
          <a:custGeom>
            <a:avLst/>
            <a:gdLst/>
            <a:ahLst/>
            <a:cxnLst/>
            <a:rect l="l" t="t" r="r" b="b"/>
            <a:pathLst>
              <a:path w="589279" h="167005">
                <a:moveTo>
                  <a:pt x="589281" y="88392"/>
                </a:moveTo>
                <a:lnTo>
                  <a:pt x="345441" y="88392"/>
                </a:lnTo>
                <a:lnTo>
                  <a:pt x="345441" y="0"/>
                </a:lnTo>
                <a:lnTo>
                  <a:pt x="243840" y="0"/>
                </a:lnTo>
                <a:lnTo>
                  <a:pt x="243840" y="88392"/>
                </a:lnTo>
                <a:lnTo>
                  <a:pt x="0" y="88392"/>
                </a:lnTo>
                <a:lnTo>
                  <a:pt x="0" y="166624"/>
                </a:lnTo>
                <a:lnTo>
                  <a:pt x="589281" y="166624"/>
                </a:lnTo>
                <a:lnTo>
                  <a:pt x="589281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60484" y="1572646"/>
            <a:ext cx="236854" cy="516255"/>
          </a:xfrm>
          <a:custGeom>
            <a:avLst/>
            <a:gdLst/>
            <a:ahLst/>
            <a:cxnLst/>
            <a:rect l="l" t="t" r="r" b="b"/>
            <a:pathLst>
              <a:path w="236854" h="516255">
                <a:moveTo>
                  <a:pt x="136144" y="0"/>
                </a:moveTo>
                <a:lnTo>
                  <a:pt x="136144" y="263144"/>
                </a:lnTo>
                <a:lnTo>
                  <a:pt x="0" y="263144"/>
                </a:lnTo>
                <a:lnTo>
                  <a:pt x="0" y="352553"/>
                </a:lnTo>
                <a:lnTo>
                  <a:pt x="136144" y="352553"/>
                </a:lnTo>
                <a:lnTo>
                  <a:pt x="136144" y="516129"/>
                </a:lnTo>
                <a:lnTo>
                  <a:pt x="236728" y="516129"/>
                </a:lnTo>
                <a:lnTo>
                  <a:pt x="236728" y="0"/>
                </a:lnTo>
                <a:lnTo>
                  <a:pt x="136144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24034" y="1771783"/>
            <a:ext cx="505459" cy="311150"/>
          </a:xfrm>
          <a:custGeom>
            <a:avLst/>
            <a:gdLst/>
            <a:ahLst/>
            <a:cxnLst/>
            <a:rect l="l" t="t" r="r" b="b"/>
            <a:pathLst>
              <a:path w="505459" h="311150">
                <a:moveTo>
                  <a:pt x="252984" y="310896"/>
                </a:moveTo>
                <a:lnTo>
                  <a:pt x="311409" y="307511"/>
                </a:lnTo>
                <a:lnTo>
                  <a:pt x="364697" y="297496"/>
                </a:lnTo>
                <a:lnTo>
                  <a:pt x="411445" y="281065"/>
                </a:lnTo>
                <a:lnTo>
                  <a:pt x="450249" y="258432"/>
                </a:lnTo>
                <a:lnTo>
                  <a:pt x="479704" y="229809"/>
                </a:lnTo>
                <a:lnTo>
                  <a:pt x="498407" y="195410"/>
                </a:lnTo>
                <a:lnTo>
                  <a:pt x="504953" y="155448"/>
                </a:lnTo>
                <a:lnTo>
                  <a:pt x="498407" y="115806"/>
                </a:lnTo>
                <a:lnTo>
                  <a:pt x="479704" y="81532"/>
                </a:lnTo>
                <a:lnTo>
                  <a:pt x="450249" y="52891"/>
                </a:lnTo>
                <a:lnTo>
                  <a:pt x="411445" y="30151"/>
                </a:lnTo>
                <a:lnTo>
                  <a:pt x="364697" y="13578"/>
                </a:lnTo>
                <a:lnTo>
                  <a:pt x="311409" y="3439"/>
                </a:lnTo>
                <a:lnTo>
                  <a:pt x="252984" y="0"/>
                </a:lnTo>
                <a:lnTo>
                  <a:pt x="194503" y="3439"/>
                </a:lnTo>
                <a:lnTo>
                  <a:pt x="141070" y="13578"/>
                </a:lnTo>
                <a:lnTo>
                  <a:pt x="94123" y="30151"/>
                </a:lnTo>
                <a:lnTo>
                  <a:pt x="55104" y="52891"/>
                </a:lnTo>
                <a:lnTo>
                  <a:pt x="25450" y="81532"/>
                </a:lnTo>
                <a:lnTo>
                  <a:pt x="6602" y="115806"/>
                </a:lnTo>
                <a:lnTo>
                  <a:pt x="0" y="155448"/>
                </a:lnTo>
                <a:lnTo>
                  <a:pt x="6602" y="195410"/>
                </a:lnTo>
                <a:lnTo>
                  <a:pt x="25450" y="229809"/>
                </a:lnTo>
                <a:lnTo>
                  <a:pt x="55104" y="258432"/>
                </a:lnTo>
                <a:lnTo>
                  <a:pt x="94123" y="281065"/>
                </a:lnTo>
                <a:lnTo>
                  <a:pt x="141070" y="297496"/>
                </a:lnTo>
                <a:lnTo>
                  <a:pt x="194503" y="307511"/>
                </a:lnTo>
                <a:lnTo>
                  <a:pt x="252984" y="310896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19538" y="1846967"/>
            <a:ext cx="314325" cy="161925"/>
          </a:xfrm>
          <a:custGeom>
            <a:avLst/>
            <a:gdLst/>
            <a:ahLst/>
            <a:cxnLst/>
            <a:rect l="l" t="t" r="r" b="b"/>
            <a:pathLst>
              <a:path w="314325" h="161925">
                <a:moveTo>
                  <a:pt x="157480" y="0"/>
                </a:moveTo>
                <a:lnTo>
                  <a:pt x="222647" y="6111"/>
                </a:lnTo>
                <a:lnTo>
                  <a:pt x="271907" y="22987"/>
                </a:lnTo>
                <a:lnTo>
                  <a:pt x="303070" y="48434"/>
                </a:lnTo>
                <a:lnTo>
                  <a:pt x="313944" y="80264"/>
                </a:lnTo>
                <a:lnTo>
                  <a:pt x="303070" y="112252"/>
                </a:lnTo>
                <a:lnTo>
                  <a:pt x="271907" y="138049"/>
                </a:lnTo>
                <a:lnTo>
                  <a:pt x="222647" y="155273"/>
                </a:lnTo>
                <a:lnTo>
                  <a:pt x="157480" y="161544"/>
                </a:lnTo>
                <a:lnTo>
                  <a:pt x="92154" y="155273"/>
                </a:lnTo>
                <a:lnTo>
                  <a:pt x="42545" y="138049"/>
                </a:lnTo>
                <a:lnTo>
                  <a:pt x="11033" y="112252"/>
                </a:lnTo>
                <a:lnTo>
                  <a:pt x="0" y="80264"/>
                </a:lnTo>
                <a:lnTo>
                  <a:pt x="11033" y="48434"/>
                </a:lnTo>
                <a:lnTo>
                  <a:pt x="42545" y="22987"/>
                </a:lnTo>
                <a:lnTo>
                  <a:pt x="92154" y="6111"/>
                </a:lnTo>
                <a:lnTo>
                  <a:pt x="15748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58578" y="2137544"/>
            <a:ext cx="735965" cy="292100"/>
          </a:xfrm>
          <a:custGeom>
            <a:avLst/>
            <a:gdLst/>
            <a:ahLst/>
            <a:cxnLst/>
            <a:rect l="l" t="t" r="r" b="b"/>
            <a:pathLst>
              <a:path w="735965" h="292100">
                <a:moveTo>
                  <a:pt x="0" y="291592"/>
                </a:moveTo>
                <a:lnTo>
                  <a:pt x="735586" y="291592"/>
                </a:lnTo>
                <a:lnTo>
                  <a:pt x="735586" y="0"/>
                </a:lnTo>
                <a:lnTo>
                  <a:pt x="0" y="0"/>
                </a:lnTo>
                <a:lnTo>
                  <a:pt x="0" y="2915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58147" y="2217808"/>
            <a:ext cx="536575" cy="131445"/>
          </a:xfrm>
          <a:custGeom>
            <a:avLst/>
            <a:gdLst/>
            <a:ahLst/>
            <a:cxnLst/>
            <a:rect l="l" t="t" r="r" b="b"/>
            <a:pathLst>
              <a:path w="536575" h="131444">
                <a:moveTo>
                  <a:pt x="0" y="0"/>
                </a:moveTo>
                <a:lnTo>
                  <a:pt x="536449" y="0"/>
                </a:lnTo>
                <a:lnTo>
                  <a:pt x="536449" y="131064"/>
                </a:lnTo>
                <a:lnTo>
                  <a:pt x="0" y="131064"/>
                </a:lnTo>
                <a:lnTo>
                  <a:pt x="0" y="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369354" y="1572646"/>
            <a:ext cx="810895" cy="856615"/>
          </a:xfrm>
          <a:custGeom>
            <a:avLst/>
            <a:gdLst/>
            <a:ahLst/>
            <a:cxnLst/>
            <a:rect l="l" t="t" r="r" b="b"/>
            <a:pathLst>
              <a:path w="810895" h="856614">
                <a:moveTo>
                  <a:pt x="789434" y="426721"/>
                </a:moveTo>
                <a:lnTo>
                  <a:pt x="688850" y="426721"/>
                </a:lnTo>
                <a:lnTo>
                  <a:pt x="688850" y="339345"/>
                </a:lnTo>
                <a:lnTo>
                  <a:pt x="499873" y="339345"/>
                </a:lnTo>
                <a:lnTo>
                  <a:pt x="499873" y="257048"/>
                </a:lnTo>
                <a:lnTo>
                  <a:pt x="688850" y="257048"/>
                </a:lnTo>
                <a:lnTo>
                  <a:pt x="688850" y="167640"/>
                </a:lnTo>
                <a:lnTo>
                  <a:pt x="537465" y="167640"/>
                </a:lnTo>
                <a:lnTo>
                  <a:pt x="537465" y="85344"/>
                </a:lnTo>
                <a:lnTo>
                  <a:pt x="688850" y="85344"/>
                </a:lnTo>
                <a:lnTo>
                  <a:pt x="688850" y="0"/>
                </a:lnTo>
                <a:lnTo>
                  <a:pt x="789434" y="0"/>
                </a:lnTo>
                <a:lnTo>
                  <a:pt x="789434" y="426721"/>
                </a:lnTo>
                <a:close/>
              </a:path>
              <a:path w="810895" h="856614">
                <a:moveTo>
                  <a:pt x="0" y="411481"/>
                </a:moveTo>
                <a:lnTo>
                  <a:pt x="0" y="327153"/>
                </a:lnTo>
                <a:lnTo>
                  <a:pt x="63454" y="325398"/>
                </a:lnTo>
                <a:lnTo>
                  <a:pt x="122279" y="320626"/>
                </a:lnTo>
                <a:lnTo>
                  <a:pt x="176175" y="312739"/>
                </a:lnTo>
                <a:lnTo>
                  <a:pt x="224845" y="301642"/>
                </a:lnTo>
                <a:lnTo>
                  <a:pt x="267992" y="287238"/>
                </a:lnTo>
                <a:lnTo>
                  <a:pt x="305318" y="269430"/>
                </a:lnTo>
                <a:lnTo>
                  <a:pt x="361315" y="223223"/>
                </a:lnTo>
                <a:lnTo>
                  <a:pt x="390455" y="162249"/>
                </a:lnTo>
                <a:lnTo>
                  <a:pt x="394209" y="125984"/>
                </a:lnTo>
                <a:lnTo>
                  <a:pt x="394209" y="105664"/>
                </a:lnTo>
                <a:lnTo>
                  <a:pt x="0" y="105664"/>
                </a:lnTo>
                <a:lnTo>
                  <a:pt x="0" y="21336"/>
                </a:lnTo>
                <a:lnTo>
                  <a:pt x="494793" y="21336"/>
                </a:lnTo>
                <a:lnTo>
                  <a:pt x="494793" y="109728"/>
                </a:lnTo>
                <a:lnTo>
                  <a:pt x="491782" y="153361"/>
                </a:lnTo>
                <a:lnTo>
                  <a:pt x="482900" y="193304"/>
                </a:lnTo>
                <a:lnTo>
                  <a:pt x="468371" y="229630"/>
                </a:lnTo>
                <a:lnTo>
                  <a:pt x="448418" y="262413"/>
                </a:lnTo>
                <a:lnTo>
                  <a:pt x="423267" y="291725"/>
                </a:lnTo>
                <a:lnTo>
                  <a:pt x="393142" y="317641"/>
                </a:lnTo>
                <a:lnTo>
                  <a:pt x="358268" y="340234"/>
                </a:lnTo>
                <a:lnTo>
                  <a:pt x="318868" y="359576"/>
                </a:lnTo>
                <a:lnTo>
                  <a:pt x="275166" y="375741"/>
                </a:lnTo>
                <a:lnTo>
                  <a:pt x="227389" y="388803"/>
                </a:lnTo>
                <a:lnTo>
                  <a:pt x="175759" y="398834"/>
                </a:lnTo>
                <a:lnTo>
                  <a:pt x="120501" y="405909"/>
                </a:lnTo>
                <a:lnTo>
                  <a:pt x="61840" y="410100"/>
                </a:lnTo>
                <a:lnTo>
                  <a:pt x="0" y="411481"/>
                </a:lnTo>
                <a:close/>
              </a:path>
              <a:path w="810895" h="856614">
                <a:moveTo>
                  <a:pt x="810770" y="856490"/>
                </a:moveTo>
                <a:lnTo>
                  <a:pt x="54864" y="856490"/>
                </a:lnTo>
                <a:lnTo>
                  <a:pt x="54864" y="626873"/>
                </a:lnTo>
                <a:lnTo>
                  <a:pt x="689866" y="626873"/>
                </a:lnTo>
                <a:lnTo>
                  <a:pt x="689866" y="551689"/>
                </a:lnTo>
                <a:lnTo>
                  <a:pt x="52832" y="551689"/>
                </a:lnTo>
                <a:lnTo>
                  <a:pt x="52832" y="472441"/>
                </a:lnTo>
                <a:lnTo>
                  <a:pt x="789434" y="472441"/>
                </a:lnTo>
                <a:lnTo>
                  <a:pt x="789434" y="702058"/>
                </a:lnTo>
                <a:lnTo>
                  <a:pt x="154432" y="702058"/>
                </a:lnTo>
                <a:lnTo>
                  <a:pt x="154432" y="777242"/>
                </a:lnTo>
                <a:lnTo>
                  <a:pt x="810770" y="777242"/>
                </a:lnTo>
                <a:lnTo>
                  <a:pt x="810770" y="85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869227" y="1572646"/>
            <a:ext cx="289560" cy="426720"/>
          </a:xfrm>
          <a:custGeom>
            <a:avLst/>
            <a:gdLst/>
            <a:ahLst/>
            <a:cxnLst/>
            <a:rect l="l" t="t" r="r" b="b"/>
            <a:pathLst>
              <a:path w="289559" h="426719">
                <a:moveTo>
                  <a:pt x="188976" y="426721"/>
                </a:moveTo>
                <a:lnTo>
                  <a:pt x="289560" y="426721"/>
                </a:lnTo>
                <a:lnTo>
                  <a:pt x="289560" y="0"/>
                </a:lnTo>
                <a:lnTo>
                  <a:pt x="188976" y="0"/>
                </a:lnTo>
                <a:lnTo>
                  <a:pt x="188976" y="85344"/>
                </a:lnTo>
                <a:lnTo>
                  <a:pt x="37592" y="85344"/>
                </a:lnTo>
                <a:lnTo>
                  <a:pt x="37592" y="167640"/>
                </a:lnTo>
                <a:lnTo>
                  <a:pt x="188976" y="167640"/>
                </a:lnTo>
                <a:lnTo>
                  <a:pt x="188976" y="257048"/>
                </a:lnTo>
                <a:lnTo>
                  <a:pt x="0" y="257048"/>
                </a:lnTo>
                <a:lnTo>
                  <a:pt x="0" y="339345"/>
                </a:lnTo>
                <a:lnTo>
                  <a:pt x="188976" y="339345"/>
                </a:lnTo>
                <a:lnTo>
                  <a:pt x="188976" y="426721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69353" y="159398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494793" y="88392"/>
                </a:moveTo>
                <a:lnTo>
                  <a:pt x="494793" y="0"/>
                </a:lnTo>
                <a:lnTo>
                  <a:pt x="0" y="0"/>
                </a:lnTo>
                <a:lnTo>
                  <a:pt x="0" y="84328"/>
                </a:lnTo>
                <a:lnTo>
                  <a:pt x="394209" y="84328"/>
                </a:lnTo>
                <a:lnTo>
                  <a:pt x="394209" y="104648"/>
                </a:lnTo>
                <a:lnTo>
                  <a:pt x="379391" y="173293"/>
                </a:lnTo>
                <a:lnTo>
                  <a:pt x="336525" y="226788"/>
                </a:lnTo>
                <a:lnTo>
                  <a:pt x="267992" y="265901"/>
                </a:lnTo>
                <a:lnTo>
                  <a:pt x="224845" y="280306"/>
                </a:lnTo>
                <a:lnTo>
                  <a:pt x="176175" y="291403"/>
                </a:lnTo>
                <a:lnTo>
                  <a:pt x="122279" y="299290"/>
                </a:lnTo>
                <a:lnTo>
                  <a:pt x="63454" y="304062"/>
                </a:lnTo>
                <a:lnTo>
                  <a:pt x="0" y="305816"/>
                </a:lnTo>
                <a:lnTo>
                  <a:pt x="0" y="390145"/>
                </a:lnTo>
                <a:lnTo>
                  <a:pt x="61840" y="388764"/>
                </a:lnTo>
                <a:lnTo>
                  <a:pt x="120501" y="384573"/>
                </a:lnTo>
                <a:lnTo>
                  <a:pt x="175759" y="377498"/>
                </a:lnTo>
                <a:lnTo>
                  <a:pt x="227389" y="367467"/>
                </a:lnTo>
                <a:lnTo>
                  <a:pt x="275166" y="354405"/>
                </a:lnTo>
                <a:lnTo>
                  <a:pt x="318868" y="338240"/>
                </a:lnTo>
                <a:lnTo>
                  <a:pt x="358268" y="318897"/>
                </a:lnTo>
                <a:lnTo>
                  <a:pt x="393142" y="296305"/>
                </a:lnTo>
                <a:lnTo>
                  <a:pt x="423267" y="270389"/>
                </a:lnTo>
                <a:lnTo>
                  <a:pt x="448418" y="241077"/>
                </a:lnTo>
                <a:lnTo>
                  <a:pt x="468371" y="208294"/>
                </a:lnTo>
                <a:lnTo>
                  <a:pt x="482900" y="171968"/>
                </a:lnTo>
                <a:lnTo>
                  <a:pt x="491782" y="132025"/>
                </a:lnTo>
                <a:lnTo>
                  <a:pt x="494793" y="88392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22186" y="2045087"/>
            <a:ext cx="758190" cy="384175"/>
          </a:xfrm>
          <a:custGeom>
            <a:avLst/>
            <a:gdLst/>
            <a:ahLst/>
            <a:cxnLst/>
            <a:rect l="l" t="t" r="r" b="b"/>
            <a:pathLst>
              <a:path w="758190" h="384175">
                <a:moveTo>
                  <a:pt x="101600" y="304800"/>
                </a:moveTo>
                <a:lnTo>
                  <a:pt x="101600" y="229616"/>
                </a:lnTo>
                <a:lnTo>
                  <a:pt x="736602" y="229616"/>
                </a:lnTo>
                <a:lnTo>
                  <a:pt x="736602" y="0"/>
                </a:lnTo>
                <a:lnTo>
                  <a:pt x="0" y="0"/>
                </a:lnTo>
                <a:lnTo>
                  <a:pt x="0" y="79248"/>
                </a:lnTo>
                <a:lnTo>
                  <a:pt x="637033" y="79248"/>
                </a:lnTo>
                <a:lnTo>
                  <a:pt x="637033" y="154432"/>
                </a:lnTo>
                <a:lnTo>
                  <a:pt x="2032" y="154432"/>
                </a:lnTo>
                <a:lnTo>
                  <a:pt x="2032" y="384049"/>
                </a:lnTo>
                <a:lnTo>
                  <a:pt x="757938" y="384049"/>
                </a:lnTo>
                <a:lnTo>
                  <a:pt x="757938" y="304800"/>
                </a:lnTo>
                <a:lnTo>
                  <a:pt x="101600" y="3048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9317" y="1572646"/>
            <a:ext cx="907415" cy="868044"/>
          </a:xfrm>
          <a:custGeom>
            <a:avLst/>
            <a:gdLst/>
            <a:ahLst/>
            <a:cxnLst/>
            <a:rect l="l" t="t" r="r" b="b"/>
            <a:pathLst>
              <a:path w="907415" h="868044">
                <a:moveTo>
                  <a:pt x="787402" y="867666"/>
                </a:moveTo>
                <a:lnTo>
                  <a:pt x="686818" y="867666"/>
                </a:lnTo>
                <a:lnTo>
                  <a:pt x="686818" y="0"/>
                </a:lnTo>
                <a:lnTo>
                  <a:pt x="787402" y="0"/>
                </a:lnTo>
                <a:lnTo>
                  <a:pt x="787402" y="343409"/>
                </a:lnTo>
                <a:lnTo>
                  <a:pt x="907290" y="343409"/>
                </a:lnTo>
                <a:lnTo>
                  <a:pt x="907290" y="439929"/>
                </a:lnTo>
                <a:lnTo>
                  <a:pt x="787402" y="439929"/>
                </a:lnTo>
                <a:lnTo>
                  <a:pt x="787402" y="867666"/>
                </a:lnTo>
                <a:close/>
              </a:path>
              <a:path w="907415" h="868044">
                <a:moveTo>
                  <a:pt x="528321" y="586233"/>
                </a:moveTo>
                <a:lnTo>
                  <a:pt x="426721" y="586233"/>
                </a:lnTo>
                <a:lnTo>
                  <a:pt x="426721" y="127000"/>
                </a:lnTo>
                <a:lnTo>
                  <a:pt x="31496" y="127000"/>
                </a:lnTo>
                <a:lnTo>
                  <a:pt x="31496" y="33528"/>
                </a:lnTo>
                <a:lnTo>
                  <a:pt x="528321" y="33528"/>
                </a:lnTo>
                <a:lnTo>
                  <a:pt x="528321" y="586233"/>
                </a:lnTo>
                <a:close/>
              </a:path>
              <a:path w="907415" h="868044">
                <a:moveTo>
                  <a:pt x="252984" y="721362"/>
                </a:moveTo>
                <a:lnTo>
                  <a:pt x="151384" y="721362"/>
                </a:lnTo>
                <a:lnTo>
                  <a:pt x="151384" y="353569"/>
                </a:lnTo>
                <a:lnTo>
                  <a:pt x="252984" y="353569"/>
                </a:lnTo>
                <a:lnTo>
                  <a:pt x="252984" y="721362"/>
                </a:lnTo>
                <a:close/>
              </a:path>
              <a:path w="907415" h="868044">
                <a:moveTo>
                  <a:pt x="331217" y="815850"/>
                </a:moveTo>
                <a:lnTo>
                  <a:pt x="0" y="815850"/>
                </a:lnTo>
                <a:lnTo>
                  <a:pt x="0" y="721362"/>
                </a:lnTo>
                <a:lnTo>
                  <a:pt x="330201" y="721362"/>
                </a:lnTo>
                <a:lnTo>
                  <a:pt x="387539" y="720487"/>
                </a:lnTo>
                <a:lnTo>
                  <a:pt x="442111" y="717749"/>
                </a:lnTo>
                <a:lnTo>
                  <a:pt x="493015" y="712980"/>
                </a:lnTo>
                <a:lnTo>
                  <a:pt x="539347" y="706009"/>
                </a:lnTo>
                <a:lnTo>
                  <a:pt x="580203" y="696667"/>
                </a:lnTo>
                <a:lnTo>
                  <a:pt x="614681" y="684786"/>
                </a:lnTo>
                <a:lnTo>
                  <a:pt x="614681" y="779274"/>
                </a:lnTo>
                <a:lnTo>
                  <a:pt x="540062" y="800046"/>
                </a:lnTo>
                <a:lnTo>
                  <a:pt x="494285" y="807087"/>
                </a:lnTo>
                <a:lnTo>
                  <a:pt x="443767" y="812012"/>
                </a:lnTo>
                <a:lnTo>
                  <a:pt x="389185" y="814905"/>
                </a:lnTo>
                <a:lnTo>
                  <a:pt x="331217" y="815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006135" y="1572646"/>
            <a:ext cx="220979" cy="868044"/>
          </a:xfrm>
          <a:custGeom>
            <a:avLst/>
            <a:gdLst/>
            <a:ahLst/>
            <a:cxnLst/>
            <a:rect l="l" t="t" r="r" b="b"/>
            <a:pathLst>
              <a:path w="220979" h="868044">
                <a:moveTo>
                  <a:pt x="220472" y="343409"/>
                </a:moveTo>
                <a:lnTo>
                  <a:pt x="100584" y="343409"/>
                </a:lnTo>
                <a:lnTo>
                  <a:pt x="100584" y="0"/>
                </a:lnTo>
                <a:lnTo>
                  <a:pt x="0" y="0"/>
                </a:lnTo>
                <a:lnTo>
                  <a:pt x="0" y="867666"/>
                </a:lnTo>
                <a:lnTo>
                  <a:pt x="100584" y="867666"/>
                </a:lnTo>
                <a:lnTo>
                  <a:pt x="100584" y="439929"/>
                </a:lnTo>
                <a:lnTo>
                  <a:pt x="220472" y="439929"/>
                </a:lnTo>
                <a:lnTo>
                  <a:pt x="220472" y="343409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350813" y="1606174"/>
            <a:ext cx="497205" cy="553085"/>
          </a:xfrm>
          <a:custGeom>
            <a:avLst/>
            <a:gdLst/>
            <a:ahLst/>
            <a:cxnLst/>
            <a:rect l="l" t="t" r="r" b="b"/>
            <a:pathLst>
              <a:path w="497204" h="553085">
                <a:moveTo>
                  <a:pt x="395225" y="552705"/>
                </a:moveTo>
                <a:lnTo>
                  <a:pt x="496825" y="552705"/>
                </a:lnTo>
                <a:lnTo>
                  <a:pt x="496825" y="0"/>
                </a:lnTo>
                <a:lnTo>
                  <a:pt x="0" y="0"/>
                </a:lnTo>
                <a:lnTo>
                  <a:pt x="0" y="93472"/>
                </a:lnTo>
                <a:lnTo>
                  <a:pt x="395225" y="93472"/>
                </a:lnTo>
                <a:lnTo>
                  <a:pt x="395225" y="55270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319316" y="1926215"/>
            <a:ext cx="614680" cy="462280"/>
          </a:xfrm>
          <a:custGeom>
            <a:avLst/>
            <a:gdLst/>
            <a:ahLst/>
            <a:cxnLst/>
            <a:rect l="l" t="t" r="r" b="b"/>
            <a:pathLst>
              <a:path w="614679" h="462280">
                <a:moveTo>
                  <a:pt x="252984" y="367793"/>
                </a:moveTo>
                <a:lnTo>
                  <a:pt x="252984" y="0"/>
                </a:lnTo>
                <a:lnTo>
                  <a:pt x="151384" y="0"/>
                </a:lnTo>
                <a:lnTo>
                  <a:pt x="151384" y="367793"/>
                </a:lnTo>
                <a:lnTo>
                  <a:pt x="0" y="367793"/>
                </a:lnTo>
                <a:lnTo>
                  <a:pt x="0" y="462281"/>
                </a:lnTo>
                <a:lnTo>
                  <a:pt x="331217" y="462281"/>
                </a:lnTo>
                <a:lnTo>
                  <a:pt x="389185" y="461335"/>
                </a:lnTo>
                <a:lnTo>
                  <a:pt x="443767" y="458443"/>
                </a:lnTo>
                <a:lnTo>
                  <a:pt x="494285" y="453518"/>
                </a:lnTo>
                <a:lnTo>
                  <a:pt x="540062" y="446476"/>
                </a:lnTo>
                <a:lnTo>
                  <a:pt x="580420" y="437234"/>
                </a:lnTo>
                <a:lnTo>
                  <a:pt x="614681" y="425705"/>
                </a:lnTo>
                <a:lnTo>
                  <a:pt x="614681" y="331217"/>
                </a:lnTo>
                <a:lnTo>
                  <a:pt x="580203" y="343098"/>
                </a:lnTo>
                <a:lnTo>
                  <a:pt x="539347" y="352440"/>
                </a:lnTo>
                <a:lnTo>
                  <a:pt x="493015" y="359411"/>
                </a:lnTo>
                <a:lnTo>
                  <a:pt x="442111" y="364180"/>
                </a:lnTo>
                <a:lnTo>
                  <a:pt x="387539" y="366918"/>
                </a:lnTo>
                <a:lnTo>
                  <a:pt x="330201" y="367793"/>
                </a:lnTo>
                <a:lnTo>
                  <a:pt x="252984" y="367793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877955" y="2782830"/>
            <a:ext cx="14625287" cy="6655796"/>
          </a:xfrm>
          <a:custGeom>
            <a:avLst/>
            <a:gdLst/>
            <a:ahLst/>
            <a:cxnLst/>
            <a:rect l="l" t="t" r="r" b="b"/>
            <a:pathLst>
              <a:path w="6653530" h="688340">
                <a:moveTo>
                  <a:pt x="6653135" y="687916"/>
                </a:moveTo>
                <a:lnTo>
                  <a:pt x="0" y="687916"/>
                </a:lnTo>
                <a:lnTo>
                  <a:pt x="0" y="0"/>
                </a:lnTo>
                <a:lnTo>
                  <a:pt x="6653135" y="0"/>
                </a:lnTo>
                <a:lnTo>
                  <a:pt x="6653135" y="68791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2800" dirty="0"/>
              <a:t>실제실험데이터는　상부생성기체의　</a:t>
            </a:r>
            <a:r>
              <a:rPr lang="ko-KR" altLang="en-US" sz="2800" dirty="0" err="1"/>
              <a:t>몰분율이</a:t>
            </a:r>
            <a:r>
              <a:rPr lang="ko-KR" altLang="en-US" sz="2800" dirty="0"/>
              <a:t>　０．７２３１　이였다．</a:t>
            </a:r>
            <a:endParaRPr lang="en-US" altLang="ko-KR" sz="2800" dirty="0"/>
          </a:p>
          <a:p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 err="1"/>
              <a:t>５단에서는</a:t>
            </a:r>
            <a:r>
              <a:rPr lang="ko-KR" altLang="en-US" sz="2800" dirty="0"/>
              <a:t>　０．７５４８２</a:t>
            </a:r>
            <a:endParaRPr lang="en-US" altLang="ko-KR" sz="2800" dirty="0"/>
          </a:p>
          <a:p>
            <a:r>
              <a:rPr lang="ko-KR" altLang="en-US" sz="2800" dirty="0" err="1"/>
              <a:t>７단에서는</a:t>
            </a:r>
            <a:r>
              <a:rPr lang="ko-KR" altLang="en-US" sz="2800" dirty="0"/>
              <a:t>　０．７７１５２　가　나왔다．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 err="1"/>
              <a:t>실제값과</a:t>
            </a:r>
            <a:r>
              <a:rPr lang="ko-KR" altLang="en-US" sz="2800" dirty="0"/>
              <a:t>　</a:t>
            </a:r>
            <a:r>
              <a:rPr lang="ko-KR" altLang="en-US" sz="2800" dirty="0" err="1"/>
              <a:t>가까운것은</a:t>
            </a:r>
            <a:r>
              <a:rPr lang="ko-KR" altLang="en-US" sz="2800" dirty="0"/>
              <a:t>　</a:t>
            </a:r>
            <a:r>
              <a:rPr lang="ko-KR" altLang="en-US" sz="2800" dirty="0" err="1"/>
              <a:t>５단이다</a:t>
            </a:r>
            <a:r>
              <a:rPr lang="ko-KR" altLang="en-US" sz="2800" dirty="0"/>
              <a:t>．　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단효율이　</a:t>
            </a:r>
            <a:r>
              <a:rPr lang="ko-KR" altLang="en-US" sz="2800" dirty="0" err="1"/>
              <a:t>０．６２５에</a:t>
            </a:r>
            <a:r>
              <a:rPr lang="ko-KR" altLang="en-US" sz="2800" dirty="0"/>
              <a:t>　</a:t>
            </a:r>
            <a:r>
              <a:rPr lang="ko-KR" altLang="en-US" sz="2800" dirty="0" err="1"/>
              <a:t>가까울것이다</a:t>
            </a:r>
            <a:r>
              <a:rPr lang="ko-KR" altLang="en-US" sz="2800" dirty="0"/>
              <a:t>．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4196613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90676" y="7301882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5" h="1524000">
                <a:moveTo>
                  <a:pt x="4881128" y="1524000"/>
                </a:moveTo>
                <a:lnTo>
                  <a:pt x="228600" y="1524000"/>
                </a:ln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90676" y="7301882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5" h="1524000">
                <a:moveTo>
                  <a:pt x="228600" y="1524000"/>
                </a:move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7620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2554864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7620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lnTo>
                  <a:pt x="2554864" y="1524000"/>
                </a:lnTo>
                <a:lnTo>
                  <a:pt x="228600" y="152400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90676" y="5602074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5" h="1524000">
                <a:moveTo>
                  <a:pt x="4881128" y="1524000"/>
                </a:moveTo>
                <a:lnTo>
                  <a:pt x="228600" y="1524000"/>
                </a:ln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90676" y="5602074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5" h="1524000">
                <a:moveTo>
                  <a:pt x="228600" y="1524000"/>
                </a:move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7620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2554864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7620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lnTo>
                  <a:pt x="2554864" y="1524000"/>
                </a:lnTo>
                <a:lnTo>
                  <a:pt x="228600" y="152400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90676" y="3902266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5" h="1524000">
                <a:moveTo>
                  <a:pt x="4881128" y="1524000"/>
                </a:moveTo>
                <a:lnTo>
                  <a:pt x="228600" y="1524000"/>
                </a:ln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90676" y="3902266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5" h="1524000">
                <a:moveTo>
                  <a:pt x="228600" y="1524000"/>
                </a:move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7620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2554864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7620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lnTo>
                  <a:pt x="2554864" y="1524000"/>
                </a:lnTo>
                <a:lnTo>
                  <a:pt x="228600" y="152400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2050" y="7895480"/>
            <a:ext cx="325120" cy="330200"/>
          </a:xfrm>
          <a:custGeom>
            <a:avLst/>
            <a:gdLst/>
            <a:ahLst/>
            <a:cxnLst/>
            <a:rect l="l" t="t" r="r" b="b"/>
            <a:pathLst>
              <a:path w="325120" h="330200">
                <a:moveTo>
                  <a:pt x="162306" y="171450"/>
                </a:moveTo>
                <a:lnTo>
                  <a:pt x="102875" y="165717"/>
                </a:lnTo>
                <a:lnTo>
                  <a:pt x="57197" y="149018"/>
                </a:lnTo>
                <a:lnTo>
                  <a:pt x="27878" y="122104"/>
                </a:lnTo>
                <a:lnTo>
                  <a:pt x="17526" y="85725"/>
                </a:lnTo>
                <a:lnTo>
                  <a:pt x="27878" y="49345"/>
                </a:lnTo>
                <a:lnTo>
                  <a:pt x="57197" y="22431"/>
                </a:lnTo>
                <a:lnTo>
                  <a:pt x="102875" y="5732"/>
                </a:lnTo>
                <a:lnTo>
                  <a:pt x="162306" y="0"/>
                </a:lnTo>
                <a:lnTo>
                  <a:pt x="221736" y="5732"/>
                </a:lnTo>
                <a:lnTo>
                  <a:pt x="267414" y="22431"/>
                </a:lnTo>
                <a:lnTo>
                  <a:pt x="279502" y="33528"/>
                </a:lnTo>
                <a:lnTo>
                  <a:pt x="162306" y="33528"/>
                </a:lnTo>
                <a:lnTo>
                  <a:pt x="119776" y="36915"/>
                </a:lnTo>
                <a:lnTo>
                  <a:pt x="86391" y="46910"/>
                </a:lnTo>
                <a:lnTo>
                  <a:pt x="64579" y="63263"/>
                </a:lnTo>
                <a:lnTo>
                  <a:pt x="56769" y="85725"/>
                </a:lnTo>
                <a:lnTo>
                  <a:pt x="64579" y="107965"/>
                </a:lnTo>
                <a:lnTo>
                  <a:pt x="86391" y="124206"/>
                </a:lnTo>
                <a:lnTo>
                  <a:pt x="119776" y="134159"/>
                </a:lnTo>
                <a:lnTo>
                  <a:pt x="162306" y="137541"/>
                </a:lnTo>
                <a:lnTo>
                  <a:pt x="279917" y="137541"/>
                </a:lnTo>
                <a:lnTo>
                  <a:pt x="267414" y="149018"/>
                </a:lnTo>
                <a:lnTo>
                  <a:pt x="221736" y="165717"/>
                </a:lnTo>
                <a:lnTo>
                  <a:pt x="162306" y="171450"/>
                </a:lnTo>
                <a:close/>
              </a:path>
              <a:path w="325120" h="330200">
                <a:moveTo>
                  <a:pt x="279917" y="137541"/>
                </a:moveTo>
                <a:lnTo>
                  <a:pt x="162306" y="137541"/>
                </a:lnTo>
                <a:lnTo>
                  <a:pt x="204835" y="134159"/>
                </a:lnTo>
                <a:lnTo>
                  <a:pt x="238220" y="124206"/>
                </a:lnTo>
                <a:lnTo>
                  <a:pt x="260032" y="107965"/>
                </a:lnTo>
                <a:lnTo>
                  <a:pt x="267843" y="85725"/>
                </a:lnTo>
                <a:lnTo>
                  <a:pt x="260032" y="63263"/>
                </a:lnTo>
                <a:lnTo>
                  <a:pt x="238220" y="46910"/>
                </a:lnTo>
                <a:lnTo>
                  <a:pt x="204835" y="36915"/>
                </a:lnTo>
                <a:lnTo>
                  <a:pt x="162306" y="33528"/>
                </a:lnTo>
                <a:lnTo>
                  <a:pt x="279502" y="33528"/>
                </a:lnTo>
                <a:lnTo>
                  <a:pt x="296733" y="49345"/>
                </a:lnTo>
                <a:lnTo>
                  <a:pt x="307086" y="85725"/>
                </a:lnTo>
                <a:lnTo>
                  <a:pt x="296733" y="122104"/>
                </a:lnTo>
                <a:lnTo>
                  <a:pt x="279917" y="137541"/>
                </a:lnTo>
                <a:close/>
              </a:path>
              <a:path w="325120" h="330200">
                <a:moveTo>
                  <a:pt x="324993" y="237744"/>
                </a:moveTo>
                <a:lnTo>
                  <a:pt x="0" y="237744"/>
                </a:lnTo>
                <a:lnTo>
                  <a:pt x="0" y="202311"/>
                </a:lnTo>
                <a:lnTo>
                  <a:pt x="324993" y="202311"/>
                </a:lnTo>
                <a:lnTo>
                  <a:pt x="324993" y="237744"/>
                </a:lnTo>
                <a:close/>
              </a:path>
              <a:path w="325120" h="330200">
                <a:moveTo>
                  <a:pt x="117348" y="329946"/>
                </a:moveTo>
                <a:lnTo>
                  <a:pt x="80010" y="329946"/>
                </a:lnTo>
                <a:lnTo>
                  <a:pt x="80010" y="237744"/>
                </a:lnTo>
                <a:lnTo>
                  <a:pt x="117348" y="237744"/>
                </a:lnTo>
                <a:lnTo>
                  <a:pt x="117348" y="329946"/>
                </a:lnTo>
                <a:close/>
              </a:path>
              <a:path w="325120" h="330200">
                <a:moveTo>
                  <a:pt x="244602" y="329946"/>
                </a:moveTo>
                <a:lnTo>
                  <a:pt x="207264" y="329946"/>
                </a:lnTo>
                <a:lnTo>
                  <a:pt x="207264" y="237744"/>
                </a:lnTo>
                <a:lnTo>
                  <a:pt x="244602" y="237744"/>
                </a:lnTo>
                <a:lnTo>
                  <a:pt x="244602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67810" y="7892432"/>
            <a:ext cx="329565" cy="325755"/>
          </a:xfrm>
          <a:custGeom>
            <a:avLst/>
            <a:gdLst/>
            <a:ahLst/>
            <a:cxnLst/>
            <a:rect l="l" t="t" r="r" b="b"/>
            <a:pathLst>
              <a:path w="329564" h="325754">
                <a:moveTo>
                  <a:pt x="283845" y="193929"/>
                </a:moveTo>
                <a:lnTo>
                  <a:pt x="246126" y="193929"/>
                </a:lnTo>
                <a:lnTo>
                  <a:pt x="246126" y="0"/>
                </a:lnTo>
                <a:lnTo>
                  <a:pt x="283845" y="0"/>
                </a:lnTo>
                <a:lnTo>
                  <a:pt x="283845" y="36576"/>
                </a:lnTo>
                <a:lnTo>
                  <a:pt x="329565" y="36576"/>
                </a:lnTo>
                <a:lnTo>
                  <a:pt x="329565" y="68580"/>
                </a:lnTo>
                <a:lnTo>
                  <a:pt x="283845" y="68580"/>
                </a:lnTo>
                <a:lnTo>
                  <a:pt x="283845" y="109347"/>
                </a:lnTo>
                <a:lnTo>
                  <a:pt x="329565" y="109347"/>
                </a:lnTo>
                <a:lnTo>
                  <a:pt x="329565" y="141351"/>
                </a:lnTo>
                <a:lnTo>
                  <a:pt x="283845" y="141351"/>
                </a:lnTo>
                <a:lnTo>
                  <a:pt x="283845" y="193929"/>
                </a:lnTo>
                <a:close/>
              </a:path>
              <a:path w="329564" h="325754">
                <a:moveTo>
                  <a:pt x="117729" y="179070"/>
                </a:moveTo>
                <a:lnTo>
                  <a:pt x="762" y="179070"/>
                </a:lnTo>
                <a:lnTo>
                  <a:pt x="762" y="78105"/>
                </a:lnTo>
                <a:lnTo>
                  <a:pt x="152400" y="78105"/>
                </a:lnTo>
                <a:lnTo>
                  <a:pt x="152400" y="38862"/>
                </a:lnTo>
                <a:lnTo>
                  <a:pt x="0" y="38862"/>
                </a:lnTo>
                <a:lnTo>
                  <a:pt x="0" y="8001"/>
                </a:lnTo>
                <a:lnTo>
                  <a:pt x="189738" y="8001"/>
                </a:lnTo>
                <a:lnTo>
                  <a:pt x="189738" y="108204"/>
                </a:lnTo>
                <a:lnTo>
                  <a:pt x="38100" y="108204"/>
                </a:lnTo>
                <a:lnTo>
                  <a:pt x="38100" y="148209"/>
                </a:lnTo>
                <a:lnTo>
                  <a:pt x="222504" y="148209"/>
                </a:lnTo>
                <a:lnTo>
                  <a:pt x="222504" y="164592"/>
                </a:lnTo>
                <a:lnTo>
                  <a:pt x="204257" y="170551"/>
                </a:lnTo>
                <a:lnTo>
                  <a:pt x="179974" y="175117"/>
                </a:lnTo>
                <a:lnTo>
                  <a:pt x="150762" y="178040"/>
                </a:lnTo>
                <a:lnTo>
                  <a:pt x="117729" y="179070"/>
                </a:lnTo>
                <a:close/>
              </a:path>
              <a:path w="329564" h="325754">
                <a:moveTo>
                  <a:pt x="222504" y="148209"/>
                </a:moveTo>
                <a:lnTo>
                  <a:pt x="120015" y="148209"/>
                </a:lnTo>
                <a:lnTo>
                  <a:pt x="151727" y="147232"/>
                </a:lnTo>
                <a:lnTo>
                  <a:pt x="179974" y="144399"/>
                </a:lnTo>
                <a:lnTo>
                  <a:pt x="203864" y="139850"/>
                </a:lnTo>
                <a:lnTo>
                  <a:pt x="222504" y="133731"/>
                </a:lnTo>
                <a:lnTo>
                  <a:pt x="222504" y="148209"/>
                </a:lnTo>
                <a:close/>
              </a:path>
              <a:path w="329564" h="325754">
                <a:moveTo>
                  <a:pt x="149352" y="325374"/>
                </a:moveTo>
                <a:lnTo>
                  <a:pt x="94773" y="322230"/>
                </a:lnTo>
                <a:lnTo>
                  <a:pt x="50482" y="311943"/>
                </a:lnTo>
                <a:lnTo>
                  <a:pt x="20764" y="293227"/>
                </a:lnTo>
                <a:lnTo>
                  <a:pt x="9906" y="264795"/>
                </a:lnTo>
                <a:lnTo>
                  <a:pt x="20764" y="236202"/>
                </a:lnTo>
                <a:lnTo>
                  <a:pt x="50482" y="217503"/>
                </a:lnTo>
                <a:lnTo>
                  <a:pt x="94773" y="207305"/>
                </a:lnTo>
                <a:lnTo>
                  <a:pt x="149352" y="204216"/>
                </a:lnTo>
                <a:lnTo>
                  <a:pt x="204090" y="207305"/>
                </a:lnTo>
                <a:lnTo>
                  <a:pt x="248364" y="217503"/>
                </a:lnTo>
                <a:lnTo>
                  <a:pt x="275002" y="234315"/>
                </a:lnTo>
                <a:lnTo>
                  <a:pt x="149352" y="234315"/>
                </a:lnTo>
                <a:lnTo>
                  <a:pt x="110347" y="235969"/>
                </a:lnTo>
                <a:lnTo>
                  <a:pt x="78771" y="241268"/>
                </a:lnTo>
                <a:lnTo>
                  <a:pt x="57626" y="250709"/>
                </a:lnTo>
                <a:lnTo>
                  <a:pt x="49911" y="264795"/>
                </a:lnTo>
                <a:lnTo>
                  <a:pt x="57626" y="278880"/>
                </a:lnTo>
                <a:lnTo>
                  <a:pt x="78771" y="288321"/>
                </a:lnTo>
                <a:lnTo>
                  <a:pt x="110347" y="293620"/>
                </a:lnTo>
                <a:lnTo>
                  <a:pt x="149352" y="295275"/>
                </a:lnTo>
                <a:lnTo>
                  <a:pt x="274751" y="295275"/>
                </a:lnTo>
                <a:lnTo>
                  <a:pt x="248364" y="311943"/>
                </a:lnTo>
                <a:lnTo>
                  <a:pt x="204090" y="322230"/>
                </a:lnTo>
                <a:lnTo>
                  <a:pt x="149352" y="325374"/>
                </a:lnTo>
                <a:close/>
              </a:path>
              <a:path w="329564" h="325754">
                <a:moveTo>
                  <a:pt x="274751" y="295275"/>
                </a:moveTo>
                <a:lnTo>
                  <a:pt x="149352" y="295275"/>
                </a:lnTo>
                <a:lnTo>
                  <a:pt x="188356" y="293620"/>
                </a:lnTo>
                <a:lnTo>
                  <a:pt x="219932" y="288321"/>
                </a:lnTo>
                <a:lnTo>
                  <a:pt x="241077" y="278880"/>
                </a:lnTo>
                <a:lnTo>
                  <a:pt x="248793" y="264795"/>
                </a:lnTo>
                <a:lnTo>
                  <a:pt x="241077" y="250709"/>
                </a:lnTo>
                <a:lnTo>
                  <a:pt x="219932" y="241268"/>
                </a:lnTo>
                <a:lnTo>
                  <a:pt x="188356" y="235969"/>
                </a:lnTo>
                <a:lnTo>
                  <a:pt x="149352" y="234315"/>
                </a:lnTo>
                <a:lnTo>
                  <a:pt x="275002" y="234315"/>
                </a:lnTo>
                <a:lnTo>
                  <a:pt x="277993" y="236202"/>
                </a:lnTo>
                <a:lnTo>
                  <a:pt x="288798" y="264795"/>
                </a:lnTo>
                <a:lnTo>
                  <a:pt x="277993" y="293227"/>
                </a:lnTo>
                <a:lnTo>
                  <a:pt x="274751" y="295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07359" y="7879478"/>
            <a:ext cx="325120" cy="339090"/>
          </a:xfrm>
          <a:custGeom>
            <a:avLst/>
            <a:gdLst/>
            <a:ahLst/>
            <a:cxnLst/>
            <a:rect l="l" t="t" r="r" b="b"/>
            <a:pathLst>
              <a:path w="325120" h="339090">
                <a:moveTo>
                  <a:pt x="181737" y="34290"/>
                </a:moveTo>
                <a:lnTo>
                  <a:pt x="143256" y="34290"/>
                </a:lnTo>
                <a:lnTo>
                  <a:pt x="143256" y="0"/>
                </a:lnTo>
                <a:lnTo>
                  <a:pt x="181737" y="0"/>
                </a:lnTo>
                <a:lnTo>
                  <a:pt x="181737" y="34290"/>
                </a:lnTo>
                <a:close/>
              </a:path>
              <a:path w="325120" h="339090">
                <a:moveTo>
                  <a:pt x="305562" y="64389"/>
                </a:moveTo>
                <a:lnTo>
                  <a:pt x="19050" y="64389"/>
                </a:lnTo>
                <a:lnTo>
                  <a:pt x="19050" y="34290"/>
                </a:lnTo>
                <a:lnTo>
                  <a:pt x="305562" y="34290"/>
                </a:lnTo>
                <a:lnTo>
                  <a:pt x="305562" y="64389"/>
                </a:lnTo>
                <a:close/>
              </a:path>
              <a:path w="325120" h="339090">
                <a:moveTo>
                  <a:pt x="12954" y="154686"/>
                </a:moveTo>
                <a:lnTo>
                  <a:pt x="12954" y="124206"/>
                </a:lnTo>
                <a:lnTo>
                  <a:pt x="54524" y="119574"/>
                </a:lnTo>
                <a:lnTo>
                  <a:pt x="94345" y="108013"/>
                </a:lnTo>
                <a:lnTo>
                  <a:pt x="126807" y="89594"/>
                </a:lnTo>
                <a:lnTo>
                  <a:pt x="146304" y="64389"/>
                </a:lnTo>
                <a:lnTo>
                  <a:pt x="185928" y="64389"/>
                </a:lnTo>
                <a:lnTo>
                  <a:pt x="184023" y="72390"/>
                </a:lnTo>
                <a:lnTo>
                  <a:pt x="180975" y="79629"/>
                </a:lnTo>
                <a:lnTo>
                  <a:pt x="176403" y="86487"/>
                </a:lnTo>
                <a:lnTo>
                  <a:pt x="261391" y="110871"/>
                </a:lnTo>
                <a:lnTo>
                  <a:pt x="154686" y="110871"/>
                </a:lnTo>
                <a:lnTo>
                  <a:pt x="125575" y="129289"/>
                </a:lnTo>
                <a:lnTo>
                  <a:pt x="90678" y="142779"/>
                </a:lnTo>
                <a:lnTo>
                  <a:pt x="52351" y="151268"/>
                </a:lnTo>
                <a:lnTo>
                  <a:pt x="12954" y="154686"/>
                </a:lnTo>
                <a:close/>
              </a:path>
              <a:path w="325120" h="339090">
                <a:moveTo>
                  <a:pt x="303276" y="155067"/>
                </a:moveTo>
                <a:lnTo>
                  <a:pt x="154686" y="110871"/>
                </a:lnTo>
                <a:lnTo>
                  <a:pt x="261391" y="110871"/>
                </a:lnTo>
                <a:lnTo>
                  <a:pt x="313182" y="125730"/>
                </a:lnTo>
                <a:lnTo>
                  <a:pt x="303276" y="155067"/>
                </a:lnTo>
                <a:close/>
              </a:path>
              <a:path w="325120" h="339090">
                <a:moveTo>
                  <a:pt x="324993" y="211455"/>
                </a:moveTo>
                <a:lnTo>
                  <a:pt x="0" y="211455"/>
                </a:lnTo>
                <a:lnTo>
                  <a:pt x="0" y="180213"/>
                </a:lnTo>
                <a:lnTo>
                  <a:pt x="324993" y="180213"/>
                </a:lnTo>
                <a:lnTo>
                  <a:pt x="324993" y="211455"/>
                </a:lnTo>
                <a:close/>
              </a:path>
              <a:path w="325120" h="339090">
                <a:moveTo>
                  <a:pt x="302133" y="338709"/>
                </a:moveTo>
                <a:lnTo>
                  <a:pt x="264033" y="338709"/>
                </a:lnTo>
                <a:lnTo>
                  <a:pt x="264033" y="275082"/>
                </a:lnTo>
                <a:lnTo>
                  <a:pt x="19812" y="275082"/>
                </a:lnTo>
                <a:lnTo>
                  <a:pt x="19812" y="243840"/>
                </a:lnTo>
                <a:lnTo>
                  <a:pt x="302133" y="243840"/>
                </a:lnTo>
                <a:lnTo>
                  <a:pt x="302133" y="3387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68928" y="7892432"/>
            <a:ext cx="302895" cy="325755"/>
          </a:xfrm>
          <a:custGeom>
            <a:avLst/>
            <a:gdLst/>
            <a:ahLst/>
            <a:cxnLst/>
            <a:rect l="l" t="t" r="r" b="b"/>
            <a:pathLst>
              <a:path w="302895" h="325754">
                <a:moveTo>
                  <a:pt x="299847" y="182880"/>
                </a:moveTo>
                <a:lnTo>
                  <a:pt x="262128" y="182880"/>
                </a:lnTo>
                <a:lnTo>
                  <a:pt x="262128" y="94107"/>
                </a:lnTo>
                <a:lnTo>
                  <a:pt x="198882" y="94107"/>
                </a:lnTo>
                <a:lnTo>
                  <a:pt x="198882" y="61341"/>
                </a:lnTo>
                <a:lnTo>
                  <a:pt x="262128" y="61341"/>
                </a:lnTo>
                <a:lnTo>
                  <a:pt x="262128" y="0"/>
                </a:lnTo>
                <a:lnTo>
                  <a:pt x="299847" y="0"/>
                </a:lnTo>
                <a:lnTo>
                  <a:pt x="299847" y="182880"/>
                </a:lnTo>
                <a:close/>
              </a:path>
              <a:path w="302895" h="325754">
                <a:moveTo>
                  <a:pt x="211836" y="40767"/>
                </a:moveTo>
                <a:lnTo>
                  <a:pt x="4191" y="40767"/>
                </a:lnTo>
                <a:lnTo>
                  <a:pt x="4191" y="8382"/>
                </a:lnTo>
                <a:lnTo>
                  <a:pt x="211836" y="8382"/>
                </a:lnTo>
                <a:lnTo>
                  <a:pt x="211836" y="40767"/>
                </a:lnTo>
                <a:close/>
              </a:path>
              <a:path w="302895" h="325754">
                <a:moveTo>
                  <a:pt x="0" y="173355"/>
                </a:moveTo>
                <a:lnTo>
                  <a:pt x="0" y="139446"/>
                </a:lnTo>
                <a:lnTo>
                  <a:pt x="36367" y="128420"/>
                </a:lnTo>
                <a:lnTo>
                  <a:pt x="64341" y="107251"/>
                </a:lnTo>
                <a:lnTo>
                  <a:pt x="83099" y="77509"/>
                </a:lnTo>
                <a:lnTo>
                  <a:pt x="91821" y="40767"/>
                </a:lnTo>
                <a:lnTo>
                  <a:pt x="129540" y="40767"/>
                </a:lnTo>
                <a:lnTo>
                  <a:pt x="128623" y="50631"/>
                </a:lnTo>
                <a:lnTo>
                  <a:pt x="127063" y="60245"/>
                </a:lnTo>
                <a:lnTo>
                  <a:pt x="124932" y="69645"/>
                </a:lnTo>
                <a:lnTo>
                  <a:pt x="122301" y="78867"/>
                </a:lnTo>
                <a:lnTo>
                  <a:pt x="169987" y="108966"/>
                </a:lnTo>
                <a:lnTo>
                  <a:pt x="108204" y="108966"/>
                </a:lnTo>
                <a:lnTo>
                  <a:pt x="88564" y="133332"/>
                </a:lnTo>
                <a:lnTo>
                  <a:pt x="63674" y="152733"/>
                </a:lnTo>
                <a:lnTo>
                  <a:pt x="33998" y="166348"/>
                </a:lnTo>
                <a:lnTo>
                  <a:pt x="0" y="173355"/>
                </a:lnTo>
                <a:close/>
              </a:path>
              <a:path w="302895" h="325754">
                <a:moveTo>
                  <a:pt x="203835" y="170307"/>
                </a:moveTo>
                <a:lnTo>
                  <a:pt x="108204" y="108966"/>
                </a:lnTo>
                <a:lnTo>
                  <a:pt x="169987" y="108966"/>
                </a:lnTo>
                <a:lnTo>
                  <a:pt x="222504" y="142113"/>
                </a:lnTo>
                <a:lnTo>
                  <a:pt x="203835" y="170307"/>
                </a:lnTo>
                <a:close/>
              </a:path>
              <a:path w="302895" h="325754">
                <a:moveTo>
                  <a:pt x="161925" y="325374"/>
                </a:moveTo>
                <a:lnTo>
                  <a:pt x="106685" y="321772"/>
                </a:lnTo>
                <a:lnTo>
                  <a:pt x="62055" y="310276"/>
                </a:lnTo>
                <a:lnTo>
                  <a:pt x="32212" y="289851"/>
                </a:lnTo>
                <a:lnTo>
                  <a:pt x="21336" y="259461"/>
                </a:lnTo>
                <a:lnTo>
                  <a:pt x="32212" y="229070"/>
                </a:lnTo>
                <a:lnTo>
                  <a:pt x="62055" y="208645"/>
                </a:lnTo>
                <a:lnTo>
                  <a:pt x="106685" y="197149"/>
                </a:lnTo>
                <a:lnTo>
                  <a:pt x="161925" y="193548"/>
                </a:lnTo>
                <a:lnTo>
                  <a:pt x="217164" y="197149"/>
                </a:lnTo>
                <a:lnTo>
                  <a:pt x="261794" y="208645"/>
                </a:lnTo>
                <a:lnTo>
                  <a:pt x="284827" y="224409"/>
                </a:lnTo>
                <a:lnTo>
                  <a:pt x="161925" y="224409"/>
                </a:lnTo>
                <a:lnTo>
                  <a:pt x="122580" y="226510"/>
                </a:lnTo>
                <a:lnTo>
                  <a:pt x="90630" y="232933"/>
                </a:lnTo>
                <a:lnTo>
                  <a:pt x="69181" y="243857"/>
                </a:lnTo>
                <a:lnTo>
                  <a:pt x="61341" y="259461"/>
                </a:lnTo>
                <a:lnTo>
                  <a:pt x="69181" y="275064"/>
                </a:lnTo>
                <a:lnTo>
                  <a:pt x="90630" y="285988"/>
                </a:lnTo>
                <a:lnTo>
                  <a:pt x="122580" y="292411"/>
                </a:lnTo>
                <a:lnTo>
                  <a:pt x="161925" y="294513"/>
                </a:lnTo>
                <a:lnTo>
                  <a:pt x="284827" y="294513"/>
                </a:lnTo>
                <a:lnTo>
                  <a:pt x="261794" y="310276"/>
                </a:lnTo>
                <a:lnTo>
                  <a:pt x="217164" y="321772"/>
                </a:lnTo>
                <a:lnTo>
                  <a:pt x="161925" y="325374"/>
                </a:lnTo>
                <a:close/>
              </a:path>
              <a:path w="302895" h="325754">
                <a:moveTo>
                  <a:pt x="284827" y="294513"/>
                </a:moveTo>
                <a:lnTo>
                  <a:pt x="161925" y="294513"/>
                </a:lnTo>
                <a:lnTo>
                  <a:pt x="201269" y="292411"/>
                </a:lnTo>
                <a:lnTo>
                  <a:pt x="233219" y="285988"/>
                </a:lnTo>
                <a:lnTo>
                  <a:pt x="254668" y="275064"/>
                </a:lnTo>
                <a:lnTo>
                  <a:pt x="262509" y="259461"/>
                </a:lnTo>
                <a:lnTo>
                  <a:pt x="254668" y="243857"/>
                </a:lnTo>
                <a:lnTo>
                  <a:pt x="233219" y="232933"/>
                </a:lnTo>
                <a:lnTo>
                  <a:pt x="201269" y="226510"/>
                </a:lnTo>
                <a:lnTo>
                  <a:pt x="161925" y="224409"/>
                </a:lnTo>
                <a:lnTo>
                  <a:pt x="284827" y="224409"/>
                </a:lnTo>
                <a:lnTo>
                  <a:pt x="291637" y="229070"/>
                </a:lnTo>
                <a:lnTo>
                  <a:pt x="302514" y="259461"/>
                </a:lnTo>
                <a:lnTo>
                  <a:pt x="291637" y="289851"/>
                </a:lnTo>
                <a:lnTo>
                  <a:pt x="284827" y="294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12816" y="7892432"/>
            <a:ext cx="340360" cy="325755"/>
          </a:xfrm>
          <a:custGeom>
            <a:avLst/>
            <a:gdLst/>
            <a:ahLst/>
            <a:cxnLst/>
            <a:rect l="l" t="t" r="r" b="b"/>
            <a:pathLst>
              <a:path w="340359" h="325754">
                <a:moveTo>
                  <a:pt x="295275" y="325374"/>
                </a:moveTo>
                <a:lnTo>
                  <a:pt x="257556" y="325374"/>
                </a:lnTo>
                <a:lnTo>
                  <a:pt x="257556" y="0"/>
                </a:lnTo>
                <a:lnTo>
                  <a:pt x="295275" y="0"/>
                </a:lnTo>
                <a:lnTo>
                  <a:pt x="295275" y="128778"/>
                </a:lnTo>
                <a:lnTo>
                  <a:pt x="340233" y="128778"/>
                </a:lnTo>
                <a:lnTo>
                  <a:pt x="340233" y="164973"/>
                </a:lnTo>
                <a:lnTo>
                  <a:pt x="295275" y="164973"/>
                </a:lnTo>
                <a:lnTo>
                  <a:pt x="295275" y="325374"/>
                </a:lnTo>
                <a:close/>
              </a:path>
              <a:path w="340359" h="325754">
                <a:moveTo>
                  <a:pt x="198120" y="219837"/>
                </a:moveTo>
                <a:lnTo>
                  <a:pt x="160020" y="219837"/>
                </a:lnTo>
                <a:lnTo>
                  <a:pt x="160020" y="47625"/>
                </a:lnTo>
                <a:lnTo>
                  <a:pt x="11811" y="47625"/>
                </a:lnTo>
                <a:lnTo>
                  <a:pt x="11811" y="12573"/>
                </a:lnTo>
                <a:lnTo>
                  <a:pt x="198120" y="12573"/>
                </a:lnTo>
                <a:lnTo>
                  <a:pt x="198120" y="219837"/>
                </a:lnTo>
                <a:close/>
              </a:path>
              <a:path w="340359" h="325754">
                <a:moveTo>
                  <a:pt x="94869" y="270510"/>
                </a:moveTo>
                <a:lnTo>
                  <a:pt x="56769" y="270510"/>
                </a:lnTo>
                <a:lnTo>
                  <a:pt x="56769" y="132588"/>
                </a:lnTo>
                <a:lnTo>
                  <a:pt x="94869" y="132588"/>
                </a:lnTo>
                <a:lnTo>
                  <a:pt x="94869" y="270510"/>
                </a:lnTo>
                <a:close/>
              </a:path>
              <a:path w="340359" h="325754">
                <a:moveTo>
                  <a:pt x="124206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23825" y="270510"/>
                </a:lnTo>
                <a:lnTo>
                  <a:pt x="155709" y="269759"/>
                </a:lnTo>
                <a:lnTo>
                  <a:pt x="184880" y="267366"/>
                </a:lnTo>
                <a:lnTo>
                  <a:pt x="210192" y="263116"/>
                </a:lnTo>
                <a:lnTo>
                  <a:pt x="230505" y="256794"/>
                </a:lnTo>
                <a:lnTo>
                  <a:pt x="230505" y="292227"/>
                </a:lnTo>
                <a:lnTo>
                  <a:pt x="210359" y="298388"/>
                </a:lnTo>
                <a:lnTo>
                  <a:pt x="185356" y="302656"/>
                </a:lnTo>
                <a:lnTo>
                  <a:pt x="156352" y="305139"/>
                </a:lnTo>
                <a:lnTo>
                  <a:pt x="124206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74386" y="7892432"/>
            <a:ext cx="302895" cy="325755"/>
          </a:xfrm>
          <a:custGeom>
            <a:avLst/>
            <a:gdLst/>
            <a:ahLst/>
            <a:cxnLst/>
            <a:rect l="l" t="t" r="r" b="b"/>
            <a:pathLst>
              <a:path w="302895" h="325754">
                <a:moveTo>
                  <a:pt x="299847" y="182880"/>
                </a:moveTo>
                <a:lnTo>
                  <a:pt x="262128" y="182880"/>
                </a:lnTo>
                <a:lnTo>
                  <a:pt x="262128" y="94107"/>
                </a:lnTo>
                <a:lnTo>
                  <a:pt x="198882" y="94107"/>
                </a:lnTo>
                <a:lnTo>
                  <a:pt x="198882" y="61341"/>
                </a:lnTo>
                <a:lnTo>
                  <a:pt x="262128" y="61341"/>
                </a:lnTo>
                <a:lnTo>
                  <a:pt x="262128" y="0"/>
                </a:lnTo>
                <a:lnTo>
                  <a:pt x="299847" y="0"/>
                </a:lnTo>
                <a:lnTo>
                  <a:pt x="299847" y="182880"/>
                </a:lnTo>
                <a:close/>
              </a:path>
              <a:path w="302895" h="325754">
                <a:moveTo>
                  <a:pt x="211836" y="40767"/>
                </a:moveTo>
                <a:lnTo>
                  <a:pt x="4191" y="40767"/>
                </a:lnTo>
                <a:lnTo>
                  <a:pt x="4191" y="8382"/>
                </a:lnTo>
                <a:lnTo>
                  <a:pt x="211836" y="8382"/>
                </a:lnTo>
                <a:lnTo>
                  <a:pt x="211836" y="40767"/>
                </a:lnTo>
                <a:close/>
              </a:path>
              <a:path w="302895" h="325754">
                <a:moveTo>
                  <a:pt x="0" y="173355"/>
                </a:moveTo>
                <a:lnTo>
                  <a:pt x="0" y="139446"/>
                </a:lnTo>
                <a:lnTo>
                  <a:pt x="36367" y="128420"/>
                </a:lnTo>
                <a:lnTo>
                  <a:pt x="64341" y="107251"/>
                </a:lnTo>
                <a:lnTo>
                  <a:pt x="83099" y="77509"/>
                </a:lnTo>
                <a:lnTo>
                  <a:pt x="91821" y="40767"/>
                </a:lnTo>
                <a:lnTo>
                  <a:pt x="129540" y="40767"/>
                </a:lnTo>
                <a:lnTo>
                  <a:pt x="128623" y="50631"/>
                </a:lnTo>
                <a:lnTo>
                  <a:pt x="127063" y="60245"/>
                </a:lnTo>
                <a:lnTo>
                  <a:pt x="124932" y="69645"/>
                </a:lnTo>
                <a:lnTo>
                  <a:pt x="122301" y="78867"/>
                </a:lnTo>
                <a:lnTo>
                  <a:pt x="169987" y="108966"/>
                </a:lnTo>
                <a:lnTo>
                  <a:pt x="108204" y="108966"/>
                </a:lnTo>
                <a:lnTo>
                  <a:pt x="88564" y="133332"/>
                </a:lnTo>
                <a:lnTo>
                  <a:pt x="63674" y="152733"/>
                </a:lnTo>
                <a:lnTo>
                  <a:pt x="33998" y="166348"/>
                </a:lnTo>
                <a:lnTo>
                  <a:pt x="0" y="173355"/>
                </a:lnTo>
                <a:close/>
              </a:path>
              <a:path w="302895" h="325754">
                <a:moveTo>
                  <a:pt x="203835" y="170307"/>
                </a:moveTo>
                <a:lnTo>
                  <a:pt x="108204" y="108966"/>
                </a:lnTo>
                <a:lnTo>
                  <a:pt x="169987" y="108966"/>
                </a:lnTo>
                <a:lnTo>
                  <a:pt x="222504" y="142113"/>
                </a:lnTo>
                <a:lnTo>
                  <a:pt x="203835" y="170307"/>
                </a:lnTo>
                <a:close/>
              </a:path>
              <a:path w="302895" h="325754">
                <a:moveTo>
                  <a:pt x="161925" y="325374"/>
                </a:moveTo>
                <a:lnTo>
                  <a:pt x="106685" y="321772"/>
                </a:lnTo>
                <a:lnTo>
                  <a:pt x="62055" y="310276"/>
                </a:lnTo>
                <a:lnTo>
                  <a:pt x="32212" y="289851"/>
                </a:lnTo>
                <a:lnTo>
                  <a:pt x="21336" y="259461"/>
                </a:lnTo>
                <a:lnTo>
                  <a:pt x="32212" y="229070"/>
                </a:lnTo>
                <a:lnTo>
                  <a:pt x="62055" y="208645"/>
                </a:lnTo>
                <a:lnTo>
                  <a:pt x="106685" y="197149"/>
                </a:lnTo>
                <a:lnTo>
                  <a:pt x="161925" y="193548"/>
                </a:lnTo>
                <a:lnTo>
                  <a:pt x="217164" y="197149"/>
                </a:lnTo>
                <a:lnTo>
                  <a:pt x="261794" y="208645"/>
                </a:lnTo>
                <a:lnTo>
                  <a:pt x="284827" y="224409"/>
                </a:lnTo>
                <a:lnTo>
                  <a:pt x="161925" y="224409"/>
                </a:lnTo>
                <a:lnTo>
                  <a:pt x="122580" y="226510"/>
                </a:lnTo>
                <a:lnTo>
                  <a:pt x="90630" y="232933"/>
                </a:lnTo>
                <a:lnTo>
                  <a:pt x="69181" y="243857"/>
                </a:lnTo>
                <a:lnTo>
                  <a:pt x="61341" y="259461"/>
                </a:lnTo>
                <a:lnTo>
                  <a:pt x="69181" y="275064"/>
                </a:lnTo>
                <a:lnTo>
                  <a:pt x="90630" y="285988"/>
                </a:lnTo>
                <a:lnTo>
                  <a:pt x="122580" y="292411"/>
                </a:lnTo>
                <a:lnTo>
                  <a:pt x="161925" y="294513"/>
                </a:lnTo>
                <a:lnTo>
                  <a:pt x="284827" y="294513"/>
                </a:lnTo>
                <a:lnTo>
                  <a:pt x="261794" y="310276"/>
                </a:lnTo>
                <a:lnTo>
                  <a:pt x="217164" y="321772"/>
                </a:lnTo>
                <a:lnTo>
                  <a:pt x="161925" y="325374"/>
                </a:lnTo>
                <a:close/>
              </a:path>
              <a:path w="302895" h="325754">
                <a:moveTo>
                  <a:pt x="284827" y="294513"/>
                </a:moveTo>
                <a:lnTo>
                  <a:pt x="161925" y="294513"/>
                </a:lnTo>
                <a:lnTo>
                  <a:pt x="201269" y="292411"/>
                </a:lnTo>
                <a:lnTo>
                  <a:pt x="233219" y="285988"/>
                </a:lnTo>
                <a:lnTo>
                  <a:pt x="254668" y="275064"/>
                </a:lnTo>
                <a:lnTo>
                  <a:pt x="262509" y="259461"/>
                </a:lnTo>
                <a:lnTo>
                  <a:pt x="254668" y="243857"/>
                </a:lnTo>
                <a:lnTo>
                  <a:pt x="233219" y="232933"/>
                </a:lnTo>
                <a:lnTo>
                  <a:pt x="201269" y="226510"/>
                </a:lnTo>
                <a:lnTo>
                  <a:pt x="161925" y="224409"/>
                </a:lnTo>
                <a:lnTo>
                  <a:pt x="284827" y="224409"/>
                </a:lnTo>
                <a:lnTo>
                  <a:pt x="291637" y="229070"/>
                </a:lnTo>
                <a:lnTo>
                  <a:pt x="302514" y="259461"/>
                </a:lnTo>
                <a:lnTo>
                  <a:pt x="291637" y="289851"/>
                </a:lnTo>
                <a:lnTo>
                  <a:pt x="284827" y="294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24098" y="6192624"/>
            <a:ext cx="340360" cy="321310"/>
          </a:xfrm>
          <a:custGeom>
            <a:avLst/>
            <a:gdLst/>
            <a:ahLst/>
            <a:cxnLst/>
            <a:rect l="l" t="t" r="r" b="b"/>
            <a:pathLst>
              <a:path w="340360" h="321309">
                <a:moveTo>
                  <a:pt x="295275" y="247269"/>
                </a:moveTo>
                <a:lnTo>
                  <a:pt x="257556" y="247269"/>
                </a:lnTo>
                <a:lnTo>
                  <a:pt x="257556" y="0"/>
                </a:lnTo>
                <a:lnTo>
                  <a:pt x="295275" y="0"/>
                </a:lnTo>
                <a:lnTo>
                  <a:pt x="295275" y="88011"/>
                </a:lnTo>
                <a:lnTo>
                  <a:pt x="340233" y="88011"/>
                </a:lnTo>
                <a:lnTo>
                  <a:pt x="340233" y="123444"/>
                </a:lnTo>
                <a:lnTo>
                  <a:pt x="295275" y="123444"/>
                </a:lnTo>
                <a:lnTo>
                  <a:pt x="295275" y="247269"/>
                </a:lnTo>
                <a:close/>
              </a:path>
              <a:path w="340360" h="321309">
                <a:moveTo>
                  <a:pt x="199263" y="131445"/>
                </a:moveTo>
                <a:lnTo>
                  <a:pt x="161544" y="131445"/>
                </a:lnTo>
                <a:lnTo>
                  <a:pt x="161544" y="38100"/>
                </a:lnTo>
                <a:lnTo>
                  <a:pt x="15621" y="38100"/>
                </a:lnTo>
                <a:lnTo>
                  <a:pt x="15621" y="5334"/>
                </a:lnTo>
                <a:lnTo>
                  <a:pt x="199263" y="5334"/>
                </a:lnTo>
                <a:lnTo>
                  <a:pt x="199263" y="131445"/>
                </a:lnTo>
                <a:close/>
              </a:path>
              <a:path w="340360" h="321309">
                <a:moveTo>
                  <a:pt x="100965" y="160782"/>
                </a:moveTo>
                <a:lnTo>
                  <a:pt x="63627" y="160782"/>
                </a:lnTo>
                <a:lnTo>
                  <a:pt x="63627" y="83439"/>
                </a:lnTo>
                <a:lnTo>
                  <a:pt x="100965" y="83439"/>
                </a:lnTo>
                <a:lnTo>
                  <a:pt x="100965" y="160782"/>
                </a:lnTo>
                <a:close/>
              </a:path>
              <a:path w="340360" h="321309">
                <a:moveTo>
                  <a:pt x="122682" y="193167"/>
                </a:moveTo>
                <a:lnTo>
                  <a:pt x="0" y="193167"/>
                </a:lnTo>
                <a:lnTo>
                  <a:pt x="0" y="160782"/>
                </a:lnTo>
                <a:lnTo>
                  <a:pt x="123825" y="160782"/>
                </a:lnTo>
                <a:lnTo>
                  <a:pt x="156138" y="160156"/>
                </a:lnTo>
                <a:lnTo>
                  <a:pt x="185451" y="158067"/>
                </a:lnTo>
                <a:lnTo>
                  <a:pt x="210621" y="154191"/>
                </a:lnTo>
                <a:lnTo>
                  <a:pt x="230505" y="148209"/>
                </a:lnTo>
                <a:lnTo>
                  <a:pt x="230505" y="180594"/>
                </a:lnTo>
                <a:lnTo>
                  <a:pt x="211514" y="186416"/>
                </a:lnTo>
                <a:lnTo>
                  <a:pt x="186309" y="190309"/>
                </a:lnTo>
                <a:lnTo>
                  <a:pt x="156245" y="192488"/>
                </a:lnTo>
                <a:lnTo>
                  <a:pt x="122682" y="193167"/>
                </a:lnTo>
                <a:close/>
              </a:path>
              <a:path w="340360" h="321309">
                <a:moveTo>
                  <a:pt x="304038" y="321183"/>
                </a:moveTo>
                <a:lnTo>
                  <a:pt x="22860" y="321183"/>
                </a:lnTo>
                <a:lnTo>
                  <a:pt x="22860" y="225552"/>
                </a:lnTo>
                <a:lnTo>
                  <a:pt x="60960" y="225552"/>
                </a:lnTo>
                <a:lnTo>
                  <a:pt x="60960" y="288417"/>
                </a:lnTo>
                <a:lnTo>
                  <a:pt x="304038" y="288417"/>
                </a:lnTo>
                <a:lnTo>
                  <a:pt x="304038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43290" y="6192520"/>
            <a:ext cx="37465" cy="34290"/>
          </a:xfrm>
          <a:custGeom>
            <a:avLst/>
            <a:gdLst/>
            <a:ahLst/>
            <a:cxnLst/>
            <a:rect l="l" t="t" r="r" b="b"/>
            <a:pathLst>
              <a:path w="37464" h="34289">
                <a:moveTo>
                  <a:pt x="0" y="0"/>
                </a:moveTo>
                <a:lnTo>
                  <a:pt x="37338" y="0"/>
                </a:lnTo>
                <a:lnTo>
                  <a:pt x="37338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89949" y="6226809"/>
            <a:ext cx="90805" cy="33020"/>
          </a:xfrm>
          <a:custGeom>
            <a:avLst/>
            <a:gdLst/>
            <a:ahLst/>
            <a:cxnLst/>
            <a:rect l="l" t="t" r="r" b="b"/>
            <a:pathLst>
              <a:path w="90804" h="33020">
                <a:moveTo>
                  <a:pt x="0" y="0"/>
                </a:moveTo>
                <a:lnTo>
                  <a:pt x="90678" y="0"/>
                </a:lnTo>
                <a:lnTo>
                  <a:pt x="90678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43290" y="6259829"/>
            <a:ext cx="37465" cy="43180"/>
          </a:xfrm>
          <a:custGeom>
            <a:avLst/>
            <a:gdLst/>
            <a:ahLst/>
            <a:cxnLst/>
            <a:rect l="l" t="t" r="r" b="b"/>
            <a:pathLst>
              <a:path w="37464" h="43179">
                <a:moveTo>
                  <a:pt x="0" y="0"/>
                </a:moveTo>
                <a:lnTo>
                  <a:pt x="37338" y="0"/>
                </a:lnTo>
                <a:lnTo>
                  <a:pt x="37338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89949" y="6303009"/>
            <a:ext cx="90805" cy="34290"/>
          </a:xfrm>
          <a:custGeom>
            <a:avLst/>
            <a:gdLst/>
            <a:ahLst/>
            <a:cxnLst/>
            <a:rect l="l" t="t" r="r" b="b"/>
            <a:pathLst>
              <a:path w="90804" h="34289">
                <a:moveTo>
                  <a:pt x="0" y="0"/>
                </a:moveTo>
                <a:lnTo>
                  <a:pt x="90678" y="0"/>
                </a:lnTo>
                <a:lnTo>
                  <a:pt x="90678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43290" y="6337300"/>
            <a:ext cx="37465" cy="54610"/>
          </a:xfrm>
          <a:custGeom>
            <a:avLst/>
            <a:gdLst/>
            <a:ahLst/>
            <a:cxnLst/>
            <a:rect l="l" t="t" r="r" b="b"/>
            <a:pathLst>
              <a:path w="37464" h="54610">
                <a:moveTo>
                  <a:pt x="0" y="0"/>
                </a:moveTo>
                <a:lnTo>
                  <a:pt x="37338" y="0"/>
                </a:lnTo>
                <a:lnTo>
                  <a:pt x="37338" y="54609"/>
                </a:lnTo>
                <a:lnTo>
                  <a:pt x="0" y="546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87638" y="6198870"/>
            <a:ext cx="37465" cy="53340"/>
          </a:xfrm>
          <a:custGeom>
            <a:avLst/>
            <a:gdLst/>
            <a:ahLst/>
            <a:cxnLst/>
            <a:rect l="l" t="t" r="r" b="b"/>
            <a:pathLst>
              <a:path w="37464" h="53339">
                <a:moveTo>
                  <a:pt x="0" y="0"/>
                </a:moveTo>
                <a:lnTo>
                  <a:pt x="36957" y="0"/>
                </a:lnTo>
                <a:lnTo>
                  <a:pt x="36957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87638" y="6252209"/>
            <a:ext cx="188595" cy="30480"/>
          </a:xfrm>
          <a:custGeom>
            <a:avLst/>
            <a:gdLst/>
            <a:ahLst/>
            <a:cxnLst/>
            <a:rect l="l" t="t" r="r" b="b"/>
            <a:pathLst>
              <a:path w="188595" h="30479">
                <a:moveTo>
                  <a:pt x="0" y="0"/>
                </a:moveTo>
                <a:lnTo>
                  <a:pt x="188214" y="0"/>
                </a:lnTo>
                <a:lnTo>
                  <a:pt x="188214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87638" y="6282690"/>
            <a:ext cx="37465" cy="60960"/>
          </a:xfrm>
          <a:custGeom>
            <a:avLst/>
            <a:gdLst/>
            <a:ahLst/>
            <a:cxnLst/>
            <a:rect l="l" t="t" r="r" b="b"/>
            <a:pathLst>
              <a:path w="37464" h="60960">
                <a:moveTo>
                  <a:pt x="0" y="0"/>
                </a:moveTo>
                <a:lnTo>
                  <a:pt x="36957" y="0"/>
                </a:lnTo>
                <a:lnTo>
                  <a:pt x="36957" y="60959"/>
                </a:lnTo>
                <a:lnTo>
                  <a:pt x="0" y="609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87638" y="6343650"/>
            <a:ext cx="188595" cy="30480"/>
          </a:xfrm>
          <a:custGeom>
            <a:avLst/>
            <a:gdLst/>
            <a:ahLst/>
            <a:cxnLst/>
            <a:rect l="l" t="t" r="r" b="b"/>
            <a:pathLst>
              <a:path w="188595" h="30479">
                <a:moveTo>
                  <a:pt x="0" y="0"/>
                </a:moveTo>
                <a:lnTo>
                  <a:pt x="188214" y="0"/>
                </a:lnTo>
                <a:lnTo>
                  <a:pt x="188214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38896" y="6198339"/>
            <a:ext cx="37465" cy="53975"/>
          </a:xfrm>
          <a:custGeom>
            <a:avLst/>
            <a:gdLst/>
            <a:ahLst/>
            <a:cxnLst/>
            <a:rect l="l" t="t" r="r" b="b"/>
            <a:pathLst>
              <a:path w="37464" h="53975">
                <a:moveTo>
                  <a:pt x="36957" y="53721"/>
                </a:moveTo>
                <a:lnTo>
                  <a:pt x="0" y="53721"/>
                </a:lnTo>
                <a:lnTo>
                  <a:pt x="0" y="0"/>
                </a:lnTo>
                <a:lnTo>
                  <a:pt x="36957" y="0"/>
                </a:lnTo>
                <a:lnTo>
                  <a:pt x="36957" y="537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38896" y="6282921"/>
            <a:ext cx="37465" cy="60325"/>
          </a:xfrm>
          <a:custGeom>
            <a:avLst/>
            <a:gdLst/>
            <a:ahLst/>
            <a:cxnLst/>
            <a:rect l="l" t="t" r="r" b="b"/>
            <a:pathLst>
              <a:path w="37464" h="60325">
                <a:moveTo>
                  <a:pt x="36957" y="60198"/>
                </a:moveTo>
                <a:lnTo>
                  <a:pt x="0" y="60198"/>
                </a:lnTo>
                <a:lnTo>
                  <a:pt x="0" y="0"/>
                </a:lnTo>
                <a:lnTo>
                  <a:pt x="36957" y="0"/>
                </a:lnTo>
                <a:lnTo>
                  <a:pt x="36957" y="60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00973" y="6409690"/>
            <a:ext cx="280035" cy="33020"/>
          </a:xfrm>
          <a:custGeom>
            <a:avLst/>
            <a:gdLst/>
            <a:ahLst/>
            <a:cxnLst/>
            <a:rect l="l" t="t" r="r" b="b"/>
            <a:pathLst>
              <a:path w="280035" h="33020">
                <a:moveTo>
                  <a:pt x="0" y="0"/>
                </a:moveTo>
                <a:lnTo>
                  <a:pt x="279654" y="0"/>
                </a:lnTo>
                <a:lnTo>
                  <a:pt x="2796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42146" y="6442709"/>
            <a:ext cx="38735" cy="74930"/>
          </a:xfrm>
          <a:custGeom>
            <a:avLst/>
            <a:gdLst/>
            <a:ahLst/>
            <a:cxnLst/>
            <a:rect l="l" t="t" r="r" b="b"/>
            <a:pathLst>
              <a:path w="38735" h="74929">
                <a:moveTo>
                  <a:pt x="0" y="0"/>
                </a:moveTo>
                <a:lnTo>
                  <a:pt x="38481" y="0"/>
                </a:lnTo>
                <a:lnTo>
                  <a:pt x="38481" y="74930"/>
                </a:lnTo>
                <a:lnTo>
                  <a:pt x="0" y="749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33586" y="6192624"/>
            <a:ext cx="308610" cy="325755"/>
          </a:xfrm>
          <a:custGeom>
            <a:avLst/>
            <a:gdLst/>
            <a:ahLst/>
            <a:cxnLst/>
            <a:rect l="l" t="t" r="r" b="b"/>
            <a:pathLst>
              <a:path w="308610" h="325754">
                <a:moveTo>
                  <a:pt x="308610" y="325374"/>
                </a:moveTo>
                <a:lnTo>
                  <a:pt x="272796" y="325374"/>
                </a:lnTo>
                <a:lnTo>
                  <a:pt x="272796" y="0"/>
                </a:lnTo>
                <a:lnTo>
                  <a:pt x="308610" y="0"/>
                </a:lnTo>
                <a:lnTo>
                  <a:pt x="308610" y="325374"/>
                </a:lnTo>
                <a:close/>
              </a:path>
              <a:path w="308610" h="325754">
                <a:moveTo>
                  <a:pt x="229743" y="135636"/>
                </a:moveTo>
                <a:lnTo>
                  <a:pt x="194310" y="135636"/>
                </a:lnTo>
                <a:lnTo>
                  <a:pt x="194310" y="1905"/>
                </a:lnTo>
                <a:lnTo>
                  <a:pt x="229743" y="1905"/>
                </a:lnTo>
                <a:lnTo>
                  <a:pt x="229743" y="135636"/>
                </a:lnTo>
                <a:close/>
              </a:path>
              <a:path w="308610" h="325754">
                <a:moveTo>
                  <a:pt x="75819" y="310134"/>
                </a:moveTo>
                <a:lnTo>
                  <a:pt x="43237" y="301287"/>
                </a:lnTo>
                <a:lnTo>
                  <a:pt x="19478" y="273939"/>
                </a:lnTo>
                <a:lnTo>
                  <a:pt x="4935" y="226873"/>
                </a:lnTo>
                <a:lnTo>
                  <a:pt x="0" y="158877"/>
                </a:lnTo>
                <a:lnTo>
                  <a:pt x="4935" y="90880"/>
                </a:lnTo>
                <a:lnTo>
                  <a:pt x="19478" y="43815"/>
                </a:lnTo>
                <a:lnTo>
                  <a:pt x="43237" y="16466"/>
                </a:lnTo>
                <a:lnTo>
                  <a:pt x="75819" y="7620"/>
                </a:lnTo>
                <a:lnTo>
                  <a:pt x="106138" y="15138"/>
                </a:lnTo>
                <a:lnTo>
                  <a:pt x="128920" y="38338"/>
                </a:lnTo>
                <a:lnTo>
                  <a:pt x="130265" y="41910"/>
                </a:lnTo>
                <a:lnTo>
                  <a:pt x="75819" y="41910"/>
                </a:lnTo>
                <a:lnTo>
                  <a:pt x="58156" y="48934"/>
                </a:lnTo>
                <a:lnTo>
                  <a:pt x="45672" y="70389"/>
                </a:lnTo>
                <a:lnTo>
                  <a:pt x="38260" y="106846"/>
                </a:lnTo>
                <a:lnTo>
                  <a:pt x="35814" y="158877"/>
                </a:lnTo>
                <a:lnTo>
                  <a:pt x="38260" y="210907"/>
                </a:lnTo>
                <a:lnTo>
                  <a:pt x="45672" y="247364"/>
                </a:lnTo>
                <a:lnTo>
                  <a:pt x="58156" y="268819"/>
                </a:lnTo>
                <a:lnTo>
                  <a:pt x="75819" y="275844"/>
                </a:lnTo>
                <a:lnTo>
                  <a:pt x="130771" y="275844"/>
                </a:lnTo>
                <a:lnTo>
                  <a:pt x="130397" y="276939"/>
                </a:lnTo>
                <a:lnTo>
                  <a:pt x="107215" y="302019"/>
                </a:lnTo>
                <a:lnTo>
                  <a:pt x="75819" y="310134"/>
                </a:lnTo>
                <a:close/>
              </a:path>
              <a:path w="308610" h="325754">
                <a:moveTo>
                  <a:pt x="130771" y="275844"/>
                </a:moveTo>
                <a:lnTo>
                  <a:pt x="75819" y="275844"/>
                </a:lnTo>
                <a:lnTo>
                  <a:pt x="93422" y="268819"/>
                </a:lnTo>
                <a:lnTo>
                  <a:pt x="105775" y="247364"/>
                </a:lnTo>
                <a:lnTo>
                  <a:pt x="113055" y="210907"/>
                </a:lnTo>
                <a:lnTo>
                  <a:pt x="115443" y="158877"/>
                </a:lnTo>
                <a:lnTo>
                  <a:pt x="113055" y="106846"/>
                </a:lnTo>
                <a:lnTo>
                  <a:pt x="105775" y="70389"/>
                </a:lnTo>
                <a:lnTo>
                  <a:pt x="93422" y="48934"/>
                </a:lnTo>
                <a:lnTo>
                  <a:pt x="75819" y="41910"/>
                </a:lnTo>
                <a:lnTo>
                  <a:pt x="130265" y="41910"/>
                </a:lnTo>
                <a:lnTo>
                  <a:pt x="143916" y="78182"/>
                </a:lnTo>
                <a:lnTo>
                  <a:pt x="150876" y="135636"/>
                </a:lnTo>
                <a:lnTo>
                  <a:pt x="229743" y="135636"/>
                </a:lnTo>
                <a:lnTo>
                  <a:pt x="229743" y="171450"/>
                </a:lnTo>
                <a:lnTo>
                  <a:pt x="151257" y="171450"/>
                </a:lnTo>
                <a:lnTo>
                  <a:pt x="145149" y="233785"/>
                </a:lnTo>
                <a:lnTo>
                  <a:pt x="130771" y="275844"/>
                </a:lnTo>
                <a:close/>
              </a:path>
              <a:path w="308610" h="325754">
                <a:moveTo>
                  <a:pt x="229743" y="319659"/>
                </a:moveTo>
                <a:lnTo>
                  <a:pt x="194310" y="319659"/>
                </a:lnTo>
                <a:lnTo>
                  <a:pt x="194310" y="171450"/>
                </a:lnTo>
                <a:lnTo>
                  <a:pt x="229743" y="171450"/>
                </a:lnTo>
                <a:lnTo>
                  <a:pt x="229743" y="3196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79761" y="6192624"/>
            <a:ext cx="304800" cy="325755"/>
          </a:xfrm>
          <a:custGeom>
            <a:avLst/>
            <a:gdLst/>
            <a:ahLst/>
            <a:cxnLst/>
            <a:rect l="l" t="t" r="r" b="b"/>
            <a:pathLst>
              <a:path w="304800" h="325754">
                <a:moveTo>
                  <a:pt x="304800" y="325374"/>
                </a:moveTo>
                <a:lnTo>
                  <a:pt x="267081" y="325374"/>
                </a:lnTo>
                <a:lnTo>
                  <a:pt x="267081" y="0"/>
                </a:lnTo>
                <a:lnTo>
                  <a:pt x="304800" y="0"/>
                </a:lnTo>
                <a:lnTo>
                  <a:pt x="304800" y="325374"/>
                </a:lnTo>
                <a:close/>
              </a:path>
              <a:path w="304800" h="325754">
                <a:moveTo>
                  <a:pt x="111633" y="211836"/>
                </a:moveTo>
                <a:lnTo>
                  <a:pt x="71163" y="204341"/>
                </a:lnTo>
                <a:lnTo>
                  <a:pt x="39338" y="183308"/>
                </a:lnTo>
                <a:lnTo>
                  <a:pt x="18514" y="150917"/>
                </a:lnTo>
                <a:lnTo>
                  <a:pt x="11049" y="109347"/>
                </a:lnTo>
                <a:lnTo>
                  <a:pt x="18514" y="67776"/>
                </a:lnTo>
                <a:lnTo>
                  <a:pt x="39338" y="35385"/>
                </a:lnTo>
                <a:lnTo>
                  <a:pt x="71163" y="14352"/>
                </a:lnTo>
                <a:lnTo>
                  <a:pt x="111633" y="6858"/>
                </a:lnTo>
                <a:lnTo>
                  <a:pt x="151941" y="14352"/>
                </a:lnTo>
                <a:lnTo>
                  <a:pt x="183784" y="35385"/>
                </a:lnTo>
                <a:lnTo>
                  <a:pt x="187259" y="40767"/>
                </a:lnTo>
                <a:lnTo>
                  <a:pt x="111633" y="40767"/>
                </a:lnTo>
                <a:lnTo>
                  <a:pt x="85296" y="46017"/>
                </a:lnTo>
                <a:lnTo>
                  <a:pt x="65246" y="60483"/>
                </a:lnTo>
                <a:lnTo>
                  <a:pt x="52482" y="82236"/>
                </a:lnTo>
                <a:lnTo>
                  <a:pt x="48006" y="109347"/>
                </a:lnTo>
                <a:lnTo>
                  <a:pt x="52482" y="136398"/>
                </a:lnTo>
                <a:lnTo>
                  <a:pt x="65246" y="158019"/>
                </a:lnTo>
                <a:lnTo>
                  <a:pt x="85296" y="172354"/>
                </a:lnTo>
                <a:lnTo>
                  <a:pt x="111633" y="177546"/>
                </a:lnTo>
                <a:lnTo>
                  <a:pt x="187505" y="177546"/>
                </a:lnTo>
                <a:lnTo>
                  <a:pt x="183784" y="183308"/>
                </a:lnTo>
                <a:lnTo>
                  <a:pt x="151941" y="204341"/>
                </a:lnTo>
                <a:lnTo>
                  <a:pt x="111633" y="211836"/>
                </a:lnTo>
                <a:close/>
              </a:path>
              <a:path w="304800" h="325754">
                <a:moveTo>
                  <a:pt x="187505" y="177546"/>
                </a:moveTo>
                <a:lnTo>
                  <a:pt x="111633" y="177546"/>
                </a:lnTo>
                <a:lnTo>
                  <a:pt x="137808" y="172354"/>
                </a:lnTo>
                <a:lnTo>
                  <a:pt x="157876" y="158019"/>
                </a:lnTo>
                <a:lnTo>
                  <a:pt x="170729" y="136398"/>
                </a:lnTo>
                <a:lnTo>
                  <a:pt x="175260" y="109347"/>
                </a:lnTo>
                <a:lnTo>
                  <a:pt x="170729" y="82236"/>
                </a:lnTo>
                <a:lnTo>
                  <a:pt x="157876" y="60483"/>
                </a:lnTo>
                <a:lnTo>
                  <a:pt x="137808" y="46017"/>
                </a:lnTo>
                <a:lnTo>
                  <a:pt x="111633" y="40767"/>
                </a:lnTo>
                <a:lnTo>
                  <a:pt x="187259" y="40767"/>
                </a:lnTo>
                <a:lnTo>
                  <a:pt x="204698" y="67776"/>
                </a:lnTo>
                <a:lnTo>
                  <a:pt x="212217" y="109347"/>
                </a:lnTo>
                <a:lnTo>
                  <a:pt x="204698" y="150917"/>
                </a:lnTo>
                <a:lnTo>
                  <a:pt x="187505" y="177546"/>
                </a:lnTo>
                <a:close/>
              </a:path>
              <a:path w="304800" h="325754">
                <a:moveTo>
                  <a:pt x="130683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32969" y="270510"/>
                </a:lnTo>
                <a:lnTo>
                  <a:pt x="165336" y="269575"/>
                </a:lnTo>
                <a:lnTo>
                  <a:pt x="194738" y="266747"/>
                </a:lnTo>
                <a:lnTo>
                  <a:pt x="219926" y="261991"/>
                </a:lnTo>
                <a:lnTo>
                  <a:pt x="239649" y="255270"/>
                </a:lnTo>
                <a:lnTo>
                  <a:pt x="239649" y="290322"/>
                </a:lnTo>
                <a:lnTo>
                  <a:pt x="220051" y="296941"/>
                </a:lnTo>
                <a:lnTo>
                  <a:pt x="194595" y="301847"/>
                </a:lnTo>
                <a:lnTo>
                  <a:pt x="164425" y="304895"/>
                </a:lnTo>
                <a:lnTo>
                  <a:pt x="130683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33710" y="6186909"/>
            <a:ext cx="341630" cy="327025"/>
          </a:xfrm>
          <a:custGeom>
            <a:avLst/>
            <a:gdLst/>
            <a:ahLst/>
            <a:cxnLst/>
            <a:rect l="l" t="t" r="r" b="b"/>
            <a:pathLst>
              <a:path w="341629" h="327025">
                <a:moveTo>
                  <a:pt x="129540" y="36576"/>
                </a:moveTo>
                <a:lnTo>
                  <a:pt x="91440" y="36576"/>
                </a:lnTo>
                <a:lnTo>
                  <a:pt x="91440" y="0"/>
                </a:lnTo>
                <a:lnTo>
                  <a:pt x="129540" y="0"/>
                </a:lnTo>
                <a:lnTo>
                  <a:pt x="129540" y="36576"/>
                </a:lnTo>
                <a:close/>
              </a:path>
              <a:path w="341629" h="327025">
                <a:moveTo>
                  <a:pt x="220980" y="67437"/>
                </a:moveTo>
                <a:lnTo>
                  <a:pt x="0" y="67437"/>
                </a:lnTo>
                <a:lnTo>
                  <a:pt x="0" y="36576"/>
                </a:lnTo>
                <a:lnTo>
                  <a:pt x="220980" y="36576"/>
                </a:lnTo>
                <a:lnTo>
                  <a:pt x="220980" y="67437"/>
                </a:lnTo>
                <a:close/>
              </a:path>
              <a:path w="341629" h="327025">
                <a:moveTo>
                  <a:pt x="295656" y="249555"/>
                </a:moveTo>
                <a:lnTo>
                  <a:pt x="257937" y="249555"/>
                </a:lnTo>
                <a:lnTo>
                  <a:pt x="257937" y="5715"/>
                </a:lnTo>
                <a:lnTo>
                  <a:pt x="295656" y="5715"/>
                </a:lnTo>
                <a:lnTo>
                  <a:pt x="295656" y="94869"/>
                </a:lnTo>
                <a:lnTo>
                  <a:pt x="341376" y="94869"/>
                </a:lnTo>
                <a:lnTo>
                  <a:pt x="341376" y="131064"/>
                </a:lnTo>
                <a:lnTo>
                  <a:pt x="295656" y="131064"/>
                </a:lnTo>
                <a:lnTo>
                  <a:pt x="295656" y="249555"/>
                </a:lnTo>
                <a:close/>
              </a:path>
              <a:path w="341629" h="327025">
                <a:moveTo>
                  <a:pt x="110490" y="219075"/>
                </a:moveTo>
                <a:lnTo>
                  <a:pt x="72604" y="214657"/>
                </a:lnTo>
                <a:lnTo>
                  <a:pt x="42005" y="201739"/>
                </a:lnTo>
                <a:lnTo>
                  <a:pt x="21550" y="180820"/>
                </a:lnTo>
                <a:lnTo>
                  <a:pt x="14097" y="152400"/>
                </a:lnTo>
                <a:lnTo>
                  <a:pt x="21550" y="123979"/>
                </a:lnTo>
                <a:lnTo>
                  <a:pt x="42005" y="103060"/>
                </a:lnTo>
                <a:lnTo>
                  <a:pt x="72604" y="90142"/>
                </a:lnTo>
                <a:lnTo>
                  <a:pt x="110490" y="85725"/>
                </a:lnTo>
                <a:lnTo>
                  <a:pt x="148316" y="90142"/>
                </a:lnTo>
                <a:lnTo>
                  <a:pt x="178784" y="103060"/>
                </a:lnTo>
                <a:lnTo>
                  <a:pt x="190074" y="114681"/>
                </a:lnTo>
                <a:lnTo>
                  <a:pt x="110490" y="114681"/>
                </a:lnTo>
                <a:lnTo>
                  <a:pt x="85713" y="117520"/>
                </a:lnTo>
                <a:lnTo>
                  <a:pt x="66865" y="125396"/>
                </a:lnTo>
                <a:lnTo>
                  <a:pt x="54875" y="137344"/>
                </a:lnTo>
                <a:lnTo>
                  <a:pt x="50673" y="152400"/>
                </a:lnTo>
                <a:lnTo>
                  <a:pt x="54875" y="167616"/>
                </a:lnTo>
                <a:lnTo>
                  <a:pt x="66865" y="179546"/>
                </a:lnTo>
                <a:lnTo>
                  <a:pt x="85713" y="187332"/>
                </a:lnTo>
                <a:lnTo>
                  <a:pt x="110490" y="190119"/>
                </a:lnTo>
                <a:lnTo>
                  <a:pt x="190074" y="190119"/>
                </a:lnTo>
                <a:lnTo>
                  <a:pt x="178784" y="201739"/>
                </a:lnTo>
                <a:lnTo>
                  <a:pt x="148316" y="214657"/>
                </a:lnTo>
                <a:lnTo>
                  <a:pt x="110490" y="219075"/>
                </a:lnTo>
                <a:close/>
              </a:path>
              <a:path w="341629" h="327025">
                <a:moveTo>
                  <a:pt x="190074" y="190119"/>
                </a:moveTo>
                <a:lnTo>
                  <a:pt x="110490" y="190119"/>
                </a:lnTo>
                <a:lnTo>
                  <a:pt x="135266" y="187332"/>
                </a:lnTo>
                <a:lnTo>
                  <a:pt x="154114" y="179546"/>
                </a:lnTo>
                <a:lnTo>
                  <a:pt x="166104" y="167616"/>
                </a:lnTo>
                <a:lnTo>
                  <a:pt x="170307" y="152400"/>
                </a:lnTo>
                <a:lnTo>
                  <a:pt x="166104" y="137344"/>
                </a:lnTo>
                <a:lnTo>
                  <a:pt x="154114" y="125396"/>
                </a:lnTo>
                <a:lnTo>
                  <a:pt x="135266" y="117520"/>
                </a:lnTo>
                <a:lnTo>
                  <a:pt x="110490" y="114681"/>
                </a:lnTo>
                <a:lnTo>
                  <a:pt x="190074" y="114681"/>
                </a:lnTo>
                <a:lnTo>
                  <a:pt x="199108" y="123979"/>
                </a:lnTo>
                <a:lnTo>
                  <a:pt x="206502" y="152400"/>
                </a:lnTo>
                <a:lnTo>
                  <a:pt x="199108" y="180820"/>
                </a:lnTo>
                <a:lnTo>
                  <a:pt x="190074" y="190119"/>
                </a:lnTo>
                <a:close/>
              </a:path>
              <a:path w="341629" h="327025">
                <a:moveTo>
                  <a:pt x="304419" y="326898"/>
                </a:moveTo>
                <a:lnTo>
                  <a:pt x="23622" y="326898"/>
                </a:lnTo>
                <a:lnTo>
                  <a:pt x="23622" y="237744"/>
                </a:lnTo>
                <a:lnTo>
                  <a:pt x="61722" y="237744"/>
                </a:lnTo>
                <a:lnTo>
                  <a:pt x="61722" y="293370"/>
                </a:lnTo>
                <a:lnTo>
                  <a:pt x="304419" y="293370"/>
                </a:lnTo>
                <a:lnTo>
                  <a:pt x="304419" y="3268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90172" y="6192624"/>
            <a:ext cx="309880" cy="321310"/>
          </a:xfrm>
          <a:custGeom>
            <a:avLst/>
            <a:gdLst/>
            <a:ahLst/>
            <a:cxnLst/>
            <a:rect l="l" t="t" r="r" b="b"/>
            <a:pathLst>
              <a:path w="309879" h="321309">
                <a:moveTo>
                  <a:pt x="301371" y="159258"/>
                </a:moveTo>
                <a:lnTo>
                  <a:pt x="263652" y="159258"/>
                </a:lnTo>
                <a:lnTo>
                  <a:pt x="263652" y="130302"/>
                </a:lnTo>
                <a:lnTo>
                  <a:pt x="206121" y="130302"/>
                </a:lnTo>
                <a:lnTo>
                  <a:pt x="208407" y="99060"/>
                </a:lnTo>
                <a:lnTo>
                  <a:pt x="263652" y="99060"/>
                </a:lnTo>
                <a:lnTo>
                  <a:pt x="263652" y="57912"/>
                </a:lnTo>
                <a:lnTo>
                  <a:pt x="208407" y="57912"/>
                </a:lnTo>
                <a:lnTo>
                  <a:pt x="206121" y="26670"/>
                </a:lnTo>
                <a:lnTo>
                  <a:pt x="263652" y="26670"/>
                </a:lnTo>
                <a:lnTo>
                  <a:pt x="263652" y="0"/>
                </a:lnTo>
                <a:lnTo>
                  <a:pt x="301371" y="0"/>
                </a:lnTo>
                <a:lnTo>
                  <a:pt x="301371" y="159258"/>
                </a:lnTo>
                <a:close/>
              </a:path>
              <a:path w="309879" h="321309">
                <a:moveTo>
                  <a:pt x="99441" y="155067"/>
                </a:moveTo>
                <a:lnTo>
                  <a:pt x="58828" y="149435"/>
                </a:lnTo>
                <a:lnTo>
                  <a:pt x="27432" y="133731"/>
                </a:lnTo>
                <a:lnTo>
                  <a:pt x="7179" y="109739"/>
                </a:lnTo>
                <a:lnTo>
                  <a:pt x="0" y="79248"/>
                </a:lnTo>
                <a:lnTo>
                  <a:pt x="7179" y="48756"/>
                </a:lnTo>
                <a:lnTo>
                  <a:pt x="27432" y="24765"/>
                </a:lnTo>
                <a:lnTo>
                  <a:pt x="58828" y="9060"/>
                </a:lnTo>
                <a:lnTo>
                  <a:pt x="99441" y="3429"/>
                </a:lnTo>
                <a:lnTo>
                  <a:pt x="139993" y="9060"/>
                </a:lnTo>
                <a:lnTo>
                  <a:pt x="171259" y="24765"/>
                </a:lnTo>
                <a:lnTo>
                  <a:pt x="178928" y="33909"/>
                </a:lnTo>
                <a:lnTo>
                  <a:pt x="99441" y="33909"/>
                </a:lnTo>
                <a:lnTo>
                  <a:pt x="74306" y="37135"/>
                </a:lnTo>
                <a:lnTo>
                  <a:pt x="54673" y="46291"/>
                </a:lnTo>
                <a:lnTo>
                  <a:pt x="41898" y="60590"/>
                </a:lnTo>
                <a:lnTo>
                  <a:pt x="37338" y="79248"/>
                </a:lnTo>
                <a:lnTo>
                  <a:pt x="41898" y="97905"/>
                </a:lnTo>
                <a:lnTo>
                  <a:pt x="54673" y="112204"/>
                </a:lnTo>
                <a:lnTo>
                  <a:pt x="74306" y="121360"/>
                </a:lnTo>
                <a:lnTo>
                  <a:pt x="99441" y="124587"/>
                </a:lnTo>
                <a:lnTo>
                  <a:pt x="178928" y="124587"/>
                </a:lnTo>
                <a:lnTo>
                  <a:pt x="171259" y="133731"/>
                </a:lnTo>
                <a:lnTo>
                  <a:pt x="139993" y="149435"/>
                </a:lnTo>
                <a:lnTo>
                  <a:pt x="99441" y="155067"/>
                </a:lnTo>
                <a:close/>
              </a:path>
              <a:path w="309879" h="321309">
                <a:moveTo>
                  <a:pt x="178928" y="124587"/>
                </a:moveTo>
                <a:lnTo>
                  <a:pt x="99441" y="124587"/>
                </a:lnTo>
                <a:lnTo>
                  <a:pt x="124515" y="121360"/>
                </a:lnTo>
                <a:lnTo>
                  <a:pt x="144018" y="112204"/>
                </a:lnTo>
                <a:lnTo>
                  <a:pt x="156662" y="97905"/>
                </a:lnTo>
                <a:lnTo>
                  <a:pt x="161163" y="79248"/>
                </a:lnTo>
                <a:lnTo>
                  <a:pt x="156662" y="60590"/>
                </a:lnTo>
                <a:lnTo>
                  <a:pt x="144018" y="46291"/>
                </a:lnTo>
                <a:lnTo>
                  <a:pt x="124515" y="37135"/>
                </a:lnTo>
                <a:lnTo>
                  <a:pt x="99441" y="33909"/>
                </a:lnTo>
                <a:lnTo>
                  <a:pt x="178928" y="33909"/>
                </a:lnTo>
                <a:lnTo>
                  <a:pt x="191381" y="48756"/>
                </a:lnTo>
                <a:lnTo>
                  <a:pt x="198501" y="79248"/>
                </a:lnTo>
                <a:lnTo>
                  <a:pt x="191381" y="109739"/>
                </a:lnTo>
                <a:lnTo>
                  <a:pt x="178928" y="124587"/>
                </a:lnTo>
                <a:close/>
              </a:path>
              <a:path w="309879" h="321309">
                <a:moveTo>
                  <a:pt x="309372" y="321183"/>
                </a:moveTo>
                <a:lnTo>
                  <a:pt x="28194" y="321183"/>
                </a:lnTo>
                <a:lnTo>
                  <a:pt x="28194" y="235077"/>
                </a:lnTo>
                <a:lnTo>
                  <a:pt x="264033" y="235077"/>
                </a:lnTo>
                <a:lnTo>
                  <a:pt x="264033" y="206883"/>
                </a:lnTo>
                <a:lnTo>
                  <a:pt x="27432" y="206883"/>
                </a:lnTo>
                <a:lnTo>
                  <a:pt x="27432" y="177165"/>
                </a:lnTo>
                <a:lnTo>
                  <a:pt x="301371" y="177165"/>
                </a:lnTo>
                <a:lnTo>
                  <a:pt x="301371" y="263271"/>
                </a:lnTo>
                <a:lnTo>
                  <a:pt x="65532" y="263271"/>
                </a:lnTo>
                <a:lnTo>
                  <a:pt x="65532" y="291465"/>
                </a:lnTo>
                <a:lnTo>
                  <a:pt x="309372" y="291465"/>
                </a:lnTo>
                <a:lnTo>
                  <a:pt x="309372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40311" y="6185004"/>
            <a:ext cx="325120" cy="329565"/>
          </a:xfrm>
          <a:custGeom>
            <a:avLst/>
            <a:gdLst/>
            <a:ahLst/>
            <a:cxnLst/>
            <a:rect l="l" t="t" r="r" b="b"/>
            <a:pathLst>
              <a:path w="325120" h="329565">
                <a:moveTo>
                  <a:pt x="11811" y="144780"/>
                </a:moveTo>
                <a:lnTo>
                  <a:pt x="11811" y="111633"/>
                </a:lnTo>
                <a:lnTo>
                  <a:pt x="59305" y="102280"/>
                </a:lnTo>
                <a:lnTo>
                  <a:pt x="103441" y="79105"/>
                </a:lnTo>
                <a:lnTo>
                  <a:pt x="138148" y="44285"/>
                </a:lnTo>
                <a:lnTo>
                  <a:pt x="157353" y="0"/>
                </a:lnTo>
                <a:lnTo>
                  <a:pt x="195072" y="6096"/>
                </a:lnTo>
                <a:lnTo>
                  <a:pt x="192285" y="17948"/>
                </a:lnTo>
                <a:lnTo>
                  <a:pt x="188499" y="29479"/>
                </a:lnTo>
                <a:lnTo>
                  <a:pt x="183713" y="40653"/>
                </a:lnTo>
                <a:lnTo>
                  <a:pt x="177927" y="51435"/>
                </a:lnTo>
                <a:lnTo>
                  <a:pt x="231667" y="77343"/>
                </a:lnTo>
                <a:lnTo>
                  <a:pt x="158877" y="77343"/>
                </a:lnTo>
                <a:lnTo>
                  <a:pt x="128504" y="104917"/>
                </a:lnTo>
                <a:lnTo>
                  <a:pt x="92487" y="125920"/>
                </a:lnTo>
                <a:lnTo>
                  <a:pt x="52899" y="139493"/>
                </a:lnTo>
                <a:lnTo>
                  <a:pt x="11811" y="144780"/>
                </a:lnTo>
                <a:close/>
              </a:path>
              <a:path w="325120" h="329565">
                <a:moveTo>
                  <a:pt x="301371" y="146685"/>
                </a:moveTo>
                <a:lnTo>
                  <a:pt x="158877" y="77343"/>
                </a:lnTo>
                <a:lnTo>
                  <a:pt x="231667" y="77343"/>
                </a:lnTo>
                <a:lnTo>
                  <a:pt x="316230" y="118110"/>
                </a:lnTo>
                <a:lnTo>
                  <a:pt x="301371" y="146685"/>
                </a:lnTo>
                <a:close/>
              </a:path>
              <a:path w="325120" h="329565">
                <a:moveTo>
                  <a:pt x="181356" y="180213"/>
                </a:moveTo>
                <a:lnTo>
                  <a:pt x="143256" y="180213"/>
                </a:lnTo>
                <a:lnTo>
                  <a:pt x="143256" y="124968"/>
                </a:lnTo>
                <a:lnTo>
                  <a:pt x="181356" y="124968"/>
                </a:lnTo>
                <a:lnTo>
                  <a:pt x="181356" y="180213"/>
                </a:lnTo>
                <a:close/>
              </a:path>
              <a:path w="325120" h="329565">
                <a:moveTo>
                  <a:pt x="324993" y="212217"/>
                </a:moveTo>
                <a:lnTo>
                  <a:pt x="0" y="212217"/>
                </a:lnTo>
                <a:lnTo>
                  <a:pt x="0" y="180213"/>
                </a:lnTo>
                <a:lnTo>
                  <a:pt x="324993" y="180213"/>
                </a:lnTo>
                <a:lnTo>
                  <a:pt x="324993" y="212217"/>
                </a:lnTo>
                <a:close/>
              </a:path>
              <a:path w="325120" h="329565">
                <a:moveTo>
                  <a:pt x="308229" y="329184"/>
                </a:moveTo>
                <a:lnTo>
                  <a:pt x="22479" y="329184"/>
                </a:lnTo>
                <a:lnTo>
                  <a:pt x="22479" y="237363"/>
                </a:lnTo>
                <a:lnTo>
                  <a:pt x="60960" y="237363"/>
                </a:lnTo>
                <a:lnTo>
                  <a:pt x="60960" y="296799"/>
                </a:lnTo>
                <a:lnTo>
                  <a:pt x="308229" y="296799"/>
                </a:lnTo>
                <a:lnTo>
                  <a:pt x="308229" y="329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00356" y="6192624"/>
            <a:ext cx="306705" cy="321310"/>
          </a:xfrm>
          <a:custGeom>
            <a:avLst/>
            <a:gdLst/>
            <a:ahLst/>
            <a:cxnLst/>
            <a:rect l="l" t="t" r="r" b="b"/>
            <a:pathLst>
              <a:path w="306704" h="321309">
                <a:moveTo>
                  <a:pt x="298704" y="159258"/>
                </a:moveTo>
                <a:lnTo>
                  <a:pt x="260985" y="159258"/>
                </a:lnTo>
                <a:lnTo>
                  <a:pt x="260985" y="0"/>
                </a:lnTo>
                <a:lnTo>
                  <a:pt x="298704" y="0"/>
                </a:lnTo>
                <a:lnTo>
                  <a:pt x="298704" y="159258"/>
                </a:lnTo>
                <a:close/>
              </a:path>
              <a:path w="306704" h="321309">
                <a:moveTo>
                  <a:pt x="0" y="156210"/>
                </a:moveTo>
                <a:lnTo>
                  <a:pt x="0" y="122682"/>
                </a:lnTo>
                <a:lnTo>
                  <a:pt x="41701" y="107632"/>
                </a:lnTo>
                <a:lnTo>
                  <a:pt x="73294" y="80867"/>
                </a:lnTo>
                <a:lnTo>
                  <a:pt x="93386" y="45100"/>
                </a:lnTo>
                <a:lnTo>
                  <a:pt x="100584" y="3048"/>
                </a:lnTo>
                <a:lnTo>
                  <a:pt x="138303" y="5334"/>
                </a:lnTo>
                <a:lnTo>
                  <a:pt x="137523" y="21169"/>
                </a:lnTo>
                <a:lnTo>
                  <a:pt x="135207" y="36576"/>
                </a:lnTo>
                <a:lnTo>
                  <a:pt x="131391" y="51411"/>
                </a:lnTo>
                <a:lnTo>
                  <a:pt x="126111" y="65532"/>
                </a:lnTo>
                <a:lnTo>
                  <a:pt x="177390" y="93726"/>
                </a:lnTo>
                <a:lnTo>
                  <a:pt x="109728" y="93726"/>
                </a:lnTo>
                <a:lnTo>
                  <a:pt x="88939" y="116615"/>
                </a:lnTo>
                <a:lnTo>
                  <a:pt x="63436" y="135112"/>
                </a:lnTo>
                <a:lnTo>
                  <a:pt x="33647" y="148536"/>
                </a:lnTo>
                <a:lnTo>
                  <a:pt x="0" y="156210"/>
                </a:lnTo>
                <a:close/>
              </a:path>
              <a:path w="306704" h="321309">
                <a:moveTo>
                  <a:pt x="211074" y="150876"/>
                </a:moveTo>
                <a:lnTo>
                  <a:pt x="109728" y="93726"/>
                </a:lnTo>
                <a:lnTo>
                  <a:pt x="177390" y="93726"/>
                </a:lnTo>
                <a:lnTo>
                  <a:pt x="229362" y="122301"/>
                </a:lnTo>
                <a:lnTo>
                  <a:pt x="211074" y="150876"/>
                </a:lnTo>
                <a:close/>
              </a:path>
              <a:path w="306704" h="321309">
                <a:moveTo>
                  <a:pt x="306705" y="321183"/>
                </a:moveTo>
                <a:lnTo>
                  <a:pt x="23241" y="321183"/>
                </a:lnTo>
                <a:lnTo>
                  <a:pt x="23241" y="235077"/>
                </a:lnTo>
                <a:lnTo>
                  <a:pt x="261366" y="235077"/>
                </a:lnTo>
                <a:lnTo>
                  <a:pt x="261366" y="206883"/>
                </a:lnTo>
                <a:lnTo>
                  <a:pt x="22479" y="206883"/>
                </a:lnTo>
                <a:lnTo>
                  <a:pt x="22479" y="177165"/>
                </a:lnTo>
                <a:lnTo>
                  <a:pt x="298704" y="177165"/>
                </a:lnTo>
                <a:lnTo>
                  <a:pt x="298704" y="263271"/>
                </a:lnTo>
                <a:lnTo>
                  <a:pt x="60579" y="263271"/>
                </a:lnTo>
                <a:lnTo>
                  <a:pt x="60579" y="291465"/>
                </a:lnTo>
                <a:lnTo>
                  <a:pt x="306705" y="291465"/>
                </a:lnTo>
                <a:lnTo>
                  <a:pt x="306705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76765" y="4492816"/>
            <a:ext cx="306705" cy="321310"/>
          </a:xfrm>
          <a:custGeom>
            <a:avLst/>
            <a:gdLst/>
            <a:ahLst/>
            <a:cxnLst/>
            <a:rect l="l" t="t" r="r" b="b"/>
            <a:pathLst>
              <a:path w="306704" h="321310">
                <a:moveTo>
                  <a:pt x="298704" y="159258"/>
                </a:moveTo>
                <a:lnTo>
                  <a:pt x="260985" y="159258"/>
                </a:lnTo>
                <a:lnTo>
                  <a:pt x="260985" y="0"/>
                </a:lnTo>
                <a:lnTo>
                  <a:pt x="298704" y="0"/>
                </a:lnTo>
                <a:lnTo>
                  <a:pt x="298704" y="159258"/>
                </a:lnTo>
                <a:close/>
              </a:path>
              <a:path w="306704" h="321310">
                <a:moveTo>
                  <a:pt x="0" y="156210"/>
                </a:moveTo>
                <a:lnTo>
                  <a:pt x="0" y="122682"/>
                </a:lnTo>
                <a:lnTo>
                  <a:pt x="41701" y="107632"/>
                </a:lnTo>
                <a:lnTo>
                  <a:pt x="73294" y="80867"/>
                </a:lnTo>
                <a:lnTo>
                  <a:pt x="93386" y="45100"/>
                </a:lnTo>
                <a:lnTo>
                  <a:pt x="100584" y="3048"/>
                </a:lnTo>
                <a:lnTo>
                  <a:pt x="138303" y="5334"/>
                </a:lnTo>
                <a:lnTo>
                  <a:pt x="137523" y="21169"/>
                </a:lnTo>
                <a:lnTo>
                  <a:pt x="135207" y="36576"/>
                </a:lnTo>
                <a:lnTo>
                  <a:pt x="131391" y="51411"/>
                </a:lnTo>
                <a:lnTo>
                  <a:pt x="126111" y="65532"/>
                </a:lnTo>
                <a:lnTo>
                  <a:pt x="177390" y="93726"/>
                </a:lnTo>
                <a:lnTo>
                  <a:pt x="109728" y="93726"/>
                </a:lnTo>
                <a:lnTo>
                  <a:pt x="88939" y="116615"/>
                </a:lnTo>
                <a:lnTo>
                  <a:pt x="63436" y="135112"/>
                </a:lnTo>
                <a:lnTo>
                  <a:pt x="33647" y="148536"/>
                </a:lnTo>
                <a:lnTo>
                  <a:pt x="0" y="156210"/>
                </a:lnTo>
                <a:close/>
              </a:path>
              <a:path w="306704" h="321310">
                <a:moveTo>
                  <a:pt x="211074" y="150876"/>
                </a:moveTo>
                <a:lnTo>
                  <a:pt x="109728" y="93726"/>
                </a:lnTo>
                <a:lnTo>
                  <a:pt x="177390" y="93726"/>
                </a:lnTo>
                <a:lnTo>
                  <a:pt x="229362" y="122301"/>
                </a:lnTo>
                <a:lnTo>
                  <a:pt x="211074" y="150876"/>
                </a:lnTo>
                <a:close/>
              </a:path>
              <a:path w="306704" h="321310">
                <a:moveTo>
                  <a:pt x="306705" y="321183"/>
                </a:moveTo>
                <a:lnTo>
                  <a:pt x="23241" y="321183"/>
                </a:lnTo>
                <a:lnTo>
                  <a:pt x="23241" y="235077"/>
                </a:lnTo>
                <a:lnTo>
                  <a:pt x="261366" y="235077"/>
                </a:lnTo>
                <a:lnTo>
                  <a:pt x="261366" y="206883"/>
                </a:lnTo>
                <a:lnTo>
                  <a:pt x="22479" y="206883"/>
                </a:lnTo>
                <a:lnTo>
                  <a:pt x="22479" y="177165"/>
                </a:lnTo>
                <a:lnTo>
                  <a:pt x="298704" y="177165"/>
                </a:lnTo>
                <a:lnTo>
                  <a:pt x="298704" y="263271"/>
                </a:lnTo>
                <a:lnTo>
                  <a:pt x="60579" y="263271"/>
                </a:lnTo>
                <a:lnTo>
                  <a:pt x="60579" y="291465"/>
                </a:lnTo>
                <a:lnTo>
                  <a:pt x="306705" y="291465"/>
                </a:lnTo>
                <a:lnTo>
                  <a:pt x="306705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27667" y="4487101"/>
            <a:ext cx="306070" cy="327025"/>
          </a:xfrm>
          <a:custGeom>
            <a:avLst/>
            <a:gdLst/>
            <a:ahLst/>
            <a:cxnLst/>
            <a:rect l="l" t="t" r="r" b="b"/>
            <a:pathLst>
              <a:path w="306070" h="327025">
                <a:moveTo>
                  <a:pt x="129540" y="33147"/>
                </a:moveTo>
                <a:lnTo>
                  <a:pt x="91440" y="33147"/>
                </a:lnTo>
                <a:lnTo>
                  <a:pt x="91440" y="0"/>
                </a:lnTo>
                <a:lnTo>
                  <a:pt x="129540" y="0"/>
                </a:lnTo>
                <a:lnTo>
                  <a:pt x="129540" y="33147"/>
                </a:lnTo>
                <a:close/>
              </a:path>
              <a:path w="306070" h="327025">
                <a:moveTo>
                  <a:pt x="305562" y="199263"/>
                </a:moveTo>
                <a:lnTo>
                  <a:pt x="267843" y="199263"/>
                </a:lnTo>
                <a:lnTo>
                  <a:pt x="267843" y="137922"/>
                </a:lnTo>
                <a:lnTo>
                  <a:pt x="216789" y="137922"/>
                </a:lnTo>
                <a:lnTo>
                  <a:pt x="216789" y="104394"/>
                </a:lnTo>
                <a:lnTo>
                  <a:pt x="267843" y="104394"/>
                </a:lnTo>
                <a:lnTo>
                  <a:pt x="267843" y="5715"/>
                </a:lnTo>
                <a:lnTo>
                  <a:pt x="305562" y="5715"/>
                </a:lnTo>
                <a:lnTo>
                  <a:pt x="305562" y="199263"/>
                </a:lnTo>
                <a:close/>
              </a:path>
              <a:path w="306070" h="327025">
                <a:moveTo>
                  <a:pt x="220980" y="62484"/>
                </a:moveTo>
                <a:lnTo>
                  <a:pt x="0" y="62484"/>
                </a:lnTo>
                <a:lnTo>
                  <a:pt x="0" y="33147"/>
                </a:lnTo>
                <a:lnTo>
                  <a:pt x="220980" y="33147"/>
                </a:lnTo>
                <a:lnTo>
                  <a:pt x="220980" y="62484"/>
                </a:lnTo>
                <a:close/>
              </a:path>
              <a:path w="306070" h="327025">
                <a:moveTo>
                  <a:pt x="110490" y="196977"/>
                </a:moveTo>
                <a:lnTo>
                  <a:pt x="73324" y="193119"/>
                </a:lnTo>
                <a:lnTo>
                  <a:pt x="43195" y="181832"/>
                </a:lnTo>
                <a:lnTo>
                  <a:pt x="22996" y="163544"/>
                </a:lnTo>
                <a:lnTo>
                  <a:pt x="15621" y="138684"/>
                </a:lnTo>
                <a:lnTo>
                  <a:pt x="22996" y="113984"/>
                </a:lnTo>
                <a:lnTo>
                  <a:pt x="43195" y="95678"/>
                </a:lnTo>
                <a:lnTo>
                  <a:pt x="73324" y="84302"/>
                </a:lnTo>
                <a:lnTo>
                  <a:pt x="110490" y="80391"/>
                </a:lnTo>
                <a:lnTo>
                  <a:pt x="147595" y="84302"/>
                </a:lnTo>
                <a:lnTo>
                  <a:pt x="177593" y="95678"/>
                </a:lnTo>
                <a:lnTo>
                  <a:pt x="191742" y="108585"/>
                </a:lnTo>
                <a:lnTo>
                  <a:pt x="110490" y="108585"/>
                </a:lnTo>
                <a:lnTo>
                  <a:pt x="85992" y="110876"/>
                </a:lnTo>
                <a:lnTo>
                  <a:pt x="67389" y="117205"/>
                </a:lnTo>
                <a:lnTo>
                  <a:pt x="55572" y="126747"/>
                </a:lnTo>
                <a:lnTo>
                  <a:pt x="51435" y="138684"/>
                </a:lnTo>
                <a:lnTo>
                  <a:pt x="55572" y="150679"/>
                </a:lnTo>
                <a:lnTo>
                  <a:pt x="67389" y="160353"/>
                </a:lnTo>
                <a:lnTo>
                  <a:pt x="85992" y="166812"/>
                </a:lnTo>
                <a:lnTo>
                  <a:pt x="110490" y="169164"/>
                </a:lnTo>
                <a:lnTo>
                  <a:pt x="191494" y="169164"/>
                </a:lnTo>
                <a:lnTo>
                  <a:pt x="177593" y="181832"/>
                </a:lnTo>
                <a:lnTo>
                  <a:pt x="147595" y="193119"/>
                </a:lnTo>
                <a:lnTo>
                  <a:pt x="110490" y="196977"/>
                </a:lnTo>
                <a:close/>
              </a:path>
              <a:path w="306070" h="327025">
                <a:moveTo>
                  <a:pt x="191494" y="169164"/>
                </a:moveTo>
                <a:lnTo>
                  <a:pt x="110490" y="169164"/>
                </a:lnTo>
                <a:lnTo>
                  <a:pt x="134927" y="166812"/>
                </a:lnTo>
                <a:lnTo>
                  <a:pt x="153400" y="160353"/>
                </a:lnTo>
                <a:lnTo>
                  <a:pt x="165086" y="150679"/>
                </a:lnTo>
                <a:lnTo>
                  <a:pt x="169164" y="138684"/>
                </a:lnTo>
                <a:lnTo>
                  <a:pt x="165086" y="126747"/>
                </a:lnTo>
                <a:lnTo>
                  <a:pt x="153400" y="117205"/>
                </a:lnTo>
                <a:lnTo>
                  <a:pt x="134927" y="110876"/>
                </a:lnTo>
                <a:lnTo>
                  <a:pt x="110490" y="108585"/>
                </a:lnTo>
                <a:lnTo>
                  <a:pt x="191742" y="108585"/>
                </a:lnTo>
                <a:lnTo>
                  <a:pt x="197661" y="113984"/>
                </a:lnTo>
                <a:lnTo>
                  <a:pt x="204978" y="138684"/>
                </a:lnTo>
                <a:lnTo>
                  <a:pt x="197661" y="163544"/>
                </a:lnTo>
                <a:lnTo>
                  <a:pt x="191494" y="169164"/>
                </a:lnTo>
                <a:close/>
              </a:path>
              <a:path w="306070" h="327025">
                <a:moveTo>
                  <a:pt x="304419" y="326898"/>
                </a:moveTo>
                <a:lnTo>
                  <a:pt x="28575" y="326898"/>
                </a:lnTo>
                <a:lnTo>
                  <a:pt x="28575" y="217551"/>
                </a:lnTo>
                <a:lnTo>
                  <a:pt x="304419" y="217551"/>
                </a:lnTo>
                <a:lnTo>
                  <a:pt x="304419" y="247650"/>
                </a:lnTo>
                <a:lnTo>
                  <a:pt x="65913" y="247650"/>
                </a:lnTo>
                <a:lnTo>
                  <a:pt x="65913" y="296799"/>
                </a:lnTo>
                <a:lnTo>
                  <a:pt x="304419" y="296799"/>
                </a:lnTo>
                <a:lnTo>
                  <a:pt x="304419" y="326898"/>
                </a:lnTo>
                <a:close/>
              </a:path>
              <a:path w="306070" h="327025">
                <a:moveTo>
                  <a:pt x="304419" y="296799"/>
                </a:moveTo>
                <a:lnTo>
                  <a:pt x="267081" y="296799"/>
                </a:lnTo>
                <a:lnTo>
                  <a:pt x="267081" y="247650"/>
                </a:lnTo>
                <a:lnTo>
                  <a:pt x="304419" y="247650"/>
                </a:lnTo>
                <a:lnTo>
                  <a:pt x="304419" y="29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86950" y="4492816"/>
            <a:ext cx="306705" cy="321310"/>
          </a:xfrm>
          <a:custGeom>
            <a:avLst/>
            <a:gdLst/>
            <a:ahLst/>
            <a:cxnLst/>
            <a:rect l="l" t="t" r="r" b="b"/>
            <a:pathLst>
              <a:path w="306704" h="321310">
                <a:moveTo>
                  <a:pt x="298704" y="159258"/>
                </a:moveTo>
                <a:lnTo>
                  <a:pt x="260985" y="159258"/>
                </a:lnTo>
                <a:lnTo>
                  <a:pt x="260985" y="0"/>
                </a:lnTo>
                <a:lnTo>
                  <a:pt x="298704" y="0"/>
                </a:lnTo>
                <a:lnTo>
                  <a:pt x="298704" y="159258"/>
                </a:lnTo>
                <a:close/>
              </a:path>
              <a:path w="306704" h="321310">
                <a:moveTo>
                  <a:pt x="0" y="156210"/>
                </a:moveTo>
                <a:lnTo>
                  <a:pt x="0" y="122682"/>
                </a:lnTo>
                <a:lnTo>
                  <a:pt x="41701" y="107632"/>
                </a:lnTo>
                <a:lnTo>
                  <a:pt x="73294" y="80867"/>
                </a:lnTo>
                <a:lnTo>
                  <a:pt x="93386" y="45100"/>
                </a:lnTo>
                <a:lnTo>
                  <a:pt x="100584" y="3048"/>
                </a:lnTo>
                <a:lnTo>
                  <a:pt x="138303" y="5334"/>
                </a:lnTo>
                <a:lnTo>
                  <a:pt x="137523" y="21169"/>
                </a:lnTo>
                <a:lnTo>
                  <a:pt x="135207" y="36576"/>
                </a:lnTo>
                <a:lnTo>
                  <a:pt x="131391" y="51411"/>
                </a:lnTo>
                <a:lnTo>
                  <a:pt x="126111" y="65532"/>
                </a:lnTo>
                <a:lnTo>
                  <a:pt x="177390" y="93726"/>
                </a:lnTo>
                <a:lnTo>
                  <a:pt x="109728" y="93726"/>
                </a:lnTo>
                <a:lnTo>
                  <a:pt x="88939" y="116615"/>
                </a:lnTo>
                <a:lnTo>
                  <a:pt x="63436" y="135112"/>
                </a:lnTo>
                <a:lnTo>
                  <a:pt x="33647" y="148536"/>
                </a:lnTo>
                <a:lnTo>
                  <a:pt x="0" y="156210"/>
                </a:lnTo>
                <a:close/>
              </a:path>
              <a:path w="306704" h="321310">
                <a:moveTo>
                  <a:pt x="211074" y="150876"/>
                </a:moveTo>
                <a:lnTo>
                  <a:pt x="109728" y="93726"/>
                </a:lnTo>
                <a:lnTo>
                  <a:pt x="177390" y="93726"/>
                </a:lnTo>
                <a:lnTo>
                  <a:pt x="229362" y="122301"/>
                </a:lnTo>
                <a:lnTo>
                  <a:pt x="211074" y="150876"/>
                </a:lnTo>
                <a:close/>
              </a:path>
              <a:path w="306704" h="321310">
                <a:moveTo>
                  <a:pt x="306705" y="321183"/>
                </a:moveTo>
                <a:lnTo>
                  <a:pt x="23241" y="321183"/>
                </a:lnTo>
                <a:lnTo>
                  <a:pt x="23241" y="235077"/>
                </a:lnTo>
                <a:lnTo>
                  <a:pt x="261366" y="235077"/>
                </a:lnTo>
                <a:lnTo>
                  <a:pt x="261366" y="206883"/>
                </a:lnTo>
                <a:lnTo>
                  <a:pt x="22479" y="206883"/>
                </a:lnTo>
                <a:lnTo>
                  <a:pt x="22479" y="177165"/>
                </a:lnTo>
                <a:lnTo>
                  <a:pt x="298704" y="177165"/>
                </a:lnTo>
                <a:lnTo>
                  <a:pt x="298704" y="263271"/>
                </a:lnTo>
                <a:lnTo>
                  <a:pt x="60579" y="263271"/>
                </a:lnTo>
                <a:lnTo>
                  <a:pt x="60579" y="291465"/>
                </a:lnTo>
                <a:lnTo>
                  <a:pt x="306705" y="291465"/>
                </a:lnTo>
                <a:lnTo>
                  <a:pt x="306705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37089" y="4492816"/>
            <a:ext cx="304800" cy="325755"/>
          </a:xfrm>
          <a:custGeom>
            <a:avLst/>
            <a:gdLst/>
            <a:ahLst/>
            <a:cxnLst/>
            <a:rect l="l" t="t" r="r" b="b"/>
            <a:pathLst>
              <a:path w="304800" h="325754">
                <a:moveTo>
                  <a:pt x="304800" y="325374"/>
                </a:moveTo>
                <a:lnTo>
                  <a:pt x="267081" y="325374"/>
                </a:lnTo>
                <a:lnTo>
                  <a:pt x="267081" y="0"/>
                </a:lnTo>
                <a:lnTo>
                  <a:pt x="304800" y="0"/>
                </a:lnTo>
                <a:lnTo>
                  <a:pt x="304800" y="325374"/>
                </a:lnTo>
                <a:close/>
              </a:path>
              <a:path w="304800" h="325754">
                <a:moveTo>
                  <a:pt x="111633" y="211836"/>
                </a:moveTo>
                <a:lnTo>
                  <a:pt x="71163" y="204341"/>
                </a:lnTo>
                <a:lnTo>
                  <a:pt x="39338" y="183308"/>
                </a:lnTo>
                <a:lnTo>
                  <a:pt x="18514" y="150917"/>
                </a:lnTo>
                <a:lnTo>
                  <a:pt x="11049" y="109347"/>
                </a:lnTo>
                <a:lnTo>
                  <a:pt x="18514" y="67776"/>
                </a:lnTo>
                <a:lnTo>
                  <a:pt x="39338" y="35385"/>
                </a:lnTo>
                <a:lnTo>
                  <a:pt x="71163" y="14352"/>
                </a:lnTo>
                <a:lnTo>
                  <a:pt x="111633" y="6858"/>
                </a:lnTo>
                <a:lnTo>
                  <a:pt x="151941" y="14352"/>
                </a:lnTo>
                <a:lnTo>
                  <a:pt x="183784" y="35385"/>
                </a:lnTo>
                <a:lnTo>
                  <a:pt x="187259" y="40767"/>
                </a:lnTo>
                <a:lnTo>
                  <a:pt x="111633" y="40767"/>
                </a:lnTo>
                <a:lnTo>
                  <a:pt x="85296" y="46017"/>
                </a:lnTo>
                <a:lnTo>
                  <a:pt x="65246" y="60483"/>
                </a:lnTo>
                <a:lnTo>
                  <a:pt x="52482" y="82236"/>
                </a:lnTo>
                <a:lnTo>
                  <a:pt x="48006" y="109347"/>
                </a:lnTo>
                <a:lnTo>
                  <a:pt x="52482" y="136398"/>
                </a:lnTo>
                <a:lnTo>
                  <a:pt x="65246" y="158019"/>
                </a:lnTo>
                <a:lnTo>
                  <a:pt x="85296" y="172354"/>
                </a:lnTo>
                <a:lnTo>
                  <a:pt x="111633" y="177546"/>
                </a:lnTo>
                <a:lnTo>
                  <a:pt x="187505" y="177546"/>
                </a:lnTo>
                <a:lnTo>
                  <a:pt x="183784" y="183308"/>
                </a:lnTo>
                <a:lnTo>
                  <a:pt x="151941" y="204341"/>
                </a:lnTo>
                <a:lnTo>
                  <a:pt x="111633" y="211836"/>
                </a:lnTo>
                <a:close/>
              </a:path>
              <a:path w="304800" h="325754">
                <a:moveTo>
                  <a:pt x="187505" y="177546"/>
                </a:moveTo>
                <a:lnTo>
                  <a:pt x="111633" y="177546"/>
                </a:lnTo>
                <a:lnTo>
                  <a:pt x="137808" y="172354"/>
                </a:lnTo>
                <a:lnTo>
                  <a:pt x="157876" y="158019"/>
                </a:lnTo>
                <a:lnTo>
                  <a:pt x="170729" y="136398"/>
                </a:lnTo>
                <a:lnTo>
                  <a:pt x="175260" y="109347"/>
                </a:lnTo>
                <a:lnTo>
                  <a:pt x="170729" y="82236"/>
                </a:lnTo>
                <a:lnTo>
                  <a:pt x="157876" y="60483"/>
                </a:lnTo>
                <a:lnTo>
                  <a:pt x="137808" y="46017"/>
                </a:lnTo>
                <a:lnTo>
                  <a:pt x="111633" y="40767"/>
                </a:lnTo>
                <a:lnTo>
                  <a:pt x="187259" y="40767"/>
                </a:lnTo>
                <a:lnTo>
                  <a:pt x="204698" y="67776"/>
                </a:lnTo>
                <a:lnTo>
                  <a:pt x="212217" y="109347"/>
                </a:lnTo>
                <a:lnTo>
                  <a:pt x="204698" y="150917"/>
                </a:lnTo>
                <a:lnTo>
                  <a:pt x="187505" y="177546"/>
                </a:lnTo>
                <a:close/>
              </a:path>
              <a:path w="304800" h="325754">
                <a:moveTo>
                  <a:pt x="130683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32969" y="270510"/>
                </a:lnTo>
                <a:lnTo>
                  <a:pt x="165336" y="269575"/>
                </a:lnTo>
                <a:lnTo>
                  <a:pt x="194738" y="266747"/>
                </a:lnTo>
                <a:lnTo>
                  <a:pt x="219926" y="261991"/>
                </a:lnTo>
                <a:lnTo>
                  <a:pt x="239649" y="255270"/>
                </a:lnTo>
                <a:lnTo>
                  <a:pt x="239649" y="290322"/>
                </a:lnTo>
                <a:lnTo>
                  <a:pt x="220051" y="296941"/>
                </a:lnTo>
                <a:lnTo>
                  <a:pt x="194595" y="301847"/>
                </a:lnTo>
                <a:lnTo>
                  <a:pt x="164425" y="304895"/>
                </a:lnTo>
                <a:lnTo>
                  <a:pt x="130683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492282" y="4492816"/>
            <a:ext cx="306705" cy="321310"/>
          </a:xfrm>
          <a:custGeom>
            <a:avLst/>
            <a:gdLst/>
            <a:ahLst/>
            <a:cxnLst/>
            <a:rect l="l" t="t" r="r" b="b"/>
            <a:pathLst>
              <a:path w="306704" h="321310">
                <a:moveTo>
                  <a:pt x="298704" y="159258"/>
                </a:moveTo>
                <a:lnTo>
                  <a:pt x="260985" y="159258"/>
                </a:lnTo>
                <a:lnTo>
                  <a:pt x="260985" y="0"/>
                </a:lnTo>
                <a:lnTo>
                  <a:pt x="298704" y="0"/>
                </a:lnTo>
                <a:lnTo>
                  <a:pt x="298704" y="159258"/>
                </a:lnTo>
                <a:close/>
              </a:path>
              <a:path w="306704" h="321310">
                <a:moveTo>
                  <a:pt x="0" y="156210"/>
                </a:moveTo>
                <a:lnTo>
                  <a:pt x="0" y="122682"/>
                </a:lnTo>
                <a:lnTo>
                  <a:pt x="41701" y="107632"/>
                </a:lnTo>
                <a:lnTo>
                  <a:pt x="73294" y="80867"/>
                </a:lnTo>
                <a:lnTo>
                  <a:pt x="93386" y="45100"/>
                </a:lnTo>
                <a:lnTo>
                  <a:pt x="100584" y="3048"/>
                </a:lnTo>
                <a:lnTo>
                  <a:pt x="138303" y="5334"/>
                </a:lnTo>
                <a:lnTo>
                  <a:pt x="137523" y="21169"/>
                </a:lnTo>
                <a:lnTo>
                  <a:pt x="135207" y="36576"/>
                </a:lnTo>
                <a:lnTo>
                  <a:pt x="131391" y="51411"/>
                </a:lnTo>
                <a:lnTo>
                  <a:pt x="126111" y="65532"/>
                </a:lnTo>
                <a:lnTo>
                  <a:pt x="177390" y="93726"/>
                </a:lnTo>
                <a:lnTo>
                  <a:pt x="109728" y="93726"/>
                </a:lnTo>
                <a:lnTo>
                  <a:pt x="88939" y="116615"/>
                </a:lnTo>
                <a:lnTo>
                  <a:pt x="63436" y="135112"/>
                </a:lnTo>
                <a:lnTo>
                  <a:pt x="33647" y="148536"/>
                </a:lnTo>
                <a:lnTo>
                  <a:pt x="0" y="156210"/>
                </a:lnTo>
                <a:close/>
              </a:path>
              <a:path w="306704" h="321310">
                <a:moveTo>
                  <a:pt x="211074" y="150876"/>
                </a:moveTo>
                <a:lnTo>
                  <a:pt x="109728" y="93726"/>
                </a:lnTo>
                <a:lnTo>
                  <a:pt x="177390" y="93726"/>
                </a:lnTo>
                <a:lnTo>
                  <a:pt x="229362" y="122301"/>
                </a:lnTo>
                <a:lnTo>
                  <a:pt x="211074" y="150876"/>
                </a:lnTo>
                <a:close/>
              </a:path>
              <a:path w="306704" h="321310">
                <a:moveTo>
                  <a:pt x="306705" y="321183"/>
                </a:moveTo>
                <a:lnTo>
                  <a:pt x="23241" y="321183"/>
                </a:lnTo>
                <a:lnTo>
                  <a:pt x="23241" y="235077"/>
                </a:lnTo>
                <a:lnTo>
                  <a:pt x="261366" y="235077"/>
                </a:lnTo>
                <a:lnTo>
                  <a:pt x="261366" y="206883"/>
                </a:lnTo>
                <a:lnTo>
                  <a:pt x="22479" y="206883"/>
                </a:lnTo>
                <a:lnTo>
                  <a:pt x="22479" y="177165"/>
                </a:lnTo>
                <a:lnTo>
                  <a:pt x="298704" y="177165"/>
                </a:lnTo>
                <a:lnTo>
                  <a:pt x="298704" y="263271"/>
                </a:lnTo>
                <a:lnTo>
                  <a:pt x="60579" y="263271"/>
                </a:lnTo>
                <a:lnTo>
                  <a:pt x="60579" y="291465"/>
                </a:lnTo>
                <a:lnTo>
                  <a:pt x="306705" y="291465"/>
                </a:lnTo>
                <a:lnTo>
                  <a:pt x="306705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52328" y="4492816"/>
            <a:ext cx="302895" cy="325755"/>
          </a:xfrm>
          <a:custGeom>
            <a:avLst/>
            <a:gdLst/>
            <a:ahLst/>
            <a:cxnLst/>
            <a:rect l="l" t="t" r="r" b="b"/>
            <a:pathLst>
              <a:path w="302895" h="325754">
                <a:moveTo>
                  <a:pt x="302895" y="131064"/>
                </a:moveTo>
                <a:lnTo>
                  <a:pt x="267081" y="131064"/>
                </a:lnTo>
                <a:lnTo>
                  <a:pt x="267081" y="0"/>
                </a:lnTo>
                <a:lnTo>
                  <a:pt x="302895" y="0"/>
                </a:lnTo>
                <a:lnTo>
                  <a:pt x="302895" y="131064"/>
                </a:lnTo>
                <a:close/>
              </a:path>
              <a:path w="302895" h="325754">
                <a:moveTo>
                  <a:pt x="214122" y="319659"/>
                </a:moveTo>
                <a:lnTo>
                  <a:pt x="178308" y="319659"/>
                </a:lnTo>
                <a:lnTo>
                  <a:pt x="178308" y="1905"/>
                </a:lnTo>
                <a:lnTo>
                  <a:pt x="214122" y="1905"/>
                </a:lnTo>
                <a:lnTo>
                  <a:pt x="214122" y="131064"/>
                </a:lnTo>
                <a:lnTo>
                  <a:pt x="302895" y="131064"/>
                </a:lnTo>
                <a:lnTo>
                  <a:pt x="302895" y="166497"/>
                </a:lnTo>
                <a:lnTo>
                  <a:pt x="214122" y="166497"/>
                </a:lnTo>
                <a:lnTo>
                  <a:pt x="214122" y="319659"/>
                </a:lnTo>
                <a:close/>
              </a:path>
              <a:path w="302895" h="325754">
                <a:moveTo>
                  <a:pt x="302895" y="325374"/>
                </a:moveTo>
                <a:lnTo>
                  <a:pt x="267081" y="325374"/>
                </a:lnTo>
                <a:lnTo>
                  <a:pt x="267081" y="166497"/>
                </a:lnTo>
                <a:lnTo>
                  <a:pt x="302895" y="166497"/>
                </a:lnTo>
                <a:lnTo>
                  <a:pt x="302895" y="325374"/>
                </a:lnTo>
                <a:close/>
              </a:path>
              <a:path w="302895" h="325754">
                <a:moveTo>
                  <a:pt x="74676" y="305943"/>
                </a:moveTo>
                <a:lnTo>
                  <a:pt x="0" y="305943"/>
                </a:lnTo>
                <a:lnTo>
                  <a:pt x="0" y="11049"/>
                </a:lnTo>
                <a:lnTo>
                  <a:pt x="36957" y="11049"/>
                </a:lnTo>
                <a:lnTo>
                  <a:pt x="36957" y="272415"/>
                </a:lnTo>
                <a:lnTo>
                  <a:pt x="154686" y="272415"/>
                </a:lnTo>
                <a:lnTo>
                  <a:pt x="154686" y="293370"/>
                </a:lnTo>
                <a:lnTo>
                  <a:pt x="138112" y="298870"/>
                </a:lnTo>
                <a:lnTo>
                  <a:pt x="118395" y="302799"/>
                </a:lnTo>
                <a:lnTo>
                  <a:pt x="96821" y="305157"/>
                </a:lnTo>
                <a:lnTo>
                  <a:pt x="74676" y="305943"/>
                </a:lnTo>
                <a:close/>
              </a:path>
              <a:path w="302895" h="325754">
                <a:moveTo>
                  <a:pt x="154686" y="272415"/>
                </a:moveTo>
                <a:lnTo>
                  <a:pt x="78867" y="272415"/>
                </a:lnTo>
                <a:lnTo>
                  <a:pt x="99661" y="271522"/>
                </a:lnTo>
                <a:lnTo>
                  <a:pt x="119776" y="268986"/>
                </a:lnTo>
                <a:lnTo>
                  <a:pt x="138392" y="265021"/>
                </a:lnTo>
                <a:lnTo>
                  <a:pt x="154686" y="259842"/>
                </a:lnTo>
                <a:lnTo>
                  <a:pt x="154686" y="272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97514" y="4490911"/>
            <a:ext cx="325120" cy="323850"/>
          </a:xfrm>
          <a:custGeom>
            <a:avLst/>
            <a:gdLst/>
            <a:ahLst/>
            <a:cxnLst/>
            <a:rect l="l" t="t" r="r" b="b"/>
            <a:pathLst>
              <a:path w="325120" h="323850">
                <a:moveTo>
                  <a:pt x="181356" y="174498"/>
                </a:moveTo>
                <a:lnTo>
                  <a:pt x="143256" y="174498"/>
                </a:lnTo>
                <a:lnTo>
                  <a:pt x="143256" y="140208"/>
                </a:lnTo>
                <a:lnTo>
                  <a:pt x="94095" y="134076"/>
                </a:lnTo>
                <a:lnTo>
                  <a:pt x="54292" y="120586"/>
                </a:lnTo>
                <a:lnTo>
                  <a:pt x="27634" y="99381"/>
                </a:lnTo>
                <a:lnTo>
                  <a:pt x="17907" y="70104"/>
                </a:lnTo>
                <a:lnTo>
                  <a:pt x="29378" y="38897"/>
                </a:lnTo>
                <a:lnTo>
                  <a:pt x="60531" y="17049"/>
                </a:lnTo>
                <a:lnTo>
                  <a:pt x="106471" y="4202"/>
                </a:lnTo>
                <a:lnTo>
                  <a:pt x="162306" y="0"/>
                </a:lnTo>
                <a:lnTo>
                  <a:pt x="218140" y="4202"/>
                </a:lnTo>
                <a:lnTo>
                  <a:pt x="264080" y="17049"/>
                </a:lnTo>
                <a:lnTo>
                  <a:pt x="283230" y="30480"/>
                </a:lnTo>
                <a:lnTo>
                  <a:pt x="162306" y="30480"/>
                </a:lnTo>
                <a:lnTo>
                  <a:pt x="122045" y="32974"/>
                </a:lnTo>
                <a:lnTo>
                  <a:pt x="88820" y="40433"/>
                </a:lnTo>
                <a:lnTo>
                  <a:pt x="66240" y="52822"/>
                </a:lnTo>
                <a:lnTo>
                  <a:pt x="57912" y="70104"/>
                </a:lnTo>
                <a:lnTo>
                  <a:pt x="66240" y="87606"/>
                </a:lnTo>
                <a:lnTo>
                  <a:pt x="88820" y="100107"/>
                </a:lnTo>
                <a:lnTo>
                  <a:pt x="122045" y="107608"/>
                </a:lnTo>
                <a:lnTo>
                  <a:pt x="162306" y="110109"/>
                </a:lnTo>
                <a:lnTo>
                  <a:pt x="283491" y="110109"/>
                </a:lnTo>
                <a:lnTo>
                  <a:pt x="270319" y="120586"/>
                </a:lnTo>
                <a:lnTo>
                  <a:pt x="230516" y="134076"/>
                </a:lnTo>
                <a:lnTo>
                  <a:pt x="181356" y="140208"/>
                </a:lnTo>
                <a:lnTo>
                  <a:pt x="181356" y="174498"/>
                </a:lnTo>
                <a:close/>
              </a:path>
              <a:path w="325120" h="323850">
                <a:moveTo>
                  <a:pt x="283491" y="110109"/>
                </a:moveTo>
                <a:lnTo>
                  <a:pt x="162306" y="110109"/>
                </a:lnTo>
                <a:lnTo>
                  <a:pt x="202566" y="107608"/>
                </a:lnTo>
                <a:lnTo>
                  <a:pt x="235791" y="100107"/>
                </a:lnTo>
                <a:lnTo>
                  <a:pt x="258371" y="87606"/>
                </a:lnTo>
                <a:lnTo>
                  <a:pt x="266700" y="70104"/>
                </a:lnTo>
                <a:lnTo>
                  <a:pt x="258371" y="52822"/>
                </a:lnTo>
                <a:lnTo>
                  <a:pt x="235791" y="40433"/>
                </a:lnTo>
                <a:lnTo>
                  <a:pt x="202566" y="32974"/>
                </a:lnTo>
                <a:lnTo>
                  <a:pt x="162306" y="30480"/>
                </a:lnTo>
                <a:lnTo>
                  <a:pt x="283230" y="30480"/>
                </a:lnTo>
                <a:lnTo>
                  <a:pt x="295233" y="38897"/>
                </a:lnTo>
                <a:lnTo>
                  <a:pt x="306705" y="70104"/>
                </a:lnTo>
                <a:lnTo>
                  <a:pt x="296977" y="99381"/>
                </a:lnTo>
                <a:lnTo>
                  <a:pt x="283491" y="110109"/>
                </a:lnTo>
                <a:close/>
              </a:path>
              <a:path w="325120" h="323850">
                <a:moveTo>
                  <a:pt x="324993" y="206502"/>
                </a:moveTo>
                <a:lnTo>
                  <a:pt x="0" y="206502"/>
                </a:lnTo>
                <a:lnTo>
                  <a:pt x="0" y="174498"/>
                </a:lnTo>
                <a:lnTo>
                  <a:pt x="324993" y="174498"/>
                </a:lnTo>
                <a:lnTo>
                  <a:pt x="324993" y="206502"/>
                </a:lnTo>
                <a:close/>
              </a:path>
              <a:path w="325120" h="323850">
                <a:moveTo>
                  <a:pt x="308229" y="323469"/>
                </a:moveTo>
                <a:lnTo>
                  <a:pt x="22479" y="323469"/>
                </a:lnTo>
                <a:lnTo>
                  <a:pt x="22479" y="231648"/>
                </a:lnTo>
                <a:lnTo>
                  <a:pt x="60960" y="231648"/>
                </a:lnTo>
                <a:lnTo>
                  <a:pt x="60960" y="291084"/>
                </a:lnTo>
                <a:lnTo>
                  <a:pt x="308229" y="291084"/>
                </a:lnTo>
                <a:lnTo>
                  <a:pt x="308229" y="3234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573941" y="4504690"/>
            <a:ext cx="282575" cy="35560"/>
          </a:xfrm>
          <a:custGeom>
            <a:avLst/>
            <a:gdLst/>
            <a:ahLst/>
            <a:cxnLst/>
            <a:rect l="l" t="t" r="r" b="b"/>
            <a:pathLst>
              <a:path w="282575" h="35560">
                <a:moveTo>
                  <a:pt x="0" y="0"/>
                </a:moveTo>
                <a:lnTo>
                  <a:pt x="282321" y="0"/>
                </a:lnTo>
                <a:lnTo>
                  <a:pt x="282321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573941" y="4540250"/>
            <a:ext cx="38735" cy="113030"/>
          </a:xfrm>
          <a:custGeom>
            <a:avLst/>
            <a:gdLst/>
            <a:ahLst/>
            <a:cxnLst/>
            <a:rect l="l" t="t" r="r" b="b"/>
            <a:pathLst>
              <a:path w="38734" h="113029">
                <a:moveTo>
                  <a:pt x="0" y="0"/>
                </a:moveTo>
                <a:lnTo>
                  <a:pt x="38480" y="0"/>
                </a:lnTo>
                <a:lnTo>
                  <a:pt x="38480" y="113029"/>
                </a:lnTo>
                <a:lnTo>
                  <a:pt x="0" y="1130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73941" y="4653279"/>
            <a:ext cx="286385" cy="35560"/>
          </a:xfrm>
          <a:custGeom>
            <a:avLst/>
            <a:gdLst/>
            <a:ahLst/>
            <a:cxnLst/>
            <a:rect l="l" t="t" r="r" b="b"/>
            <a:pathLst>
              <a:path w="286384" h="35560">
                <a:moveTo>
                  <a:pt x="0" y="0"/>
                </a:moveTo>
                <a:lnTo>
                  <a:pt x="286130" y="0"/>
                </a:lnTo>
                <a:lnTo>
                  <a:pt x="286130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695480" y="4688840"/>
            <a:ext cx="38735" cy="78740"/>
          </a:xfrm>
          <a:custGeom>
            <a:avLst/>
            <a:gdLst/>
            <a:ahLst/>
            <a:cxnLst/>
            <a:rect l="l" t="t" r="r" b="b"/>
            <a:pathLst>
              <a:path w="38734" h="78739">
                <a:moveTo>
                  <a:pt x="0" y="0"/>
                </a:moveTo>
                <a:lnTo>
                  <a:pt x="38480" y="0"/>
                </a:lnTo>
                <a:lnTo>
                  <a:pt x="38480" y="78739"/>
                </a:lnTo>
                <a:lnTo>
                  <a:pt x="0" y="78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552605" y="4767579"/>
            <a:ext cx="325120" cy="35560"/>
          </a:xfrm>
          <a:custGeom>
            <a:avLst/>
            <a:gdLst/>
            <a:ahLst/>
            <a:cxnLst/>
            <a:rect l="l" t="t" r="r" b="b"/>
            <a:pathLst>
              <a:path w="325120" h="35560">
                <a:moveTo>
                  <a:pt x="0" y="0"/>
                </a:moveTo>
                <a:lnTo>
                  <a:pt x="324993" y="0"/>
                </a:lnTo>
                <a:lnTo>
                  <a:pt x="324993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45201" y="1868687"/>
            <a:ext cx="866775" cy="810895"/>
          </a:xfrm>
          <a:custGeom>
            <a:avLst/>
            <a:gdLst/>
            <a:ahLst/>
            <a:cxnLst/>
            <a:rect l="l" t="t" r="r" b="b"/>
            <a:pathLst>
              <a:path w="866775" h="810894">
                <a:moveTo>
                  <a:pt x="483615" y="716280"/>
                </a:moveTo>
                <a:lnTo>
                  <a:pt x="483615" y="531367"/>
                </a:lnTo>
                <a:lnTo>
                  <a:pt x="543511" y="524492"/>
                </a:lnTo>
                <a:lnTo>
                  <a:pt x="598602" y="512576"/>
                </a:lnTo>
                <a:lnTo>
                  <a:pt x="648537" y="495880"/>
                </a:lnTo>
                <a:lnTo>
                  <a:pt x="692960" y="474667"/>
                </a:lnTo>
                <a:lnTo>
                  <a:pt x="731519" y="449198"/>
                </a:lnTo>
                <a:lnTo>
                  <a:pt x="763861" y="419738"/>
                </a:lnTo>
                <a:lnTo>
                  <a:pt x="789631" y="386546"/>
                </a:lnTo>
                <a:lnTo>
                  <a:pt x="808475" y="349886"/>
                </a:lnTo>
                <a:lnTo>
                  <a:pt x="820042" y="310019"/>
                </a:lnTo>
                <a:lnTo>
                  <a:pt x="823975" y="267207"/>
                </a:lnTo>
                <a:lnTo>
                  <a:pt x="820781" y="228228"/>
                </a:lnTo>
                <a:lnTo>
                  <a:pt x="796004" y="157733"/>
                </a:lnTo>
                <a:lnTo>
                  <a:pt x="748452" y="98415"/>
                </a:lnTo>
                <a:lnTo>
                  <a:pt x="716787" y="73405"/>
                </a:lnTo>
                <a:lnTo>
                  <a:pt x="680213" y="51740"/>
                </a:lnTo>
                <a:lnTo>
                  <a:pt x="638988" y="33603"/>
                </a:lnTo>
                <a:lnTo>
                  <a:pt x="593375" y="19176"/>
                </a:lnTo>
                <a:lnTo>
                  <a:pt x="543635" y="8645"/>
                </a:lnTo>
                <a:lnTo>
                  <a:pt x="490028" y="2191"/>
                </a:lnTo>
                <a:lnTo>
                  <a:pt x="432816" y="0"/>
                </a:lnTo>
                <a:lnTo>
                  <a:pt x="375603" y="2191"/>
                </a:lnTo>
                <a:lnTo>
                  <a:pt x="321996" y="8645"/>
                </a:lnTo>
                <a:lnTo>
                  <a:pt x="272256" y="19176"/>
                </a:lnTo>
                <a:lnTo>
                  <a:pt x="226643" y="33603"/>
                </a:lnTo>
                <a:lnTo>
                  <a:pt x="185418" y="51740"/>
                </a:lnTo>
                <a:lnTo>
                  <a:pt x="148843" y="73405"/>
                </a:lnTo>
                <a:lnTo>
                  <a:pt x="117179" y="98415"/>
                </a:lnTo>
                <a:lnTo>
                  <a:pt x="90687" y="126586"/>
                </a:lnTo>
                <a:lnTo>
                  <a:pt x="54261" y="191675"/>
                </a:lnTo>
                <a:lnTo>
                  <a:pt x="41655" y="267207"/>
                </a:lnTo>
                <a:lnTo>
                  <a:pt x="45588" y="310019"/>
                </a:lnTo>
                <a:lnTo>
                  <a:pt x="57147" y="349886"/>
                </a:lnTo>
                <a:lnTo>
                  <a:pt x="75973" y="386546"/>
                </a:lnTo>
                <a:lnTo>
                  <a:pt x="101705" y="419738"/>
                </a:lnTo>
                <a:lnTo>
                  <a:pt x="133984" y="449198"/>
                </a:lnTo>
                <a:lnTo>
                  <a:pt x="172451" y="474667"/>
                </a:lnTo>
                <a:lnTo>
                  <a:pt x="216746" y="495880"/>
                </a:lnTo>
                <a:lnTo>
                  <a:pt x="266508" y="512576"/>
                </a:lnTo>
                <a:lnTo>
                  <a:pt x="321380" y="524492"/>
                </a:lnTo>
                <a:lnTo>
                  <a:pt x="381000" y="531367"/>
                </a:lnTo>
                <a:lnTo>
                  <a:pt x="381000" y="716280"/>
                </a:lnTo>
                <a:lnTo>
                  <a:pt x="0" y="716280"/>
                </a:lnTo>
                <a:lnTo>
                  <a:pt x="0" y="810767"/>
                </a:lnTo>
                <a:lnTo>
                  <a:pt x="866647" y="810767"/>
                </a:lnTo>
                <a:lnTo>
                  <a:pt x="866647" y="716280"/>
                </a:lnTo>
                <a:lnTo>
                  <a:pt x="483615" y="71628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393537" y="1960127"/>
            <a:ext cx="570230" cy="350520"/>
          </a:xfrm>
          <a:custGeom>
            <a:avLst/>
            <a:gdLst/>
            <a:ahLst/>
            <a:cxnLst/>
            <a:rect l="l" t="t" r="r" b="b"/>
            <a:pathLst>
              <a:path w="570229" h="350519">
                <a:moveTo>
                  <a:pt x="0" y="175767"/>
                </a:moveTo>
                <a:lnTo>
                  <a:pt x="5222" y="137878"/>
                </a:lnTo>
                <a:lnTo>
                  <a:pt x="45005" y="73719"/>
                </a:lnTo>
                <a:lnTo>
                  <a:pt x="78232" y="48259"/>
                </a:lnTo>
                <a:lnTo>
                  <a:pt x="119459" y="27753"/>
                </a:lnTo>
                <a:lnTo>
                  <a:pt x="168021" y="12604"/>
                </a:lnTo>
                <a:lnTo>
                  <a:pt x="223250" y="3218"/>
                </a:lnTo>
                <a:lnTo>
                  <a:pt x="284480" y="0"/>
                </a:lnTo>
                <a:lnTo>
                  <a:pt x="346045" y="3218"/>
                </a:lnTo>
                <a:lnTo>
                  <a:pt x="401526" y="12604"/>
                </a:lnTo>
                <a:lnTo>
                  <a:pt x="450268" y="27753"/>
                </a:lnTo>
                <a:lnTo>
                  <a:pt x="491616" y="48259"/>
                </a:lnTo>
                <a:lnTo>
                  <a:pt x="524916" y="73719"/>
                </a:lnTo>
                <a:lnTo>
                  <a:pt x="549513" y="103727"/>
                </a:lnTo>
                <a:lnTo>
                  <a:pt x="569976" y="175767"/>
                </a:lnTo>
                <a:lnTo>
                  <a:pt x="564751" y="213322"/>
                </a:lnTo>
                <a:lnTo>
                  <a:pt x="524916" y="277048"/>
                </a:lnTo>
                <a:lnTo>
                  <a:pt x="491616" y="302386"/>
                </a:lnTo>
                <a:lnTo>
                  <a:pt x="450268" y="322820"/>
                </a:lnTo>
                <a:lnTo>
                  <a:pt x="401526" y="337931"/>
                </a:lnTo>
                <a:lnTo>
                  <a:pt x="346045" y="347303"/>
                </a:lnTo>
                <a:lnTo>
                  <a:pt x="284480" y="350519"/>
                </a:lnTo>
                <a:lnTo>
                  <a:pt x="223250" y="347303"/>
                </a:lnTo>
                <a:lnTo>
                  <a:pt x="168021" y="337931"/>
                </a:lnTo>
                <a:lnTo>
                  <a:pt x="119459" y="322820"/>
                </a:lnTo>
                <a:lnTo>
                  <a:pt x="78232" y="302386"/>
                </a:lnTo>
                <a:lnTo>
                  <a:pt x="45005" y="277048"/>
                </a:lnTo>
                <a:lnTo>
                  <a:pt x="20447" y="247221"/>
                </a:lnTo>
                <a:lnTo>
                  <a:pt x="0" y="175767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32753" y="1845319"/>
            <a:ext cx="600710" cy="824230"/>
          </a:xfrm>
          <a:custGeom>
            <a:avLst/>
            <a:gdLst/>
            <a:ahLst/>
            <a:cxnLst/>
            <a:rect l="l" t="t" r="r" b="b"/>
            <a:pathLst>
              <a:path w="600709" h="824230">
                <a:moveTo>
                  <a:pt x="349503" y="235712"/>
                </a:moveTo>
                <a:lnTo>
                  <a:pt x="572007" y="235712"/>
                </a:lnTo>
                <a:lnTo>
                  <a:pt x="572007" y="142240"/>
                </a:lnTo>
                <a:lnTo>
                  <a:pt x="350519" y="142240"/>
                </a:lnTo>
                <a:lnTo>
                  <a:pt x="350519" y="0"/>
                </a:lnTo>
                <a:lnTo>
                  <a:pt x="247903" y="0"/>
                </a:lnTo>
                <a:lnTo>
                  <a:pt x="247903" y="142240"/>
                </a:lnTo>
                <a:lnTo>
                  <a:pt x="15239" y="142240"/>
                </a:lnTo>
                <a:lnTo>
                  <a:pt x="15239" y="235712"/>
                </a:lnTo>
                <a:lnTo>
                  <a:pt x="247903" y="235712"/>
                </a:lnTo>
                <a:lnTo>
                  <a:pt x="243472" y="300121"/>
                </a:lnTo>
                <a:lnTo>
                  <a:pt x="235820" y="361521"/>
                </a:lnTo>
                <a:lnTo>
                  <a:pt x="225028" y="419528"/>
                </a:lnTo>
                <a:lnTo>
                  <a:pt x="211177" y="473757"/>
                </a:lnTo>
                <a:lnTo>
                  <a:pt x="194349" y="523822"/>
                </a:lnTo>
                <a:lnTo>
                  <a:pt x="174624" y="569341"/>
                </a:lnTo>
                <a:lnTo>
                  <a:pt x="152085" y="609927"/>
                </a:lnTo>
                <a:lnTo>
                  <a:pt x="126811" y="645197"/>
                </a:lnTo>
                <a:lnTo>
                  <a:pt x="98885" y="674766"/>
                </a:lnTo>
                <a:lnTo>
                  <a:pt x="68387" y="698250"/>
                </a:lnTo>
                <a:lnTo>
                  <a:pt x="0" y="725424"/>
                </a:lnTo>
                <a:lnTo>
                  <a:pt x="0" y="823976"/>
                </a:lnTo>
                <a:lnTo>
                  <a:pt x="42382" y="815796"/>
                </a:lnTo>
                <a:lnTo>
                  <a:pt x="82723" y="801512"/>
                </a:lnTo>
                <a:lnTo>
                  <a:pt x="120866" y="781266"/>
                </a:lnTo>
                <a:lnTo>
                  <a:pt x="156650" y="755200"/>
                </a:lnTo>
                <a:lnTo>
                  <a:pt x="189918" y="723456"/>
                </a:lnTo>
                <a:lnTo>
                  <a:pt x="220509" y="686176"/>
                </a:lnTo>
                <a:lnTo>
                  <a:pt x="248266" y="643502"/>
                </a:lnTo>
                <a:lnTo>
                  <a:pt x="273029" y="595578"/>
                </a:lnTo>
                <a:lnTo>
                  <a:pt x="294639" y="542544"/>
                </a:lnTo>
                <a:lnTo>
                  <a:pt x="527303" y="822960"/>
                </a:lnTo>
                <a:lnTo>
                  <a:pt x="600455" y="757936"/>
                </a:lnTo>
                <a:lnTo>
                  <a:pt x="326135" y="433832"/>
                </a:lnTo>
                <a:lnTo>
                  <a:pt x="334502" y="387588"/>
                </a:lnTo>
                <a:lnTo>
                  <a:pt x="341248" y="338963"/>
                </a:lnTo>
                <a:lnTo>
                  <a:pt x="346281" y="288242"/>
                </a:lnTo>
                <a:lnTo>
                  <a:pt x="349503" y="235712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907377" y="1853447"/>
            <a:ext cx="222885" cy="868044"/>
          </a:xfrm>
          <a:custGeom>
            <a:avLst/>
            <a:gdLst/>
            <a:ahLst/>
            <a:cxnLst/>
            <a:rect l="l" t="t" r="r" b="b"/>
            <a:pathLst>
              <a:path w="222884" h="868044">
                <a:moveTo>
                  <a:pt x="222503" y="351535"/>
                </a:moveTo>
                <a:lnTo>
                  <a:pt x="100583" y="351535"/>
                </a:lnTo>
                <a:lnTo>
                  <a:pt x="100583" y="0"/>
                </a:lnTo>
                <a:lnTo>
                  <a:pt x="0" y="0"/>
                </a:lnTo>
                <a:lnTo>
                  <a:pt x="0" y="867663"/>
                </a:lnTo>
                <a:lnTo>
                  <a:pt x="100583" y="867663"/>
                </a:lnTo>
                <a:lnTo>
                  <a:pt x="100583" y="448056"/>
                </a:lnTo>
                <a:lnTo>
                  <a:pt x="222503" y="448056"/>
                </a:lnTo>
                <a:lnTo>
                  <a:pt x="222503" y="35153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653120" y="1853447"/>
            <a:ext cx="363855" cy="680085"/>
          </a:xfrm>
          <a:custGeom>
            <a:avLst/>
            <a:gdLst/>
            <a:ahLst/>
            <a:cxnLst/>
            <a:rect l="l" t="t" r="r" b="b"/>
            <a:pathLst>
              <a:path w="363854" h="680085">
                <a:moveTo>
                  <a:pt x="0" y="544575"/>
                </a:moveTo>
                <a:lnTo>
                  <a:pt x="0" y="625855"/>
                </a:lnTo>
                <a:lnTo>
                  <a:pt x="263143" y="625855"/>
                </a:lnTo>
                <a:lnTo>
                  <a:pt x="263143" y="679704"/>
                </a:lnTo>
                <a:lnTo>
                  <a:pt x="363727" y="679704"/>
                </a:lnTo>
                <a:lnTo>
                  <a:pt x="363727" y="0"/>
                </a:lnTo>
                <a:lnTo>
                  <a:pt x="263143" y="0"/>
                </a:lnTo>
                <a:lnTo>
                  <a:pt x="263143" y="544575"/>
                </a:lnTo>
                <a:lnTo>
                  <a:pt x="0" y="54457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251801" y="1855479"/>
            <a:ext cx="514350" cy="338455"/>
          </a:xfrm>
          <a:custGeom>
            <a:avLst/>
            <a:gdLst/>
            <a:ahLst/>
            <a:cxnLst/>
            <a:rect l="l" t="t" r="r" b="b"/>
            <a:pathLst>
              <a:path w="514350" h="338455">
                <a:moveTo>
                  <a:pt x="257048" y="338328"/>
                </a:moveTo>
                <a:lnTo>
                  <a:pt x="311556" y="335537"/>
                </a:lnTo>
                <a:lnTo>
                  <a:pt x="361076" y="327247"/>
                </a:lnTo>
                <a:lnTo>
                  <a:pt x="404905" y="313574"/>
                </a:lnTo>
                <a:lnTo>
                  <a:pt x="442341" y="294640"/>
                </a:lnTo>
                <a:lnTo>
                  <a:pt x="472680" y="270561"/>
                </a:lnTo>
                <a:lnTo>
                  <a:pt x="509260" y="207450"/>
                </a:lnTo>
                <a:lnTo>
                  <a:pt x="514096" y="168656"/>
                </a:lnTo>
                <a:lnTo>
                  <a:pt x="509260" y="130196"/>
                </a:lnTo>
                <a:lnTo>
                  <a:pt x="472680" y="67518"/>
                </a:lnTo>
                <a:lnTo>
                  <a:pt x="442341" y="43560"/>
                </a:lnTo>
                <a:lnTo>
                  <a:pt x="404905" y="24699"/>
                </a:lnTo>
                <a:lnTo>
                  <a:pt x="361076" y="11064"/>
                </a:lnTo>
                <a:lnTo>
                  <a:pt x="311556" y="2788"/>
                </a:lnTo>
                <a:lnTo>
                  <a:pt x="257048" y="0"/>
                </a:lnTo>
                <a:lnTo>
                  <a:pt x="202830" y="2788"/>
                </a:lnTo>
                <a:lnTo>
                  <a:pt x="153447" y="11064"/>
                </a:lnTo>
                <a:lnTo>
                  <a:pt x="109636" y="24699"/>
                </a:lnTo>
                <a:lnTo>
                  <a:pt x="72136" y="43560"/>
                </a:lnTo>
                <a:lnTo>
                  <a:pt x="41683" y="67518"/>
                </a:lnTo>
                <a:lnTo>
                  <a:pt x="4877" y="130196"/>
                </a:lnTo>
                <a:lnTo>
                  <a:pt x="0" y="168656"/>
                </a:lnTo>
                <a:lnTo>
                  <a:pt x="4877" y="207450"/>
                </a:lnTo>
                <a:lnTo>
                  <a:pt x="41683" y="270561"/>
                </a:lnTo>
                <a:lnTo>
                  <a:pt x="72136" y="294640"/>
                </a:lnTo>
                <a:lnTo>
                  <a:pt x="109636" y="313574"/>
                </a:lnTo>
                <a:lnTo>
                  <a:pt x="153447" y="327247"/>
                </a:lnTo>
                <a:lnTo>
                  <a:pt x="202830" y="335537"/>
                </a:lnTo>
                <a:lnTo>
                  <a:pt x="257048" y="338328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350353" y="1934727"/>
            <a:ext cx="317500" cy="180340"/>
          </a:xfrm>
          <a:custGeom>
            <a:avLst/>
            <a:gdLst/>
            <a:ahLst/>
            <a:cxnLst/>
            <a:rect l="l" t="t" r="r" b="b"/>
            <a:pathLst>
              <a:path w="317500" h="180339">
                <a:moveTo>
                  <a:pt x="158496" y="0"/>
                </a:moveTo>
                <a:lnTo>
                  <a:pt x="221837" y="5540"/>
                </a:lnTo>
                <a:lnTo>
                  <a:pt x="272033" y="22224"/>
                </a:lnTo>
                <a:lnTo>
                  <a:pt x="305085" y="50149"/>
                </a:lnTo>
                <a:lnTo>
                  <a:pt x="316992" y="89408"/>
                </a:lnTo>
                <a:lnTo>
                  <a:pt x="305085" y="128825"/>
                </a:lnTo>
                <a:lnTo>
                  <a:pt x="272033" y="157099"/>
                </a:lnTo>
                <a:lnTo>
                  <a:pt x="221837" y="174132"/>
                </a:lnTo>
                <a:lnTo>
                  <a:pt x="158496" y="179832"/>
                </a:lnTo>
                <a:lnTo>
                  <a:pt x="95154" y="174132"/>
                </a:lnTo>
                <a:lnTo>
                  <a:pt x="44957" y="157099"/>
                </a:lnTo>
                <a:lnTo>
                  <a:pt x="11906" y="128825"/>
                </a:lnTo>
                <a:lnTo>
                  <a:pt x="0" y="89408"/>
                </a:lnTo>
                <a:lnTo>
                  <a:pt x="11906" y="50149"/>
                </a:lnTo>
                <a:lnTo>
                  <a:pt x="44957" y="22224"/>
                </a:lnTo>
                <a:lnTo>
                  <a:pt x="95154" y="5540"/>
                </a:lnTo>
                <a:lnTo>
                  <a:pt x="158496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199984" y="2220223"/>
            <a:ext cx="643255" cy="273685"/>
          </a:xfrm>
          <a:custGeom>
            <a:avLst/>
            <a:gdLst/>
            <a:ahLst/>
            <a:cxnLst/>
            <a:rect l="l" t="t" r="r" b="b"/>
            <a:pathLst>
              <a:path w="643254" h="273685">
                <a:moveTo>
                  <a:pt x="239776" y="273304"/>
                </a:moveTo>
                <a:lnTo>
                  <a:pt x="340360" y="273304"/>
                </a:lnTo>
                <a:lnTo>
                  <a:pt x="340360" y="117856"/>
                </a:lnTo>
                <a:lnTo>
                  <a:pt x="355600" y="117856"/>
                </a:lnTo>
                <a:lnTo>
                  <a:pt x="416127" y="116990"/>
                </a:lnTo>
                <a:lnTo>
                  <a:pt x="473042" y="114318"/>
                </a:lnTo>
                <a:lnTo>
                  <a:pt x="525272" y="109728"/>
                </a:lnTo>
                <a:lnTo>
                  <a:pt x="571744" y="103105"/>
                </a:lnTo>
                <a:lnTo>
                  <a:pt x="611387" y="94337"/>
                </a:lnTo>
                <a:lnTo>
                  <a:pt x="643127" y="83312"/>
                </a:lnTo>
                <a:lnTo>
                  <a:pt x="643127" y="0"/>
                </a:lnTo>
                <a:lnTo>
                  <a:pt x="609496" y="11378"/>
                </a:lnTo>
                <a:lnTo>
                  <a:pt x="569148" y="20244"/>
                </a:lnTo>
                <a:lnTo>
                  <a:pt x="522986" y="26797"/>
                </a:lnTo>
                <a:lnTo>
                  <a:pt x="471913" y="31232"/>
                </a:lnTo>
                <a:lnTo>
                  <a:pt x="416832" y="33749"/>
                </a:lnTo>
                <a:lnTo>
                  <a:pt x="358648" y="34544"/>
                </a:lnTo>
                <a:lnTo>
                  <a:pt x="0" y="34544"/>
                </a:lnTo>
                <a:lnTo>
                  <a:pt x="0" y="117856"/>
                </a:lnTo>
                <a:lnTo>
                  <a:pt x="239776" y="117856"/>
                </a:lnTo>
                <a:lnTo>
                  <a:pt x="239776" y="273304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280249" y="2446791"/>
            <a:ext cx="759460" cy="263525"/>
          </a:xfrm>
          <a:custGeom>
            <a:avLst/>
            <a:gdLst/>
            <a:ahLst/>
            <a:cxnLst/>
            <a:rect l="l" t="t" r="r" b="b"/>
            <a:pathLst>
              <a:path w="759459" h="263525">
                <a:moveTo>
                  <a:pt x="100583" y="177800"/>
                </a:moveTo>
                <a:lnTo>
                  <a:pt x="100583" y="0"/>
                </a:lnTo>
                <a:lnTo>
                  <a:pt x="0" y="0"/>
                </a:lnTo>
                <a:lnTo>
                  <a:pt x="0" y="263144"/>
                </a:lnTo>
                <a:lnTo>
                  <a:pt x="758951" y="263144"/>
                </a:lnTo>
                <a:lnTo>
                  <a:pt x="758951" y="177800"/>
                </a:lnTo>
                <a:lnTo>
                  <a:pt x="100583" y="17780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886544" y="1853447"/>
            <a:ext cx="100965" cy="644525"/>
          </a:xfrm>
          <a:custGeom>
            <a:avLst/>
            <a:gdLst/>
            <a:ahLst/>
            <a:cxnLst/>
            <a:rect l="l" t="t" r="r" b="b"/>
            <a:pathLst>
              <a:path w="100965" h="644525">
                <a:moveTo>
                  <a:pt x="0" y="644143"/>
                </a:moveTo>
                <a:lnTo>
                  <a:pt x="100583" y="644143"/>
                </a:lnTo>
                <a:lnTo>
                  <a:pt x="100583" y="0"/>
                </a:lnTo>
                <a:lnTo>
                  <a:pt x="0" y="0"/>
                </a:lnTo>
                <a:lnTo>
                  <a:pt x="0" y="644143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185505" y="1862591"/>
            <a:ext cx="549910" cy="504190"/>
          </a:xfrm>
          <a:custGeom>
            <a:avLst/>
            <a:gdLst/>
            <a:ahLst/>
            <a:cxnLst/>
            <a:rect l="l" t="t" r="r" b="b"/>
            <a:pathLst>
              <a:path w="549909" h="504189">
                <a:moveTo>
                  <a:pt x="275336" y="503935"/>
                </a:moveTo>
                <a:lnTo>
                  <a:pt x="329430" y="500078"/>
                </a:lnTo>
                <a:lnTo>
                  <a:pt x="378382" y="488878"/>
                </a:lnTo>
                <a:lnTo>
                  <a:pt x="421865" y="470897"/>
                </a:lnTo>
                <a:lnTo>
                  <a:pt x="459553" y="446694"/>
                </a:lnTo>
                <a:lnTo>
                  <a:pt x="491121" y="416830"/>
                </a:lnTo>
                <a:lnTo>
                  <a:pt x="516240" y="381865"/>
                </a:lnTo>
                <a:lnTo>
                  <a:pt x="534587" y="342359"/>
                </a:lnTo>
                <a:lnTo>
                  <a:pt x="545834" y="298874"/>
                </a:lnTo>
                <a:lnTo>
                  <a:pt x="549656" y="251967"/>
                </a:lnTo>
                <a:lnTo>
                  <a:pt x="545834" y="205061"/>
                </a:lnTo>
                <a:lnTo>
                  <a:pt x="534587" y="161576"/>
                </a:lnTo>
                <a:lnTo>
                  <a:pt x="516240" y="122070"/>
                </a:lnTo>
                <a:lnTo>
                  <a:pt x="491121" y="87105"/>
                </a:lnTo>
                <a:lnTo>
                  <a:pt x="459553" y="57241"/>
                </a:lnTo>
                <a:lnTo>
                  <a:pt x="421865" y="33038"/>
                </a:lnTo>
                <a:lnTo>
                  <a:pt x="378382" y="15057"/>
                </a:lnTo>
                <a:lnTo>
                  <a:pt x="329430" y="3857"/>
                </a:lnTo>
                <a:lnTo>
                  <a:pt x="275336" y="0"/>
                </a:lnTo>
                <a:lnTo>
                  <a:pt x="221206" y="3857"/>
                </a:lnTo>
                <a:lnTo>
                  <a:pt x="172161" y="15057"/>
                </a:lnTo>
                <a:lnTo>
                  <a:pt x="128542" y="33038"/>
                </a:lnTo>
                <a:lnTo>
                  <a:pt x="90694" y="57241"/>
                </a:lnTo>
                <a:lnTo>
                  <a:pt x="58958" y="87105"/>
                </a:lnTo>
                <a:lnTo>
                  <a:pt x="33678" y="122070"/>
                </a:lnTo>
                <a:lnTo>
                  <a:pt x="15196" y="161576"/>
                </a:lnTo>
                <a:lnTo>
                  <a:pt x="3856" y="205061"/>
                </a:lnTo>
                <a:lnTo>
                  <a:pt x="0" y="251967"/>
                </a:lnTo>
                <a:lnTo>
                  <a:pt x="3856" y="298874"/>
                </a:lnTo>
                <a:lnTo>
                  <a:pt x="15196" y="342359"/>
                </a:lnTo>
                <a:lnTo>
                  <a:pt x="33678" y="381865"/>
                </a:lnTo>
                <a:lnTo>
                  <a:pt x="58958" y="416830"/>
                </a:lnTo>
                <a:lnTo>
                  <a:pt x="90694" y="446694"/>
                </a:lnTo>
                <a:lnTo>
                  <a:pt x="128542" y="470897"/>
                </a:lnTo>
                <a:lnTo>
                  <a:pt x="172161" y="488878"/>
                </a:lnTo>
                <a:lnTo>
                  <a:pt x="221206" y="500078"/>
                </a:lnTo>
                <a:lnTo>
                  <a:pt x="275336" y="50393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286089" y="1946919"/>
            <a:ext cx="348615" cy="334645"/>
          </a:xfrm>
          <a:custGeom>
            <a:avLst/>
            <a:gdLst/>
            <a:ahLst/>
            <a:cxnLst/>
            <a:rect l="l" t="t" r="r" b="b"/>
            <a:pathLst>
              <a:path w="348615" h="334644">
                <a:moveTo>
                  <a:pt x="174752" y="334263"/>
                </a:moveTo>
                <a:lnTo>
                  <a:pt x="125824" y="329047"/>
                </a:lnTo>
                <a:lnTo>
                  <a:pt x="83387" y="313868"/>
                </a:lnTo>
                <a:lnTo>
                  <a:pt x="48514" y="289432"/>
                </a:lnTo>
                <a:lnTo>
                  <a:pt x="22276" y="256445"/>
                </a:lnTo>
                <a:lnTo>
                  <a:pt x="5747" y="215613"/>
                </a:lnTo>
                <a:lnTo>
                  <a:pt x="0" y="167639"/>
                </a:lnTo>
                <a:lnTo>
                  <a:pt x="5747" y="119591"/>
                </a:lnTo>
                <a:lnTo>
                  <a:pt x="22276" y="78570"/>
                </a:lnTo>
                <a:lnTo>
                  <a:pt x="48514" y="45339"/>
                </a:lnTo>
                <a:lnTo>
                  <a:pt x="83387" y="20658"/>
                </a:lnTo>
                <a:lnTo>
                  <a:pt x="125824" y="5291"/>
                </a:lnTo>
                <a:lnTo>
                  <a:pt x="174752" y="0"/>
                </a:lnTo>
                <a:lnTo>
                  <a:pt x="223251" y="5291"/>
                </a:lnTo>
                <a:lnTo>
                  <a:pt x="265401" y="20658"/>
                </a:lnTo>
                <a:lnTo>
                  <a:pt x="300101" y="45339"/>
                </a:lnTo>
                <a:lnTo>
                  <a:pt x="326248" y="78570"/>
                </a:lnTo>
                <a:lnTo>
                  <a:pt x="342744" y="119591"/>
                </a:lnTo>
                <a:lnTo>
                  <a:pt x="348488" y="167639"/>
                </a:lnTo>
                <a:lnTo>
                  <a:pt x="342744" y="215613"/>
                </a:lnTo>
                <a:lnTo>
                  <a:pt x="326248" y="256445"/>
                </a:lnTo>
                <a:lnTo>
                  <a:pt x="300101" y="289432"/>
                </a:lnTo>
                <a:lnTo>
                  <a:pt x="265401" y="313868"/>
                </a:lnTo>
                <a:lnTo>
                  <a:pt x="223251" y="329047"/>
                </a:lnTo>
                <a:lnTo>
                  <a:pt x="174752" y="334263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261705" y="2426471"/>
            <a:ext cx="749300" cy="283845"/>
          </a:xfrm>
          <a:custGeom>
            <a:avLst/>
            <a:gdLst/>
            <a:ahLst/>
            <a:cxnLst/>
            <a:rect l="l" t="t" r="r" b="b"/>
            <a:pathLst>
              <a:path w="749300" h="283844">
                <a:moveTo>
                  <a:pt x="0" y="283464"/>
                </a:moveTo>
                <a:lnTo>
                  <a:pt x="748791" y="283464"/>
                </a:lnTo>
                <a:lnTo>
                  <a:pt x="748791" y="192024"/>
                </a:lnTo>
                <a:lnTo>
                  <a:pt x="102615" y="192024"/>
                </a:lnTo>
                <a:lnTo>
                  <a:pt x="102615" y="0"/>
                </a:lnTo>
                <a:lnTo>
                  <a:pt x="0" y="0"/>
                </a:lnTo>
                <a:lnTo>
                  <a:pt x="0" y="283464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245201" y="1868687"/>
            <a:ext cx="866775" cy="810895"/>
          </a:xfrm>
          <a:custGeom>
            <a:avLst/>
            <a:gdLst/>
            <a:ahLst/>
            <a:cxnLst/>
            <a:rect l="l" t="t" r="r" b="b"/>
            <a:pathLst>
              <a:path w="866775" h="810894">
                <a:moveTo>
                  <a:pt x="483616" y="716280"/>
                </a:moveTo>
                <a:lnTo>
                  <a:pt x="381000" y="716280"/>
                </a:lnTo>
                <a:lnTo>
                  <a:pt x="381000" y="531368"/>
                </a:lnTo>
                <a:lnTo>
                  <a:pt x="321380" y="524492"/>
                </a:lnTo>
                <a:lnTo>
                  <a:pt x="266508" y="512576"/>
                </a:lnTo>
                <a:lnTo>
                  <a:pt x="216746" y="495880"/>
                </a:lnTo>
                <a:lnTo>
                  <a:pt x="172451" y="474667"/>
                </a:lnTo>
                <a:lnTo>
                  <a:pt x="133985" y="449199"/>
                </a:lnTo>
                <a:lnTo>
                  <a:pt x="101705" y="419738"/>
                </a:lnTo>
                <a:lnTo>
                  <a:pt x="75973" y="386546"/>
                </a:lnTo>
                <a:lnTo>
                  <a:pt x="57147" y="349886"/>
                </a:lnTo>
                <a:lnTo>
                  <a:pt x="45588" y="310019"/>
                </a:lnTo>
                <a:lnTo>
                  <a:pt x="41655" y="267208"/>
                </a:lnTo>
                <a:lnTo>
                  <a:pt x="44850" y="228228"/>
                </a:lnTo>
                <a:lnTo>
                  <a:pt x="69627" y="157734"/>
                </a:lnTo>
                <a:lnTo>
                  <a:pt x="117179" y="98415"/>
                </a:lnTo>
                <a:lnTo>
                  <a:pt x="148844" y="73406"/>
                </a:lnTo>
                <a:lnTo>
                  <a:pt x="185418" y="51740"/>
                </a:lnTo>
                <a:lnTo>
                  <a:pt x="226643" y="33603"/>
                </a:lnTo>
                <a:lnTo>
                  <a:pt x="272256" y="19177"/>
                </a:lnTo>
                <a:lnTo>
                  <a:pt x="321996" y="8645"/>
                </a:lnTo>
                <a:lnTo>
                  <a:pt x="375603" y="2191"/>
                </a:lnTo>
                <a:lnTo>
                  <a:pt x="432816" y="0"/>
                </a:lnTo>
                <a:lnTo>
                  <a:pt x="490028" y="2191"/>
                </a:lnTo>
                <a:lnTo>
                  <a:pt x="543635" y="8645"/>
                </a:lnTo>
                <a:lnTo>
                  <a:pt x="593375" y="19177"/>
                </a:lnTo>
                <a:lnTo>
                  <a:pt x="638988" y="33603"/>
                </a:lnTo>
                <a:lnTo>
                  <a:pt x="680213" y="51740"/>
                </a:lnTo>
                <a:lnTo>
                  <a:pt x="716788" y="73406"/>
                </a:lnTo>
                <a:lnTo>
                  <a:pt x="739620" y="91440"/>
                </a:lnTo>
                <a:lnTo>
                  <a:pt x="432816" y="91440"/>
                </a:lnTo>
                <a:lnTo>
                  <a:pt x="371586" y="94658"/>
                </a:lnTo>
                <a:lnTo>
                  <a:pt x="316357" y="104044"/>
                </a:lnTo>
                <a:lnTo>
                  <a:pt x="267795" y="119193"/>
                </a:lnTo>
                <a:lnTo>
                  <a:pt x="226568" y="139700"/>
                </a:lnTo>
                <a:lnTo>
                  <a:pt x="193341" y="165159"/>
                </a:lnTo>
                <a:lnTo>
                  <a:pt x="168783" y="195167"/>
                </a:lnTo>
                <a:lnTo>
                  <a:pt x="148336" y="267208"/>
                </a:lnTo>
                <a:lnTo>
                  <a:pt x="153558" y="304762"/>
                </a:lnTo>
                <a:lnTo>
                  <a:pt x="193341" y="368488"/>
                </a:lnTo>
                <a:lnTo>
                  <a:pt x="226568" y="393827"/>
                </a:lnTo>
                <a:lnTo>
                  <a:pt x="267795" y="414260"/>
                </a:lnTo>
                <a:lnTo>
                  <a:pt x="316357" y="429371"/>
                </a:lnTo>
                <a:lnTo>
                  <a:pt x="371586" y="438743"/>
                </a:lnTo>
                <a:lnTo>
                  <a:pt x="432816" y="441960"/>
                </a:lnTo>
                <a:lnTo>
                  <a:pt x="739466" y="441960"/>
                </a:lnTo>
                <a:lnTo>
                  <a:pt x="731520" y="449199"/>
                </a:lnTo>
                <a:lnTo>
                  <a:pt x="692960" y="474667"/>
                </a:lnTo>
                <a:lnTo>
                  <a:pt x="648537" y="495880"/>
                </a:lnTo>
                <a:lnTo>
                  <a:pt x="598602" y="512576"/>
                </a:lnTo>
                <a:lnTo>
                  <a:pt x="543511" y="524492"/>
                </a:lnTo>
                <a:lnTo>
                  <a:pt x="483616" y="531368"/>
                </a:lnTo>
                <a:lnTo>
                  <a:pt x="483616" y="716280"/>
                </a:lnTo>
                <a:close/>
              </a:path>
              <a:path w="866775" h="810894">
                <a:moveTo>
                  <a:pt x="739466" y="441960"/>
                </a:moveTo>
                <a:lnTo>
                  <a:pt x="432816" y="441960"/>
                </a:lnTo>
                <a:lnTo>
                  <a:pt x="494381" y="438743"/>
                </a:lnTo>
                <a:lnTo>
                  <a:pt x="549862" y="429371"/>
                </a:lnTo>
                <a:lnTo>
                  <a:pt x="598604" y="414260"/>
                </a:lnTo>
                <a:lnTo>
                  <a:pt x="639953" y="393827"/>
                </a:lnTo>
                <a:lnTo>
                  <a:pt x="673252" y="368488"/>
                </a:lnTo>
                <a:lnTo>
                  <a:pt x="697849" y="338661"/>
                </a:lnTo>
                <a:lnTo>
                  <a:pt x="718312" y="267208"/>
                </a:lnTo>
                <a:lnTo>
                  <a:pt x="713087" y="229318"/>
                </a:lnTo>
                <a:lnTo>
                  <a:pt x="673252" y="165159"/>
                </a:lnTo>
                <a:lnTo>
                  <a:pt x="639953" y="139700"/>
                </a:lnTo>
                <a:lnTo>
                  <a:pt x="598604" y="119193"/>
                </a:lnTo>
                <a:lnTo>
                  <a:pt x="549862" y="104044"/>
                </a:lnTo>
                <a:lnTo>
                  <a:pt x="494381" y="94658"/>
                </a:lnTo>
                <a:lnTo>
                  <a:pt x="432816" y="91440"/>
                </a:lnTo>
                <a:lnTo>
                  <a:pt x="739620" y="91440"/>
                </a:lnTo>
                <a:lnTo>
                  <a:pt x="774944" y="126586"/>
                </a:lnTo>
                <a:lnTo>
                  <a:pt x="811370" y="191675"/>
                </a:lnTo>
                <a:lnTo>
                  <a:pt x="823976" y="267208"/>
                </a:lnTo>
                <a:lnTo>
                  <a:pt x="820042" y="310019"/>
                </a:lnTo>
                <a:lnTo>
                  <a:pt x="808475" y="349886"/>
                </a:lnTo>
                <a:lnTo>
                  <a:pt x="789631" y="386546"/>
                </a:lnTo>
                <a:lnTo>
                  <a:pt x="763861" y="419738"/>
                </a:lnTo>
                <a:lnTo>
                  <a:pt x="739466" y="441960"/>
                </a:lnTo>
                <a:close/>
              </a:path>
              <a:path w="866775" h="810894">
                <a:moveTo>
                  <a:pt x="866648" y="810768"/>
                </a:moveTo>
                <a:lnTo>
                  <a:pt x="0" y="810768"/>
                </a:lnTo>
                <a:lnTo>
                  <a:pt x="0" y="716280"/>
                </a:lnTo>
                <a:lnTo>
                  <a:pt x="866648" y="716280"/>
                </a:lnTo>
                <a:lnTo>
                  <a:pt x="866648" y="810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245201" y="1868687"/>
            <a:ext cx="866775" cy="810895"/>
          </a:xfrm>
          <a:custGeom>
            <a:avLst/>
            <a:gdLst/>
            <a:ahLst/>
            <a:cxnLst/>
            <a:rect l="l" t="t" r="r" b="b"/>
            <a:pathLst>
              <a:path w="866775" h="810894">
                <a:moveTo>
                  <a:pt x="483615" y="716280"/>
                </a:moveTo>
                <a:lnTo>
                  <a:pt x="483615" y="531367"/>
                </a:lnTo>
                <a:lnTo>
                  <a:pt x="543511" y="524492"/>
                </a:lnTo>
                <a:lnTo>
                  <a:pt x="598602" y="512576"/>
                </a:lnTo>
                <a:lnTo>
                  <a:pt x="648537" y="495880"/>
                </a:lnTo>
                <a:lnTo>
                  <a:pt x="692960" y="474667"/>
                </a:lnTo>
                <a:lnTo>
                  <a:pt x="731519" y="449198"/>
                </a:lnTo>
                <a:lnTo>
                  <a:pt x="763861" y="419738"/>
                </a:lnTo>
                <a:lnTo>
                  <a:pt x="789631" y="386546"/>
                </a:lnTo>
                <a:lnTo>
                  <a:pt x="808475" y="349886"/>
                </a:lnTo>
                <a:lnTo>
                  <a:pt x="820042" y="310019"/>
                </a:lnTo>
                <a:lnTo>
                  <a:pt x="823975" y="267207"/>
                </a:lnTo>
                <a:lnTo>
                  <a:pt x="820781" y="228228"/>
                </a:lnTo>
                <a:lnTo>
                  <a:pt x="796004" y="157733"/>
                </a:lnTo>
                <a:lnTo>
                  <a:pt x="748452" y="98415"/>
                </a:lnTo>
                <a:lnTo>
                  <a:pt x="716787" y="73405"/>
                </a:lnTo>
                <a:lnTo>
                  <a:pt x="680213" y="51740"/>
                </a:lnTo>
                <a:lnTo>
                  <a:pt x="638988" y="33603"/>
                </a:lnTo>
                <a:lnTo>
                  <a:pt x="593375" y="19176"/>
                </a:lnTo>
                <a:lnTo>
                  <a:pt x="543635" y="8645"/>
                </a:lnTo>
                <a:lnTo>
                  <a:pt x="490028" y="2191"/>
                </a:lnTo>
                <a:lnTo>
                  <a:pt x="432816" y="0"/>
                </a:lnTo>
                <a:lnTo>
                  <a:pt x="375603" y="2191"/>
                </a:lnTo>
                <a:lnTo>
                  <a:pt x="321996" y="8645"/>
                </a:lnTo>
                <a:lnTo>
                  <a:pt x="272256" y="19176"/>
                </a:lnTo>
                <a:lnTo>
                  <a:pt x="226643" y="33603"/>
                </a:lnTo>
                <a:lnTo>
                  <a:pt x="185418" y="51740"/>
                </a:lnTo>
                <a:lnTo>
                  <a:pt x="148843" y="73405"/>
                </a:lnTo>
                <a:lnTo>
                  <a:pt x="117179" y="98415"/>
                </a:lnTo>
                <a:lnTo>
                  <a:pt x="90687" y="126586"/>
                </a:lnTo>
                <a:lnTo>
                  <a:pt x="54261" y="191675"/>
                </a:lnTo>
                <a:lnTo>
                  <a:pt x="41655" y="267207"/>
                </a:lnTo>
                <a:lnTo>
                  <a:pt x="45588" y="310019"/>
                </a:lnTo>
                <a:lnTo>
                  <a:pt x="57147" y="349886"/>
                </a:lnTo>
                <a:lnTo>
                  <a:pt x="75973" y="386546"/>
                </a:lnTo>
                <a:lnTo>
                  <a:pt x="101705" y="419738"/>
                </a:lnTo>
                <a:lnTo>
                  <a:pt x="133984" y="449198"/>
                </a:lnTo>
                <a:lnTo>
                  <a:pt x="172451" y="474667"/>
                </a:lnTo>
                <a:lnTo>
                  <a:pt x="216746" y="495880"/>
                </a:lnTo>
                <a:lnTo>
                  <a:pt x="266508" y="512576"/>
                </a:lnTo>
                <a:lnTo>
                  <a:pt x="321380" y="524492"/>
                </a:lnTo>
                <a:lnTo>
                  <a:pt x="381000" y="531367"/>
                </a:lnTo>
                <a:lnTo>
                  <a:pt x="381000" y="716280"/>
                </a:lnTo>
                <a:lnTo>
                  <a:pt x="0" y="716280"/>
                </a:lnTo>
                <a:lnTo>
                  <a:pt x="0" y="810767"/>
                </a:lnTo>
                <a:lnTo>
                  <a:pt x="866647" y="810767"/>
                </a:lnTo>
                <a:lnTo>
                  <a:pt x="866647" y="716280"/>
                </a:lnTo>
                <a:lnTo>
                  <a:pt x="483615" y="71628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393537" y="1960127"/>
            <a:ext cx="570230" cy="350520"/>
          </a:xfrm>
          <a:custGeom>
            <a:avLst/>
            <a:gdLst/>
            <a:ahLst/>
            <a:cxnLst/>
            <a:rect l="l" t="t" r="r" b="b"/>
            <a:pathLst>
              <a:path w="570229" h="350519">
                <a:moveTo>
                  <a:pt x="0" y="175767"/>
                </a:moveTo>
                <a:lnTo>
                  <a:pt x="5222" y="137878"/>
                </a:lnTo>
                <a:lnTo>
                  <a:pt x="45005" y="73719"/>
                </a:lnTo>
                <a:lnTo>
                  <a:pt x="78232" y="48259"/>
                </a:lnTo>
                <a:lnTo>
                  <a:pt x="119459" y="27753"/>
                </a:lnTo>
                <a:lnTo>
                  <a:pt x="168021" y="12604"/>
                </a:lnTo>
                <a:lnTo>
                  <a:pt x="223250" y="3218"/>
                </a:lnTo>
                <a:lnTo>
                  <a:pt x="284480" y="0"/>
                </a:lnTo>
                <a:lnTo>
                  <a:pt x="346045" y="3218"/>
                </a:lnTo>
                <a:lnTo>
                  <a:pt x="401526" y="12604"/>
                </a:lnTo>
                <a:lnTo>
                  <a:pt x="450268" y="27753"/>
                </a:lnTo>
                <a:lnTo>
                  <a:pt x="491616" y="48259"/>
                </a:lnTo>
                <a:lnTo>
                  <a:pt x="524916" y="73719"/>
                </a:lnTo>
                <a:lnTo>
                  <a:pt x="549513" y="103727"/>
                </a:lnTo>
                <a:lnTo>
                  <a:pt x="569976" y="175767"/>
                </a:lnTo>
                <a:lnTo>
                  <a:pt x="564751" y="213322"/>
                </a:lnTo>
                <a:lnTo>
                  <a:pt x="524916" y="277048"/>
                </a:lnTo>
                <a:lnTo>
                  <a:pt x="491616" y="302386"/>
                </a:lnTo>
                <a:lnTo>
                  <a:pt x="450268" y="322820"/>
                </a:lnTo>
                <a:lnTo>
                  <a:pt x="401526" y="337931"/>
                </a:lnTo>
                <a:lnTo>
                  <a:pt x="346045" y="347303"/>
                </a:lnTo>
                <a:lnTo>
                  <a:pt x="284480" y="350519"/>
                </a:lnTo>
                <a:lnTo>
                  <a:pt x="223250" y="347303"/>
                </a:lnTo>
                <a:lnTo>
                  <a:pt x="168021" y="337931"/>
                </a:lnTo>
                <a:lnTo>
                  <a:pt x="119459" y="322820"/>
                </a:lnTo>
                <a:lnTo>
                  <a:pt x="78232" y="302386"/>
                </a:lnTo>
                <a:lnTo>
                  <a:pt x="45005" y="277048"/>
                </a:lnTo>
                <a:lnTo>
                  <a:pt x="20447" y="247221"/>
                </a:lnTo>
                <a:lnTo>
                  <a:pt x="0" y="175767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232753" y="1845319"/>
            <a:ext cx="897255" cy="876300"/>
          </a:xfrm>
          <a:custGeom>
            <a:avLst/>
            <a:gdLst/>
            <a:ahLst/>
            <a:cxnLst/>
            <a:rect l="l" t="t" r="r" b="b"/>
            <a:pathLst>
              <a:path w="897254" h="876300">
                <a:moveTo>
                  <a:pt x="350520" y="142240"/>
                </a:moveTo>
                <a:lnTo>
                  <a:pt x="247904" y="142240"/>
                </a:lnTo>
                <a:lnTo>
                  <a:pt x="247904" y="0"/>
                </a:lnTo>
                <a:lnTo>
                  <a:pt x="350520" y="0"/>
                </a:lnTo>
                <a:lnTo>
                  <a:pt x="350520" y="142240"/>
                </a:lnTo>
                <a:close/>
              </a:path>
              <a:path w="897254" h="876300">
                <a:moveTo>
                  <a:pt x="572008" y="235712"/>
                </a:moveTo>
                <a:lnTo>
                  <a:pt x="15240" y="235712"/>
                </a:lnTo>
                <a:lnTo>
                  <a:pt x="15240" y="142240"/>
                </a:lnTo>
                <a:lnTo>
                  <a:pt x="572008" y="142240"/>
                </a:lnTo>
                <a:lnTo>
                  <a:pt x="572008" y="235712"/>
                </a:lnTo>
                <a:close/>
              </a:path>
              <a:path w="897254" h="876300">
                <a:moveTo>
                  <a:pt x="0" y="823976"/>
                </a:moveTo>
                <a:lnTo>
                  <a:pt x="0" y="725424"/>
                </a:lnTo>
                <a:lnTo>
                  <a:pt x="35398" y="715264"/>
                </a:lnTo>
                <a:lnTo>
                  <a:pt x="68387" y="698250"/>
                </a:lnTo>
                <a:lnTo>
                  <a:pt x="98885" y="674766"/>
                </a:lnTo>
                <a:lnTo>
                  <a:pt x="126811" y="645197"/>
                </a:lnTo>
                <a:lnTo>
                  <a:pt x="152085" y="609927"/>
                </a:lnTo>
                <a:lnTo>
                  <a:pt x="174625" y="569341"/>
                </a:lnTo>
                <a:lnTo>
                  <a:pt x="194349" y="523822"/>
                </a:lnTo>
                <a:lnTo>
                  <a:pt x="211177" y="473757"/>
                </a:lnTo>
                <a:lnTo>
                  <a:pt x="225028" y="419528"/>
                </a:lnTo>
                <a:lnTo>
                  <a:pt x="235820" y="361521"/>
                </a:lnTo>
                <a:lnTo>
                  <a:pt x="243472" y="300121"/>
                </a:lnTo>
                <a:lnTo>
                  <a:pt x="247904" y="235712"/>
                </a:lnTo>
                <a:lnTo>
                  <a:pt x="349504" y="235712"/>
                </a:lnTo>
                <a:lnTo>
                  <a:pt x="346281" y="288242"/>
                </a:lnTo>
                <a:lnTo>
                  <a:pt x="341249" y="338963"/>
                </a:lnTo>
                <a:lnTo>
                  <a:pt x="334502" y="387588"/>
                </a:lnTo>
                <a:lnTo>
                  <a:pt x="326136" y="433832"/>
                </a:lnTo>
                <a:lnTo>
                  <a:pt x="418149" y="542544"/>
                </a:lnTo>
                <a:lnTo>
                  <a:pt x="294640" y="542544"/>
                </a:lnTo>
                <a:lnTo>
                  <a:pt x="273029" y="595578"/>
                </a:lnTo>
                <a:lnTo>
                  <a:pt x="248266" y="643502"/>
                </a:lnTo>
                <a:lnTo>
                  <a:pt x="220509" y="686176"/>
                </a:lnTo>
                <a:lnTo>
                  <a:pt x="189918" y="723456"/>
                </a:lnTo>
                <a:lnTo>
                  <a:pt x="156650" y="755200"/>
                </a:lnTo>
                <a:lnTo>
                  <a:pt x="120866" y="781266"/>
                </a:lnTo>
                <a:lnTo>
                  <a:pt x="82723" y="801512"/>
                </a:lnTo>
                <a:lnTo>
                  <a:pt x="42382" y="815796"/>
                </a:lnTo>
                <a:lnTo>
                  <a:pt x="0" y="823976"/>
                </a:lnTo>
                <a:close/>
              </a:path>
              <a:path w="897254" h="876300">
                <a:moveTo>
                  <a:pt x="527304" y="822960"/>
                </a:moveTo>
                <a:lnTo>
                  <a:pt x="294640" y="542544"/>
                </a:lnTo>
                <a:lnTo>
                  <a:pt x="418149" y="542544"/>
                </a:lnTo>
                <a:lnTo>
                  <a:pt x="600456" y="757936"/>
                </a:lnTo>
                <a:lnTo>
                  <a:pt x="527304" y="822960"/>
                </a:lnTo>
                <a:close/>
              </a:path>
              <a:path w="897254" h="876300">
                <a:moveTo>
                  <a:pt x="775208" y="875792"/>
                </a:moveTo>
                <a:lnTo>
                  <a:pt x="674624" y="875792"/>
                </a:lnTo>
                <a:lnTo>
                  <a:pt x="674624" y="8128"/>
                </a:lnTo>
                <a:lnTo>
                  <a:pt x="775208" y="8128"/>
                </a:lnTo>
                <a:lnTo>
                  <a:pt x="775208" y="359664"/>
                </a:lnTo>
                <a:lnTo>
                  <a:pt x="897128" y="359664"/>
                </a:lnTo>
                <a:lnTo>
                  <a:pt x="897128" y="456184"/>
                </a:lnTo>
                <a:lnTo>
                  <a:pt x="775208" y="456184"/>
                </a:lnTo>
                <a:lnTo>
                  <a:pt x="775208" y="875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232753" y="1845319"/>
            <a:ext cx="600710" cy="824230"/>
          </a:xfrm>
          <a:custGeom>
            <a:avLst/>
            <a:gdLst/>
            <a:ahLst/>
            <a:cxnLst/>
            <a:rect l="l" t="t" r="r" b="b"/>
            <a:pathLst>
              <a:path w="600709" h="824230">
                <a:moveTo>
                  <a:pt x="349503" y="235712"/>
                </a:moveTo>
                <a:lnTo>
                  <a:pt x="572007" y="235712"/>
                </a:lnTo>
                <a:lnTo>
                  <a:pt x="572007" y="142240"/>
                </a:lnTo>
                <a:lnTo>
                  <a:pt x="350519" y="142240"/>
                </a:lnTo>
                <a:lnTo>
                  <a:pt x="350519" y="0"/>
                </a:lnTo>
                <a:lnTo>
                  <a:pt x="247903" y="0"/>
                </a:lnTo>
                <a:lnTo>
                  <a:pt x="247903" y="142240"/>
                </a:lnTo>
                <a:lnTo>
                  <a:pt x="15239" y="142240"/>
                </a:lnTo>
                <a:lnTo>
                  <a:pt x="15239" y="235712"/>
                </a:lnTo>
                <a:lnTo>
                  <a:pt x="247903" y="235712"/>
                </a:lnTo>
                <a:lnTo>
                  <a:pt x="243472" y="300121"/>
                </a:lnTo>
                <a:lnTo>
                  <a:pt x="235820" y="361521"/>
                </a:lnTo>
                <a:lnTo>
                  <a:pt x="225028" y="419528"/>
                </a:lnTo>
                <a:lnTo>
                  <a:pt x="211177" y="473757"/>
                </a:lnTo>
                <a:lnTo>
                  <a:pt x="194349" y="523822"/>
                </a:lnTo>
                <a:lnTo>
                  <a:pt x="174624" y="569341"/>
                </a:lnTo>
                <a:lnTo>
                  <a:pt x="152085" y="609927"/>
                </a:lnTo>
                <a:lnTo>
                  <a:pt x="126811" y="645197"/>
                </a:lnTo>
                <a:lnTo>
                  <a:pt x="98885" y="674766"/>
                </a:lnTo>
                <a:lnTo>
                  <a:pt x="68387" y="698250"/>
                </a:lnTo>
                <a:lnTo>
                  <a:pt x="0" y="725424"/>
                </a:lnTo>
                <a:lnTo>
                  <a:pt x="0" y="823976"/>
                </a:lnTo>
                <a:lnTo>
                  <a:pt x="42382" y="815796"/>
                </a:lnTo>
                <a:lnTo>
                  <a:pt x="82723" y="801512"/>
                </a:lnTo>
                <a:lnTo>
                  <a:pt x="120866" y="781266"/>
                </a:lnTo>
                <a:lnTo>
                  <a:pt x="156650" y="755200"/>
                </a:lnTo>
                <a:lnTo>
                  <a:pt x="189918" y="723456"/>
                </a:lnTo>
                <a:lnTo>
                  <a:pt x="220509" y="686176"/>
                </a:lnTo>
                <a:lnTo>
                  <a:pt x="248266" y="643502"/>
                </a:lnTo>
                <a:lnTo>
                  <a:pt x="273029" y="595578"/>
                </a:lnTo>
                <a:lnTo>
                  <a:pt x="294639" y="542544"/>
                </a:lnTo>
                <a:lnTo>
                  <a:pt x="527303" y="822960"/>
                </a:lnTo>
                <a:lnTo>
                  <a:pt x="600455" y="757936"/>
                </a:lnTo>
                <a:lnTo>
                  <a:pt x="326135" y="433832"/>
                </a:lnTo>
                <a:lnTo>
                  <a:pt x="334502" y="387588"/>
                </a:lnTo>
                <a:lnTo>
                  <a:pt x="341248" y="338963"/>
                </a:lnTo>
                <a:lnTo>
                  <a:pt x="346281" y="288242"/>
                </a:lnTo>
                <a:lnTo>
                  <a:pt x="349503" y="235712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907377" y="1853447"/>
            <a:ext cx="222885" cy="868044"/>
          </a:xfrm>
          <a:custGeom>
            <a:avLst/>
            <a:gdLst/>
            <a:ahLst/>
            <a:cxnLst/>
            <a:rect l="l" t="t" r="r" b="b"/>
            <a:pathLst>
              <a:path w="222884" h="868044">
                <a:moveTo>
                  <a:pt x="222503" y="351535"/>
                </a:moveTo>
                <a:lnTo>
                  <a:pt x="100583" y="351535"/>
                </a:lnTo>
                <a:lnTo>
                  <a:pt x="100583" y="0"/>
                </a:lnTo>
                <a:lnTo>
                  <a:pt x="0" y="0"/>
                </a:lnTo>
                <a:lnTo>
                  <a:pt x="0" y="867663"/>
                </a:lnTo>
                <a:lnTo>
                  <a:pt x="100583" y="867663"/>
                </a:lnTo>
                <a:lnTo>
                  <a:pt x="100583" y="448056"/>
                </a:lnTo>
                <a:lnTo>
                  <a:pt x="222503" y="448056"/>
                </a:lnTo>
                <a:lnTo>
                  <a:pt x="222503" y="35153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199985" y="1853447"/>
            <a:ext cx="839469" cy="856615"/>
          </a:xfrm>
          <a:custGeom>
            <a:avLst/>
            <a:gdLst/>
            <a:ahLst/>
            <a:cxnLst/>
            <a:rect l="l" t="t" r="r" b="b"/>
            <a:pathLst>
              <a:path w="839470" h="856614">
                <a:moveTo>
                  <a:pt x="816864" y="679704"/>
                </a:moveTo>
                <a:lnTo>
                  <a:pt x="716280" y="679704"/>
                </a:lnTo>
                <a:lnTo>
                  <a:pt x="716280" y="625856"/>
                </a:lnTo>
                <a:lnTo>
                  <a:pt x="453136" y="625856"/>
                </a:lnTo>
                <a:lnTo>
                  <a:pt x="453136" y="544576"/>
                </a:lnTo>
                <a:lnTo>
                  <a:pt x="716280" y="544576"/>
                </a:lnTo>
                <a:lnTo>
                  <a:pt x="716280" y="0"/>
                </a:lnTo>
                <a:lnTo>
                  <a:pt x="816864" y="0"/>
                </a:lnTo>
                <a:lnTo>
                  <a:pt x="816864" y="679704"/>
                </a:lnTo>
                <a:close/>
              </a:path>
              <a:path w="839470" h="856614">
                <a:moveTo>
                  <a:pt x="308864" y="340360"/>
                </a:moveTo>
                <a:lnTo>
                  <a:pt x="254646" y="337569"/>
                </a:lnTo>
                <a:lnTo>
                  <a:pt x="205263" y="329279"/>
                </a:lnTo>
                <a:lnTo>
                  <a:pt x="161452" y="315606"/>
                </a:lnTo>
                <a:lnTo>
                  <a:pt x="123952" y="296672"/>
                </a:lnTo>
                <a:lnTo>
                  <a:pt x="93499" y="272593"/>
                </a:lnTo>
                <a:lnTo>
                  <a:pt x="56693" y="209482"/>
                </a:lnTo>
                <a:lnTo>
                  <a:pt x="51816" y="170688"/>
                </a:lnTo>
                <a:lnTo>
                  <a:pt x="56693" y="132228"/>
                </a:lnTo>
                <a:lnTo>
                  <a:pt x="93499" y="69550"/>
                </a:lnTo>
                <a:lnTo>
                  <a:pt x="123952" y="45592"/>
                </a:lnTo>
                <a:lnTo>
                  <a:pt x="161452" y="26731"/>
                </a:lnTo>
                <a:lnTo>
                  <a:pt x="205263" y="13096"/>
                </a:lnTo>
                <a:lnTo>
                  <a:pt x="254646" y="4820"/>
                </a:lnTo>
                <a:lnTo>
                  <a:pt x="308864" y="2031"/>
                </a:lnTo>
                <a:lnTo>
                  <a:pt x="363372" y="4820"/>
                </a:lnTo>
                <a:lnTo>
                  <a:pt x="412892" y="13096"/>
                </a:lnTo>
                <a:lnTo>
                  <a:pt x="456721" y="26731"/>
                </a:lnTo>
                <a:lnTo>
                  <a:pt x="494157" y="45592"/>
                </a:lnTo>
                <a:lnTo>
                  <a:pt x="524496" y="69550"/>
                </a:lnTo>
                <a:lnTo>
                  <a:pt x="533637" y="81279"/>
                </a:lnTo>
                <a:lnTo>
                  <a:pt x="308864" y="81279"/>
                </a:lnTo>
                <a:lnTo>
                  <a:pt x="245522" y="86820"/>
                </a:lnTo>
                <a:lnTo>
                  <a:pt x="195326" y="103504"/>
                </a:lnTo>
                <a:lnTo>
                  <a:pt x="162274" y="131429"/>
                </a:lnTo>
                <a:lnTo>
                  <a:pt x="150368" y="170688"/>
                </a:lnTo>
                <a:lnTo>
                  <a:pt x="162274" y="210105"/>
                </a:lnTo>
                <a:lnTo>
                  <a:pt x="195326" y="238379"/>
                </a:lnTo>
                <a:lnTo>
                  <a:pt x="245522" y="255412"/>
                </a:lnTo>
                <a:lnTo>
                  <a:pt x="308864" y="261112"/>
                </a:lnTo>
                <a:lnTo>
                  <a:pt x="533388" y="261112"/>
                </a:lnTo>
                <a:lnTo>
                  <a:pt x="524496" y="272593"/>
                </a:lnTo>
                <a:lnTo>
                  <a:pt x="494157" y="296672"/>
                </a:lnTo>
                <a:lnTo>
                  <a:pt x="456721" y="315606"/>
                </a:lnTo>
                <a:lnTo>
                  <a:pt x="412892" y="329279"/>
                </a:lnTo>
                <a:lnTo>
                  <a:pt x="363372" y="337569"/>
                </a:lnTo>
                <a:lnTo>
                  <a:pt x="308864" y="340360"/>
                </a:lnTo>
                <a:close/>
              </a:path>
              <a:path w="839470" h="856614">
                <a:moveTo>
                  <a:pt x="533388" y="261112"/>
                </a:moveTo>
                <a:lnTo>
                  <a:pt x="308864" y="261112"/>
                </a:lnTo>
                <a:lnTo>
                  <a:pt x="372205" y="255412"/>
                </a:lnTo>
                <a:lnTo>
                  <a:pt x="422402" y="238379"/>
                </a:lnTo>
                <a:lnTo>
                  <a:pt x="455453" y="210105"/>
                </a:lnTo>
                <a:lnTo>
                  <a:pt x="467360" y="170688"/>
                </a:lnTo>
                <a:lnTo>
                  <a:pt x="455453" y="131429"/>
                </a:lnTo>
                <a:lnTo>
                  <a:pt x="422402" y="103504"/>
                </a:lnTo>
                <a:lnTo>
                  <a:pt x="372205" y="86820"/>
                </a:lnTo>
                <a:lnTo>
                  <a:pt x="308864" y="81279"/>
                </a:lnTo>
                <a:lnTo>
                  <a:pt x="533637" y="81279"/>
                </a:lnTo>
                <a:lnTo>
                  <a:pt x="547036" y="98472"/>
                </a:lnTo>
                <a:lnTo>
                  <a:pt x="561076" y="132228"/>
                </a:lnTo>
                <a:lnTo>
                  <a:pt x="565912" y="170688"/>
                </a:lnTo>
                <a:lnTo>
                  <a:pt x="561076" y="209482"/>
                </a:lnTo>
                <a:lnTo>
                  <a:pt x="547036" y="243490"/>
                </a:lnTo>
                <a:lnTo>
                  <a:pt x="533388" y="261112"/>
                </a:lnTo>
                <a:close/>
              </a:path>
              <a:path w="839470" h="856614">
                <a:moveTo>
                  <a:pt x="355600" y="484632"/>
                </a:moveTo>
                <a:lnTo>
                  <a:pt x="0" y="484632"/>
                </a:lnTo>
                <a:lnTo>
                  <a:pt x="0" y="401320"/>
                </a:lnTo>
                <a:lnTo>
                  <a:pt x="358648" y="401320"/>
                </a:lnTo>
                <a:lnTo>
                  <a:pt x="416832" y="400525"/>
                </a:lnTo>
                <a:lnTo>
                  <a:pt x="471913" y="398008"/>
                </a:lnTo>
                <a:lnTo>
                  <a:pt x="522986" y="393573"/>
                </a:lnTo>
                <a:lnTo>
                  <a:pt x="569148" y="387020"/>
                </a:lnTo>
                <a:lnTo>
                  <a:pt x="609496" y="378154"/>
                </a:lnTo>
                <a:lnTo>
                  <a:pt x="643128" y="366776"/>
                </a:lnTo>
                <a:lnTo>
                  <a:pt x="643128" y="450088"/>
                </a:lnTo>
                <a:lnTo>
                  <a:pt x="571744" y="469881"/>
                </a:lnTo>
                <a:lnTo>
                  <a:pt x="525272" y="476504"/>
                </a:lnTo>
                <a:lnTo>
                  <a:pt x="473042" y="481094"/>
                </a:lnTo>
                <a:lnTo>
                  <a:pt x="416127" y="483766"/>
                </a:lnTo>
                <a:lnTo>
                  <a:pt x="355600" y="484632"/>
                </a:lnTo>
                <a:close/>
              </a:path>
              <a:path w="839470" h="856614">
                <a:moveTo>
                  <a:pt x="340360" y="640080"/>
                </a:moveTo>
                <a:lnTo>
                  <a:pt x="239776" y="640080"/>
                </a:lnTo>
                <a:lnTo>
                  <a:pt x="239776" y="484632"/>
                </a:lnTo>
                <a:lnTo>
                  <a:pt x="340360" y="484632"/>
                </a:lnTo>
                <a:lnTo>
                  <a:pt x="340360" y="640080"/>
                </a:lnTo>
                <a:close/>
              </a:path>
              <a:path w="839470" h="856614">
                <a:moveTo>
                  <a:pt x="839216" y="856488"/>
                </a:moveTo>
                <a:lnTo>
                  <a:pt x="80264" y="856488"/>
                </a:lnTo>
                <a:lnTo>
                  <a:pt x="80264" y="593344"/>
                </a:lnTo>
                <a:lnTo>
                  <a:pt x="180848" y="593344"/>
                </a:lnTo>
                <a:lnTo>
                  <a:pt x="180848" y="771144"/>
                </a:lnTo>
                <a:lnTo>
                  <a:pt x="839216" y="771144"/>
                </a:lnTo>
                <a:lnTo>
                  <a:pt x="839216" y="856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653120" y="1853447"/>
            <a:ext cx="363855" cy="680085"/>
          </a:xfrm>
          <a:custGeom>
            <a:avLst/>
            <a:gdLst/>
            <a:ahLst/>
            <a:cxnLst/>
            <a:rect l="l" t="t" r="r" b="b"/>
            <a:pathLst>
              <a:path w="363854" h="680085">
                <a:moveTo>
                  <a:pt x="0" y="544575"/>
                </a:moveTo>
                <a:lnTo>
                  <a:pt x="0" y="625855"/>
                </a:lnTo>
                <a:lnTo>
                  <a:pt x="263143" y="625855"/>
                </a:lnTo>
                <a:lnTo>
                  <a:pt x="263143" y="679704"/>
                </a:lnTo>
                <a:lnTo>
                  <a:pt x="363727" y="679704"/>
                </a:lnTo>
                <a:lnTo>
                  <a:pt x="363727" y="0"/>
                </a:lnTo>
                <a:lnTo>
                  <a:pt x="263143" y="0"/>
                </a:lnTo>
                <a:lnTo>
                  <a:pt x="263143" y="544575"/>
                </a:lnTo>
                <a:lnTo>
                  <a:pt x="0" y="54457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251801" y="1855479"/>
            <a:ext cx="514350" cy="338455"/>
          </a:xfrm>
          <a:custGeom>
            <a:avLst/>
            <a:gdLst/>
            <a:ahLst/>
            <a:cxnLst/>
            <a:rect l="l" t="t" r="r" b="b"/>
            <a:pathLst>
              <a:path w="514350" h="338455">
                <a:moveTo>
                  <a:pt x="257048" y="338328"/>
                </a:moveTo>
                <a:lnTo>
                  <a:pt x="311556" y="335537"/>
                </a:lnTo>
                <a:lnTo>
                  <a:pt x="361076" y="327247"/>
                </a:lnTo>
                <a:lnTo>
                  <a:pt x="404905" y="313574"/>
                </a:lnTo>
                <a:lnTo>
                  <a:pt x="442341" y="294640"/>
                </a:lnTo>
                <a:lnTo>
                  <a:pt x="472680" y="270561"/>
                </a:lnTo>
                <a:lnTo>
                  <a:pt x="509260" y="207450"/>
                </a:lnTo>
                <a:lnTo>
                  <a:pt x="514096" y="168656"/>
                </a:lnTo>
                <a:lnTo>
                  <a:pt x="509260" y="130196"/>
                </a:lnTo>
                <a:lnTo>
                  <a:pt x="472680" y="67518"/>
                </a:lnTo>
                <a:lnTo>
                  <a:pt x="442341" y="43560"/>
                </a:lnTo>
                <a:lnTo>
                  <a:pt x="404905" y="24699"/>
                </a:lnTo>
                <a:lnTo>
                  <a:pt x="361076" y="11064"/>
                </a:lnTo>
                <a:lnTo>
                  <a:pt x="311556" y="2788"/>
                </a:lnTo>
                <a:lnTo>
                  <a:pt x="257048" y="0"/>
                </a:lnTo>
                <a:lnTo>
                  <a:pt x="202830" y="2788"/>
                </a:lnTo>
                <a:lnTo>
                  <a:pt x="153447" y="11064"/>
                </a:lnTo>
                <a:lnTo>
                  <a:pt x="109636" y="24699"/>
                </a:lnTo>
                <a:lnTo>
                  <a:pt x="72136" y="43560"/>
                </a:lnTo>
                <a:lnTo>
                  <a:pt x="41683" y="67518"/>
                </a:lnTo>
                <a:lnTo>
                  <a:pt x="4877" y="130196"/>
                </a:lnTo>
                <a:lnTo>
                  <a:pt x="0" y="168656"/>
                </a:lnTo>
                <a:lnTo>
                  <a:pt x="4877" y="207450"/>
                </a:lnTo>
                <a:lnTo>
                  <a:pt x="41683" y="270561"/>
                </a:lnTo>
                <a:lnTo>
                  <a:pt x="72136" y="294640"/>
                </a:lnTo>
                <a:lnTo>
                  <a:pt x="109636" y="313574"/>
                </a:lnTo>
                <a:lnTo>
                  <a:pt x="153447" y="327247"/>
                </a:lnTo>
                <a:lnTo>
                  <a:pt x="202830" y="335537"/>
                </a:lnTo>
                <a:lnTo>
                  <a:pt x="257048" y="338328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350353" y="1934727"/>
            <a:ext cx="317500" cy="180340"/>
          </a:xfrm>
          <a:custGeom>
            <a:avLst/>
            <a:gdLst/>
            <a:ahLst/>
            <a:cxnLst/>
            <a:rect l="l" t="t" r="r" b="b"/>
            <a:pathLst>
              <a:path w="317500" h="180339">
                <a:moveTo>
                  <a:pt x="158496" y="0"/>
                </a:moveTo>
                <a:lnTo>
                  <a:pt x="221837" y="5540"/>
                </a:lnTo>
                <a:lnTo>
                  <a:pt x="272033" y="22224"/>
                </a:lnTo>
                <a:lnTo>
                  <a:pt x="305085" y="50149"/>
                </a:lnTo>
                <a:lnTo>
                  <a:pt x="316992" y="89408"/>
                </a:lnTo>
                <a:lnTo>
                  <a:pt x="305085" y="128825"/>
                </a:lnTo>
                <a:lnTo>
                  <a:pt x="272033" y="157099"/>
                </a:lnTo>
                <a:lnTo>
                  <a:pt x="221837" y="174132"/>
                </a:lnTo>
                <a:lnTo>
                  <a:pt x="158496" y="179832"/>
                </a:lnTo>
                <a:lnTo>
                  <a:pt x="95154" y="174132"/>
                </a:lnTo>
                <a:lnTo>
                  <a:pt x="44957" y="157099"/>
                </a:lnTo>
                <a:lnTo>
                  <a:pt x="11906" y="128825"/>
                </a:lnTo>
                <a:lnTo>
                  <a:pt x="0" y="89408"/>
                </a:lnTo>
                <a:lnTo>
                  <a:pt x="11906" y="50149"/>
                </a:lnTo>
                <a:lnTo>
                  <a:pt x="44957" y="22224"/>
                </a:lnTo>
                <a:lnTo>
                  <a:pt x="95154" y="5540"/>
                </a:lnTo>
                <a:lnTo>
                  <a:pt x="158496" y="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199984" y="2220223"/>
            <a:ext cx="643255" cy="273685"/>
          </a:xfrm>
          <a:custGeom>
            <a:avLst/>
            <a:gdLst/>
            <a:ahLst/>
            <a:cxnLst/>
            <a:rect l="l" t="t" r="r" b="b"/>
            <a:pathLst>
              <a:path w="643254" h="273685">
                <a:moveTo>
                  <a:pt x="239776" y="273304"/>
                </a:moveTo>
                <a:lnTo>
                  <a:pt x="340360" y="273304"/>
                </a:lnTo>
                <a:lnTo>
                  <a:pt x="340360" y="117856"/>
                </a:lnTo>
                <a:lnTo>
                  <a:pt x="355600" y="117856"/>
                </a:lnTo>
                <a:lnTo>
                  <a:pt x="416127" y="116990"/>
                </a:lnTo>
                <a:lnTo>
                  <a:pt x="473042" y="114318"/>
                </a:lnTo>
                <a:lnTo>
                  <a:pt x="525272" y="109728"/>
                </a:lnTo>
                <a:lnTo>
                  <a:pt x="571744" y="103105"/>
                </a:lnTo>
                <a:lnTo>
                  <a:pt x="611387" y="94337"/>
                </a:lnTo>
                <a:lnTo>
                  <a:pt x="643127" y="83312"/>
                </a:lnTo>
                <a:lnTo>
                  <a:pt x="643127" y="0"/>
                </a:lnTo>
                <a:lnTo>
                  <a:pt x="609496" y="11378"/>
                </a:lnTo>
                <a:lnTo>
                  <a:pt x="569148" y="20244"/>
                </a:lnTo>
                <a:lnTo>
                  <a:pt x="522986" y="26797"/>
                </a:lnTo>
                <a:lnTo>
                  <a:pt x="471913" y="31232"/>
                </a:lnTo>
                <a:lnTo>
                  <a:pt x="416832" y="33749"/>
                </a:lnTo>
                <a:lnTo>
                  <a:pt x="358648" y="34544"/>
                </a:lnTo>
                <a:lnTo>
                  <a:pt x="0" y="34544"/>
                </a:lnTo>
                <a:lnTo>
                  <a:pt x="0" y="117856"/>
                </a:lnTo>
                <a:lnTo>
                  <a:pt x="239776" y="117856"/>
                </a:lnTo>
                <a:lnTo>
                  <a:pt x="239776" y="273304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280249" y="2446791"/>
            <a:ext cx="759460" cy="263525"/>
          </a:xfrm>
          <a:custGeom>
            <a:avLst/>
            <a:gdLst/>
            <a:ahLst/>
            <a:cxnLst/>
            <a:rect l="l" t="t" r="r" b="b"/>
            <a:pathLst>
              <a:path w="759459" h="263525">
                <a:moveTo>
                  <a:pt x="100583" y="177800"/>
                </a:moveTo>
                <a:lnTo>
                  <a:pt x="100583" y="0"/>
                </a:lnTo>
                <a:lnTo>
                  <a:pt x="0" y="0"/>
                </a:lnTo>
                <a:lnTo>
                  <a:pt x="0" y="263144"/>
                </a:lnTo>
                <a:lnTo>
                  <a:pt x="758951" y="263144"/>
                </a:lnTo>
                <a:lnTo>
                  <a:pt x="758951" y="177800"/>
                </a:lnTo>
                <a:lnTo>
                  <a:pt x="100583" y="177800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185505" y="1853447"/>
            <a:ext cx="825500" cy="856615"/>
          </a:xfrm>
          <a:custGeom>
            <a:avLst/>
            <a:gdLst/>
            <a:ahLst/>
            <a:cxnLst/>
            <a:rect l="l" t="t" r="r" b="b"/>
            <a:pathLst>
              <a:path w="825500" h="856614">
                <a:moveTo>
                  <a:pt x="801624" y="644144"/>
                </a:moveTo>
                <a:lnTo>
                  <a:pt x="701040" y="644144"/>
                </a:lnTo>
                <a:lnTo>
                  <a:pt x="701040" y="0"/>
                </a:lnTo>
                <a:lnTo>
                  <a:pt x="801624" y="0"/>
                </a:lnTo>
                <a:lnTo>
                  <a:pt x="801624" y="644144"/>
                </a:lnTo>
                <a:close/>
              </a:path>
              <a:path w="825500" h="856614">
                <a:moveTo>
                  <a:pt x="275336" y="513080"/>
                </a:moveTo>
                <a:lnTo>
                  <a:pt x="221206" y="509222"/>
                </a:lnTo>
                <a:lnTo>
                  <a:pt x="172161" y="498022"/>
                </a:lnTo>
                <a:lnTo>
                  <a:pt x="128542" y="480041"/>
                </a:lnTo>
                <a:lnTo>
                  <a:pt x="90694" y="455838"/>
                </a:lnTo>
                <a:lnTo>
                  <a:pt x="58958" y="425974"/>
                </a:lnTo>
                <a:lnTo>
                  <a:pt x="33678" y="391009"/>
                </a:lnTo>
                <a:lnTo>
                  <a:pt x="15196" y="351503"/>
                </a:lnTo>
                <a:lnTo>
                  <a:pt x="3856" y="308018"/>
                </a:lnTo>
                <a:lnTo>
                  <a:pt x="0" y="261112"/>
                </a:lnTo>
                <a:lnTo>
                  <a:pt x="3856" y="214205"/>
                </a:lnTo>
                <a:lnTo>
                  <a:pt x="15196" y="170720"/>
                </a:lnTo>
                <a:lnTo>
                  <a:pt x="33678" y="131214"/>
                </a:lnTo>
                <a:lnTo>
                  <a:pt x="58958" y="96249"/>
                </a:lnTo>
                <a:lnTo>
                  <a:pt x="90694" y="66385"/>
                </a:lnTo>
                <a:lnTo>
                  <a:pt x="128542" y="42182"/>
                </a:lnTo>
                <a:lnTo>
                  <a:pt x="172161" y="24201"/>
                </a:lnTo>
                <a:lnTo>
                  <a:pt x="221206" y="13001"/>
                </a:lnTo>
                <a:lnTo>
                  <a:pt x="275336" y="9144"/>
                </a:lnTo>
                <a:lnTo>
                  <a:pt x="329430" y="13001"/>
                </a:lnTo>
                <a:lnTo>
                  <a:pt x="378382" y="24201"/>
                </a:lnTo>
                <a:lnTo>
                  <a:pt x="421865" y="42182"/>
                </a:lnTo>
                <a:lnTo>
                  <a:pt x="459553" y="66385"/>
                </a:lnTo>
                <a:lnTo>
                  <a:pt x="488185" y="93471"/>
                </a:lnTo>
                <a:lnTo>
                  <a:pt x="275336" y="93471"/>
                </a:lnTo>
                <a:lnTo>
                  <a:pt x="226408" y="98763"/>
                </a:lnTo>
                <a:lnTo>
                  <a:pt x="183971" y="114130"/>
                </a:lnTo>
                <a:lnTo>
                  <a:pt x="149098" y="138811"/>
                </a:lnTo>
                <a:lnTo>
                  <a:pt x="122860" y="172042"/>
                </a:lnTo>
                <a:lnTo>
                  <a:pt x="106331" y="213063"/>
                </a:lnTo>
                <a:lnTo>
                  <a:pt x="100584" y="261112"/>
                </a:lnTo>
                <a:lnTo>
                  <a:pt x="106331" y="309085"/>
                </a:lnTo>
                <a:lnTo>
                  <a:pt x="122860" y="349917"/>
                </a:lnTo>
                <a:lnTo>
                  <a:pt x="149098" y="382905"/>
                </a:lnTo>
                <a:lnTo>
                  <a:pt x="183971" y="407340"/>
                </a:lnTo>
                <a:lnTo>
                  <a:pt x="226408" y="422519"/>
                </a:lnTo>
                <a:lnTo>
                  <a:pt x="275336" y="427736"/>
                </a:lnTo>
                <a:lnTo>
                  <a:pt x="489258" y="427736"/>
                </a:lnTo>
                <a:lnTo>
                  <a:pt x="459553" y="455838"/>
                </a:lnTo>
                <a:lnTo>
                  <a:pt x="421865" y="480041"/>
                </a:lnTo>
                <a:lnTo>
                  <a:pt x="378382" y="498022"/>
                </a:lnTo>
                <a:lnTo>
                  <a:pt x="329430" y="509222"/>
                </a:lnTo>
                <a:lnTo>
                  <a:pt x="275336" y="513080"/>
                </a:lnTo>
                <a:close/>
              </a:path>
              <a:path w="825500" h="856614">
                <a:moveTo>
                  <a:pt x="489258" y="427736"/>
                </a:moveTo>
                <a:lnTo>
                  <a:pt x="275336" y="427736"/>
                </a:lnTo>
                <a:lnTo>
                  <a:pt x="323835" y="422519"/>
                </a:lnTo>
                <a:lnTo>
                  <a:pt x="365985" y="407340"/>
                </a:lnTo>
                <a:lnTo>
                  <a:pt x="400685" y="382905"/>
                </a:lnTo>
                <a:lnTo>
                  <a:pt x="426832" y="349917"/>
                </a:lnTo>
                <a:lnTo>
                  <a:pt x="443328" y="309085"/>
                </a:lnTo>
                <a:lnTo>
                  <a:pt x="449072" y="261112"/>
                </a:lnTo>
                <a:lnTo>
                  <a:pt x="443328" y="213063"/>
                </a:lnTo>
                <a:lnTo>
                  <a:pt x="426832" y="172042"/>
                </a:lnTo>
                <a:lnTo>
                  <a:pt x="400685" y="138811"/>
                </a:lnTo>
                <a:lnTo>
                  <a:pt x="365985" y="114130"/>
                </a:lnTo>
                <a:lnTo>
                  <a:pt x="323835" y="98763"/>
                </a:lnTo>
                <a:lnTo>
                  <a:pt x="275336" y="93471"/>
                </a:lnTo>
                <a:lnTo>
                  <a:pt x="488185" y="93471"/>
                </a:lnTo>
                <a:lnTo>
                  <a:pt x="516240" y="131214"/>
                </a:lnTo>
                <a:lnTo>
                  <a:pt x="534587" y="170720"/>
                </a:lnTo>
                <a:lnTo>
                  <a:pt x="545834" y="214205"/>
                </a:lnTo>
                <a:lnTo>
                  <a:pt x="549656" y="261112"/>
                </a:lnTo>
                <a:lnTo>
                  <a:pt x="545834" y="308018"/>
                </a:lnTo>
                <a:lnTo>
                  <a:pt x="534587" y="351503"/>
                </a:lnTo>
                <a:lnTo>
                  <a:pt x="516240" y="391009"/>
                </a:lnTo>
                <a:lnTo>
                  <a:pt x="491121" y="425974"/>
                </a:lnTo>
                <a:lnTo>
                  <a:pt x="489258" y="427736"/>
                </a:lnTo>
                <a:close/>
              </a:path>
              <a:path w="825500" h="856614">
                <a:moveTo>
                  <a:pt x="824992" y="856488"/>
                </a:moveTo>
                <a:lnTo>
                  <a:pt x="76200" y="856488"/>
                </a:lnTo>
                <a:lnTo>
                  <a:pt x="76200" y="573024"/>
                </a:lnTo>
                <a:lnTo>
                  <a:pt x="178816" y="573024"/>
                </a:lnTo>
                <a:lnTo>
                  <a:pt x="178816" y="765048"/>
                </a:lnTo>
                <a:lnTo>
                  <a:pt x="824992" y="765048"/>
                </a:lnTo>
                <a:lnTo>
                  <a:pt x="824992" y="856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886544" y="1853447"/>
            <a:ext cx="100965" cy="644525"/>
          </a:xfrm>
          <a:custGeom>
            <a:avLst/>
            <a:gdLst/>
            <a:ahLst/>
            <a:cxnLst/>
            <a:rect l="l" t="t" r="r" b="b"/>
            <a:pathLst>
              <a:path w="100965" h="644525">
                <a:moveTo>
                  <a:pt x="0" y="644143"/>
                </a:moveTo>
                <a:lnTo>
                  <a:pt x="100583" y="644143"/>
                </a:lnTo>
                <a:lnTo>
                  <a:pt x="100583" y="0"/>
                </a:lnTo>
                <a:lnTo>
                  <a:pt x="0" y="0"/>
                </a:lnTo>
                <a:lnTo>
                  <a:pt x="0" y="644143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0185505" y="1862591"/>
            <a:ext cx="549910" cy="504190"/>
          </a:xfrm>
          <a:custGeom>
            <a:avLst/>
            <a:gdLst/>
            <a:ahLst/>
            <a:cxnLst/>
            <a:rect l="l" t="t" r="r" b="b"/>
            <a:pathLst>
              <a:path w="549909" h="504189">
                <a:moveTo>
                  <a:pt x="275336" y="503935"/>
                </a:moveTo>
                <a:lnTo>
                  <a:pt x="329430" y="500078"/>
                </a:lnTo>
                <a:lnTo>
                  <a:pt x="378382" y="488878"/>
                </a:lnTo>
                <a:lnTo>
                  <a:pt x="421865" y="470897"/>
                </a:lnTo>
                <a:lnTo>
                  <a:pt x="459553" y="446694"/>
                </a:lnTo>
                <a:lnTo>
                  <a:pt x="491121" y="416830"/>
                </a:lnTo>
                <a:lnTo>
                  <a:pt x="516240" y="381865"/>
                </a:lnTo>
                <a:lnTo>
                  <a:pt x="534587" y="342359"/>
                </a:lnTo>
                <a:lnTo>
                  <a:pt x="545834" y="298874"/>
                </a:lnTo>
                <a:lnTo>
                  <a:pt x="549656" y="251967"/>
                </a:lnTo>
                <a:lnTo>
                  <a:pt x="545834" y="205061"/>
                </a:lnTo>
                <a:lnTo>
                  <a:pt x="534587" y="161576"/>
                </a:lnTo>
                <a:lnTo>
                  <a:pt x="516240" y="122070"/>
                </a:lnTo>
                <a:lnTo>
                  <a:pt x="491121" y="87105"/>
                </a:lnTo>
                <a:lnTo>
                  <a:pt x="459553" y="57241"/>
                </a:lnTo>
                <a:lnTo>
                  <a:pt x="421865" y="33038"/>
                </a:lnTo>
                <a:lnTo>
                  <a:pt x="378382" y="15057"/>
                </a:lnTo>
                <a:lnTo>
                  <a:pt x="329430" y="3857"/>
                </a:lnTo>
                <a:lnTo>
                  <a:pt x="275336" y="0"/>
                </a:lnTo>
                <a:lnTo>
                  <a:pt x="221206" y="3857"/>
                </a:lnTo>
                <a:lnTo>
                  <a:pt x="172161" y="15057"/>
                </a:lnTo>
                <a:lnTo>
                  <a:pt x="128542" y="33038"/>
                </a:lnTo>
                <a:lnTo>
                  <a:pt x="90694" y="57241"/>
                </a:lnTo>
                <a:lnTo>
                  <a:pt x="58958" y="87105"/>
                </a:lnTo>
                <a:lnTo>
                  <a:pt x="33678" y="122070"/>
                </a:lnTo>
                <a:lnTo>
                  <a:pt x="15196" y="161576"/>
                </a:lnTo>
                <a:lnTo>
                  <a:pt x="3856" y="205061"/>
                </a:lnTo>
                <a:lnTo>
                  <a:pt x="0" y="251967"/>
                </a:lnTo>
                <a:lnTo>
                  <a:pt x="3856" y="298874"/>
                </a:lnTo>
                <a:lnTo>
                  <a:pt x="15196" y="342359"/>
                </a:lnTo>
                <a:lnTo>
                  <a:pt x="33678" y="381865"/>
                </a:lnTo>
                <a:lnTo>
                  <a:pt x="58958" y="416830"/>
                </a:lnTo>
                <a:lnTo>
                  <a:pt x="90694" y="446694"/>
                </a:lnTo>
                <a:lnTo>
                  <a:pt x="128542" y="470897"/>
                </a:lnTo>
                <a:lnTo>
                  <a:pt x="172161" y="488878"/>
                </a:lnTo>
                <a:lnTo>
                  <a:pt x="221206" y="500078"/>
                </a:lnTo>
                <a:lnTo>
                  <a:pt x="275336" y="503935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0286089" y="1946919"/>
            <a:ext cx="348615" cy="334645"/>
          </a:xfrm>
          <a:custGeom>
            <a:avLst/>
            <a:gdLst/>
            <a:ahLst/>
            <a:cxnLst/>
            <a:rect l="l" t="t" r="r" b="b"/>
            <a:pathLst>
              <a:path w="348615" h="334644">
                <a:moveTo>
                  <a:pt x="174752" y="334263"/>
                </a:moveTo>
                <a:lnTo>
                  <a:pt x="125824" y="329047"/>
                </a:lnTo>
                <a:lnTo>
                  <a:pt x="83387" y="313868"/>
                </a:lnTo>
                <a:lnTo>
                  <a:pt x="48514" y="289432"/>
                </a:lnTo>
                <a:lnTo>
                  <a:pt x="22276" y="256445"/>
                </a:lnTo>
                <a:lnTo>
                  <a:pt x="5747" y="215613"/>
                </a:lnTo>
                <a:lnTo>
                  <a:pt x="0" y="167639"/>
                </a:lnTo>
                <a:lnTo>
                  <a:pt x="5747" y="119591"/>
                </a:lnTo>
                <a:lnTo>
                  <a:pt x="22276" y="78570"/>
                </a:lnTo>
                <a:lnTo>
                  <a:pt x="48514" y="45339"/>
                </a:lnTo>
                <a:lnTo>
                  <a:pt x="83387" y="20658"/>
                </a:lnTo>
                <a:lnTo>
                  <a:pt x="125824" y="5291"/>
                </a:lnTo>
                <a:lnTo>
                  <a:pt x="174752" y="0"/>
                </a:lnTo>
                <a:lnTo>
                  <a:pt x="223251" y="5291"/>
                </a:lnTo>
                <a:lnTo>
                  <a:pt x="265401" y="20658"/>
                </a:lnTo>
                <a:lnTo>
                  <a:pt x="300101" y="45339"/>
                </a:lnTo>
                <a:lnTo>
                  <a:pt x="326248" y="78570"/>
                </a:lnTo>
                <a:lnTo>
                  <a:pt x="342744" y="119591"/>
                </a:lnTo>
                <a:lnTo>
                  <a:pt x="348488" y="167639"/>
                </a:lnTo>
                <a:lnTo>
                  <a:pt x="342744" y="215613"/>
                </a:lnTo>
                <a:lnTo>
                  <a:pt x="326248" y="256445"/>
                </a:lnTo>
                <a:lnTo>
                  <a:pt x="300101" y="289432"/>
                </a:lnTo>
                <a:lnTo>
                  <a:pt x="265401" y="313868"/>
                </a:lnTo>
                <a:lnTo>
                  <a:pt x="223251" y="329047"/>
                </a:lnTo>
                <a:lnTo>
                  <a:pt x="174752" y="334263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261705" y="2426471"/>
            <a:ext cx="749300" cy="283845"/>
          </a:xfrm>
          <a:custGeom>
            <a:avLst/>
            <a:gdLst/>
            <a:ahLst/>
            <a:cxnLst/>
            <a:rect l="l" t="t" r="r" b="b"/>
            <a:pathLst>
              <a:path w="749300" h="283844">
                <a:moveTo>
                  <a:pt x="0" y="283464"/>
                </a:moveTo>
                <a:lnTo>
                  <a:pt x="748791" y="283464"/>
                </a:lnTo>
                <a:lnTo>
                  <a:pt x="748791" y="192024"/>
                </a:lnTo>
                <a:lnTo>
                  <a:pt x="102615" y="192024"/>
                </a:lnTo>
                <a:lnTo>
                  <a:pt x="102615" y="0"/>
                </a:lnTo>
                <a:lnTo>
                  <a:pt x="0" y="0"/>
                </a:lnTo>
                <a:lnTo>
                  <a:pt x="0" y="283464"/>
                </a:lnTo>
                <a:close/>
              </a:path>
            </a:pathLst>
          </a:custGeom>
          <a:ln w="20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733368" y="7301882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4" h="1524000">
                <a:moveTo>
                  <a:pt x="4881128" y="1524000"/>
                </a:moveTo>
                <a:lnTo>
                  <a:pt x="228600" y="1524000"/>
                </a:ln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733368" y="7301882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4" h="1524000">
                <a:moveTo>
                  <a:pt x="228600" y="1524000"/>
                </a:move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7620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2554864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7620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lnTo>
                  <a:pt x="2554864" y="1524000"/>
                </a:lnTo>
                <a:lnTo>
                  <a:pt x="228600" y="152400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733368" y="5602074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4" h="1524000">
                <a:moveTo>
                  <a:pt x="4881128" y="1524000"/>
                </a:moveTo>
                <a:lnTo>
                  <a:pt x="228600" y="1524000"/>
                </a:ln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733368" y="5602074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4" h="1524000">
                <a:moveTo>
                  <a:pt x="228600" y="1524000"/>
                </a:move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7620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2554864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7620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lnTo>
                  <a:pt x="2554864" y="1524000"/>
                </a:lnTo>
                <a:lnTo>
                  <a:pt x="228600" y="152400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733368" y="3902266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4" h="1524000">
                <a:moveTo>
                  <a:pt x="4881128" y="1524000"/>
                </a:moveTo>
                <a:lnTo>
                  <a:pt x="228600" y="1524000"/>
                </a:ln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733368" y="3902266"/>
            <a:ext cx="5109845" cy="1524000"/>
          </a:xfrm>
          <a:custGeom>
            <a:avLst/>
            <a:gdLst/>
            <a:ahLst/>
            <a:cxnLst/>
            <a:rect l="l" t="t" r="r" b="b"/>
            <a:pathLst>
              <a:path w="5109844" h="1524000">
                <a:moveTo>
                  <a:pt x="228600" y="1524000"/>
                </a:moveTo>
                <a:lnTo>
                  <a:pt x="182530" y="1519355"/>
                </a:lnTo>
                <a:lnTo>
                  <a:pt x="139620" y="1506034"/>
                </a:lnTo>
                <a:lnTo>
                  <a:pt x="100789" y="1484957"/>
                </a:lnTo>
                <a:lnTo>
                  <a:pt x="66956" y="1457043"/>
                </a:lnTo>
                <a:lnTo>
                  <a:pt x="39042" y="1423210"/>
                </a:lnTo>
                <a:lnTo>
                  <a:pt x="17965" y="1384379"/>
                </a:lnTo>
                <a:lnTo>
                  <a:pt x="4644" y="1341469"/>
                </a:lnTo>
                <a:lnTo>
                  <a:pt x="0" y="1295400"/>
                </a:lnTo>
                <a:lnTo>
                  <a:pt x="0" y="762000"/>
                </a:lnTo>
                <a:lnTo>
                  <a:pt x="0" y="228600"/>
                </a:lnTo>
                <a:lnTo>
                  <a:pt x="4644" y="182530"/>
                </a:lnTo>
                <a:lnTo>
                  <a:pt x="17965" y="139620"/>
                </a:lnTo>
                <a:lnTo>
                  <a:pt x="39042" y="100789"/>
                </a:lnTo>
                <a:lnTo>
                  <a:pt x="66956" y="66956"/>
                </a:lnTo>
                <a:lnTo>
                  <a:pt x="100789" y="39042"/>
                </a:lnTo>
                <a:lnTo>
                  <a:pt x="139620" y="17965"/>
                </a:lnTo>
                <a:lnTo>
                  <a:pt x="182530" y="4644"/>
                </a:lnTo>
                <a:lnTo>
                  <a:pt x="228600" y="0"/>
                </a:lnTo>
                <a:lnTo>
                  <a:pt x="2554864" y="0"/>
                </a:lnTo>
                <a:lnTo>
                  <a:pt x="4881128" y="0"/>
                </a:lnTo>
                <a:lnTo>
                  <a:pt x="4927198" y="4644"/>
                </a:lnTo>
                <a:lnTo>
                  <a:pt x="4970108" y="17965"/>
                </a:lnTo>
                <a:lnTo>
                  <a:pt x="5008938" y="39042"/>
                </a:lnTo>
                <a:lnTo>
                  <a:pt x="5042771" y="66956"/>
                </a:lnTo>
                <a:lnTo>
                  <a:pt x="5070685" y="100789"/>
                </a:lnTo>
                <a:lnTo>
                  <a:pt x="5091763" y="139620"/>
                </a:lnTo>
                <a:lnTo>
                  <a:pt x="5105083" y="182530"/>
                </a:lnTo>
                <a:lnTo>
                  <a:pt x="5109728" y="228600"/>
                </a:lnTo>
                <a:lnTo>
                  <a:pt x="5109728" y="762000"/>
                </a:lnTo>
                <a:lnTo>
                  <a:pt x="5109728" y="1295400"/>
                </a:lnTo>
                <a:lnTo>
                  <a:pt x="5105083" y="1341469"/>
                </a:lnTo>
                <a:lnTo>
                  <a:pt x="5091763" y="1384379"/>
                </a:lnTo>
                <a:lnTo>
                  <a:pt x="5070685" y="1423210"/>
                </a:lnTo>
                <a:lnTo>
                  <a:pt x="5042771" y="1457043"/>
                </a:lnTo>
                <a:lnTo>
                  <a:pt x="5008938" y="1484957"/>
                </a:lnTo>
                <a:lnTo>
                  <a:pt x="4970108" y="1506034"/>
                </a:lnTo>
                <a:lnTo>
                  <a:pt x="4927198" y="1519355"/>
                </a:lnTo>
                <a:lnTo>
                  <a:pt x="4881128" y="1524000"/>
                </a:lnTo>
                <a:lnTo>
                  <a:pt x="2554864" y="1524000"/>
                </a:lnTo>
                <a:lnTo>
                  <a:pt x="228600" y="152400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410681" y="7892432"/>
            <a:ext cx="38100" cy="325755"/>
          </a:xfrm>
          <a:custGeom>
            <a:avLst/>
            <a:gdLst/>
            <a:ahLst/>
            <a:cxnLst/>
            <a:rect l="l" t="t" r="r" b="b"/>
            <a:pathLst>
              <a:path w="38100" h="325754">
                <a:moveTo>
                  <a:pt x="37719" y="325374"/>
                </a:moveTo>
                <a:lnTo>
                  <a:pt x="0" y="325374"/>
                </a:lnTo>
                <a:lnTo>
                  <a:pt x="0" y="0"/>
                </a:lnTo>
                <a:lnTo>
                  <a:pt x="37719" y="0"/>
                </a:lnTo>
                <a:lnTo>
                  <a:pt x="37719" y="325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163412" y="7901940"/>
            <a:ext cx="37465" cy="111760"/>
          </a:xfrm>
          <a:custGeom>
            <a:avLst/>
            <a:gdLst/>
            <a:ahLst/>
            <a:cxnLst/>
            <a:rect l="l" t="t" r="r" b="b"/>
            <a:pathLst>
              <a:path w="37465" h="111759">
                <a:moveTo>
                  <a:pt x="0" y="0"/>
                </a:moveTo>
                <a:lnTo>
                  <a:pt x="37338" y="0"/>
                </a:lnTo>
                <a:lnTo>
                  <a:pt x="37338" y="111759"/>
                </a:lnTo>
                <a:lnTo>
                  <a:pt x="0" y="1117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1163412" y="8013700"/>
            <a:ext cx="184785" cy="35560"/>
          </a:xfrm>
          <a:custGeom>
            <a:avLst/>
            <a:gdLst/>
            <a:ahLst/>
            <a:cxnLst/>
            <a:rect l="l" t="t" r="r" b="b"/>
            <a:pathLst>
              <a:path w="184784" h="35559">
                <a:moveTo>
                  <a:pt x="0" y="0"/>
                </a:moveTo>
                <a:lnTo>
                  <a:pt x="184404" y="0"/>
                </a:lnTo>
                <a:lnTo>
                  <a:pt x="184404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1163412" y="8049259"/>
            <a:ext cx="37465" cy="114300"/>
          </a:xfrm>
          <a:custGeom>
            <a:avLst/>
            <a:gdLst/>
            <a:ahLst/>
            <a:cxnLst/>
            <a:rect l="l" t="t" r="r" b="b"/>
            <a:pathLst>
              <a:path w="37465" h="114300">
                <a:moveTo>
                  <a:pt x="0" y="0"/>
                </a:moveTo>
                <a:lnTo>
                  <a:pt x="37338" y="0"/>
                </a:lnTo>
                <a:lnTo>
                  <a:pt x="37338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1163412" y="8163559"/>
            <a:ext cx="184785" cy="34290"/>
          </a:xfrm>
          <a:custGeom>
            <a:avLst/>
            <a:gdLst/>
            <a:ahLst/>
            <a:cxnLst/>
            <a:rect l="l" t="t" r="r" b="b"/>
            <a:pathLst>
              <a:path w="184784" h="34290">
                <a:moveTo>
                  <a:pt x="0" y="0"/>
                </a:moveTo>
                <a:lnTo>
                  <a:pt x="184404" y="0"/>
                </a:lnTo>
                <a:lnTo>
                  <a:pt x="184404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1310478" y="7901957"/>
            <a:ext cx="37465" cy="112395"/>
          </a:xfrm>
          <a:custGeom>
            <a:avLst/>
            <a:gdLst/>
            <a:ahLst/>
            <a:cxnLst/>
            <a:rect l="l" t="t" r="r" b="b"/>
            <a:pathLst>
              <a:path w="37465" h="112395">
                <a:moveTo>
                  <a:pt x="37338" y="112014"/>
                </a:moveTo>
                <a:lnTo>
                  <a:pt x="0" y="112014"/>
                </a:lnTo>
                <a:lnTo>
                  <a:pt x="0" y="0"/>
                </a:lnTo>
                <a:lnTo>
                  <a:pt x="37338" y="0"/>
                </a:lnTo>
                <a:lnTo>
                  <a:pt x="37338" y="112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1310478" y="8048642"/>
            <a:ext cx="37465" cy="115570"/>
          </a:xfrm>
          <a:custGeom>
            <a:avLst/>
            <a:gdLst/>
            <a:ahLst/>
            <a:cxnLst/>
            <a:rect l="l" t="t" r="r" b="b"/>
            <a:pathLst>
              <a:path w="37465" h="115570">
                <a:moveTo>
                  <a:pt x="37338" y="115062"/>
                </a:moveTo>
                <a:lnTo>
                  <a:pt x="0" y="115062"/>
                </a:lnTo>
                <a:lnTo>
                  <a:pt x="0" y="0"/>
                </a:lnTo>
                <a:lnTo>
                  <a:pt x="37338" y="0"/>
                </a:lnTo>
                <a:lnTo>
                  <a:pt x="37338" y="115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1499835" y="7896242"/>
            <a:ext cx="325120" cy="322580"/>
          </a:xfrm>
          <a:custGeom>
            <a:avLst/>
            <a:gdLst/>
            <a:ahLst/>
            <a:cxnLst/>
            <a:rect l="l" t="t" r="r" b="b"/>
            <a:pathLst>
              <a:path w="325120" h="322579">
                <a:moveTo>
                  <a:pt x="302514" y="30480"/>
                </a:moveTo>
                <a:lnTo>
                  <a:pt x="22098" y="30480"/>
                </a:lnTo>
                <a:lnTo>
                  <a:pt x="22098" y="0"/>
                </a:lnTo>
                <a:lnTo>
                  <a:pt x="302514" y="0"/>
                </a:lnTo>
                <a:lnTo>
                  <a:pt x="302514" y="30480"/>
                </a:lnTo>
                <a:close/>
              </a:path>
              <a:path w="325120" h="322579">
                <a:moveTo>
                  <a:pt x="16764" y="120015"/>
                </a:moveTo>
                <a:lnTo>
                  <a:pt x="16764" y="89154"/>
                </a:lnTo>
                <a:lnTo>
                  <a:pt x="59870" y="84647"/>
                </a:lnTo>
                <a:lnTo>
                  <a:pt x="100155" y="73390"/>
                </a:lnTo>
                <a:lnTo>
                  <a:pt x="131796" y="55346"/>
                </a:lnTo>
                <a:lnTo>
                  <a:pt x="148971" y="30480"/>
                </a:lnTo>
                <a:lnTo>
                  <a:pt x="187452" y="30480"/>
                </a:lnTo>
                <a:lnTo>
                  <a:pt x="186243" y="36909"/>
                </a:lnTo>
                <a:lnTo>
                  <a:pt x="184356" y="43053"/>
                </a:lnTo>
                <a:lnTo>
                  <a:pt x="181826" y="48910"/>
                </a:lnTo>
                <a:lnTo>
                  <a:pt x="178689" y="54483"/>
                </a:lnTo>
                <a:lnTo>
                  <a:pt x="266630" y="79248"/>
                </a:lnTo>
                <a:lnTo>
                  <a:pt x="156972" y="79248"/>
                </a:lnTo>
                <a:lnTo>
                  <a:pt x="128474" y="96708"/>
                </a:lnTo>
                <a:lnTo>
                  <a:pt x="94154" y="109204"/>
                </a:lnTo>
                <a:lnTo>
                  <a:pt x="56191" y="116913"/>
                </a:lnTo>
                <a:lnTo>
                  <a:pt x="16764" y="120015"/>
                </a:lnTo>
                <a:close/>
              </a:path>
              <a:path w="325120" h="322579">
                <a:moveTo>
                  <a:pt x="301371" y="121539"/>
                </a:moveTo>
                <a:lnTo>
                  <a:pt x="156972" y="79248"/>
                </a:lnTo>
                <a:lnTo>
                  <a:pt x="266630" y="79248"/>
                </a:lnTo>
                <a:lnTo>
                  <a:pt x="311277" y="91821"/>
                </a:lnTo>
                <a:lnTo>
                  <a:pt x="301371" y="121539"/>
                </a:lnTo>
                <a:close/>
              </a:path>
              <a:path w="325120" h="322579">
                <a:moveTo>
                  <a:pt x="324993" y="173736"/>
                </a:moveTo>
                <a:lnTo>
                  <a:pt x="0" y="173736"/>
                </a:lnTo>
                <a:lnTo>
                  <a:pt x="0" y="143256"/>
                </a:lnTo>
                <a:lnTo>
                  <a:pt x="324993" y="143256"/>
                </a:lnTo>
                <a:lnTo>
                  <a:pt x="324993" y="173736"/>
                </a:lnTo>
                <a:close/>
              </a:path>
              <a:path w="325120" h="322579">
                <a:moveTo>
                  <a:pt x="162306" y="322326"/>
                </a:moveTo>
                <a:lnTo>
                  <a:pt x="107191" y="319307"/>
                </a:lnTo>
                <a:lnTo>
                  <a:pt x="61722" y="309324"/>
                </a:lnTo>
                <a:lnTo>
                  <a:pt x="30825" y="290982"/>
                </a:lnTo>
                <a:lnTo>
                  <a:pt x="19431" y="262890"/>
                </a:lnTo>
                <a:lnTo>
                  <a:pt x="29086" y="236904"/>
                </a:lnTo>
                <a:lnTo>
                  <a:pt x="55530" y="219313"/>
                </a:lnTo>
                <a:lnTo>
                  <a:pt x="94976" y="208936"/>
                </a:lnTo>
                <a:lnTo>
                  <a:pt x="143637" y="204597"/>
                </a:lnTo>
                <a:lnTo>
                  <a:pt x="143637" y="173736"/>
                </a:lnTo>
                <a:lnTo>
                  <a:pt x="180975" y="173736"/>
                </a:lnTo>
                <a:lnTo>
                  <a:pt x="180975" y="204597"/>
                </a:lnTo>
                <a:lnTo>
                  <a:pt x="229635" y="208936"/>
                </a:lnTo>
                <a:lnTo>
                  <a:pt x="269081" y="219313"/>
                </a:lnTo>
                <a:lnTo>
                  <a:pt x="291059" y="233934"/>
                </a:lnTo>
                <a:lnTo>
                  <a:pt x="162306" y="233934"/>
                </a:lnTo>
                <a:lnTo>
                  <a:pt x="124051" y="235350"/>
                </a:lnTo>
                <a:lnTo>
                  <a:pt x="91154" y="240125"/>
                </a:lnTo>
                <a:lnTo>
                  <a:pt x="68115" y="249043"/>
                </a:lnTo>
                <a:lnTo>
                  <a:pt x="59436" y="262890"/>
                </a:lnTo>
                <a:lnTo>
                  <a:pt x="68115" y="277016"/>
                </a:lnTo>
                <a:lnTo>
                  <a:pt x="91154" y="286178"/>
                </a:lnTo>
                <a:lnTo>
                  <a:pt x="124051" y="291125"/>
                </a:lnTo>
                <a:lnTo>
                  <a:pt x="162306" y="292608"/>
                </a:lnTo>
                <a:lnTo>
                  <a:pt x="291049" y="292608"/>
                </a:lnTo>
                <a:lnTo>
                  <a:pt x="262890" y="309324"/>
                </a:lnTo>
                <a:lnTo>
                  <a:pt x="217420" y="319307"/>
                </a:lnTo>
                <a:lnTo>
                  <a:pt x="162306" y="322326"/>
                </a:lnTo>
                <a:close/>
              </a:path>
              <a:path w="325120" h="322579">
                <a:moveTo>
                  <a:pt x="291049" y="292608"/>
                </a:moveTo>
                <a:lnTo>
                  <a:pt x="162306" y="292608"/>
                </a:lnTo>
                <a:lnTo>
                  <a:pt x="200620" y="291125"/>
                </a:lnTo>
                <a:lnTo>
                  <a:pt x="233648" y="286178"/>
                </a:lnTo>
                <a:lnTo>
                  <a:pt x="256817" y="277016"/>
                </a:lnTo>
                <a:lnTo>
                  <a:pt x="265557" y="262890"/>
                </a:lnTo>
                <a:lnTo>
                  <a:pt x="256817" y="249043"/>
                </a:lnTo>
                <a:lnTo>
                  <a:pt x="233648" y="240125"/>
                </a:lnTo>
                <a:lnTo>
                  <a:pt x="200620" y="235350"/>
                </a:lnTo>
                <a:lnTo>
                  <a:pt x="162306" y="233934"/>
                </a:lnTo>
                <a:lnTo>
                  <a:pt x="291059" y="233934"/>
                </a:lnTo>
                <a:lnTo>
                  <a:pt x="295525" y="236904"/>
                </a:lnTo>
                <a:lnTo>
                  <a:pt x="305181" y="262890"/>
                </a:lnTo>
                <a:lnTo>
                  <a:pt x="293786" y="290982"/>
                </a:lnTo>
                <a:lnTo>
                  <a:pt x="291049" y="2926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1950051" y="7879478"/>
            <a:ext cx="325120" cy="339090"/>
          </a:xfrm>
          <a:custGeom>
            <a:avLst/>
            <a:gdLst/>
            <a:ahLst/>
            <a:cxnLst/>
            <a:rect l="l" t="t" r="r" b="b"/>
            <a:pathLst>
              <a:path w="325120" h="339090">
                <a:moveTo>
                  <a:pt x="181737" y="34290"/>
                </a:moveTo>
                <a:lnTo>
                  <a:pt x="143256" y="34290"/>
                </a:lnTo>
                <a:lnTo>
                  <a:pt x="143256" y="0"/>
                </a:lnTo>
                <a:lnTo>
                  <a:pt x="181737" y="0"/>
                </a:lnTo>
                <a:lnTo>
                  <a:pt x="181737" y="34290"/>
                </a:lnTo>
                <a:close/>
              </a:path>
              <a:path w="325120" h="339090">
                <a:moveTo>
                  <a:pt x="305562" y="64389"/>
                </a:moveTo>
                <a:lnTo>
                  <a:pt x="19050" y="64389"/>
                </a:lnTo>
                <a:lnTo>
                  <a:pt x="19050" y="34290"/>
                </a:lnTo>
                <a:lnTo>
                  <a:pt x="305562" y="34290"/>
                </a:lnTo>
                <a:lnTo>
                  <a:pt x="305562" y="64389"/>
                </a:lnTo>
                <a:close/>
              </a:path>
              <a:path w="325120" h="339090">
                <a:moveTo>
                  <a:pt x="12954" y="154686"/>
                </a:moveTo>
                <a:lnTo>
                  <a:pt x="12954" y="124206"/>
                </a:lnTo>
                <a:lnTo>
                  <a:pt x="54524" y="119574"/>
                </a:lnTo>
                <a:lnTo>
                  <a:pt x="94345" y="108013"/>
                </a:lnTo>
                <a:lnTo>
                  <a:pt x="126807" y="89594"/>
                </a:lnTo>
                <a:lnTo>
                  <a:pt x="146304" y="64389"/>
                </a:lnTo>
                <a:lnTo>
                  <a:pt x="185928" y="64389"/>
                </a:lnTo>
                <a:lnTo>
                  <a:pt x="184023" y="72390"/>
                </a:lnTo>
                <a:lnTo>
                  <a:pt x="180975" y="79629"/>
                </a:lnTo>
                <a:lnTo>
                  <a:pt x="176403" y="86487"/>
                </a:lnTo>
                <a:lnTo>
                  <a:pt x="261391" y="110871"/>
                </a:lnTo>
                <a:lnTo>
                  <a:pt x="154686" y="110871"/>
                </a:lnTo>
                <a:lnTo>
                  <a:pt x="125575" y="129289"/>
                </a:lnTo>
                <a:lnTo>
                  <a:pt x="90678" y="142779"/>
                </a:lnTo>
                <a:lnTo>
                  <a:pt x="52351" y="151268"/>
                </a:lnTo>
                <a:lnTo>
                  <a:pt x="12954" y="154686"/>
                </a:lnTo>
                <a:close/>
              </a:path>
              <a:path w="325120" h="339090">
                <a:moveTo>
                  <a:pt x="303276" y="155067"/>
                </a:moveTo>
                <a:lnTo>
                  <a:pt x="154686" y="110871"/>
                </a:lnTo>
                <a:lnTo>
                  <a:pt x="261391" y="110871"/>
                </a:lnTo>
                <a:lnTo>
                  <a:pt x="313182" y="125730"/>
                </a:lnTo>
                <a:lnTo>
                  <a:pt x="303276" y="155067"/>
                </a:lnTo>
                <a:close/>
              </a:path>
              <a:path w="325120" h="339090">
                <a:moveTo>
                  <a:pt x="324993" y="211455"/>
                </a:moveTo>
                <a:lnTo>
                  <a:pt x="0" y="211455"/>
                </a:lnTo>
                <a:lnTo>
                  <a:pt x="0" y="180213"/>
                </a:lnTo>
                <a:lnTo>
                  <a:pt x="324993" y="180213"/>
                </a:lnTo>
                <a:lnTo>
                  <a:pt x="324993" y="211455"/>
                </a:lnTo>
                <a:close/>
              </a:path>
              <a:path w="325120" h="339090">
                <a:moveTo>
                  <a:pt x="302133" y="338709"/>
                </a:moveTo>
                <a:lnTo>
                  <a:pt x="264033" y="338709"/>
                </a:lnTo>
                <a:lnTo>
                  <a:pt x="264033" y="275082"/>
                </a:lnTo>
                <a:lnTo>
                  <a:pt x="19812" y="275082"/>
                </a:lnTo>
                <a:lnTo>
                  <a:pt x="19812" y="243840"/>
                </a:lnTo>
                <a:lnTo>
                  <a:pt x="302133" y="243840"/>
                </a:lnTo>
                <a:lnTo>
                  <a:pt x="302133" y="3387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311621" y="7892432"/>
            <a:ext cx="302895" cy="325755"/>
          </a:xfrm>
          <a:custGeom>
            <a:avLst/>
            <a:gdLst/>
            <a:ahLst/>
            <a:cxnLst/>
            <a:rect l="l" t="t" r="r" b="b"/>
            <a:pathLst>
              <a:path w="302895" h="325754">
                <a:moveTo>
                  <a:pt x="299847" y="182880"/>
                </a:moveTo>
                <a:lnTo>
                  <a:pt x="262128" y="182880"/>
                </a:lnTo>
                <a:lnTo>
                  <a:pt x="262128" y="94107"/>
                </a:lnTo>
                <a:lnTo>
                  <a:pt x="198882" y="94107"/>
                </a:lnTo>
                <a:lnTo>
                  <a:pt x="198882" y="61341"/>
                </a:lnTo>
                <a:lnTo>
                  <a:pt x="262128" y="61341"/>
                </a:lnTo>
                <a:lnTo>
                  <a:pt x="262128" y="0"/>
                </a:lnTo>
                <a:lnTo>
                  <a:pt x="299847" y="0"/>
                </a:lnTo>
                <a:lnTo>
                  <a:pt x="299847" y="182880"/>
                </a:lnTo>
                <a:close/>
              </a:path>
              <a:path w="302895" h="325754">
                <a:moveTo>
                  <a:pt x="211836" y="40767"/>
                </a:moveTo>
                <a:lnTo>
                  <a:pt x="4191" y="40767"/>
                </a:lnTo>
                <a:lnTo>
                  <a:pt x="4191" y="8382"/>
                </a:lnTo>
                <a:lnTo>
                  <a:pt x="211836" y="8382"/>
                </a:lnTo>
                <a:lnTo>
                  <a:pt x="211836" y="40767"/>
                </a:lnTo>
                <a:close/>
              </a:path>
              <a:path w="302895" h="325754">
                <a:moveTo>
                  <a:pt x="0" y="173355"/>
                </a:moveTo>
                <a:lnTo>
                  <a:pt x="0" y="139446"/>
                </a:lnTo>
                <a:lnTo>
                  <a:pt x="36367" y="128420"/>
                </a:lnTo>
                <a:lnTo>
                  <a:pt x="64341" y="107251"/>
                </a:lnTo>
                <a:lnTo>
                  <a:pt x="83099" y="77509"/>
                </a:lnTo>
                <a:lnTo>
                  <a:pt x="91821" y="40767"/>
                </a:lnTo>
                <a:lnTo>
                  <a:pt x="129540" y="40767"/>
                </a:lnTo>
                <a:lnTo>
                  <a:pt x="128623" y="50631"/>
                </a:lnTo>
                <a:lnTo>
                  <a:pt x="127063" y="60245"/>
                </a:lnTo>
                <a:lnTo>
                  <a:pt x="124932" y="69645"/>
                </a:lnTo>
                <a:lnTo>
                  <a:pt x="122301" y="78867"/>
                </a:lnTo>
                <a:lnTo>
                  <a:pt x="169987" y="108966"/>
                </a:lnTo>
                <a:lnTo>
                  <a:pt x="108204" y="108966"/>
                </a:lnTo>
                <a:lnTo>
                  <a:pt x="88564" y="133332"/>
                </a:lnTo>
                <a:lnTo>
                  <a:pt x="63674" y="152733"/>
                </a:lnTo>
                <a:lnTo>
                  <a:pt x="33998" y="166348"/>
                </a:lnTo>
                <a:lnTo>
                  <a:pt x="0" y="173355"/>
                </a:lnTo>
                <a:close/>
              </a:path>
              <a:path w="302895" h="325754">
                <a:moveTo>
                  <a:pt x="203835" y="170307"/>
                </a:moveTo>
                <a:lnTo>
                  <a:pt x="108204" y="108966"/>
                </a:lnTo>
                <a:lnTo>
                  <a:pt x="169987" y="108966"/>
                </a:lnTo>
                <a:lnTo>
                  <a:pt x="222504" y="142113"/>
                </a:lnTo>
                <a:lnTo>
                  <a:pt x="203835" y="170307"/>
                </a:lnTo>
                <a:close/>
              </a:path>
              <a:path w="302895" h="325754">
                <a:moveTo>
                  <a:pt x="161925" y="325374"/>
                </a:moveTo>
                <a:lnTo>
                  <a:pt x="106685" y="321772"/>
                </a:lnTo>
                <a:lnTo>
                  <a:pt x="62055" y="310276"/>
                </a:lnTo>
                <a:lnTo>
                  <a:pt x="32212" y="289851"/>
                </a:lnTo>
                <a:lnTo>
                  <a:pt x="21336" y="259461"/>
                </a:lnTo>
                <a:lnTo>
                  <a:pt x="32212" y="229070"/>
                </a:lnTo>
                <a:lnTo>
                  <a:pt x="62055" y="208645"/>
                </a:lnTo>
                <a:lnTo>
                  <a:pt x="106685" y="197149"/>
                </a:lnTo>
                <a:lnTo>
                  <a:pt x="161925" y="193548"/>
                </a:lnTo>
                <a:lnTo>
                  <a:pt x="217164" y="197149"/>
                </a:lnTo>
                <a:lnTo>
                  <a:pt x="261794" y="208645"/>
                </a:lnTo>
                <a:lnTo>
                  <a:pt x="284827" y="224409"/>
                </a:lnTo>
                <a:lnTo>
                  <a:pt x="161925" y="224409"/>
                </a:lnTo>
                <a:lnTo>
                  <a:pt x="122580" y="226510"/>
                </a:lnTo>
                <a:lnTo>
                  <a:pt x="90630" y="232933"/>
                </a:lnTo>
                <a:lnTo>
                  <a:pt x="69181" y="243857"/>
                </a:lnTo>
                <a:lnTo>
                  <a:pt x="61341" y="259461"/>
                </a:lnTo>
                <a:lnTo>
                  <a:pt x="69181" y="275064"/>
                </a:lnTo>
                <a:lnTo>
                  <a:pt x="90630" y="285988"/>
                </a:lnTo>
                <a:lnTo>
                  <a:pt x="122580" y="292411"/>
                </a:lnTo>
                <a:lnTo>
                  <a:pt x="161925" y="294513"/>
                </a:lnTo>
                <a:lnTo>
                  <a:pt x="284827" y="294513"/>
                </a:lnTo>
                <a:lnTo>
                  <a:pt x="261794" y="310276"/>
                </a:lnTo>
                <a:lnTo>
                  <a:pt x="217164" y="321772"/>
                </a:lnTo>
                <a:lnTo>
                  <a:pt x="161925" y="325374"/>
                </a:lnTo>
                <a:close/>
              </a:path>
              <a:path w="302895" h="325754">
                <a:moveTo>
                  <a:pt x="284827" y="294513"/>
                </a:moveTo>
                <a:lnTo>
                  <a:pt x="161925" y="294513"/>
                </a:lnTo>
                <a:lnTo>
                  <a:pt x="201269" y="292411"/>
                </a:lnTo>
                <a:lnTo>
                  <a:pt x="233219" y="285988"/>
                </a:lnTo>
                <a:lnTo>
                  <a:pt x="254668" y="275064"/>
                </a:lnTo>
                <a:lnTo>
                  <a:pt x="262509" y="259461"/>
                </a:lnTo>
                <a:lnTo>
                  <a:pt x="254668" y="243857"/>
                </a:lnTo>
                <a:lnTo>
                  <a:pt x="233219" y="232933"/>
                </a:lnTo>
                <a:lnTo>
                  <a:pt x="201269" y="226510"/>
                </a:lnTo>
                <a:lnTo>
                  <a:pt x="161925" y="224409"/>
                </a:lnTo>
                <a:lnTo>
                  <a:pt x="284827" y="224409"/>
                </a:lnTo>
                <a:lnTo>
                  <a:pt x="291637" y="229070"/>
                </a:lnTo>
                <a:lnTo>
                  <a:pt x="302514" y="259461"/>
                </a:lnTo>
                <a:lnTo>
                  <a:pt x="291637" y="289851"/>
                </a:lnTo>
                <a:lnTo>
                  <a:pt x="284827" y="294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755509" y="7892432"/>
            <a:ext cx="340360" cy="325755"/>
          </a:xfrm>
          <a:custGeom>
            <a:avLst/>
            <a:gdLst/>
            <a:ahLst/>
            <a:cxnLst/>
            <a:rect l="l" t="t" r="r" b="b"/>
            <a:pathLst>
              <a:path w="340359" h="325754">
                <a:moveTo>
                  <a:pt x="295275" y="325374"/>
                </a:moveTo>
                <a:lnTo>
                  <a:pt x="257556" y="325374"/>
                </a:lnTo>
                <a:lnTo>
                  <a:pt x="257556" y="0"/>
                </a:lnTo>
                <a:lnTo>
                  <a:pt x="295275" y="0"/>
                </a:lnTo>
                <a:lnTo>
                  <a:pt x="295275" y="128778"/>
                </a:lnTo>
                <a:lnTo>
                  <a:pt x="340233" y="128778"/>
                </a:lnTo>
                <a:lnTo>
                  <a:pt x="340233" y="164973"/>
                </a:lnTo>
                <a:lnTo>
                  <a:pt x="295275" y="164973"/>
                </a:lnTo>
                <a:lnTo>
                  <a:pt x="295275" y="325374"/>
                </a:lnTo>
                <a:close/>
              </a:path>
              <a:path w="340359" h="325754">
                <a:moveTo>
                  <a:pt x="198120" y="219837"/>
                </a:moveTo>
                <a:lnTo>
                  <a:pt x="160020" y="219837"/>
                </a:lnTo>
                <a:lnTo>
                  <a:pt x="160020" y="47625"/>
                </a:lnTo>
                <a:lnTo>
                  <a:pt x="11811" y="47625"/>
                </a:lnTo>
                <a:lnTo>
                  <a:pt x="11811" y="12573"/>
                </a:lnTo>
                <a:lnTo>
                  <a:pt x="198120" y="12573"/>
                </a:lnTo>
                <a:lnTo>
                  <a:pt x="198120" y="219837"/>
                </a:lnTo>
                <a:close/>
              </a:path>
              <a:path w="340359" h="325754">
                <a:moveTo>
                  <a:pt x="94869" y="270510"/>
                </a:moveTo>
                <a:lnTo>
                  <a:pt x="56769" y="270510"/>
                </a:lnTo>
                <a:lnTo>
                  <a:pt x="56769" y="132588"/>
                </a:lnTo>
                <a:lnTo>
                  <a:pt x="94869" y="132588"/>
                </a:lnTo>
                <a:lnTo>
                  <a:pt x="94869" y="270510"/>
                </a:lnTo>
                <a:close/>
              </a:path>
              <a:path w="340359" h="325754">
                <a:moveTo>
                  <a:pt x="124206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23825" y="270510"/>
                </a:lnTo>
                <a:lnTo>
                  <a:pt x="155709" y="269759"/>
                </a:lnTo>
                <a:lnTo>
                  <a:pt x="184880" y="267366"/>
                </a:lnTo>
                <a:lnTo>
                  <a:pt x="210192" y="263116"/>
                </a:lnTo>
                <a:lnTo>
                  <a:pt x="230505" y="256794"/>
                </a:lnTo>
                <a:lnTo>
                  <a:pt x="230505" y="292227"/>
                </a:lnTo>
                <a:lnTo>
                  <a:pt x="210359" y="298388"/>
                </a:lnTo>
                <a:lnTo>
                  <a:pt x="185356" y="302656"/>
                </a:lnTo>
                <a:lnTo>
                  <a:pt x="156352" y="305139"/>
                </a:lnTo>
                <a:lnTo>
                  <a:pt x="124206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3117078" y="7892432"/>
            <a:ext cx="302895" cy="325755"/>
          </a:xfrm>
          <a:custGeom>
            <a:avLst/>
            <a:gdLst/>
            <a:ahLst/>
            <a:cxnLst/>
            <a:rect l="l" t="t" r="r" b="b"/>
            <a:pathLst>
              <a:path w="302894" h="325754">
                <a:moveTo>
                  <a:pt x="299847" y="182880"/>
                </a:moveTo>
                <a:lnTo>
                  <a:pt x="262128" y="182880"/>
                </a:lnTo>
                <a:lnTo>
                  <a:pt x="262128" y="94107"/>
                </a:lnTo>
                <a:lnTo>
                  <a:pt x="198882" y="94107"/>
                </a:lnTo>
                <a:lnTo>
                  <a:pt x="198882" y="61341"/>
                </a:lnTo>
                <a:lnTo>
                  <a:pt x="262128" y="61341"/>
                </a:lnTo>
                <a:lnTo>
                  <a:pt x="262128" y="0"/>
                </a:lnTo>
                <a:lnTo>
                  <a:pt x="299847" y="0"/>
                </a:lnTo>
                <a:lnTo>
                  <a:pt x="299847" y="182880"/>
                </a:lnTo>
                <a:close/>
              </a:path>
              <a:path w="302894" h="325754">
                <a:moveTo>
                  <a:pt x="211836" y="40767"/>
                </a:moveTo>
                <a:lnTo>
                  <a:pt x="4191" y="40767"/>
                </a:lnTo>
                <a:lnTo>
                  <a:pt x="4191" y="8382"/>
                </a:lnTo>
                <a:lnTo>
                  <a:pt x="211836" y="8382"/>
                </a:lnTo>
                <a:lnTo>
                  <a:pt x="211836" y="40767"/>
                </a:lnTo>
                <a:close/>
              </a:path>
              <a:path w="302894" h="325754">
                <a:moveTo>
                  <a:pt x="0" y="173355"/>
                </a:moveTo>
                <a:lnTo>
                  <a:pt x="0" y="139446"/>
                </a:lnTo>
                <a:lnTo>
                  <a:pt x="36367" y="128420"/>
                </a:lnTo>
                <a:lnTo>
                  <a:pt x="64341" y="107251"/>
                </a:lnTo>
                <a:lnTo>
                  <a:pt x="83099" y="77509"/>
                </a:lnTo>
                <a:lnTo>
                  <a:pt x="91821" y="40767"/>
                </a:lnTo>
                <a:lnTo>
                  <a:pt x="129540" y="40767"/>
                </a:lnTo>
                <a:lnTo>
                  <a:pt x="128623" y="50631"/>
                </a:lnTo>
                <a:lnTo>
                  <a:pt x="127063" y="60245"/>
                </a:lnTo>
                <a:lnTo>
                  <a:pt x="124932" y="69645"/>
                </a:lnTo>
                <a:lnTo>
                  <a:pt x="122301" y="78867"/>
                </a:lnTo>
                <a:lnTo>
                  <a:pt x="169987" y="108966"/>
                </a:lnTo>
                <a:lnTo>
                  <a:pt x="108204" y="108966"/>
                </a:lnTo>
                <a:lnTo>
                  <a:pt x="88564" y="133332"/>
                </a:lnTo>
                <a:lnTo>
                  <a:pt x="63674" y="152733"/>
                </a:lnTo>
                <a:lnTo>
                  <a:pt x="33998" y="166348"/>
                </a:lnTo>
                <a:lnTo>
                  <a:pt x="0" y="173355"/>
                </a:lnTo>
                <a:close/>
              </a:path>
              <a:path w="302894" h="325754">
                <a:moveTo>
                  <a:pt x="203835" y="170307"/>
                </a:moveTo>
                <a:lnTo>
                  <a:pt x="108204" y="108966"/>
                </a:lnTo>
                <a:lnTo>
                  <a:pt x="169987" y="108966"/>
                </a:lnTo>
                <a:lnTo>
                  <a:pt x="222504" y="142113"/>
                </a:lnTo>
                <a:lnTo>
                  <a:pt x="203835" y="170307"/>
                </a:lnTo>
                <a:close/>
              </a:path>
              <a:path w="302894" h="325754">
                <a:moveTo>
                  <a:pt x="161925" y="325374"/>
                </a:moveTo>
                <a:lnTo>
                  <a:pt x="106685" y="321772"/>
                </a:lnTo>
                <a:lnTo>
                  <a:pt x="62055" y="310276"/>
                </a:lnTo>
                <a:lnTo>
                  <a:pt x="32212" y="289851"/>
                </a:lnTo>
                <a:lnTo>
                  <a:pt x="21336" y="259461"/>
                </a:lnTo>
                <a:lnTo>
                  <a:pt x="32212" y="229070"/>
                </a:lnTo>
                <a:lnTo>
                  <a:pt x="62055" y="208645"/>
                </a:lnTo>
                <a:lnTo>
                  <a:pt x="106685" y="197149"/>
                </a:lnTo>
                <a:lnTo>
                  <a:pt x="161925" y="193548"/>
                </a:lnTo>
                <a:lnTo>
                  <a:pt x="217164" y="197149"/>
                </a:lnTo>
                <a:lnTo>
                  <a:pt x="261794" y="208645"/>
                </a:lnTo>
                <a:lnTo>
                  <a:pt x="284827" y="224409"/>
                </a:lnTo>
                <a:lnTo>
                  <a:pt x="161925" y="224409"/>
                </a:lnTo>
                <a:lnTo>
                  <a:pt x="122580" y="226510"/>
                </a:lnTo>
                <a:lnTo>
                  <a:pt x="90630" y="232933"/>
                </a:lnTo>
                <a:lnTo>
                  <a:pt x="69181" y="243857"/>
                </a:lnTo>
                <a:lnTo>
                  <a:pt x="61341" y="259461"/>
                </a:lnTo>
                <a:lnTo>
                  <a:pt x="69181" y="275064"/>
                </a:lnTo>
                <a:lnTo>
                  <a:pt x="90630" y="285988"/>
                </a:lnTo>
                <a:lnTo>
                  <a:pt x="122580" y="292411"/>
                </a:lnTo>
                <a:lnTo>
                  <a:pt x="161925" y="294513"/>
                </a:lnTo>
                <a:lnTo>
                  <a:pt x="284827" y="294513"/>
                </a:lnTo>
                <a:lnTo>
                  <a:pt x="261794" y="310276"/>
                </a:lnTo>
                <a:lnTo>
                  <a:pt x="217164" y="321772"/>
                </a:lnTo>
                <a:lnTo>
                  <a:pt x="161925" y="325374"/>
                </a:lnTo>
                <a:close/>
              </a:path>
              <a:path w="302894" h="325754">
                <a:moveTo>
                  <a:pt x="284827" y="294513"/>
                </a:moveTo>
                <a:lnTo>
                  <a:pt x="161925" y="294513"/>
                </a:lnTo>
                <a:lnTo>
                  <a:pt x="201269" y="292411"/>
                </a:lnTo>
                <a:lnTo>
                  <a:pt x="233219" y="285988"/>
                </a:lnTo>
                <a:lnTo>
                  <a:pt x="254668" y="275064"/>
                </a:lnTo>
                <a:lnTo>
                  <a:pt x="262509" y="259461"/>
                </a:lnTo>
                <a:lnTo>
                  <a:pt x="254668" y="243857"/>
                </a:lnTo>
                <a:lnTo>
                  <a:pt x="233219" y="232933"/>
                </a:lnTo>
                <a:lnTo>
                  <a:pt x="201269" y="226510"/>
                </a:lnTo>
                <a:lnTo>
                  <a:pt x="161925" y="224409"/>
                </a:lnTo>
                <a:lnTo>
                  <a:pt x="284827" y="224409"/>
                </a:lnTo>
                <a:lnTo>
                  <a:pt x="291637" y="229070"/>
                </a:lnTo>
                <a:lnTo>
                  <a:pt x="302514" y="259461"/>
                </a:lnTo>
                <a:lnTo>
                  <a:pt x="291637" y="289851"/>
                </a:lnTo>
                <a:lnTo>
                  <a:pt x="284827" y="294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0556954" y="6205220"/>
            <a:ext cx="449580" cy="3101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1033586" y="6286731"/>
            <a:ext cx="218313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1278950" y="6195291"/>
            <a:ext cx="224790" cy="320040"/>
          </a:xfrm>
          <a:custGeom>
            <a:avLst/>
            <a:gdLst/>
            <a:ahLst/>
            <a:cxnLst/>
            <a:rect l="l" t="t" r="r" b="b"/>
            <a:pathLst>
              <a:path w="224790" h="320040">
                <a:moveTo>
                  <a:pt x="224409" y="129159"/>
                </a:moveTo>
                <a:lnTo>
                  <a:pt x="185166" y="129159"/>
                </a:lnTo>
                <a:lnTo>
                  <a:pt x="185166" y="0"/>
                </a:lnTo>
                <a:lnTo>
                  <a:pt x="224409" y="0"/>
                </a:lnTo>
                <a:lnTo>
                  <a:pt x="224409" y="129159"/>
                </a:lnTo>
                <a:close/>
              </a:path>
              <a:path w="224790" h="320040">
                <a:moveTo>
                  <a:pt x="107823" y="320040"/>
                </a:moveTo>
                <a:lnTo>
                  <a:pt x="64936" y="311342"/>
                </a:lnTo>
                <a:lnTo>
                  <a:pt x="30765" y="287321"/>
                </a:lnTo>
                <a:lnTo>
                  <a:pt x="8167" y="251084"/>
                </a:lnTo>
                <a:lnTo>
                  <a:pt x="0" y="205740"/>
                </a:lnTo>
                <a:lnTo>
                  <a:pt x="8167" y="160395"/>
                </a:lnTo>
                <a:lnTo>
                  <a:pt x="30765" y="124158"/>
                </a:lnTo>
                <a:lnTo>
                  <a:pt x="64936" y="100137"/>
                </a:lnTo>
                <a:lnTo>
                  <a:pt x="107823" y="91440"/>
                </a:lnTo>
                <a:lnTo>
                  <a:pt x="135070" y="94708"/>
                </a:lnTo>
                <a:lnTo>
                  <a:pt x="157210" y="103298"/>
                </a:lnTo>
                <a:lnTo>
                  <a:pt x="173991" y="115389"/>
                </a:lnTo>
                <a:lnTo>
                  <a:pt x="182692" y="126111"/>
                </a:lnTo>
                <a:lnTo>
                  <a:pt x="111252" y="126111"/>
                </a:lnTo>
                <a:lnTo>
                  <a:pt x="81397" y="132177"/>
                </a:lnTo>
                <a:lnTo>
                  <a:pt x="58435" y="148923"/>
                </a:lnTo>
                <a:lnTo>
                  <a:pt x="43689" y="174170"/>
                </a:lnTo>
                <a:lnTo>
                  <a:pt x="38481" y="205740"/>
                </a:lnTo>
                <a:lnTo>
                  <a:pt x="43689" y="237309"/>
                </a:lnTo>
                <a:lnTo>
                  <a:pt x="58435" y="262556"/>
                </a:lnTo>
                <a:lnTo>
                  <a:pt x="81397" y="279302"/>
                </a:lnTo>
                <a:lnTo>
                  <a:pt x="111252" y="285369"/>
                </a:lnTo>
                <a:lnTo>
                  <a:pt x="182692" y="285369"/>
                </a:lnTo>
                <a:lnTo>
                  <a:pt x="173991" y="296090"/>
                </a:lnTo>
                <a:lnTo>
                  <a:pt x="157210" y="308181"/>
                </a:lnTo>
                <a:lnTo>
                  <a:pt x="135070" y="316771"/>
                </a:lnTo>
                <a:lnTo>
                  <a:pt x="107823" y="320040"/>
                </a:lnTo>
                <a:close/>
              </a:path>
              <a:path w="224790" h="320040">
                <a:moveTo>
                  <a:pt x="182692" y="285369"/>
                </a:moveTo>
                <a:lnTo>
                  <a:pt x="111252" y="285369"/>
                </a:lnTo>
                <a:lnTo>
                  <a:pt x="141565" y="279302"/>
                </a:lnTo>
                <a:lnTo>
                  <a:pt x="165163" y="262556"/>
                </a:lnTo>
                <a:lnTo>
                  <a:pt x="180474" y="237309"/>
                </a:lnTo>
                <a:lnTo>
                  <a:pt x="185928" y="205740"/>
                </a:lnTo>
                <a:lnTo>
                  <a:pt x="180474" y="174170"/>
                </a:lnTo>
                <a:lnTo>
                  <a:pt x="165163" y="148923"/>
                </a:lnTo>
                <a:lnTo>
                  <a:pt x="141565" y="132177"/>
                </a:lnTo>
                <a:lnTo>
                  <a:pt x="111252" y="126111"/>
                </a:lnTo>
                <a:lnTo>
                  <a:pt x="182692" y="126111"/>
                </a:lnTo>
                <a:lnTo>
                  <a:pt x="185166" y="129159"/>
                </a:lnTo>
                <a:lnTo>
                  <a:pt x="224409" y="129159"/>
                </a:lnTo>
                <a:lnTo>
                  <a:pt x="224409" y="282321"/>
                </a:lnTo>
                <a:lnTo>
                  <a:pt x="185166" y="282321"/>
                </a:lnTo>
                <a:lnTo>
                  <a:pt x="182692" y="285369"/>
                </a:lnTo>
                <a:close/>
              </a:path>
              <a:path w="224790" h="320040">
                <a:moveTo>
                  <a:pt x="224409" y="314706"/>
                </a:moveTo>
                <a:lnTo>
                  <a:pt x="185166" y="314706"/>
                </a:lnTo>
                <a:lnTo>
                  <a:pt x="185166" y="282321"/>
                </a:lnTo>
                <a:lnTo>
                  <a:pt x="224409" y="282321"/>
                </a:lnTo>
                <a:lnTo>
                  <a:pt x="224409" y="3147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1565462" y="6203950"/>
            <a:ext cx="281940" cy="34290"/>
          </a:xfrm>
          <a:custGeom>
            <a:avLst/>
            <a:gdLst/>
            <a:ahLst/>
            <a:cxnLst/>
            <a:rect l="l" t="t" r="r" b="b"/>
            <a:pathLst>
              <a:path w="281940" h="34289">
                <a:moveTo>
                  <a:pt x="0" y="0"/>
                </a:moveTo>
                <a:lnTo>
                  <a:pt x="281939" y="0"/>
                </a:lnTo>
                <a:lnTo>
                  <a:pt x="281939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1810064" y="6238240"/>
            <a:ext cx="37465" cy="50800"/>
          </a:xfrm>
          <a:custGeom>
            <a:avLst/>
            <a:gdLst/>
            <a:ahLst/>
            <a:cxnLst/>
            <a:rect l="l" t="t" r="r" b="b"/>
            <a:pathLst>
              <a:path w="37465" h="50800">
                <a:moveTo>
                  <a:pt x="0" y="0"/>
                </a:moveTo>
                <a:lnTo>
                  <a:pt x="37338" y="0"/>
                </a:lnTo>
                <a:lnTo>
                  <a:pt x="37338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1565462" y="6289040"/>
            <a:ext cx="281940" cy="31750"/>
          </a:xfrm>
          <a:custGeom>
            <a:avLst/>
            <a:gdLst/>
            <a:ahLst/>
            <a:cxnLst/>
            <a:rect l="l" t="t" r="r" b="b"/>
            <a:pathLst>
              <a:path w="281940" h="31750">
                <a:moveTo>
                  <a:pt x="0" y="0"/>
                </a:moveTo>
                <a:lnTo>
                  <a:pt x="281939" y="0"/>
                </a:lnTo>
                <a:lnTo>
                  <a:pt x="281939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1565462" y="6320790"/>
            <a:ext cx="38100" cy="52069"/>
          </a:xfrm>
          <a:custGeom>
            <a:avLst/>
            <a:gdLst/>
            <a:ahLst/>
            <a:cxnLst/>
            <a:rect l="l" t="t" r="r" b="b"/>
            <a:pathLst>
              <a:path w="38100" h="52070">
                <a:moveTo>
                  <a:pt x="0" y="0"/>
                </a:moveTo>
                <a:lnTo>
                  <a:pt x="37719" y="0"/>
                </a:lnTo>
                <a:lnTo>
                  <a:pt x="37719" y="52069"/>
                </a:lnTo>
                <a:lnTo>
                  <a:pt x="0" y="520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1565462" y="6372859"/>
            <a:ext cx="287020" cy="33020"/>
          </a:xfrm>
          <a:custGeom>
            <a:avLst/>
            <a:gdLst/>
            <a:ahLst/>
            <a:cxnLst/>
            <a:rect l="l" t="t" r="r" b="b"/>
            <a:pathLst>
              <a:path w="287020" h="33020">
                <a:moveTo>
                  <a:pt x="0" y="0"/>
                </a:moveTo>
                <a:lnTo>
                  <a:pt x="286892" y="0"/>
                </a:lnTo>
                <a:lnTo>
                  <a:pt x="286892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1686239" y="6405879"/>
            <a:ext cx="38735" cy="62230"/>
          </a:xfrm>
          <a:custGeom>
            <a:avLst/>
            <a:gdLst/>
            <a:ahLst/>
            <a:cxnLst/>
            <a:rect l="l" t="t" r="r" b="b"/>
            <a:pathLst>
              <a:path w="38734" h="62229">
                <a:moveTo>
                  <a:pt x="0" y="0"/>
                </a:moveTo>
                <a:lnTo>
                  <a:pt x="38481" y="0"/>
                </a:lnTo>
                <a:lnTo>
                  <a:pt x="38481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1543744" y="6468109"/>
            <a:ext cx="325120" cy="34290"/>
          </a:xfrm>
          <a:custGeom>
            <a:avLst/>
            <a:gdLst/>
            <a:ahLst/>
            <a:cxnLst/>
            <a:rect l="l" t="t" r="r" b="b"/>
            <a:pathLst>
              <a:path w="325120" h="34289">
                <a:moveTo>
                  <a:pt x="0" y="0"/>
                </a:moveTo>
                <a:lnTo>
                  <a:pt x="324992" y="0"/>
                </a:lnTo>
                <a:lnTo>
                  <a:pt x="324992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1997034" y="6192624"/>
            <a:ext cx="309880" cy="321310"/>
          </a:xfrm>
          <a:custGeom>
            <a:avLst/>
            <a:gdLst/>
            <a:ahLst/>
            <a:cxnLst/>
            <a:rect l="l" t="t" r="r" b="b"/>
            <a:pathLst>
              <a:path w="309879" h="321309">
                <a:moveTo>
                  <a:pt x="300609" y="241554"/>
                </a:moveTo>
                <a:lnTo>
                  <a:pt x="262890" y="241554"/>
                </a:lnTo>
                <a:lnTo>
                  <a:pt x="262890" y="0"/>
                </a:lnTo>
                <a:lnTo>
                  <a:pt x="300609" y="0"/>
                </a:lnTo>
                <a:lnTo>
                  <a:pt x="300609" y="241554"/>
                </a:lnTo>
                <a:close/>
              </a:path>
              <a:path w="309879" h="321309">
                <a:moveTo>
                  <a:pt x="103251" y="192405"/>
                </a:moveTo>
                <a:lnTo>
                  <a:pt x="60275" y="185302"/>
                </a:lnTo>
                <a:lnTo>
                  <a:pt x="27765" y="165592"/>
                </a:lnTo>
                <a:lnTo>
                  <a:pt x="7185" y="135665"/>
                </a:lnTo>
                <a:lnTo>
                  <a:pt x="0" y="97917"/>
                </a:lnTo>
                <a:lnTo>
                  <a:pt x="7185" y="60168"/>
                </a:lnTo>
                <a:lnTo>
                  <a:pt x="27765" y="30241"/>
                </a:lnTo>
                <a:lnTo>
                  <a:pt x="60275" y="10531"/>
                </a:lnTo>
                <a:lnTo>
                  <a:pt x="103251" y="3429"/>
                </a:lnTo>
                <a:lnTo>
                  <a:pt x="146167" y="10531"/>
                </a:lnTo>
                <a:lnTo>
                  <a:pt x="178546" y="30241"/>
                </a:lnTo>
                <a:lnTo>
                  <a:pt x="181832" y="35052"/>
                </a:lnTo>
                <a:lnTo>
                  <a:pt x="103251" y="35052"/>
                </a:lnTo>
                <a:lnTo>
                  <a:pt x="76616" y="39463"/>
                </a:lnTo>
                <a:lnTo>
                  <a:pt x="55911" y="52054"/>
                </a:lnTo>
                <a:lnTo>
                  <a:pt x="42493" y="71860"/>
                </a:lnTo>
                <a:lnTo>
                  <a:pt x="37719" y="97917"/>
                </a:lnTo>
                <a:lnTo>
                  <a:pt x="42493" y="123914"/>
                </a:lnTo>
                <a:lnTo>
                  <a:pt x="55911" y="143589"/>
                </a:lnTo>
                <a:lnTo>
                  <a:pt x="76616" y="156049"/>
                </a:lnTo>
                <a:lnTo>
                  <a:pt x="103251" y="160401"/>
                </a:lnTo>
                <a:lnTo>
                  <a:pt x="182093" y="160401"/>
                </a:lnTo>
                <a:lnTo>
                  <a:pt x="178546" y="165592"/>
                </a:lnTo>
                <a:lnTo>
                  <a:pt x="146167" y="185302"/>
                </a:lnTo>
                <a:lnTo>
                  <a:pt x="103251" y="192405"/>
                </a:lnTo>
                <a:close/>
              </a:path>
              <a:path w="309879" h="321309">
                <a:moveTo>
                  <a:pt x="182093" y="160401"/>
                </a:moveTo>
                <a:lnTo>
                  <a:pt x="103251" y="160401"/>
                </a:lnTo>
                <a:lnTo>
                  <a:pt x="129665" y="156049"/>
                </a:lnTo>
                <a:lnTo>
                  <a:pt x="150256" y="143589"/>
                </a:lnTo>
                <a:lnTo>
                  <a:pt x="163633" y="123914"/>
                </a:lnTo>
                <a:lnTo>
                  <a:pt x="168402" y="97917"/>
                </a:lnTo>
                <a:lnTo>
                  <a:pt x="163633" y="71860"/>
                </a:lnTo>
                <a:lnTo>
                  <a:pt x="150256" y="52054"/>
                </a:lnTo>
                <a:lnTo>
                  <a:pt x="129665" y="39463"/>
                </a:lnTo>
                <a:lnTo>
                  <a:pt x="103251" y="35052"/>
                </a:lnTo>
                <a:lnTo>
                  <a:pt x="181832" y="35052"/>
                </a:lnTo>
                <a:lnTo>
                  <a:pt x="198995" y="60168"/>
                </a:lnTo>
                <a:lnTo>
                  <a:pt x="206121" y="97917"/>
                </a:lnTo>
                <a:lnTo>
                  <a:pt x="198995" y="135665"/>
                </a:lnTo>
                <a:lnTo>
                  <a:pt x="182093" y="160401"/>
                </a:lnTo>
                <a:close/>
              </a:path>
              <a:path w="309879" h="321309">
                <a:moveTo>
                  <a:pt x="309372" y="321183"/>
                </a:moveTo>
                <a:lnTo>
                  <a:pt x="28575" y="321183"/>
                </a:lnTo>
                <a:lnTo>
                  <a:pt x="28575" y="214884"/>
                </a:lnTo>
                <a:lnTo>
                  <a:pt x="67056" y="214884"/>
                </a:lnTo>
                <a:lnTo>
                  <a:pt x="67056" y="286893"/>
                </a:lnTo>
                <a:lnTo>
                  <a:pt x="309372" y="286893"/>
                </a:lnTo>
                <a:lnTo>
                  <a:pt x="309372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2347935" y="6186909"/>
            <a:ext cx="341630" cy="327025"/>
          </a:xfrm>
          <a:custGeom>
            <a:avLst/>
            <a:gdLst/>
            <a:ahLst/>
            <a:cxnLst/>
            <a:rect l="l" t="t" r="r" b="b"/>
            <a:pathLst>
              <a:path w="341629" h="327025">
                <a:moveTo>
                  <a:pt x="129540" y="36576"/>
                </a:moveTo>
                <a:lnTo>
                  <a:pt x="91440" y="36576"/>
                </a:lnTo>
                <a:lnTo>
                  <a:pt x="91440" y="0"/>
                </a:lnTo>
                <a:lnTo>
                  <a:pt x="129540" y="0"/>
                </a:lnTo>
                <a:lnTo>
                  <a:pt x="129540" y="36576"/>
                </a:lnTo>
                <a:close/>
              </a:path>
              <a:path w="341629" h="327025">
                <a:moveTo>
                  <a:pt x="220980" y="67437"/>
                </a:moveTo>
                <a:lnTo>
                  <a:pt x="0" y="67437"/>
                </a:lnTo>
                <a:lnTo>
                  <a:pt x="0" y="36576"/>
                </a:lnTo>
                <a:lnTo>
                  <a:pt x="220980" y="36576"/>
                </a:lnTo>
                <a:lnTo>
                  <a:pt x="220980" y="67437"/>
                </a:lnTo>
                <a:close/>
              </a:path>
              <a:path w="341629" h="327025">
                <a:moveTo>
                  <a:pt x="295656" y="249555"/>
                </a:moveTo>
                <a:lnTo>
                  <a:pt x="257937" y="249555"/>
                </a:lnTo>
                <a:lnTo>
                  <a:pt x="257937" y="5715"/>
                </a:lnTo>
                <a:lnTo>
                  <a:pt x="295656" y="5715"/>
                </a:lnTo>
                <a:lnTo>
                  <a:pt x="295656" y="94869"/>
                </a:lnTo>
                <a:lnTo>
                  <a:pt x="341376" y="94869"/>
                </a:lnTo>
                <a:lnTo>
                  <a:pt x="341376" y="131064"/>
                </a:lnTo>
                <a:lnTo>
                  <a:pt x="295656" y="131064"/>
                </a:lnTo>
                <a:lnTo>
                  <a:pt x="295656" y="249555"/>
                </a:lnTo>
                <a:close/>
              </a:path>
              <a:path w="341629" h="327025">
                <a:moveTo>
                  <a:pt x="110490" y="219075"/>
                </a:moveTo>
                <a:lnTo>
                  <a:pt x="72604" y="214657"/>
                </a:lnTo>
                <a:lnTo>
                  <a:pt x="42005" y="201739"/>
                </a:lnTo>
                <a:lnTo>
                  <a:pt x="21550" y="180820"/>
                </a:lnTo>
                <a:lnTo>
                  <a:pt x="14097" y="152400"/>
                </a:lnTo>
                <a:lnTo>
                  <a:pt x="21550" y="123979"/>
                </a:lnTo>
                <a:lnTo>
                  <a:pt x="42005" y="103060"/>
                </a:lnTo>
                <a:lnTo>
                  <a:pt x="72604" y="90142"/>
                </a:lnTo>
                <a:lnTo>
                  <a:pt x="110490" y="85725"/>
                </a:lnTo>
                <a:lnTo>
                  <a:pt x="148316" y="90142"/>
                </a:lnTo>
                <a:lnTo>
                  <a:pt x="178784" y="103060"/>
                </a:lnTo>
                <a:lnTo>
                  <a:pt x="190074" y="114681"/>
                </a:lnTo>
                <a:lnTo>
                  <a:pt x="110490" y="114681"/>
                </a:lnTo>
                <a:lnTo>
                  <a:pt x="85713" y="117520"/>
                </a:lnTo>
                <a:lnTo>
                  <a:pt x="66865" y="125396"/>
                </a:lnTo>
                <a:lnTo>
                  <a:pt x="54875" y="137344"/>
                </a:lnTo>
                <a:lnTo>
                  <a:pt x="50673" y="152400"/>
                </a:lnTo>
                <a:lnTo>
                  <a:pt x="54875" y="167616"/>
                </a:lnTo>
                <a:lnTo>
                  <a:pt x="66865" y="179546"/>
                </a:lnTo>
                <a:lnTo>
                  <a:pt x="85713" y="187332"/>
                </a:lnTo>
                <a:lnTo>
                  <a:pt x="110490" y="190119"/>
                </a:lnTo>
                <a:lnTo>
                  <a:pt x="190074" y="190119"/>
                </a:lnTo>
                <a:lnTo>
                  <a:pt x="178784" y="201739"/>
                </a:lnTo>
                <a:lnTo>
                  <a:pt x="148316" y="214657"/>
                </a:lnTo>
                <a:lnTo>
                  <a:pt x="110490" y="219075"/>
                </a:lnTo>
                <a:close/>
              </a:path>
              <a:path w="341629" h="327025">
                <a:moveTo>
                  <a:pt x="190074" y="190119"/>
                </a:moveTo>
                <a:lnTo>
                  <a:pt x="110490" y="190119"/>
                </a:lnTo>
                <a:lnTo>
                  <a:pt x="135266" y="187332"/>
                </a:lnTo>
                <a:lnTo>
                  <a:pt x="154114" y="179546"/>
                </a:lnTo>
                <a:lnTo>
                  <a:pt x="166104" y="167616"/>
                </a:lnTo>
                <a:lnTo>
                  <a:pt x="170307" y="152400"/>
                </a:lnTo>
                <a:lnTo>
                  <a:pt x="166104" y="137344"/>
                </a:lnTo>
                <a:lnTo>
                  <a:pt x="154114" y="125396"/>
                </a:lnTo>
                <a:lnTo>
                  <a:pt x="135266" y="117520"/>
                </a:lnTo>
                <a:lnTo>
                  <a:pt x="110490" y="114681"/>
                </a:lnTo>
                <a:lnTo>
                  <a:pt x="190074" y="114681"/>
                </a:lnTo>
                <a:lnTo>
                  <a:pt x="199108" y="123979"/>
                </a:lnTo>
                <a:lnTo>
                  <a:pt x="206502" y="152400"/>
                </a:lnTo>
                <a:lnTo>
                  <a:pt x="199108" y="180820"/>
                </a:lnTo>
                <a:lnTo>
                  <a:pt x="190074" y="190119"/>
                </a:lnTo>
                <a:close/>
              </a:path>
              <a:path w="341629" h="327025">
                <a:moveTo>
                  <a:pt x="304419" y="326898"/>
                </a:moveTo>
                <a:lnTo>
                  <a:pt x="23622" y="326898"/>
                </a:lnTo>
                <a:lnTo>
                  <a:pt x="23622" y="237744"/>
                </a:lnTo>
                <a:lnTo>
                  <a:pt x="61722" y="237744"/>
                </a:lnTo>
                <a:lnTo>
                  <a:pt x="61722" y="293370"/>
                </a:lnTo>
                <a:lnTo>
                  <a:pt x="304419" y="293370"/>
                </a:lnTo>
                <a:lnTo>
                  <a:pt x="304419" y="3268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2799444" y="6190719"/>
            <a:ext cx="325120" cy="323850"/>
          </a:xfrm>
          <a:custGeom>
            <a:avLst/>
            <a:gdLst/>
            <a:ahLst/>
            <a:cxnLst/>
            <a:rect l="l" t="t" r="r" b="b"/>
            <a:pathLst>
              <a:path w="325119" h="323850">
                <a:moveTo>
                  <a:pt x="181356" y="174498"/>
                </a:moveTo>
                <a:lnTo>
                  <a:pt x="143256" y="174498"/>
                </a:lnTo>
                <a:lnTo>
                  <a:pt x="143256" y="140208"/>
                </a:lnTo>
                <a:lnTo>
                  <a:pt x="94095" y="134076"/>
                </a:lnTo>
                <a:lnTo>
                  <a:pt x="54292" y="120586"/>
                </a:lnTo>
                <a:lnTo>
                  <a:pt x="27634" y="99381"/>
                </a:lnTo>
                <a:lnTo>
                  <a:pt x="17907" y="70104"/>
                </a:lnTo>
                <a:lnTo>
                  <a:pt x="29378" y="38897"/>
                </a:lnTo>
                <a:lnTo>
                  <a:pt x="60531" y="17049"/>
                </a:lnTo>
                <a:lnTo>
                  <a:pt x="106471" y="4202"/>
                </a:lnTo>
                <a:lnTo>
                  <a:pt x="162306" y="0"/>
                </a:lnTo>
                <a:lnTo>
                  <a:pt x="218140" y="4202"/>
                </a:lnTo>
                <a:lnTo>
                  <a:pt x="264080" y="17049"/>
                </a:lnTo>
                <a:lnTo>
                  <a:pt x="283230" y="30480"/>
                </a:lnTo>
                <a:lnTo>
                  <a:pt x="162306" y="30480"/>
                </a:lnTo>
                <a:lnTo>
                  <a:pt x="122045" y="32974"/>
                </a:lnTo>
                <a:lnTo>
                  <a:pt x="88820" y="40433"/>
                </a:lnTo>
                <a:lnTo>
                  <a:pt x="66240" y="52822"/>
                </a:lnTo>
                <a:lnTo>
                  <a:pt x="57912" y="70104"/>
                </a:lnTo>
                <a:lnTo>
                  <a:pt x="66240" y="87606"/>
                </a:lnTo>
                <a:lnTo>
                  <a:pt x="88820" y="100107"/>
                </a:lnTo>
                <a:lnTo>
                  <a:pt x="122045" y="107608"/>
                </a:lnTo>
                <a:lnTo>
                  <a:pt x="162306" y="110109"/>
                </a:lnTo>
                <a:lnTo>
                  <a:pt x="283491" y="110109"/>
                </a:lnTo>
                <a:lnTo>
                  <a:pt x="270319" y="120586"/>
                </a:lnTo>
                <a:lnTo>
                  <a:pt x="230516" y="134076"/>
                </a:lnTo>
                <a:lnTo>
                  <a:pt x="181356" y="140208"/>
                </a:lnTo>
                <a:lnTo>
                  <a:pt x="181356" y="174498"/>
                </a:lnTo>
                <a:close/>
              </a:path>
              <a:path w="325119" h="323850">
                <a:moveTo>
                  <a:pt x="283491" y="110109"/>
                </a:moveTo>
                <a:lnTo>
                  <a:pt x="162306" y="110109"/>
                </a:lnTo>
                <a:lnTo>
                  <a:pt x="202566" y="107608"/>
                </a:lnTo>
                <a:lnTo>
                  <a:pt x="235791" y="100107"/>
                </a:lnTo>
                <a:lnTo>
                  <a:pt x="258371" y="87606"/>
                </a:lnTo>
                <a:lnTo>
                  <a:pt x="266700" y="70104"/>
                </a:lnTo>
                <a:lnTo>
                  <a:pt x="258371" y="52822"/>
                </a:lnTo>
                <a:lnTo>
                  <a:pt x="235791" y="40433"/>
                </a:lnTo>
                <a:lnTo>
                  <a:pt x="202566" y="32974"/>
                </a:lnTo>
                <a:lnTo>
                  <a:pt x="162306" y="30480"/>
                </a:lnTo>
                <a:lnTo>
                  <a:pt x="283230" y="30480"/>
                </a:lnTo>
                <a:lnTo>
                  <a:pt x="295233" y="38897"/>
                </a:lnTo>
                <a:lnTo>
                  <a:pt x="306705" y="70104"/>
                </a:lnTo>
                <a:lnTo>
                  <a:pt x="296977" y="99381"/>
                </a:lnTo>
                <a:lnTo>
                  <a:pt x="283491" y="110109"/>
                </a:lnTo>
                <a:close/>
              </a:path>
              <a:path w="325119" h="323850">
                <a:moveTo>
                  <a:pt x="324993" y="206502"/>
                </a:moveTo>
                <a:lnTo>
                  <a:pt x="0" y="206502"/>
                </a:lnTo>
                <a:lnTo>
                  <a:pt x="0" y="174498"/>
                </a:lnTo>
                <a:lnTo>
                  <a:pt x="324993" y="174498"/>
                </a:lnTo>
                <a:lnTo>
                  <a:pt x="324993" y="206502"/>
                </a:lnTo>
                <a:close/>
              </a:path>
              <a:path w="325119" h="323850">
                <a:moveTo>
                  <a:pt x="308229" y="323469"/>
                </a:moveTo>
                <a:lnTo>
                  <a:pt x="22479" y="323469"/>
                </a:lnTo>
                <a:lnTo>
                  <a:pt x="22479" y="231648"/>
                </a:lnTo>
                <a:lnTo>
                  <a:pt x="60960" y="231648"/>
                </a:lnTo>
                <a:lnTo>
                  <a:pt x="60960" y="291084"/>
                </a:lnTo>
                <a:lnTo>
                  <a:pt x="308229" y="291084"/>
                </a:lnTo>
                <a:lnTo>
                  <a:pt x="308229" y="3234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3175871" y="6203950"/>
            <a:ext cx="282575" cy="35560"/>
          </a:xfrm>
          <a:custGeom>
            <a:avLst/>
            <a:gdLst/>
            <a:ahLst/>
            <a:cxnLst/>
            <a:rect l="l" t="t" r="r" b="b"/>
            <a:pathLst>
              <a:path w="282575" h="35560">
                <a:moveTo>
                  <a:pt x="0" y="0"/>
                </a:moveTo>
                <a:lnTo>
                  <a:pt x="282321" y="0"/>
                </a:lnTo>
                <a:lnTo>
                  <a:pt x="282321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3175871" y="6239509"/>
            <a:ext cx="38735" cy="114300"/>
          </a:xfrm>
          <a:custGeom>
            <a:avLst/>
            <a:gdLst/>
            <a:ahLst/>
            <a:cxnLst/>
            <a:rect l="l" t="t" r="r" b="b"/>
            <a:pathLst>
              <a:path w="38734" h="114300">
                <a:moveTo>
                  <a:pt x="0" y="0"/>
                </a:moveTo>
                <a:lnTo>
                  <a:pt x="38481" y="0"/>
                </a:lnTo>
                <a:lnTo>
                  <a:pt x="38481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3175871" y="6353809"/>
            <a:ext cx="286385" cy="34290"/>
          </a:xfrm>
          <a:custGeom>
            <a:avLst/>
            <a:gdLst/>
            <a:ahLst/>
            <a:cxnLst/>
            <a:rect l="l" t="t" r="r" b="b"/>
            <a:pathLst>
              <a:path w="286384" h="34289">
                <a:moveTo>
                  <a:pt x="0" y="0"/>
                </a:moveTo>
                <a:lnTo>
                  <a:pt x="286131" y="0"/>
                </a:lnTo>
                <a:lnTo>
                  <a:pt x="286131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3297410" y="6388100"/>
            <a:ext cx="38735" cy="78740"/>
          </a:xfrm>
          <a:custGeom>
            <a:avLst/>
            <a:gdLst/>
            <a:ahLst/>
            <a:cxnLst/>
            <a:rect l="l" t="t" r="r" b="b"/>
            <a:pathLst>
              <a:path w="38734" h="78739">
                <a:moveTo>
                  <a:pt x="0" y="0"/>
                </a:moveTo>
                <a:lnTo>
                  <a:pt x="38480" y="0"/>
                </a:lnTo>
                <a:lnTo>
                  <a:pt x="38480" y="78739"/>
                </a:lnTo>
                <a:lnTo>
                  <a:pt x="0" y="78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3154535" y="6466840"/>
            <a:ext cx="325120" cy="35560"/>
          </a:xfrm>
          <a:custGeom>
            <a:avLst/>
            <a:gdLst/>
            <a:ahLst/>
            <a:cxnLst/>
            <a:rect l="l" t="t" r="r" b="b"/>
            <a:pathLst>
              <a:path w="325119" h="35559">
                <a:moveTo>
                  <a:pt x="0" y="0"/>
                </a:moveTo>
                <a:lnTo>
                  <a:pt x="324992" y="0"/>
                </a:lnTo>
                <a:lnTo>
                  <a:pt x="324992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3873888" y="6192520"/>
            <a:ext cx="37465" cy="36830"/>
          </a:xfrm>
          <a:custGeom>
            <a:avLst/>
            <a:gdLst/>
            <a:ahLst/>
            <a:cxnLst/>
            <a:rect l="l" t="t" r="r" b="b"/>
            <a:pathLst>
              <a:path w="37465" h="36829">
                <a:moveTo>
                  <a:pt x="0" y="0"/>
                </a:moveTo>
                <a:lnTo>
                  <a:pt x="37338" y="0"/>
                </a:lnTo>
                <a:lnTo>
                  <a:pt x="37338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3820548" y="6229350"/>
            <a:ext cx="90805" cy="34290"/>
          </a:xfrm>
          <a:custGeom>
            <a:avLst/>
            <a:gdLst/>
            <a:ahLst/>
            <a:cxnLst/>
            <a:rect l="l" t="t" r="r" b="b"/>
            <a:pathLst>
              <a:path w="90805" h="34289">
                <a:moveTo>
                  <a:pt x="0" y="0"/>
                </a:moveTo>
                <a:lnTo>
                  <a:pt x="90678" y="0"/>
                </a:lnTo>
                <a:lnTo>
                  <a:pt x="90678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3873888" y="6263640"/>
            <a:ext cx="37465" cy="44450"/>
          </a:xfrm>
          <a:custGeom>
            <a:avLst/>
            <a:gdLst/>
            <a:ahLst/>
            <a:cxnLst/>
            <a:rect l="l" t="t" r="r" b="b"/>
            <a:pathLst>
              <a:path w="37465" h="44450">
                <a:moveTo>
                  <a:pt x="0" y="0"/>
                </a:moveTo>
                <a:lnTo>
                  <a:pt x="37338" y="0"/>
                </a:lnTo>
                <a:lnTo>
                  <a:pt x="37338" y="44449"/>
                </a:lnTo>
                <a:lnTo>
                  <a:pt x="0" y="444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3820548" y="6308090"/>
            <a:ext cx="90805" cy="34290"/>
          </a:xfrm>
          <a:custGeom>
            <a:avLst/>
            <a:gdLst/>
            <a:ahLst/>
            <a:cxnLst/>
            <a:rect l="l" t="t" r="r" b="b"/>
            <a:pathLst>
              <a:path w="90805" h="34289">
                <a:moveTo>
                  <a:pt x="0" y="0"/>
                </a:moveTo>
                <a:lnTo>
                  <a:pt x="90678" y="0"/>
                </a:lnTo>
                <a:lnTo>
                  <a:pt x="90678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3873888" y="6342379"/>
            <a:ext cx="37465" cy="91440"/>
          </a:xfrm>
          <a:custGeom>
            <a:avLst/>
            <a:gdLst/>
            <a:ahLst/>
            <a:cxnLst/>
            <a:rect l="l" t="t" r="r" b="b"/>
            <a:pathLst>
              <a:path w="37465" h="91439">
                <a:moveTo>
                  <a:pt x="0" y="0"/>
                </a:moveTo>
                <a:lnTo>
                  <a:pt x="37338" y="0"/>
                </a:lnTo>
                <a:lnTo>
                  <a:pt x="37338" y="91440"/>
                </a:ln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618236" y="6198870"/>
            <a:ext cx="37465" cy="55880"/>
          </a:xfrm>
          <a:custGeom>
            <a:avLst/>
            <a:gdLst/>
            <a:ahLst/>
            <a:cxnLst/>
            <a:rect l="l" t="t" r="r" b="b"/>
            <a:pathLst>
              <a:path w="37465" h="55879">
                <a:moveTo>
                  <a:pt x="0" y="0"/>
                </a:moveTo>
                <a:lnTo>
                  <a:pt x="36957" y="0"/>
                </a:lnTo>
                <a:lnTo>
                  <a:pt x="36957" y="55880"/>
                </a:lnTo>
                <a:lnTo>
                  <a:pt x="0" y="558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3618236" y="6254750"/>
            <a:ext cx="186055" cy="31750"/>
          </a:xfrm>
          <a:custGeom>
            <a:avLst/>
            <a:gdLst/>
            <a:ahLst/>
            <a:cxnLst/>
            <a:rect l="l" t="t" r="r" b="b"/>
            <a:pathLst>
              <a:path w="186055" h="31750">
                <a:moveTo>
                  <a:pt x="0" y="0"/>
                </a:moveTo>
                <a:lnTo>
                  <a:pt x="185547" y="0"/>
                </a:lnTo>
                <a:lnTo>
                  <a:pt x="185547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618236" y="6286500"/>
            <a:ext cx="37465" cy="62230"/>
          </a:xfrm>
          <a:custGeom>
            <a:avLst/>
            <a:gdLst/>
            <a:ahLst/>
            <a:cxnLst/>
            <a:rect l="l" t="t" r="r" b="b"/>
            <a:pathLst>
              <a:path w="37465" h="62229">
                <a:moveTo>
                  <a:pt x="0" y="0"/>
                </a:moveTo>
                <a:lnTo>
                  <a:pt x="36957" y="0"/>
                </a:lnTo>
                <a:lnTo>
                  <a:pt x="36957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3618236" y="6348729"/>
            <a:ext cx="186055" cy="33020"/>
          </a:xfrm>
          <a:custGeom>
            <a:avLst/>
            <a:gdLst/>
            <a:ahLst/>
            <a:cxnLst/>
            <a:rect l="l" t="t" r="r" b="b"/>
            <a:pathLst>
              <a:path w="186055" h="33020">
                <a:moveTo>
                  <a:pt x="0" y="0"/>
                </a:moveTo>
                <a:lnTo>
                  <a:pt x="185547" y="0"/>
                </a:lnTo>
                <a:lnTo>
                  <a:pt x="185547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3766826" y="6198339"/>
            <a:ext cx="37465" cy="56515"/>
          </a:xfrm>
          <a:custGeom>
            <a:avLst/>
            <a:gdLst/>
            <a:ahLst/>
            <a:cxnLst/>
            <a:rect l="l" t="t" r="r" b="b"/>
            <a:pathLst>
              <a:path w="37465" h="56514">
                <a:moveTo>
                  <a:pt x="36957" y="56007"/>
                </a:moveTo>
                <a:lnTo>
                  <a:pt x="0" y="56007"/>
                </a:lnTo>
                <a:lnTo>
                  <a:pt x="0" y="0"/>
                </a:lnTo>
                <a:lnTo>
                  <a:pt x="36957" y="0"/>
                </a:lnTo>
                <a:lnTo>
                  <a:pt x="36957" y="560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3766826" y="6286350"/>
            <a:ext cx="37465" cy="62865"/>
          </a:xfrm>
          <a:custGeom>
            <a:avLst/>
            <a:gdLst/>
            <a:ahLst/>
            <a:cxnLst/>
            <a:rect l="l" t="t" r="r" b="b"/>
            <a:pathLst>
              <a:path w="37465" h="62864">
                <a:moveTo>
                  <a:pt x="36957" y="62865"/>
                </a:moveTo>
                <a:lnTo>
                  <a:pt x="0" y="62865"/>
                </a:lnTo>
                <a:lnTo>
                  <a:pt x="0" y="0"/>
                </a:lnTo>
                <a:lnTo>
                  <a:pt x="36957" y="0"/>
                </a:lnTo>
                <a:lnTo>
                  <a:pt x="36957" y="62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3634239" y="6409690"/>
            <a:ext cx="38735" cy="69850"/>
          </a:xfrm>
          <a:custGeom>
            <a:avLst/>
            <a:gdLst/>
            <a:ahLst/>
            <a:cxnLst/>
            <a:rect l="l" t="t" r="r" b="b"/>
            <a:pathLst>
              <a:path w="38734" h="69850">
                <a:moveTo>
                  <a:pt x="0" y="0"/>
                </a:moveTo>
                <a:lnTo>
                  <a:pt x="38481" y="0"/>
                </a:lnTo>
                <a:lnTo>
                  <a:pt x="38481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3634239" y="6479540"/>
            <a:ext cx="283845" cy="34290"/>
          </a:xfrm>
          <a:custGeom>
            <a:avLst/>
            <a:gdLst/>
            <a:ahLst/>
            <a:cxnLst/>
            <a:rect l="l" t="t" r="r" b="b"/>
            <a:pathLst>
              <a:path w="283844" h="34290">
                <a:moveTo>
                  <a:pt x="0" y="0"/>
                </a:moveTo>
                <a:lnTo>
                  <a:pt x="283845" y="0"/>
                </a:lnTo>
                <a:lnTo>
                  <a:pt x="283845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3958470" y="6189195"/>
            <a:ext cx="342265" cy="328930"/>
          </a:xfrm>
          <a:custGeom>
            <a:avLst/>
            <a:gdLst/>
            <a:ahLst/>
            <a:cxnLst/>
            <a:rect l="l" t="t" r="r" b="b"/>
            <a:pathLst>
              <a:path w="342265" h="328929">
                <a:moveTo>
                  <a:pt x="129540" y="41148"/>
                </a:moveTo>
                <a:lnTo>
                  <a:pt x="91059" y="41148"/>
                </a:lnTo>
                <a:lnTo>
                  <a:pt x="91059" y="0"/>
                </a:lnTo>
                <a:lnTo>
                  <a:pt x="129540" y="0"/>
                </a:lnTo>
                <a:lnTo>
                  <a:pt x="129540" y="41148"/>
                </a:lnTo>
                <a:close/>
              </a:path>
              <a:path w="342265" h="328929">
                <a:moveTo>
                  <a:pt x="220599" y="74295"/>
                </a:moveTo>
                <a:lnTo>
                  <a:pt x="0" y="74295"/>
                </a:lnTo>
                <a:lnTo>
                  <a:pt x="0" y="41148"/>
                </a:lnTo>
                <a:lnTo>
                  <a:pt x="220599" y="41148"/>
                </a:lnTo>
                <a:lnTo>
                  <a:pt x="220599" y="74295"/>
                </a:lnTo>
                <a:close/>
              </a:path>
              <a:path w="342265" h="328929">
                <a:moveTo>
                  <a:pt x="296799" y="328803"/>
                </a:moveTo>
                <a:lnTo>
                  <a:pt x="259080" y="328803"/>
                </a:lnTo>
                <a:lnTo>
                  <a:pt x="259080" y="3429"/>
                </a:lnTo>
                <a:lnTo>
                  <a:pt x="296799" y="3429"/>
                </a:lnTo>
                <a:lnTo>
                  <a:pt x="296799" y="132207"/>
                </a:lnTo>
                <a:lnTo>
                  <a:pt x="341757" y="132207"/>
                </a:lnTo>
                <a:lnTo>
                  <a:pt x="341757" y="168402"/>
                </a:lnTo>
                <a:lnTo>
                  <a:pt x="296799" y="168402"/>
                </a:lnTo>
                <a:lnTo>
                  <a:pt x="296799" y="328803"/>
                </a:lnTo>
                <a:close/>
              </a:path>
              <a:path w="342265" h="328929">
                <a:moveTo>
                  <a:pt x="129159" y="275844"/>
                </a:moveTo>
                <a:lnTo>
                  <a:pt x="91440" y="275844"/>
                </a:lnTo>
                <a:lnTo>
                  <a:pt x="91440" y="227457"/>
                </a:lnTo>
                <a:lnTo>
                  <a:pt x="60323" y="220212"/>
                </a:lnTo>
                <a:lnTo>
                  <a:pt x="36814" y="206359"/>
                </a:lnTo>
                <a:lnTo>
                  <a:pt x="21949" y="186576"/>
                </a:lnTo>
                <a:lnTo>
                  <a:pt x="16764" y="161544"/>
                </a:lnTo>
                <a:lnTo>
                  <a:pt x="23377" y="133486"/>
                </a:lnTo>
                <a:lnTo>
                  <a:pt x="42243" y="112252"/>
                </a:lnTo>
                <a:lnTo>
                  <a:pt x="71895" y="98804"/>
                </a:lnTo>
                <a:lnTo>
                  <a:pt x="110871" y="94107"/>
                </a:lnTo>
                <a:lnTo>
                  <a:pt x="149846" y="98804"/>
                </a:lnTo>
                <a:lnTo>
                  <a:pt x="179498" y="112252"/>
                </a:lnTo>
                <a:lnTo>
                  <a:pt x="190795" y="124968"/>
                </a:lnTo>
                <a:lnTo>
                  <a:pt x="110871" y="124968"/>
                </a:lnTo>
                <a:lnTo>
                  <a:pt x="85528" y="127789"/>
                </a:lnTo>
                <a:lnTo>
                  <a:pt x="67294" y="135540"/>
                </a:lnTo>
                <a:lnTo>
                  <a:pt x="56274" y="147149"/>
                </a:lnTo>
                <a:lnTo>
                  <a:pt x="52578" y="161544"/>
                </a:lnTo>
                <a:lnTo>
                  <a:pt x="56274" y="175879"/>
                </a:lnTo>
                <a:lnTo>
                  <a:pt x="67294" y="187356"/>
                </a:lnTo>
                <a:lnTo>
                  <a:pt x="85528" y="194976"/>
                </a:lnTo>
                <a:lnTo>
                  <a:pt x="110871" y="197739"/>
                </a:lnTo>
                <a:lnTo>
                  <a:pt x="191428" y="197739"/>
                </a:lnTo>
                <a:lnTo>
                  <a:pt x="184642" y="206692"/>
                </a:lnTo>
                <a:lnTo>
                  <a:pt x="160776" y="220587"/>
                </a:lnTo>
                <a:lnTo>
                  <a:pt x="129159" y="227838"/>
                </a:lnTo>
                <a:lnTo>
                  <a:pt x="129159" y="275844"/>
                </a:lnTo>
                <a:close/>
              </a:path>
              <a:path w="342265" h="328929">
                <a:moveTo>
                  <a:pt x="191428" y="197739"/>
                </a:moveTo>
                <a:lnTo>
                  <a:pt x="110871" y="197739"/>
                </a:lnTo>
                <a:lnTo>
                  <a:pt x="136213" y="194976"/>
                </a:lnTo>
                <a:lnTo>
                  <a:pt x="154447" y="187356"/>
                </a:lnTo>
                <a:lnTo>
                  <a:pt x="165467" y="175879"/>
                </a:lnTo>
                <a:lnTo>
                  <a:pt x="169164" y="161544"/>
                </a:lnTo>
                <a:lnTo>
                  <a:pt x="165467" y="147149"/>
                </a:lnTo>
                <a:lnTo>
                  <a:pt x="154447" y="135540"/>
                </a:lnTo>
                <a:lnTo>
                  <a:pt x="136213" y="127789"/>
                </a:lnTo>
                <a:lnTo>
                  <a:pt x="110871" y="124968"/>
                </a:lnTo>
                <a:lnTo>
                  <a:pt x="190795" y="124968"/>
                </a:lnTo>
                <a:lnTo>
                  <a:pt x="198364" y="133486"/>
                </a:lnTo>
                <a:lnTo>
                  <a:pt x="204978" y="161544"/>
                </a:lnTo>
                <a:lnTo>
                  <a:pt x="199721" y="186797"/>
                </a:lnTo>
                <a:lnTo>
                  <a:pt x="191428" y="197739"/>
                </a:lnTo>
                <a:close/>
              </a:path>
              <a:path w="342265" h="328929">
                <a:moveTo>
                  <a:pt x="125730" y="309372"/>
                </a:moveTo>
                <a:lnTo>
                  <a:pt x="1524" y="309372"/>
                </a:lnTo>
                <a:lnTo>
                  <a:pt x="1524" y="275844"/>
                </a:lnTo>
                <a:lnTo>
                  <a:pt x="129159" y="275844"/>
                </a:lnTo>
                <a:lnTo>
                  <a:pt x="160234" y="274867"/>
                </a:lnTo>
                <a:lnTo>
                  <a:pt x="188309" y="272319"/>
                </a:lnTo>
                <a:lnTo>
                  <a:pt x="212526" y="267914"/>
                </a:lnTo>
                <a:lnTo>
                  <a:pt x="232029" y="261366"/>
                </a:lnTo>
                <a:lnTo>
                  <a:pt x="232029" y="295656"/>
                </a:lnTo>
                <a:lnTo>
                  <a:pt x="213169" y="301656"/>
                </a:lnTo>
                <a:lnTo>
                  <a:pt x="188309" y="305943"/>
                </a:lnTo>
                <a:lnTo>
                  <a:pt x="158734" y="308514"/>
                </a:lnTo>
                <a:lnTo>
                  <a:pt x="125730" y="309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1557038" y="4492816"/>
            <a:ext cx="328930" cy="321310"/>
          </a:xfrm>
          <a:custGeom>
            <a:avLst/>
            <a:gdLst/>
            <a:ahLst/>
            <a:cxnLst/>
            <a:rect l="l" t="t" r="r" b="b"/>
            <a:pathLst>
              <a:path w="328929" h="321310">
                <a:moveTo>
                  <a:pt x="283083" y="241554"/>
                </a:moveTo>
                <a:lnTo>
                  <a:pt x="245364" y="241554"/>
                </a:lnTo>
                <a:lnTo>
                  <a:pt x="245364" y="0"/>
                </a:lnTo>
                <a:lnTo>
                  <a:pt x="283083" y="0"/>
                </a:lnTo>
                <a:lnTo>
                  <a:pt x="283083" y="77343"/>
                </a:lnTo>
                <a:lnTo>
                  <a:pt x="328803" y="77343"/>
                </a:lnTo>
                <a:lnTo>
                  <a:pt x="328803" y="113538"/>
                </a:lnTo>
                <a:lnTo>
                  <a:pt x="283083" y="113538"/>
                </a:lnTo>
                <a:lnTo>
                  <a:pt x="283083" y="241554"/>
                </a:lnTo>
                <a:close/>
              </a:path>
              <a:path w="328929" h="321310">
                <a:moveTo>
                  <a:pt x="116967" y="184023"/>
                </a:moveTo>
                <a:lnTo>
                  <a:pt x="0" y="184023"/>
                </a:lnTo>
                <a:lnTo>
                  <a:pt x="0" y="8001"/>
                </a:lnTo>
                <a:lnTo>
                  <a:pt x="198501" y="8001"/>
                </a:lnTo>
                <a:lnTo>
                  <a:pt x="198501" y="40767"/>
                </a:lnTo>
                <a:lnTo>
                  <a:pt x="38100" y="40767"/>
                </a:lnTo>
                <a:lnTo>
                  <a:pt x="38100" y="151257"/>
                </a:lnTo>
                <a:lnTo>
                  <a:pt x="221742" y="151257"/>
                </a:lnTo>
                <a:lnTo>
                  <a:pt x="221742" y="169545"/>
                </a:lnTo>
                <a:lnTo>
                  <a:pt x="203495" y="175504"/>
                </a:lnTo>
                <a:lnTo>
                  <a:pt x="179212" y="180070"/>
                </a:lnTo>
                <a:lnTo>
                  <a:pt x="150000" y="182993"/>
                </a:lnTo>
                <a:lnTo>
                  <a:pt x="116967" y="184023"/>
                </a:lnTo>
                <a:close/>
              </a:path>
              <a:path w="328929" h="321310">
                <a:moveTo>
                  <a:pt x="221742" y="151257"/>
                </a:moveTo>
                <a:lnTo>
                  <a:pt x="119253" y="151257"/>
                </a:lnTo>
                <a:lnTo>
                  <a:pt x="150965" y="150340"/>
                </a:lnTo>
                <a:lnTo>
                  <a:pt x="179212" y="147637"/>
                </a:lnTo>
                <a:lnTo>
                  <a:pt x="203102" y="143220"/>
                </a:lnTo>
                <a:lnTo>
                  <a:pt x="221742" y="137160"/>
                </a:lnTo>
                <a:lnTo>
                  <a:pt x="221742" y="151257"/>
                </a:lnTo>
                <a:close/>
              </a:path>
              <a:path w="328929" h="321310">
                <a:moveTo>
                  <a:pt x="291846" y="321183"/>
                </a:moveTo>
                <a:lnTo>
                  <a:pt x="11049" y="321183"/>
                </a:lnTo>
                <a:lnTo>
                  <a:pt x="11049" y="215646"/>
                </a:lnTo>
                <a:lnTo>
                  <a:pt x="49149" y="215646"/>
                </a:lnTo>
                <a:lnTo>
                  <a:pt x="49149" y="286893"/>
                </a:lnTo>
                <a:lnTo>
                  <a:pt x="291846" y="286893"/>
                </a:lnTo>
                <a:lnTo>
                  <a:pt x="291846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1905653" y="4492816"/>
            <a:ext cx="309880" cy="321310"/>
          </a:xfrm>
          <a:custGeom>
            <a:avLst/>
            <a:gdLst/>
            <a:ahLst/>
            <a:cxnLst/>
            <a:rect l="l" t="t" r="r" b="b"/>
            <a:pathLst>
              <a:path w="309879" h="321310">
                <a:moveTo>
                  <a:pt x="301371" y="159258"/>
                </a:moveTo>
                <a:lnTo>
                  <a:pt x="263652" y="159258"/>
                </a:lnTo>
                <a:lnTo>
                  <a:pt x="263652" y="130302"/>
                </a:lnTo>
                <a:lnTo>
                  <a:pt x="206121" y="130302"/>
                </a:lnTo>
                <a:lnTo>
                  <a:pt x="208407" y="99060"/>
                </a:lnTo>
                <a:lnTo>
                  <a:pt x="263652" y="99060"/>
                </a:lnTo>
                <a:lnTo>
                  <a:pt x="263652" y="57912"/>
                </a:lnTo>
                <a:lnTo>
                  <a:pt x="208407" y="57912"/>
                </a:lnTo>
                <a:lnTo>
                  <a:pt x="206121" y="26670"/>
                </a:lnTo>
                <a:lnTo>
                  <a:pt x="263652" y="26670"/>
                </a:lnTo>
                <a:lnTo>
                  <a:pt x="263652" y="0"/>
                </a:lnTo>
                <a:lnTo>
                  <a:pt x="301371" y="0"/>
                </a:lnTo>
                <a:lnTo>
                  <a:pt x="301371" y="159258"/>
                </a:lnTo>
                <a:close/>
              </a:path>
              <a:path w="309879" h="321310">
                <a:moveTo>
                  <a:pt x="99441" y="155067"/>
                </a:moveTo>
                <a:lnTo>
                  <a:pt x="58828" y="149435"/>
                </a:lnTo>
                <a:lnTo>
                  <a:pt x="27432" y="133731"/>
                </a:lnTo>
                <a:lnTo>
                  <a:pt x="7179" y="109739"/>
                </a:lnTo>
                <a:lnTo>
                  <a:pt x="0" y="79248"/>
                </a:lnTo>
                <a:lnTo>
                  <a:pt x="7179" y="48756"/>
                </a:lnTo>
                <a:lnTo>
                  <a:pt x="27432" y="24765"/>
                </a:lnTo>
                <a:lnTo>
                  <a:pt x="58828" y="9060"/>
                </a:lnTo>
                <a:lnTo>
                  <a:pt x="99441" y="3429"/>
                </a:lnTo>
                <a:lnTo>
                  <a:pt x="139993" y="9060"/>
                </a:lnTo>
                <a:lnTo>
                  <a:pt x="171259" y="24765"/>
                </a:lnTo>
                <a:lnTo>
                  <a:pt x="178928" y="33909"/>
                </a:lnTo>
                <a:lnTo>
                  <a:pt x="99441" y="33909"/>
                </a:lnTo>
                <a:lnTo>
                  <a:pt x="74306" y="37135"/>
                </a:lnTo>
                <a:lnTo>
                  <a:pt x="54673" y="46291"/>
                </a:lnTo>
                <a:lnTo>
                  <a:pt x="41898" y="60590"/>
                </a:lnTo>
                <a:lnTo>
                  <a:pt x="37338" y="79248"/>
                </a:lnTo>
                <a:lnTo>
                  <a:pt x="41898" y="97905"/>
                </a:lnTo>
                <a:lnTo>
                  <a:pt x="54673" y="112204"/>
                </a:lnTo>
                <a:lnTo>
                  <a:pt x="74306" y="121360"/>
                </a:lnTo>
                <a:lnTo>
                  <a:pt x="99441" y="124587"/>
                </a:lnTo>
                <a:lnTo>
                  <a:pt x="178928" y="124587"/>
                </a:lnTo>
                <a:lnTo>
                  <a:pt x="171259" y="133731"/>
                </a:lnTo>
                <a:lnTo>
                  <a:pt x="139993" y="149435"/>
                </a:lnTo>
                <a:lnTo>
                  <a:pt x="99441" y="155067"/>
                </a:lnTo>
                <a:close/>
              </a:path>
              <a:path w="309879" h="321310">
                <a:moveTo>
                  <a:pt x="178928" y="124587"/>
                </a:moveTo>
                <a:lnTo>
                  <a:pt x="99441" y="124587"/>
                </a:lnTo>
                <a:lnTo>
                  <a:pt x="124515" y="121360"/>
                </a:lnTo>
                <a:lnTo>
                  <a:pt x="144018" y="112204"/>
                </a:lnTo>
                <a:lnTo>
                  <a:pt x="156662" y="97905"/>
                </a:lnTo>
                <a:lnTo>
                  <a:pt x="161163" y="79248"/>
                </a:lnTo>
                <a:lnTo>
                  <a:pt x="156662" y="60590"/>
                </a:lnTo>
                <a:lnTo>
                  <a:pt x="144018" y="46291"/>
                </a:lnTo>
                <a:lnTo>
                  <a:pt x="124515" y="37135"/>
                </a:lnTo>
                <a:lnTo>
                  <a:pt x="99441" y="33909"/>
                </a:lnTo>
                <a:lnTo>
                  <a:pt x="178928" y="33909"/>
                </a:lnTo>
                <a:lnTo>
                  <a:pt x="191381" y="48756"/>
                </a:lnTo>
                <a:lnTo>
                  <a:pt x="198501" y="79248"/>
                </a:lnTo>
                <a:lnTo>
                  <a:pt x="191381" y="109739"/>
                </a:lnTo>
                <a:lnTo>
                  <a:pt x="178928" y="124587"/>
                </a:lnTo>
                <a:close/>
              </a:path>
              <a:path w="309879" h="321310">
                <a:moveTo>
                  <a:pt x="309372" y="321183"/>
                </a:moveTo>
                <a:lnTo>
                  <a:pt x="28194" y="321183"/>
                </a:lnTo>
                <a:lnTo>
                  <a:pt x="28194" y="235077"/>
                </a:lnTo>
                <a:lnTo>
                  <a:pt x="264033" y="235077"/>
                </a:lnTo>
                <a:lnTo>
                  <a:pt x="264033" y="206883"/>
                </a:lnTo>
                <a:lnTo>
                  <a:pt x="27432" y="206883"/>
                </a:lnTo>
                <a:lnTo>
                  <a:pt x="27432" y="177165"/>
                </a:lnTo>
                <a:lnTo>
                  <a:pt x="301371" y="177165"/>
                </a:lnTo>
                <a:lnTo>
                  <a:pt x="301371" y="263271"/>
                </a:lnTo>
                <a:lnTo>
                  <a:pt x="65532" y="263271"/>
                </a:lnTo>
                <a:lnTo>
                  <a:pt x="65532" y="291465"/>
                </a:lnTo>
                <a:lnTo>
                  <a:pt x="309372" y="291465"/>
                </a:lnTo>
                <a:lnTo>
                  <a:pt x="309372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2374158" y="4497070"/>
            <a:ext cx="278130" cy="30480"/>
          </a:xfrm>
          <a:custGeom>
            <a:avLst/>
            <a:gdLst/>
            <a:ahLst/>
            <a:cxnLst/>
            <a:rect l="l" t="t" r="r" b="b"/>
            <a:pathLst>
              <a:path w="278129" h="30479">
                <a:moveTo>
                  <a:pt x="0" y="0"/>
                </a:moveTo>
                <a:lnTo>
                  <a:pt x="278130" y="0"/>
                </a:lnTo>
                <a:lnTo>
                  <a:pt x="278130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2374158" y="4527550"/>
            <a:ext cx="38100" cy="68580"/>
          </a:xfrm>
          <a:custGeom>
            <a:avLst/>
            <a:gdLst/>
            <a:ahLst/>
            <a:cxnLst/>
            <a:rect l="l" t="t" r="r" b="b"/>
            <a:pathLst>
              <a:path w="38100" h="68579">
                <a:moveTo>
                  <a:pt x="0" y="0"/>
                </a:moveTo>
                <a:lnTo>
                  <a:pt x="37719" y="0"/>
                </a:lnTo>
                <a:lnTo>
                  <a:pt x="37719" y="68579"/>
                </a:lnTo>
                <a:lnTo>
                  <a:pt x="0" y="685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2374158" y="4596129"/>
            <a:ext cx="278130" cy="30480"/>
          </a:xfrm>
          <a:custGeom>
            <a:avLst/>
            <a:gdLst/>
            <a:ahLst/>
            <a:cxnLst/>
            <a:rect l="l" t="t" r="r" b="b"/>
            <a:pathLst>
              <a:path w="278129" h="30479">
                <a:moveTo>
                  <a:pt x="0" y="0"/>
                </a:moveTo>
                <a:lnTo>
                  <a:pt x="278130" y="0"/>
                </a:lnTo>
                <a:lnTo>
                  <a:pt x="278130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2614569" y="4527868"/>
            <a:ext cx="38100" cy="67945"/>
          </a:xfrm>
          <a:custGeom>
            <a:avLst/>
            <a:gdLst/>
            <a:ahLst/>
            <a:cxnLst/>
            <a:rect l="l" t="t" r="r" b="b"/>
            <a:pathLst>
              <a:path w="38100" h="67945">
                <a:moveTo>
                  <a:pt x="37719" y="67818"/>
                </a:moveTo>
                <a:lnTo>
                  <a:pt x="0" y="67818"/>
                </a:lnTo>
                <a:lnTo>
                  <a:pt x="0" y="0"/>
                </a:lnTo>
                <a:lnTo>
                  <a:pt x="37719" y="0"/>
                </a:lnTo>
                <a:lnTo>
                  <a:pt x="37719" y="67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2350918" y="4659695"/>
            <a:ext cx="325120" cy="32384"/>
          </a:xfrm>
          <a:custGeom>
            <a:avLst/>
            <a:gdLst/>
            <a:ahLst/>
            <a:cxnLst/>
            <a:rect l="l" t="t" r="r" b="b"/>
            <a:pathLst>
              <a:path w="325120" h="32385">
                <a:moveTo>
                  <a:pt x="324993" y="32004"/>
                </a:moveTo>
                <a:lnTo>
                  <a:pt x="0" y="32004"/>
                </a:lnTo>
                <a:lnTo>
                  <a:pt x="0" y="0"/>
                </a:lnTo>
                <a:lnTo>
                  <a:pt x="324993" y="0"/>
                </a:lnTo>
                <a:lnTo>
                  <a:pt x="324993" y="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2494173" y="4691698"/>
            <a:ext cx="38100" cy="56515"/>
          </a:xfrm>
          <a:custGeom>
            <a:avLst/>
            <a:gdLst/>
            <a:ahLst/>
            <a:cxnLst/>
            <a:rect l="l" t="t" r="r" b="b"/>
            <a:pathLst>
              <a:path w="38100" h="56514">
                <a:moveTo>
                  <a:pt x="38100" y="56007"/>
                </a:moveTo>
                <a:lnTo>
                  <a:pt x="0" y="56007"/>
                </a:lnTo>
                <a:lnTo>
                  <a:pt x="0" y="0"/>
                </a:lnTo>
                <a:lnTo>
                  <a:pt x="38100" y="0"/>
                </a:lnTo>
                <a:lnTo>
                  <a:pt x="38100" y="560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2373778" y="4719320"/>
            <a:ext cx="38100" cy="62230"/>
          </a:xfrm>
          <a:custGeom>
            <a:avLst/>
            <a:gdLst/>
            <a:ahLst/>
            <a:cxnLst/>
            <a:rect l="l" t="t" r="r" b="b"/>
            <a:pathLst>
              <a:path w="38100" h="62229">
                <a:moveTo>
                  <a:pt x="0" y="0"/>
                </a:moveTo>
                <a:lnTo>
                  <a:pt x="38100" y="0"/>
                </a:lnTo>
                <a:lnTo>
                  <a:pt x="38100" y="62230"/>
                </a:lnTo>
                <a:lnTo>
                  <a:pt x="0" y="622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2373778" y="4781550"/>
            <a:ext cx="285750" cy="33020"/>
          </a:xfrm>
          <a:custGeom>
            <a:avLst/>
            <a:gdLst/>
            <a:ahLst/>
            <a:cxnLst/>
            <a:rect l="l" t="t" r="r" b="b"/>
            <a:pathLst>
              <a:path w="285750" h="33020">
                <a:moveTo>
                  <a:pt x="0" y="0"/>
                </a:moveTo>
                <a:lnTo>
                  <a:pt x="285750" y="0"/>
                </a:lnTo>
                <a:lnTo>
                  <a:pt x="285750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2708676" y="4492816"/>
            <a:ext cx="310515" cy="325755"/>
          </a:xfrm>
          <a:custGeom>
            <a:avLst/>
            <a:gdLst/>
            <a:ahLst/>
            <a:cxnLst/>
            <a:rect l="l" t="t" r="r" b="b"/>
            <a:pathLst>
              <a:path w="310515" h="325754">
                <a:moveTo>
                  <a:pt x="310134" y="325374"/>
                </a:moveTo>
                <a:lnTo>
                  <a:pt x="274320" y="325374"/>
                </a:lnTo>
                <a:lnTo>
                  <a:pt x="274320" y="0"/>
                </a:lnTo>
                <a:lnTo>
                  <a:pt x="310134" y="0"/>
                </a:lnTo>
                <a:lnTo>
                  <a:pt x="310134" y="325374"/>
                </a:lnTo>
                <a:close/>
              </a:path>
              <a:path w="310515" h="325754">
                <a:moveTo>
                  <a:pt x="225933" y="319659"/>
                </a:moveTo>
                <a:lnTo>
                  <a:pt x="190119" y="319659"/>
                </a:lnTo>
                <a:lnTo>
                  <a:pt x="190119" y="159258"/>
                </a:lnTo>
                <a:lnTo>
                  <a:pt x="138684" y="159258"/>
                </a:lnTo>
                <a:lnTo>
                  <a:pt x="138684" y="123825"/>
                </a:lnTo>
                <a:lnTo>
                  <a:pt x="190119" y="123825"/>
                </a:lnTo>
                <a:lnTo>
                  <a:pt x="190119" y="1905"/>
                </a:lnTo>
                <a:lnTo>
                  <a:pt x="225933" y="1905"/>
                </a:lnTo>
                <a:lnTo>
                  <a:pt x="225933" y="319659"/>
                </a:lnTo>
                <a:close/>
              </a:path>
              <a:path w="310515" h="325754">
                <a:moveTo>
                  <a:pt x="158496" y="46101"/>
                </a:moveTo>
                <a:lnTo>
                  <a:pt x="5334" y="46101"/>
                </a:lnTo>
                <a:lnTo>
                  <a:pt x="5334" y="11811"/>
                </a:lnTo>
                <a:lnTo>
                  <a:pt x="158496" y="11811"/>
                </a:lnTo>
                <a:lnTo>
                  <a:pt x="158496" y="46101"/>
                </a:lnTo>
                <a:close/>
              </a:path>
              <a:path w="310515" h="325754">
                <a:moveTo>
                  <a:pt x="0" y="305943"/>
                </a:moveTo>
                <a:lnTo>
                  <a:pt x="0" y="268986"/>
                </a:lnTo>
                <a:lnTo>
                  <a:pt x="23234" y="253267"/>
                </a:lnTo>
                <a:lnTo>
                  <a:pt x="41312" y="221418"/>
                </a:lnTo>
                <a:lnTo>
                  <a:pt x="54287" y="175141"/>
                </a:lnTo>
                <a:lnTo>
                  <a:pt x="62215" y="116134"/>
                </a:lnTo>
                <a:lnTo>
                  <a:pt x="65151" y="46101"/>
                </a:lnTo>
                <a:lnTo>
                  <a:pt x="101346" y="46101"/>
                </a:lnTo>
                <a:lnTo>
                  <a:pt x="100774" y="72818"/>
                </a:lnTo>
                <a:lnTo>
                  <a:pt x="99631" y="98107"/>
                </a:lnTo>
                <a:lnTo>
                  <a:pt x="97917" y="121967"/>
                </a:lnTo>
                <a:lnTo>
                  <a:pt x="95631" y="144399"/>
                </a:lnTo>
                <a:lnTo>
                  <a:pt x="125078" y="196215"/>
                </a:lnTo>
                <a:lnTo>
                  <a:pt x="86106" y="196215"/>
                </a:lnTo>
                <a:lnTo>
                  <a:pt x="71741" y="240149"/>
                </a:lnTo>
                <a:lnTo>
                  <a:pt x="52625" y="273081"/>
                </a:lnTo>
                <a:lnTo>
                  <a:pt x="28723" y="295013"/>
                </a:lnTo>
                <a:lnTo>
                  <a:pt x="0" y="305943"/>
                </a:lnTo>
                <a:close/>
              </a:path>
              <a:path w="310515" h="325754">
                <a:moveTo>
                  <a:pt x="144018" y="301371"/>
                </a:moveTo>
                <a:lnTo>
                  <a:pt x="86106" y="196215"/>
                </a:lnTo>
                <a:lnTo>
                  <a:pt x="125078" y="196215"/>
                </a:lnTo>
                <a:lnTo>
                  <a:pt x="174879" y="283845"/>
                </a:lnTo>
                <a:lnTo>
                  <a:pt x="144018" y="301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44767" y="3075454"/>
            <a:ext cx="10598785" cy="1892300"/>
          </a:xfrm>
          <a:custGeom>
            <a:avLst/>
            <a:gdLst/>
            <a:ahLst/>
            <a:cxnLst/>
            <a:rect l="l" t="t" r="r" b="b"/>
            <a:pathLst>
              <a:path w="10598785" h="1892300">
                <a:moveTo>
                  <a:pt x="10314659" y="1891948"/>
                </a:moveTo>
                <a:lnTo>
                  <a:pt x="283787" y="1891948"/>
                </a:lnTo>
                <a:lnTo>
                  <a:pt x="237752" y="1888233"/>
                </a:lnTo>
                <a:lnTo>
                  <a:pt x="194083" y="1877479"/>
                </a:lnTo>
                <a:lnTo>
                  <a:pt x="153365" y="1860270"/>
                </a:lnTo>
                <a:lnTo>
                  <a:pt x="116180" y="1837190"/>
                </a:lnTo>
                <a:lnTo>
                  <a:pt x="83114" y="1808824"/>
                </a:lnTo>
                <a:lnTo>
                  <a:pt x="54750" y="1775756"/>
                </a:lnTo>
                <a:lnTo>
                  <a:pt x="31673" y="1738572"/>
                </a:lnTo>
                <a:lnTo>
                  <a:pt x="14466" y="1697855"/>
                </a:lnTo>
                <a:lnTo>
                  <a:pt x="3713" y="1654189"/>
                </a:lnTo>
                <a:lnTo>
                  <a:pt x="0" y="1608161"/>
                </a:lnTo>
                <a:lnTo>
                  <a:pt x="0" y="283787"/>
                </a:lnTo>
                <a:lnTo>
                  <a:pt x="3714" y="237752"/>
                </a:lnTo>
                <a:lnTo>
                  <a:pt x="14468" y="194083"/>
                </a:lnTo>
                <a:lnTo>
                  <a:pt x="31678" y="153365"/>
                </a:lnTo>
                <a:lnTo>
                  <a:pt x="54758" y="116180"/>
                </a:lnTo>
                <a:lnTo>
                  <a:pt x="83123" y="83114"/>
                </a:lnTo>
                <a:lnTo>
                  <a:pt x="116191" y="54750"/>
                </a:lnTo>
                <a:lnTo>
                  <a:pt x="153376" y="31673"/>
                </a:lnTo>
                <a:lnTo>
                  <a:pt x="194093" y="14466"/>
                </a:lnTo>
                <a:lnTo>
                  <a:pt x="237758" y="3713"/>
                </a:lnTo>
                <a:lnTo>
                  <a:pt x="283787" y="0"/>
                </a:lnTo>
                <a:lnTo>
                  <a:pt x="10314659" y="0"/>
                </a:lnTo>
                <a:lnTo>
                  <a:pt x="10360694" y="3714"/>
                </a:lnTo>
                <a:lnTo>
                  <a:pt x="10404362" y="14468"/>
                </a:lnTo>
                <a:lnTo>
                  <a:pt x="10445081" y="31678"/>
                </a:lnTo>
                <a:lnTo>
                  <a:pt x="10482265" y="54758"/>
                </a:lnTo>
                <a:lnTo>
                  <a:pt x="10515332" y="83123"/>
                </a:lnTo>
                <a:lnTo>
                  <a:pt x="10543695" y="116191"/>
                </a:lnTo>
                <a:lnTo>
                  <a:pt x="10566773" y="153376"/>
                </a:lnTo>
                <a:lnTo>
                  <a:pt x="10583980" y="194093"/>
                </a:lnTo>
                <a:lnTo>
                  <a:pt x="10594732" y="237758"/>
                </a:lnTo>
                <a:lnTo>
                  <a:pt x="10598446" y="283787"/>
                </a:lnTo>
                <a:lnTo>
                  <a:pt x="10598446" y="1608161"/>
                </a:lnTo>
                <a:lnTo>
                  <a:pt x="10594731" y="1654195"/>
                </a:lnTo>
                <a:lnTo>
                  <a:pt x="10583977" y="1697864"/>
                </a:lnTo>
                <a:lnTo>
                  <a:pt x="10566768" y="1738583"/>
                </a:lnTo>
                <a:lnTo>
                  <a:pt x="10543688" y="1775767"/>
                </a:lnTo>
                <a:lnTo>
                  <a:pt x="10515322" y="1808833"/>
                </a:lnTo>
                <a:lnTo>
                  <a:pt x="10482255" y="1837197"/>
                </a:lnTo>
                <a:lnTo>
                  <a:pt x="10445070" y="1860274"/>
                </a:lnTo>
                <a:lnTo>
                  <a:pt x="10404353" y="1877481"/>
                </a:lnTo>
                <a:lnTo>
                  <a:pt x="10360688" y="1888234"/>
                </a:lnTo>
                <a:lnTo>
                  <a:pt x="10314659" y="189194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44767" y="3075454"/>
            <a:ext cx="10598785" cy="1892300"/>
          </a:xfrm>
          <a:custGeom>
            <a:avLst/>
            <a:gdLst/>
            <a:ahLst/>
            <a:cxnLst/>
            <a:rect l="l" t="t" r="r" b="b"/>
            <a:pathLst>
              <a:path w="10598785" h="1892300">
                <a:moveTo>
                  <a:pt x="283787" y="1891948"/>
                </a:moveTo>
                <a:lnTo>
                  <a:pt x="237752" y="1888233"/>
                </a:lnTo>
                <a:lnTo>
                  <a:pt x="194083" y="1877479"/>
                </a:lnTo>
                <a:lnTo>
                  <a:pt x="153365" y="1860270"/>
                </a:lnTo>
                <a:lnTo>
                  <a:pt x="116180" y="1837190"/>
                </a:lnTo>
                <a:lnTo>
                  <a:pt x="83114" y="1808824"/>
                </a:lnTo>
                <a:lnTo>
                  <a:pt x="54750" y="1775756"/>
                </a:lnTo>
                <a:lnTo>
                  <a:pt x="31673" y="1738572"/>
                </a:lnTo>
                <a:lnTo>
                  <a:pt x="14466" y="1697855"/>
                </a:lnTo>
                <a:lnTo>
                  <a:pt x="3713" y="1654189"/>
                </a:lnTo>
                <a:lnTo>
                  <a:pt x="0" y="1608161"/>
                </a:lnTo>
                <a:lnTo>
                  <a:pt x="0" y="945974"/>
                </a:lnTo>
                <a:lnTo>
                  <a:pt x="0" y="283787"/>
                </a:lnTo>
                <a:lnTo>
                  <a:pt x="3714" y="237752"/>
                </a:lnTo>
                <a:lnTo>
                  <a:pt x="14468" y="194083"/>
                </a:lnTo>
                <a:lnTo>
                  <a:pt x="31678" y="153365"/>
                </a:lnTo>
                <a:lnTo>
                  <a:pt x="54758" y="116180"/>
                </a:lnTo>
                <a:lnTo>
                  <a:pt x="83123" y="83114"/>
                </a:lnTo>
                <a:lnTo>
                  <a:pt x="116191" y="54750"/>
                </a:lnTo>
                <a:lnTo>
                  <a:pt x="153376" y="31673"/>
                </a:lnTo>
                <a:lnTo>
                  <a:pt x="194093" y="14466"/>
                </a:lnTo>
                <a:lnTo>
                  <a:pt x="237758" y="3713"/>
                </a:lnTo>
                <a:lnTo>
                  <a:pt x="283787" y="0"/>
                </a:lnTo>
                <a:lnTo>
                  <a:pt x="5299223" y="0"/>
                </a:lnTo>
                <a:lnTo>
                  <a:pt x="10314659" y="0"/>
                </a:lnTo>
                <a:lnTo>
                  <a:pt x="10360694" y="3714"/>
                </a:lnTo>
                <a:lnTo>
                  <a:pt x="10404362" y="14468"/>
                </a:lnTo>
                <a:lnTo>
                  <a:pt x="10445081" y="31678"/>
                </a:lnTo>
                <a:lnTo>
                  <a:pt x="10482265" y="54758"/>
                </a:lnTo>
                <a:lnTo>
                  <a:pt x="10515332" y="83123"/>
                </a:lnTo>
                <a:lnTo>
                  <a:pt x="10543695" y="116191"/>
                </a:lnTo>
                <a:lnTo>
                  <a:pt x="10566773" y="153376"/>
                </a:lnTo>
                <a:lnTo>
                  <a:pt x="10583980" y="194093"/>
                </a:lnTo>
                <a:lnTo>
                  <a:pt x="10594732" y="237758"/>
                </a:lnTo>
                <a:lnTo>
                  <a:pt x="10598446" y="283787"/>
                </a:lnTo>
                <a:lnTo>
                  <a:pt x="10598446" y="945974"/>
                </a:lnTo>
                <a:lnTo>
                  <a:pt x="10598446" y="1608161"/>
                </a:lnTo>
                <a:lnTo>
                  <a:pt x="10594731" y="1654195"/>
                </a:lnTo>
                <a:lnTo>
                  <a:pt x="10583977" y="1697864"/>
                </a:lnTo>
                <a:lnTo>
                  <a:pt x="10566768" y="1738583"/>
                </a:lnTo>
                <a:lnTo>
                  <a:pt x="10543688" y="1775767"/>
                </a:lnTo>
                <a:lnTo>
                  <a:pt x="10515322" y="1808833"/>
                </a:lnTo>
                <a:lnTo>
                  <a:pt x="10482255" y="1837197"/>
                </a:lnTo>
                <a:lnTo>
                  <a:pt x="10445070" y="1860274"/>
                </a:lnTo>
                <a:lnTo>
                  <a:pt x="10404353" y="1877481"/>
                </a:lnTo>
                <a:lnTo>
                  <a:pt x="10360688" y="1888234"/>
                </a:lnTo>
                <a:lnTo>
                  <a:pt x="10314659" y="1891948"/>
                </a:lnTo>
                <a:lnTo>
                  <a:pt x="5299223" y="1891948"/>
                </a:lnTo>
                <a:lnTo>
                  <a:pt x="283787" y="1891948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28582" y="4119707"/>
            <a:ext cx="86995" cy="18415"/>
          </a:xfrm>
          <a:custGeom>
            <a:avLst/>
            <a:gdLst/>
            <a:ahLst/>
            <a:cxnLst/>
            <a:rect l="l" t="t" r="r" b="b"/>
            <a:pathLst>
              <a:path w="86995" h="18414">
                <a:moveTo>
                  <a:pt x="86843" y="18054"/>
                </a:moveTo>
                <a:lnTo>
                  <a:pt x="0" y="18054"/>
                </a:lnTo>
                <a:lnTo>
                  <a:pt x="0" y="0"/>
                </a:lnTo>
                <a:lnTo>
                  <a:pt x="86843" y="0"/>
                </a:lnTo>
                <a:lnTo>
                  <a:pt x="86843" y="180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68247" y="3991409"/>
            <a:ext cx="230169" cy="2480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20022" y="3987980"/>
            <a:ext cx="210602" cy="24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20809" y="4000890"/>
            <a:ext cx="229363" cy="23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01208" y="3997959"/>
            <a:ext cx="173990" cy="15240"/>
          </a:xfrm>
          <a:custGeom>
            <a:avLst/>
            <a:gdLst/>
            <a:ahLst/>
            <a:cxnLst/>
            <a:rect l="l" t="t" r="r" b="b"/>
            <a:pathLst>
              <a:path w="173990" h="15239">
                <a:moveTo>
                  <a:pt x="0" y="0"/>
                </a:moveTo>
                <a:lnTo>
                  <a:pt x="173888" y="0"/>
                </a:lnTo>
                <a:lnTo>
                  <a:pt x="173888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56941" y="4013200"/>
            <a:ext cx="18415" cy="31750"/>
          </a:xfrm>
          <a:custGeom>
            <a:avLst/>
            <a:gdLst/>
            <a:ahLst/>
            <a:cxnLst/>
            <a:rect l="l" t="t" r="r" b="b"/>
            <a:pathLst>
              <a:path w="18415" h="31750">
                <a:moveTo>
                  <a:pt x="0" y="0"/>
                </a:moveTo>
                <a:lnTo>
                  <a:pt x="18155" y="0"/>
                </a:lnTo>
                <a:lnTo>
                  <a:pt x="1815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01813" y="4044950"/>
            <a:ext cx="173355" cy="15240"/>
          </a:xfrm>
          <a:custGeom>
            <a:avLst/>
            <a:gdLst/>
            <a:ahLst/>
            <a:cxnLst/>
            <a:rect l="l" t="t" r="r" b="b"/>
            <a:pathLst>
              <a:path w="173354" h="15239">
                <a:moveTo>
                  <a:pt x="0" y="0"/>
                </a:moveTo>
                <a:lnTo>
                  <a:pt x="173283" y="0"/>
                </a:lnTo>
                <a:lnTo>
                  <a:pt x="173283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01813" y="4060190"/>
            <a:ext cx="18415" cy="34290"/>
          </a:xfrm>
          <a:custGeom>
            <a:avLst/>
            <a:gdLst/>
            <a:ahLst/>
            <a:cxnLst/>
            <a:rect l="l" t="t" r="r" b="b"/>
            <a:pathLst>
              <a:path w="18415" h="34289">
                <a:moveTo>
                  <a:pt x="0" y="0"/>
                </a:moveTo>
                <a:lnTo>
                  <a:pt x="18054" y="0"/>
                </a:lnTo>
                <a:lnTo>
                  <a:pt x="18054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01813" y="4094479"/>
            <a:ext cx="179070" cy="15240"/>
          </a:xfrm>
          <a:custGeom>
            <a:avLst/>
            <a:gdLst/>
            <a:ahLst/>
            <a:cxnLst/>
            <a:rect l="l" t="t" r="r" b="b"/>
            <a:pathLst>
              <a:path w="179070" h="15239">
                <a:moveTo>
                  <a:pt x="0" y="0"/>
                </a:moveTo>
                <a:lnTo>
                  <a:pt x="178527" y="0"/>
                </a:lnTo>
                <a:lnTo>
                  <a:pt x="178527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72966" y="4138569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39">
                <a:moveTo>
                  <a:pt x="230472" y="14726"/>
                </a:moveTo>
                <a:lnTo>
                  <a:pt x="0" y="14726"/>
                </a:lnTo>
                <a:lnTo>
                  <a:pt x="0" y="0"/>
                </a:lnTo>
                <a:lnTo>
                  <a:pt x="230472" y="0"/>
                </a:lnTo>
                <a:lnTo>
                  <a:pt x="230472" y="14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35603" y="4153295"/>
            <a:ext cx="18415" cy="86360"/>
          </a:xfrm>
          <a:custGeom>
            <a:avLst/>
            <a:gdLst/>
            <a:ahLst/>
            <a:cxnLst/>
            <a:rect l="l" t="t" r="r" b="b"/>
            <a:pathLst>
              <a:path w="18415" h="86360">
                <a:moveTo>
                  <a:pt x="17953" y="86137"/>
                </a:moveTo>
                <a:lnTo>
                  <a:pt x="0" y="86137"/>
                </a:lnTo>
                <a:lnTo>
                  <a:pt x="0" y="0"/>
                </a:lnTo>
                <a:lnTo>
                  <a:pt x="17953" y="0"/>
                </a:lnTo>
                <a:lnTo>
                  <a:pt x="17953" y="861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22648" y="4153295"/>
            <a:ext cx="18415" cy="86360"/>
          </a:xfrm>
          <a:custGeom>
            <a:avLst/>
            <a:gdLst/>
            <a:ahLst/>
            <a:cxnLst/>
            <a:rect l="l" t="t" r="r" b="b"/>
            <a:pathLst>
              <a:path w="18415" h="86360">
                <a:moveTo>
                  <a:pt x="17953" y="86137"/>
                </a:moveTo>
                <a:lnTo>
                  <a:pt x="0" y="86137"/>
                </a:lnTo>
                <a:lnTo>
                  <a:pt x="0" y="0"/>
                </a:lnTo>
                <a:lnTo>
                  <a:pt x="17953" y="0"/>
                </a:lnTo>
                <a:lnTo>
                  <a:pt x="17953" y="861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38539" y="3987677"/>
            <a:ext cx="469316" cy="248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11238" y="3987677"/>
            <a:ext cx="196380" cy="2520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253713" y="3992821"/>
            <a:ext cx="229363" cy="2459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05669" y="3987677"/>
            <a:ext cx="214031" cy="2517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32612" y="3987677"/>
            <a:ext cx="211409" cy="2517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094251" y="3987375"/>
            <a:ext cx="469316" cy="24882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594332" y="4104880"/>
            <a:ext cx="86995" cy="18415"/>
          </a:xfrm>
          <a:custGeom>
            <a:avLst/>
            <a:gdLst/>
            <a:ahLst/>
            <a:cxnLst/>
            <a:rect l="l" t="t" r="r" b="b"/>
            <a:pathLst>
              <a:path w="86995" h="18414">
                <a:moveTo>
                  <a:pt x="86843" y="17953"/>
                </a:moveTo>
                <a:lnTo>
                  <a:pt x="0" y="17953"/>
                </a:lnTo>
                <a:lnTo>
                  <a:pt x="0" y="0"/>
                </a:lnTo>
                <a:lnTo>
                  <a:pt x="86843" y="0"/>
                </a:lnTo>
                <a:lnTo>
                  <a:pt x="86843" y="17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741289" y="3996690"/>
            <a:ext cx="169545" cy="13970"/>
          </a:xfrm>
          <a:custGeom>
            <a:avLst/>
            <a:gdLst/>
            <a:ahLst/>
            <a:cxnLst/>
            <a:rect l="l" t="t" r="r" b="b"/>
            <a:pathLst>
              <a:path w="169545" h="13970">
                <a:moveTo>
                  <a:pt x="0" y="0"/>
                </a:moveTo>
                <a:lnTo>
                  <a:pt x="168945" y="0"/>
                </a:lnTo>
                <a:lnTo>
                  <a:pt x="168945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741289" y="4010659"/>
            <a:ext cx="17780" cy="46990"/>
          </a:xfrm>
          <a:custGeom>
            <a:avLst/>
            <a:gdLst/>
            <a:ahLst/>
            <a:cxnLst/>
            <a:rect l="l" t="t" r="r" b="b"/>
            <a:pathLst>
              <a:path w="17779" h="46989">
                <a:moveTo>
                  <a:pt x="0" y="0"/>
                </a:moveTo>
                <a:lnTo>
                  <a:pt x="17651" y="0"/>
                </a:lnTo>
                <a:lnTo>
                  <a:pt x="17651" y="46989"/>
                </a:lnTo>
                <a:lnTo>
                  <a:pt x="0" y="469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741289" y="4057650"/>
            <a:ext cx="169545" cy="15240"/>
          </a:xfrm>
          <a:custGeom>
            <a:avLst/>
            <a:gdLst/>
            <a:ahLst/>
            <a:cxnLst/>
            <a:rect l="l" t="t" r="r" b="b"/>
            <a:pathLst>
              <a:path w="169545" h="15239">
                <a:moveTo>
                  <a:pt x="0" y="0"/>
                </a:moveTo>
                <a:lnTo>
                  <a:pt x="168945" y="0"/>
                </a:lnTo>
                <a:lnTo>
                  <a:pt x="168945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892282" y="4011078"/>
            <a:ext cx="18415" cy="46990"/>
          </a:xfrm>
          <a:custGeom>
            <a:avLst/>
            <a:gdLst/>
            <a:ahLst/>
            <a:cxnLst/>
            <a:rect l="l" t="t" r="r" b="b"/>
            <a:pathLst>
              <a:path w="18415" h="46989">
                <a:moveTo>
                  <a:pt x="17953" y="46397"/>
                </a:moveTo>
                <a:lnTo>
                  <a:pt x="0" y="46397"/>
                </a:lnTo>
                <a:lnTo>
                  <a:pt x="0" y="0"/>
                </a:lnTo>
                <a:lnTo>
                  <a:pt x="17953" y="0"/>
                </a:lnTo>
                <a:lnTo>
                  <a:pt x="17953" y="46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710930" y="4096105"/>
            <a:ext cx="229870" cy="15240"/>
          </a:xfrm>
          <a:custGeom>
            <a:avLst/>
            <a:gdLst/>
            <a:ahLst/>
            <a:cxnLst/>
            <a:rect l="l" t="t" r="r" b="b"/>
            <a:pathLst>
              <a:path w="229870" h="15239">
                <a:moveTo>
                  <a:pt x="229363" y="14927"/>
                </a:moveTo>
                <a:lnTo>
                  <a:pt x="0" y="14927"/>
                </a:lnTo>
                <a:lnTo>
                  <a:pt x="0" y="0"/>
                </a:lnTo>
                <a:lnTo>
                  <a:pt x="229363" y="0"/>
                </a:lnTo>
                <a:lnTo>
                  <a:pt x="229363" y="1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816433" y="4111033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5" h="27939">
                <a:moveTo>
                  <a:pt x="17852" y="27737"/>
                </a:moveTo>
                <a:lnTo>
                  <a:pt x="0" y="27737"/>
                </a:lnTo>
                <a:lnTo>
                  <a:pt x="0" y="0"/>
                </a:lnTo>
                <a:lnTo>
                  <a:pt x="17852" y="0"/>
                </a:lnTo>
                <a:lnTo>
                  <a:pt x="17852" y="27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739272" y="4138929"/>
            <a:ext cx="171450" cy="13970"/>
          </a:xfrm>
          <a:custGeom>
            <a:avLst/>
            <a:gdLst/>
            <a:ahLst/>
            <a:cxnLst/>
            <a:rect l="l" t="t" r="r" b="b"/>
            <a:pathLst>
              <a:path w="171450" h="13970">
                <a:moveTo>
                  <a:pt x="0" y="0"/>
                </a:moveTo>
                <a:lnTo>
                  <a:pt x="170963" y="0"/>
                </a:lnTo>
                <a:lnTo>
                  <a:pt x="170963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892585" y="4152900"/>
            <a:ext cx="17780" cy="25400"/>
          </a:xfrm>
          <a:custGeom>
            <a:avLst/>
            <a:gdLst/>
            <a:ahLst/>
            <a:cxnLst/>
            <a:rect l="l" t="t" r="r" b="b"/>
            <a:pathLst>
              <a:path w="17779" h="25400">
                <a:moveTo>
                  <a:pt x="0" y="0"/>
                </a:moveTo>
                <a:lnTo>
                  <a:pt x="17651" y="0"/>
                </a:lnTo>
                <a:lnTo>
                  <a:pt x="1765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739979" y="4178300"/>
            <a:ext cx="170815" cy="13970"/>
          </a:xfrm>
          <a:custGeom>
            <a:avLst/>
            <a:gdLst/>
            <a:ahLst/>
            <a:cxnLst/>
            <a:rect l="l" t="t" r="r" b="b"/>
            <a:pathLst>
              <a:path w="170815" h="13970">
                <a:moveTo>
                  <a:pt x="0" y="0"/>
                </a:moveTo>
                <a:lnTo>
                  <a:pt x="170257" y="0"/>
                </a:lnTo>
                <a:lnTo>
                  <a:pt x="170257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739979" y="4192270"/>
            <a:ext cx="17780" cy="29209"/>
          </a:xfrm>
          <a:custGeom>
            <a:avLst/>
            <a:gdLst/>
            <a:ahLst/>
            <a:cxnLst/>
            <a:rect l="l" t="t" r="r" b="b"/>
            <a:pathLst>
              <a:path w="17779" h="29210">
                <a:moveTo>
                  <a:pt x="0" y="0"/>
                </a:moveTo>
                <a:lnTo>
                  <a:pt x="17550" y="0"/>
                </a:lnTo>
                <a:lnTo>
                  <a:pt x="17550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739979" y="4221479"/>
            <a:ext cx="178435" cy="15240"/>
          </a:xfrm>
          <a:custGeom>
            <a:avLst/>
            <a:gdLst/>
            <a:ahLst/>
            <a:cxnLst/>
            <a:rect l="l" t="t" r="r" b="b"/>
            <a:pathLst>
              <a:path w="178434" h="15239">
                <a:moveTo>
                  <a:pt x="0" y="0"/>
                </a:moveTo>
                <a:lnTo>
                  <a:pt x="178124" y="0"/>
                </a:lnTo>
                <a:lnTo>
                  <a:pt x="178124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033697" y="3984248"/>
            <a:ext cx="229363" cy="2491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287166" y="3985155"/>
            <a:ext cx="234315" cy="250825"/>
          </a:xfrm>
          <a:custGeom>
            <a:avLst/>
            <a:gdLst/>
            <a:ahLst/>
            <a:cxnLst/>
            <a:rect l="l" t="t" r="r" b="b"/>
            <a:pathLst>
              <a:path w="234315" h="250825">
                <a:moveTo>
                  <a:pt x="84019" y="29855"/>
                </a:moveTo>
                <a:lnTo>
                  <a:pt x="66166" y="29855"/>
                </a:lnTo>
                <a:lnTo>
                  <a:pt x="66166" y="0"/>
                </a:lnTo>
                <a:lnTo>
                  <a:pt x="84019" y="0"/>
                </a:lnTo>
                <a:lnTo>
                  <a:pt x="84019" y="29855"/>
                </a:lnTo>
                <a:close/>
              </a:path>
              <a:path w="234315" h="250825">
                <a:moveTo>
                  <a:pt x="150084" y="44985"/>
                </a:moveTo>
                <a:lnTo>
                  <a:pt x="0" y="44985"/>
                </a:lnTo>
                <a:lnTo>
                  <a:pt x="0" y="29855"/>
                </a:lnTo>
                <a:lnTo>
                  <a:pt x="150084" y="29855"/>
                </a:lnTo>
                <a:lnTo>
                  <a:pt x="150084" y="44985"/>
                </a:lnTo>
                <a:close/>
              </a:path>
              <a:path w="234315" h="250825">
                <a:moveTo>
                  <a:pt x="195069" y="148369"/>
                </a:moveTo>
                <a:lnTo>
                  <a:pt x="177015" y="148369"/>
                </a:lnTo>
                <a:lnTo>
                  <a:pt x="177015" y="2521"/>
                </a:lnTo>
                <a:lnTo>
                  <a:pt x="195069" y="2521"/>
                </a:lnTo>
                <a:lnTo>
                  <a:pt x="195069" y="68183"/>
                </a:lnTo>
                <a:lnTo>
                  <a:pt x="234002" y="68183"/>
                </a:lnTo>
                <a:lnTo>
                  <a:pt x="234002" y="83615"/>
                </a:lnTo>
                <a:lnTo>
                  <a:pt x="195069" y="83615"/>
                </a:lnTo>
                <a:lnTo>
                  <a:pt x="195069" y="148369"/>
                </a:lnTo>
                <a:close/>
              </a:path>
              <a:path w="234315" h="250825">
                <a:moveTo>
                  <a:pt x="75042" y="146150"/>
                </a:moveTo>
                <a:lnTo>
                  <a:pt x="50259" y="143151"/>
                </a:lnTo>
                <a:lnTo>
                  <a:pt x="31255" y="134337"/>
                </a:lnTo>
                <a:lnTo>
                  <a:pt x="19115" y="120435"/>
                </a:lnTo>
                <a:lnTo>
                  <a:pt x="14927" y="102174"/>
                </a:lnTo>
                <a:lnTo>
                  <a:pt x="19115" y="83998"/>
                </a:lnTo>
                <a:lnTo>
                  <a:pt x="31255" y="70163"/>
                </a:lnTo>
                <a:lnTo>
                  <a:pt x="50259" y="61339"/>
                </a:lnTo>
                <a:lnTo>
                  <a:pt x="75042" y="58198"/>
                </a:lnTo>
                <a:lnTo>
                  <a:pt x="99537" y="61339"/>
                </a:lnTo>
                <a:lnTo>
                  <a:pt x="118426" y="70163"/>
                </a:lnTo>
                <a:lnTo>
                  <a:pt x="120411" y="72419"/>
                </a:lnTo>
                <a:lnTo>
                  <a:pt x="75042" y="72419"/>
                </a:lnTo>
                <a:lnTo>
                  <a:pt x="57306" y="74558"/>
                </a:lnTo>
                <a:lnTo>
                  <a:pt x="43673" y="80677"/>
                </a:lnTo>
                <a:lnTo>
                  <a:pt x="34958" y="90107"/>
                </a:lnTo>
                <a:lnTo>
                  <a:pt x="31973" y="102174"/>
                </a:lnTo>
                <a:lnTo>
                  <a:pt x="34958" y="114400"/>
                </a:lnTo>
                <a:lnTo>
                  <a:pt x="43673" y="123885"/>
                </a:lnTo>
                <a:lnTo>
                  <a:pt x="57306" y="130003"/>
                </a:lnTo>
                <a:lnTo>
                  <a:pt x="75042" y="132130"/>
                </a:lnTo>
                <a:lnTo>
                  <a:pt x="120358" y="132130"/>
                </a:lnTo>
                <a:lnTo>
                  <a:pt x="118426" y="134337"/>
                </a:lnTo>
                <a:lnTo>
                  <a:pt x="99537" y="143151"/>
                </a:lnTo>
                <a:lnTo>
                  <a:pt x="75042" y="146150"/>
                </a:lnTo>
                <a:close/>
              </a:path>
              <a:path w="234315" h="250825">
                <a:moveTo>
                  <a:pt x="120358" y="132130"/>
                </a:moveTo>
                <a:lnTo>
                  <a:pt x="75042" y="132130"/>
                </a:lnTo>
                <a:lnTo>
                  <a:pt x="92493" y="130003"/>
                </a:lnTo>
                <a:lnTo>
                  <a:pt x="106019" y="123885"/>
                </a:lnTo>
                <a:lnTo>
                  <a:pt x="114799" y="114400"/>
                </a:lnTo>
                <a:lnTo>
                  <a:pt x="118010" y="102174"/>
                </a:lnTo>
                <a:lnTo>
                  <a:pt x="114799" y="90107"/>
                </a:lnTo>
                <a:lnTo>
                  <a:pt x="106019" y="80677"/>
                </a:lnTo>
                <a:lnTo>
                  <a:pt x="92493" y="74558"/>
                </a:lnTo>
                <a:lnTo>
                  <a:pt x="75042" y="72419"/>
                </a:lnTo>
                <a:lnTo>
                  <a:pt x="120411" y="72419"/>
                </a:lnTo>
                <a:lnTo>
                  <a:pt x="130600" y="83998"/>
                </a:lnTo>
                <a:lnTo>
                  <a:pt x="134955" y="102174"/>
                </a:lnTo>
                <a:lnTo>
                  <a:pt x="130600" y="120435"/>
                </a:lnTo>
                <a:lnTo>
                  <a:pt x="120358" y="132130"/>
                </a:lnTo>
                <a:close/>
              </a:path>
              <a:path w="234315" h="250825">
                <a:moveTo>
                  <a:pt x="195069" y="250645"/>
                </a:moveTo>
                <a:lnTo>
                  <a:pt x="37621" y="250645"/>
                </a:lnTo>
                <a:lnTo>
                  <a:pt x="37621" y="159767"/>
                </a:lnTo>
                <a:lnTo>
                  <a:pt x="55373" y="159767"/>
                </a:lnTo>
                <a:lnTo>
                  <a:pt x="55373" y="189320"/>
                </a:lnTo>
                <a:lnTo>
                  <a:pt x="195069" y="189320"/>
                </a:lnTo>
                <a:lnTo>
                  <a:pt x="195069" y="203844"/>
                </a:lnTo>
                <a:lnTo>
                  <a:pt x="55373" y="203844"/>
                </a:lnTo>
                <a:lnTo>
                  <a:pt x="55373" y="235717"/>
                </a:lnTo>
                <a:lnTo>
                  <a:pt x="195069" y="235717"/>
                </a:lnTo>
                <a:lnTo>
                  <a:pt x="195069" y="250645"/>
                </a:lnTo>
                <a:close/>
              </a:path>
              <a:path w="234315" h="250825">
                <a:moveTo>
                  <a:pt x="195069" y="189320"/>
                </a:moveTo>
                <a:lnTo>
                  <a:pt x="177015" y="189320"/>
                </a:lnTo>
                <a:lnTo>
                  <a:pt x="177015" y="159767"/>
                </a:lnTo>
                <a:lnTo>
                  <a:pt x="195069" y="159767"/>
                </a:lnTo>
                <a:lnTo>
                  <a:pt x="195069" y="189320"/>
                </a:lnTo>
                <a:close/>
              </a:path>
              <a:path w="234315" h="250825">
                <a:moveTo>
                  <a:pt x="195069" y="235717"/>
                </a:moveTo>
                <a:lnTo>
                  <a:pt x="177015" y="235717"/>
                </a:lnTo>
                <a:lnTo>
                  <a:pt x="177015" y="203844"/>
                </a:lnTo>
                <a:lnTo>
                  <a:pt x="195069" y="203844"/>
                </a:lnTo>
                <a:lnTo>
                  <a:pt x="195069" y="235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569180" y="3996690"/>
            <a:ext cx="169545" cy="13970"/>
          </a:xfrm>
          <a:custGeom>
            <a:avLst/>
            <a:gdLst/>
            <a:ahLst/>
            <a:cxnLst/>
            <a:rect l="l" t="t" r="r" b="b"/>
            <a:pathLst>
              <a:path w="169545" h="13970">
                <a:moveTo>
                  <a:pt x="0" y="0"/>
                </a:moveTo>
                <a:lnTo>
                  <a:pt x="168945" y="0"/>
                </a:lnTo>
                <a:lnTo>
                  <a:pt x="168945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569180" y="4010659"/>
            <a:ext cx="17780" cy="46990"/>
          </a:xfrm>
          <a:custGeom>
            <a:avLst/>
            <a:gdLst/>
            <a:ahLst/>
            <a:cxnLst/>
            <a:rect l="l" t="t" r="r" b="b"/>
            <a:pathLst>
              <a:path w="17779" h="46989">
                <a:moveTo>
                  <a:pt x="0" y="0"/>
                </a:moveTo>
                <a:lnTo>
                  <a:pt x="17651" y="0"/>
                </a:lnTo>
                <a:lnTo>
                  <a:pt x="17651" y="46989"/>
                </a:lnTo>
                <a:lnTo>
                  <a:pt x="0" y="469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569180" y="4057650"/>
            <a:ext cx="169545" cy="15240"/>
          </a:xfrm>
          <a:custGeom>
            <a:avLst/>
            <a:gdLst/>
            <a:ahLst/>
            <a:cxnLst/>
            <a:rect l="l" t="t" r="r" b="b"/>
            <a:pathLst>
              <a:path w="169545" h="15239">
                <a:moveTo>
                  <a:pt x="0" y="0"/>
                </a:moveTo>
                <a:lnTo>
                  <a:pt x="168945" y="0"/>
                </a:lnTo>
                <a:lnTo>
                  <a:pt x="168945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720172" y="4011078"/>
            <a:ext cx="18415" cy="46990"/>
          </a:xfrm>
          <a:custGeom>
            <a:avLst/>
            <a:gdLst/>
            <a:ahLst/>
            <a:cxnLst/>
            <a:rect l="l" t="t" r="r" b="b"/>
            <a:pathLst>
              <a:path w="18415" h="46989">
                <a:moveTo>
                  <a:pt x="17953" y="46397"/>
                </a:moveTo>
                <a:lnTo>
                  <a:pt x="0" y="46397"/>
                </a:lnTo>
                <a:lnTo>
                  <a:pt x="0" y="0"/>
                </a:lnTo>
                <a:lnTo>
                  <a:pt x="17953" y="0"/>
                </a:lnTo>
                <a:lnTo>
                  <a:pt x="17953" y="46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538821" y="4096105"/>
            <a:ext cx="229870" cy="15240"/>
          </a:xfrm>
          <a:custGeom>
            <a:avLst/>
            <a:gdLst/>
            <a:ahLst/>
            <a:cxnLst/>
            <a:rect l="l" t="t" r="r" b="b"/>
            <a:pathLst>
              <a:path w="229870" h="15239">
                <a:moveTo>
                  <a:pt x="229363" y="14927"/>
                </a:moveTo>
                <a:lnTo>
                  <a:pt x="0" y="14927"/>
                </a:lnTo>
                <a:lnTo>
                  <a:pt x="0" y="0"/>
                </a:lnTo>
                <a:lnTo>
                  <a:pt x="229363" y="0"/>
                </a:lnTo>
                <a:lnTo>
                  <a:pt x="229363" y="1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644323" y="4111033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5" h="27939">
                <a:moveTo>
                  <a:pt x="17852" y="27737"/>
                </a:moveTo>
                <a:lnTo>
                  <a:pt x="0" y="27737"/>
                </a:lnTo>
                <a:lnTo>
                  <a:pt x="0" y="0"/>
                </a:lnTo>
                <a:lnTo>
                  <a:pt x="17852" y="0"/>
                </a:lnTo>
                <a:lnTo>
                  <a:pt x="17852" y="27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567163" y="4138929"/>
            <a:ext cx="171450" cy="13970"/>
          </a:xfrm>
          <a:custGeom>
            <a:avLst/>
            <a:gdLst/>
            <a:ahLst/>
            <a:cxnLst/>
            <a:rect l="l" t="t" r="r" b="b"/>
            <a:pathLst>
              <a:path w="171450" h="13970">
                <a:moveTo>
                  <a:pt x="0" y="0"/>
                </a:moveTo>
                <a:lnTo>
                  <a:pt x="170963" y="0"/>
                </a:lnTo>
                <a:lnTo>
                  <a:pt x="170963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720475" y="4152900"/>
            <a:ext cx="17780" cy="25400"/>
          </a:xfrm>
          <a:custGeom>
            <a:avLst/>
            <a:gdLst/>
            <a:ahLst/>
            <a:cxnLst/>
            <a:rect l="l" t="t" r="r" b="b"/>
            <a:pathLst>
              <a:path w="17779" h="25400">
                <a:moveTo>
                  <a:pt x="0" y="0"/>
                </a:moveTo>
                <a:lnTo>
                  <a:pt x="17651" y="0"/>
                </a:lnTo>
                <a:lnTo>
                  <a:pt x="1765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567869" y="4178300"/>
            <a:ext cx="170815" cy="13970"/>
          </a:xfrm>
          <a:custGeom>
            <a:avLst/>
            <a:gdLst/>
            <a:ahLst/>
            <a:cxnLst/>
            <a:rect l="l" t="t" r="r" b="b"/>
            <a:pathLst>
              <a:path w="170815" h="13970">
                <a:moveTo>
                  <a:pt x="0" y="0"/>
                </a:moveTo>
                <a:lnTo>
                  <a:pt x="170257" y="0"/>
                </a:lnTo>
                <a:lnTo>
                  <a:pt x="170257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567869" y="4192270"/>
            <a:ext cx="17780" cy="29209"/>
          </a:xfrm>
          <a:custGeom>
            <a:avLst/>
            <a:gdLst/>
            <a:ahLst/>
            <a:cxnLst/>
            <a:rect l="l" t="t" r="r" b="b"/>
            <a:pathLst>
              <a:path w="17779" h="29210">
                <a:moveTo>
                  <a:pt x="0" y="0"/>
                </a:moveTo>
                <a:lnTo>
                  <a:pt x="17550" y="0"/>
                </a:lnTo>
                <a:lnTo>
                  <a:pt x="17550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567869" y="4221479"/>
            <a:ext cx="178435" cy="15240"/>
          </a:xfrm>
          <a:custGeom>
            <a:avLst/>
            <a:gdLst/>
            <a:ahLst/>
            <a:cxnLst/>
            <a:rect l="l" t="t" r="r" b="b"/>
            <a:pathLst>
              <a:path w="178434" h="15239">
                <a:moveTo>
                  <a:pt x="0" y="0"/>
                </a:moveTo>
                <a:lnTo>
                  <a:pt x="178124" y="0"/>
                </a:lnTo>
                <a:lnTo>
                  <a:pt x="178124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892641" y="3995420"/>
            <a:ext cx="18415" cy="34290"/>
          </a:xfrm>
          <a:custGeom>
            <a:avLst/>
            <a:gdLst/>
            <a:ahLst/>
            <a:cxnLst/>
            <a:rect l="l" t="t" r="r" b="b"/>
            <a:pathLst>
              <a:path w="18415" h="34289">
                <a:moveTo>
                  <a:pt x="0" y="0"/>
                </a:moveTo>
                <a:lnTo>
                  <a:pt x="17953" y="0"/>
                </a:lnTo>
                <a:lnTo>
                  <a:pt x="17953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892641" y="4029709"/>
            <a:ext cx="168275" cy="13970"/>
          </a:xfrm>
          <a:custGeom>
            <a:avLst/>
            <a:gdLst/>
            <a:ahLst/>
            <a:cxnLst/>
            <a:rect l="l" t="t" r="r" b="b"/>
            <a:pathLst>
              <a:path w="168275" h="13970">
                <a:moveTo>
                  <a:pt x="0" y="0"/>
                </a:moveTo>
                <a:lnTo>
                  <a:pt x="168239" y="0"/>
                </a:lnTo>
                <a:lnTo>
                  <a:pt x="168239" y="13969"/>
                </a:lnTo>
                <a:lnTo>
                  <a:pt x="0" y="139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0892641" y="4043679"/>
            <a:ext cx="18415" cy="36830"/>
          </a:xfrm>
          <a:custGeom>
            <a:avLst/>
            <a:gdLst/>
            <a:ahLst/>
            <a:cxnLst/>
            <a:rect l="l" t="t" r="r" b="b"/>
            <a:pathLst>
              <a:path w="18415" h="36829">
                <a:moveTo>
                  <a:pt x="0" y="0"/>
                </a:moveTo>
                <a:lnTo>
                  <a:pt x="17953" y="0"/>
                </a:lnTo>
                <a:lnTo>
                  <a:pt x="17953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892641" y="4080509"/>
            <a:ext cx="168275" cy="15240"/>
          </a:xfrm>
          <a:custGeom>
            <a:avLst/>
            <a:gdLst/>
            <a:ahLst/>
            <a:cxnLst/>
            <a:rect l="l" t="t" r="r" b="b"/>
            <a:pathLst>
              <a:path w="168275" h="15239">
                <a:moveTo>
                  <a:pt x="0" y="0"/>
                </a:moveTo>
                <a:lnTo>
                  <a:pt x="168239" y="0"/>
                </a:lnTo>
                <a:lnTo>
                  <a:pt x="168239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1042927" y="3995646"/>
            <a:ext cx="18415" cy="34925"/>
          </a:xfrm>
          <a:custGeom>
            <a:avLst/>
            <a:gdLst/>
            <a:ahLst/>
            <a:cxnLst/>
            <a:rect l="l" t="t" r="r" b="b"/>
            <a:pathLst>
              <a:path w="18415" h="34925">
                <a:moveTo>
                  <a:pt x="17953" y="34495"/>
                </a:moveTo>
                <a:lnTo>
                  <a:pt x="0" y="34495"/>
                </a:lnTo>
                <a:lnTo>
                  <a:pt x="0" y="0"/>
                </a:lnTo>
                <a:lnTo>
                  <a:pt x="17953" y="0"/>
                </a:lnTo>
                <a:lnTo>
                  <a:pt x="17953" y="34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1042927" y="4044262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5" h="36195">
                <a:moveTo>
                  <a:pt x="17953" y="36109"/>
                </a:moveTo>
                <a:lnTo>
                  <a:pt x="0" y="36109"/>
                </a:lnTo>
                <a:lnTo>
                  <a:pt x="0" y="0"/>
                </a:lnTo>
                <a:lnTo>
                  <a:pt x="17953" y="0"/>
                </a:lnTo>
                <a:lnTo>
                  <a:pt x="17953" y="36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861373" y="4122027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39">
                <a:moveTo>
                  <a:pt x="230472" y="15129"/>
                </a:moveTo>
                <a:lnTo>
                  <a:pt x="0" y="15129"/>
                </a:lnTo>
                <a:lnTo>
                  <a:pt x="0" y="0"/>
                </a:lnTo>
                <a:lnTo>
                  <a:pt x="230472" y="0"/>
                </a:lnTo>
                <a:lnTo>
                  <a:pt x="230472" y="15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968894" y="4137157"/>
            <a:ext cx="18415" cy="52705"/>
          </a:xfrm>
          <a:custGeom>
            <a:avLst/>
            <a:gdLst/>
            <a:ahLst/>
            <a:cxnLst/>
            <a:rect l="l" t="t" r="r" b="b"/>
            <a:pathLst>
              <a:path w="18415" h="52704">
                <a:moveTo>
                  <a:pt x="17852" y="52146"/>
                </a:moveTo>
                <a:lnTo>
                  <a:pt x="0" y="52146"/>
                </a:lnTo>
                <a:lnTo>
                  <a:pt x="0" y="0"/>
                </a:lnTo>
                <a:lnTo>
                  <a:pt x="17852" y="0"/>
                </a:lnTo>
                <a:lnTo>
                  <a:pt x="17852" y="52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891834" y="4165600"/>
            <a:ext cx="17780" cy="52069"/>
          </a:xfrm>
          <a:custGeom>
            <a:avLst/>
            <a:gdLst/>
            <a:ahLst/>
            <a:cxnLst/>
            <a:rect l="l" t="t" r="r" b="b"/>
            <a:pathLst>
              <a:path w="17779" h="52070">
                <a:moveTo>
                  <a:pt x="0" y="0"/>
                </a:moveTo>
                <a:lnTo>
                  <a:pt x="17751" y="0"/>
                </a:lnTo>
                <a:lnTo>
                  <a:pt x="17751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891834" y="4217670"/>
            <a:ext cx="174625" cy="15240"/>
          </a:xfrm>
          <a:custGeom>
            <a:avLst/>
            <a:gdLst/>
            <a:ahLst/>
            <a:cxnLst/>
            <a:rect l="l" t="t" r="r" b="b"/>
            <a:pathLst>
              <a:path w="174625" h="15239">
                <a:moveTo>
                  <a:pt x="0" y="0"/>
                </a:moveTo>
                <a:lnTo>
                  <a:pt x="174291" y="0"/>
                </a:lnTo>
                <a:lnTo>
                  <a:pt x="17429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1128863" y="3987677"/>
            <a:ext cx="192346" cy="2520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437295" y="3997259"/>
            <a:ext cx="229363" cy="2421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688445" y="3987677"/>
            <a:ext cx="215746" cy="25094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228582" y="4557857"/>
            <a:ext cx="86995" cy="18415"/>
          </a:xfrm>
          <a:custGeom>
            <a:avLst/>
            <a:gdLst/>
            <a:ahLst/>
            <a:cxnLst/>
            <a:rect l="l" t="t" r="r" b="b"/>
            <a:pathLst>
              <a:path w="86995" h="18414">
                <a:moveTo>
                  <a:pt x="86843" y="18054"/>
                </a:moveTo>
                <a:lnTo>
                  <a:pt x="0" y="18054"/>
                </a:lnTo>
                <a:lnTo>
                  <a:pt x="0" y="0"/>
                </a:lnTo>
                <a:lnTo>
                  <a:pt x="86843" y="0"/>
                </a:lnTo>
                <a:lnTo>
                  <a:pt x="86843" y="180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8293" y="4425827"/>
            <a:ext cx="222885" cy="248285"/>
          </a:xfrm>
          <a:custGeom>
            <a:avLst/>
            <a:gdLst/>
            <a:ahLst/>
            <a:cxnLst/>
            <a:rect l="l" t="t" r="r" b="b"/>
            <a:pathLst>
              <a:path w="222884" h="248285">
                <a:moveTo>
                  <a:pt x="183369" y="139695"/>
                </a:moveTo>
                <a:lnTo>
                  <a:pt x="165314" y="139695"/>
                </a:lnTo>
                <a:lnTo>
                  <a:pt x="165314" y="0"/>
                </a:lnTo>
                <a:lnTo>
                  <a:pt x="183369" y="0"/>
                </a:lnTo>
                <a:lnTo>
                  <a:pt x="183369" y="60719"/>
                </a:lnTo>
                <a:lnTo>
                  <a:pt x="222302" y="60719"/>
                </a:lnTo>
                <a:lnTo>
                  <a:pt x="222302" y="76353"/>
                </a:lnTo>
                <a:lnTo>
                  <a:pt x="183369" y="76353"/>
                </a:lnTo>
                <a:lnTo>
                  <a:pt x="183369" y="139695"/>
                </a:lnTo>
                <a:close/>
              </a:path>
              <a:path w="222884" h="248285">
                <a:moveTo>
                  <a:pt x="18457" y="130214"/>
                </a:moveTo>
                <a:lnTo>
                  <a:pt x="0" y="130214"/>
                </a:lnTo>
                <a:lnTo>
                  <a:pt x="0" y="14322"/>
                </a:lnTo>
                <a:lnTo>
                  <a:pt x="114580" y="14322"/>
                </a:lnTo>
                <a:lnTo>
                  <a:pt x="114580" y="29452"/>
                </a:lnTo>
                <a:lnTo>
                  <a:pt x="17852" y="29452"/>
                </a:lnTo>
                <a:lnTo>
                  <a:pt x="17852" y="63947"/>
                </a:lnTo>
                <a:lnTo>
                  <a:pt x="110243" y="63947"/>
                </a:lnTo>
                <a:lnTo>
                  <a:pt x="110243" y="78875"/>
                </a:lnTo>
                <a:lnTo>
                  <a:pt x="17852" y="78875"/>
                </a:lnTo>
                <a:lnTo>
                  <a:pt x="17852" y="115286"/>
                </a:lnTo>
                <a:lnTo>
                  <a:pt x="133370" y="115286"/>
                </a:lnTo>
                <a:lnTo>
                  <a:pt x="134450" y="122952"/>
                </a:lnTo>
                <a:lnTo>
                  <a:pt x="108880" y="126640"/>
                </a:lnTo>
                <a:lnTo>
                  <a:pt x="82922" y="128852"/>
                </a:lnTo>
                <a:lnTo>
                  <a:pt x="53730" y="129930"/>
                </a:lnTo>
                <a:lnTo>
                  <a:pt x="18457" y="130214"/>
                </a:lnTo>
                <a:close/>
              </a:path>
              <a:path w="222884" h="248285">
                <a:moveTo>
                  <a:pt x="133370" y="115286"/>
                </a:moveTo>
                <a:lnTo>
                  <a:pt x="18457" y="115286"/>
                </a:lnTo>
                <a:lnTo>
                  <a:pt x="53200" y="115015"/>
                </a:lnTo>
                <a:lnTo>
                  <a:pt x="81938" y="113950"/>
                </a:lnTo>
                <a:lnTo>
                  <a:pt x="107405" y="111712"/>
                </a:lnTo>
                <a:lnTo>
                  <a:pt x="132332" y="107923"/>
                </a:lnTo>
                <a:lnTo>
                  <a:pt x="133370" y="115286"/>
                </a:lnTo>
                <a:close/>
              </a:path>
              <a:path w="222884" h="248285">
                <a:moveTo>
                  <a:pt x="183369" y="248123"/>
                </a:moveTo>
                <a:lnTo>
                  <a:pt x="25820" y="248123"/>
                </a:lnTo>
                <a:lnTo>
                  <a:pt x="25820" y="151093"/>
                </a:lnTo>
                <a:lnTo>
                  <a:pt x="43572" y="151093"/>
                </a:lnTo>
                <a:lnTo>
                  <a:pt x="43572" y="183772"/>
                </a:lnTo>
                <a:lnTo>
                  <a:pt x="183369" y="183772"/>
                </a:lnTo>
                <a:lnTo>
                  <a:pt x="183369" y="198398"/>
                </a:lnTo>
                <a:lnTo>
                  <a:pt x="43572" y="198398"/>
                </a:lnTo>
                <a:lnTo>
                  <a:pt x="43572" y="232994"/>
                </a:lnTo>
                <a:lnTo>
                  <a:pt x="183369" y="232994"/>
                </a:lnTo>
                <a:lnTo>
                  <a:pt x="183369" y="248123"/>
                </a:lnTo>
                <a:close/>
              </a:path>
              <a:path w="222884" h="248285">
                <a:moveTo>
                  <a:pt x="183369" y="183772"/>
                </a:moveTo>
                <a:lnTo>
                  <a:pt x="165314" y="183772"/>
                </a:lnTo>
                <a:lnTo>
                  <a:pt x="165314" y="151093"/>
                </a:lnTo>
                <a:lnTo>
                  <a:pt x="183369" y="151093"/>
                </a:lnTo>
                <a:lnTo>
                  <a:pt x="183369" y="183772"/>
                </a:lnTo>
                <a:close/>
              </a:path>
              <a:path w="222884" h="248285">
                <a:moveTo>
                  <a:pt x="183369" y="232994"/>
                </a:moveTo>
                <a:lnTo>
                  <a:pt x="165314" y="232994"/>
                </a:lnTo>
                <a:lnTo>
                  <a:pt x="165314" y="198398"/>
                </a:lnTo>
                <a:lnTo>
                  <a:pt x="183369" y="198398"/>
                </a:lnTo>
                <a:lnTo>
                  <a:pt x="183369" y="2329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668146" y="4425827"/>
            <a:ext cx="235585" cy="251460"/>
          </a:xfrm>
          <a:custGeom>
            <a:avLst/>
            <a:gdLst/>
            <a:ahLst/>
            <a:cxnLst/>
            <a:rect l="l" t="t" r="r" b="b"/>
            <a:pathLst>
              <a:path w="235584" h="251460">
                <a:moveTo>
                  <a:pt x="196078" y="154421"/>
                </a:moveTo>
                <a:lnTo>
                  <a:pt x="178023" y="154421"/>
                </a:lnTo>
                <a:lnTo>
                  <a:pt x="178023" y="0"/>
                </a:lnTo>
                <a:lnTo>
                  <a:pt x="196078" y="0"/>
                </a:lnTo>
                <a:lnTo>
                  <a:pt x="196078" y="67780"/>
                </a:lnTo>
                <a:lnTo>
                  <a:pt x="235011" y="67780"/>
                </a:lnTo>
                <a:lnTo>
                  <a:pt x="235011" y="83111"/>
                </a:lnTo>
                <a:lnTo>
                  <a:pt x="196078" y="83111"/>
                </a:lnTo>
                <a:lnTo>
                  <a:pt x="196078" y="154421"/>
                </a:lnTo>
                <a:close/>
              </a:path>
              <a:path w="235584" h="251460">
                <a:moveTo>
                  <a:pt x="9682" y="142418"/>
                </a:moveTo>
                <a:lnTo>
                  <a:pt x="0" y="127894"/>
                </a:lnTo>
                <a:lnTo>
                  <a:pt x="25430" y="113939"/>
                </a:lnTo>
                <a:lnTo>
                  <a:pt x="45791" y="93790"/>
                </a:lnTo>
                <a:lnTo>
                  <a:pt x="59345" y="68705"/>
                </a:lnTo>
                <a:lnTo>
                  <a:pt x="64350" y="39941"/>
                </a:lnTo>
                <a:lnTo>
                  <a:pt x="64350" y="12809"/>
                </a:lnTo>
                <a:lnTo>
                  <a:pt x="81699" y="12809"/>
                </a:lnTo>
                <a:lnTo>
                  <a:pt x="81699" y="41051"/>
                </a:lnTo>
                <a:lnTo>
                  <a:pt x="86729" y="66741"/>
                </a:lnTo>
                <a:lnTo>
                  <a:pt x="91758" y="75143"/>
                </a:lnTo>
                <a:lnTo>
                  <a:pt x="73630" y="75143"/>
                </a:lnTo>
                <a:lnTo>
                  <a:pt x="63354" y="97186"/>
                </a:lnTo>
                <a:lnTo>
                  <a:pt x="48767" y="116081"/>
                </a:lnTo>
                <a:lnTo>
                  <a:pt x="30624" y="131325"/>
                </a:lnTo>
                <a:lnTo>
                  <a:pt x="9682" y="142418"/>
                </a:lnTo>
                <a:close/>
              </a:path>
              <a:path w="235584" h="251460">
                <a:moveTo>
                  <a:pt x="135862" y="135459"/>
                </a:moveTo>
                <a:lnTo>
                  <a:pt x="115884" y="125453"/>
                </a:lnTo>
                <a:lnTo>
                  <a:pt x="98354" y="111693"/>
                </a:lnTo>
                <a:lnTo>
                  <a:pt x="84020" y="94737"/>
                </a:lnTo>
                <a:lnTo>
                  <a:pt x="73630" y="75143"/>
                </a:lnTo>
                <a:lnTo>
                  <a:pt x="91758" y="75143"/>
                </a:lnTo>
                <a:lnTo>
                  <a:pt x="100459" y="89680"/>
                </a:lnTo>
                <a:lnTo>
                  <a:pt x="120846" y="108325"/>
                </a:lnTo>
                <a:lnTo>
                  <a:pt x="145848" y="121136"/>
                </a:lnTo>
                <a:lnTo>
                  <a:pt x="135862" y="135459"/>
                </a:lnTo>
                <a:close/>
              </a:path>
              <a:path w="235584" h="251460">
                <a:moveTo>
                  <a:pt x="115992" y="250947"/>
                </a:moveTo>
                <a:lnTo>
                  <a:pt x="81284" y="247962"/>
                </a:lnTo>
                <a:lnTo>
                  <a:pt x="55285" y="239247"/>
                </a:lnTo>
                <a:lnTo>
                  <a:pt x="38988" y="225161"/>
                </a:lnTo>
                <a:lnTo>
                  <a:pt x="33385" y="206063"/>
                </a:lnTo>
                <a:lnTo>
                  <a:pt x="38988" y="187109"/>
                </a:lnTo>
                <a:lnTo>
                  <a:pt x="55285" y="173043"/>
                </a:lnTo>
                <a:lnTo>
                  <a:pt x="81284" y="164292"/>
                </a:lnTo>
                <a:lnTo>
                  <a:pt x="115992" y="161280"/>
                </a:lnTo>
                <a:lnTo>
                  <a:pt x="150481" y="164292"/>
                </a:lnTo>
                <a:lnTo>
                  <a:pt x="176308" y="173043"/>
                </a:lnTo>
                <a:lnTo>
                  <a:pt x="179725" y="176006"/>
                </a:lnTo>
                <a:lnTo>
                  <a:pt x="115992" y="176006"/>
                </a:lnTo>
                <a:lnTo>
                  <a:pt x="89065" y="178107"/>
                </a:lnTo>
                <a:lnTo>
                  <a:pt x="68587" y="184113"/>
                </a:lnTo>
                <a:lnTo>
                  <a:pt x="55597" y="193580"/>
                </a:lnTo>
                <a:lnTo>
                  <a:pt x="51137" y="206063"/>
                </a:lnTo>
                <a:lnTo>
                  <a:pt x="55597" y="218750"/>
                </a:lnTo>
                <a:lnTo>
                  <a:pt x="68587" y="228278"/>
                </a:lnTo>
                <a:lnTo>
                  <a:pt x="89065" y="234289"/>
                </a:lnTo>
                <a:lnTo>
                  <a:pt x="115992" y="236423"/>
                </a:lnTo>
                <a:lnTo>
                  <a:pt x="179560" y="236423"/>
                </a:lnTo>
                <a:lnTo>
                  <a:pt x="176308" y="239247"/>
                </a:lnTo>
                <a:lnTo>
                  <a:pt x="150481" y="247962"/>
                </a:lnTo>
                <a:lnTo>
                  <a:pt x="115992" y="250947"/>
                </a:lnTo>
                <a:close/>
              </a:path>
              <a:path w="235584" h="251460">
                <a:moveTo>
                  <a:pt x="179560" y="236423"/>
                </a:moveTo>
                <a:lnTo>
                  <a:pt x="115992" y="236423"/>
                </a:lnTo>
                <a:lnTo>
                  <a:pt x="142833" y="234289"/>
                </a:lnTo>
                <a:lnTo>
                  <a:pt x="163234" y="228278"/>
                </a:lnTo>
                <a:lnTo>
                  <a:pt x="176203" y="218750"/>
                </a:lnTo>
                <a:lnTo>
                  <a:pt x="180746" y="206063"/>
                </a:lnTo>
                <a:lnTo>
                  <a:pt x="176203" y="193580"/>
                </a:lnTo>
                <a:lnTo>
                  <a:pt x="163234" y="184113"/>
                </a:lnTo>
                <a:lnTo>
                  <a:pt x="142833" y="178107"/>
                </a:lnTo>
                <a:lnTo>
                  <a:pt x="115992" y="176006"/>
                </a:lnTo>
                <a:lnTo>
                  <a:pt x="179725" y="176006"/>
                </a:lnTo>
                <a:lnTo>
                  <a:pt x="192529" y="187109"/>
                </a:lnTo>
                <a:lnTo>
                  <a:pt x="198196" y="206063"/>
                </a:lnTo>
                <a:lnTo>
                  <a:pt x="192529" y="225161"/>
                </a:lnTo>
                <a:lnTo>
                  <a:pt x="179560" y="236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950866" y="4436109"/>
            <a:ext cx="18415" cy="36830"/>
          </a:xfrm>
          <a:custGeom>
            <a:avLst/>
            <a:gdLst/>
            <a:ahLst/>
            <a:cxnLst/>
            <a:rect l="l" t="t" r="r" b="b"/>
            <a:pathLst>
              <a:path w="18415" h="36829">
                <a:moveTo>
                  <a:pt x="0" y="0"/>
                </a:moveTo>
                <a:lnTo>
                  <a:pt x="17852" y="0"/>
                </a:lnTo>
                <a:lnTo>
                  <a:pt x="17852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950866" y="4472940"/>
            <a:ext cx="170180" cy="15240"/>
          </a:xfrm>
          <a:custGeom>
            <a:avLst/>
            <a:gdLst/>
            <a:ahLst/>
            <a:cxnLst/>
            <a:rect l="l" t="t" r="r" b="b"/>
            <a:pathLst>
              <a:path w="170179" h="15239">
                <a:moveTo>
                  <a:pt x="0" y="0"/>
                </a:moveTo>
                <a:lnTo>
                  <a:pt x="169652" y="0"/>
                </a:lnTo>
                <a:lnTo>
                  <a:pt x="169652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950866" y="4488179"/>
            <a:ext cx="18415" cy="40640"/>
          </a:xfrm>
          <a:custGeom>
            <a:avLst/>
            <a:gdLst/>
            <a:ahLst/>
            <a:cxnLst/>
            <a:rect l="l" t="t" r="r" b="b"/>
            <a:pathLst>
              <a:path w="18415" h="40639">
                <a:moveTo>
                  <a:pt x="0" y="0"/>
                </a:moveTo>
                <a:lnTo>
                  <a:pt x="17852" y="0"/>
                </a:lnTo>
                <a:lnTo>
                  <a:pt x="17852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950866" y="4528820"/>
            <a:ext cx="170180" cy="15240"/>
          </a:xfrm>
          <a:custGeom>
            <a:avLst/>
            <a:gdLst/>
            <a:ahLst/>
            <a:cxnLst/>
            <a:rect l="l" t="t" r="r" b="b"/>
            <a:pathLst>
              <a:path w="170179" h="15239">
                <a:moveTo>
                  <a:pt x="0" y="0"/>
                </a:moveTo>
                <a:lnTo>
                  <a:pt x="169652" y="0"/>
                </a:lnTo>
                <a:lnTo>
                  <a:pt x="169652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102564" y="4436418"/>
            <a:ext cx="18415" cy="36830"/>
          </a:xfrm>
          <a:custGeom>
            <a:avLst/>
            <a:gdLst/>
            <a:ahLst/>
            <a:cxnLst/>
            <a:rect l="l" t="t" r="r" b="b"/>
            <a:pathLst>
              <a:path w="18415" h="36829">
                <a:moveTo>
                  <a:pt x="17953" y="36714"/>
                </a:moveTo>
                <a:lnTo>
                  <a:pt x="0" y="36714"/>
                </a:lnTo>
                <a:lnTo>
                  <a:pt x="0" y="0"/>
                </a:lnTo>
                <a:lnTo>
                  <a:pt x="17953" y="0"/>
                </a:lnTo>
                <a:lnTo>
                  <a:pt x="17953" y="367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102564" y="4488060"/>
            <a:ext cx="18415" cy="41275"/>
          </a:xfrm>
          <a:custGeom>
            <a:avLst/>
            <a:gdLst/>
            <a:ahLst/>
            <a:cxnLst/>
            <a:rect l="l" t="t" r="r" b="b"/>
            <a:pathLst>
              <a:path w="18415" h="41275">
                <a:moveTo>
                  <a:pt x="17953" y="41152"/>
                </a:moveTo>
                <a:lnTo>
                  <a:pt x="0" y="41152"/>
                </a:lnTo>
                <a:lnTo>
                  <a:pt x="0" y="0"/>
                </a:lnTo>
                <a:lnTo>
                  <a:pt x="17953" y="0"/>
                </a:lnTo>
                <a:lnTo>
                  <a:pt x="17953" y="41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920405" y="4576517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39">
                <a:moveTo>
                  <a:pt x="230472" y="14927"/>
                </a:moveTo>
                <a:lnTo>
                  <a:pt x="0" y="14927"/>
                </a:lnTo>
                <a:lnTo>
                  <a:pt x="0" y="0"/>
                </a:lnTo>
                <a:lnTo>
                  <a:pt x="230472" y="0"/>
                </a:lnTo>
                <a:lnTo>
                  <a:pt x="230472" y="1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026312" y="4591445"/>
            <a:ext cx="17780" cy="86360"/>
          </a:xfrm>
          <a:custGeom>
            <a:avLst/>
            <a:gdLst/>
            <a:ahLst/>
            <a:cxnLst/>
            <a:rect l="l" t="t" r="r" b="b"/>
            <a:pathLst>
              <a:path w="17779" h="86360">
                <a:moveTo>
                  <a:pt x="17651" y="86137"/>
                </a:moveTo>
                <a:lnTo>
                  <a:pt x="0" y="86137"/>
                </a:lnTo>
                <a:lnTo>
                  <a:pt x="0" y="0"/>
                </a:lnTo>
                <a:lnTo>
                  <a:pt x="17651" y="0"/>
                </a:lnTo>
                <a:lnTo>
                  <a:pt x="17651" y="861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176900" y="4425827"/>
            <a:ext cx="211409" cy="2517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426839" y="4425827"/>
            <a:ext cx="206467" cy="25205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752120" y="4425827"/>
            <a:ext cx="211409" cy="2517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013759" y="4425525"/>
            <a:ext cx="469316" cy="24882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576670" y="4431173"/>
            <a:ext cx="229463" cy="24560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859389" y="4447540"/>
            <a:ext cx="170180" cy="15240"/>
          </a:xfrm>
          <a:custGeom>
            <a:avLst/>
            <a:gdLst/>
            <a:ahLst/>
            <a:cxnLst/>
            <a:rect l="l" t="t" r="r" b="b"/>
            <a:pathLst>
              <a:path w="170179" h="15239">
                <a:moveTo>
                  <a:pt x="0" y="0"/>
                </a:moveTo>
                <a:lnTo>
                  <a:pt x="169853" y="0"/>
                </a:lnTo>
                <a:lnTo>
                  <a:pt x="169853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859389" y="4462779"/>
            <a:ext cx="18415" cy="82550"/>
          </a:xfrm>
          <a:custGeom>
            <a:avLst/>
            <a:gdLst/>
            <a:ahLst/>
            <a:cxnLst/>
            <a:rect l="l" t="t" r="r" b="b"/>
            <a:pathLst>
              <a:path w="18415" h="82550">
                <a:moveTo>
                  <a:pt x="0" y="0"/>
                </a:moveTo>
                <a:lnTo>
                  <a:pt x="18054" y="0"/>
                </a:lnTo>
                <a:lnTo>
                  <a:pt x="18054" y="82550"/>
                </a:lnTo>
                <a:lnTo>
                  <a:pt x="0" y="825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859389" y="4545329"/>
            <a:ext cx="172720" cy="15240"/>
          </a:xfrm>
          <a:custGeom>
            <a:avLst/>
            <a:gdLst/>
            <a:ahLst/>
            <a:cxnLst/>
            <a:rect l="l" t="t" r="r" b="b"/>
            <a:pathLst>
              <a:path w="172720" h="15239">
                <a:moveTo>
                  <a:pt x="0" y="0"/>
                </a:moveTo>
                <a:lnTo>
                  <a:pt x="172577" y="0"/>
                </a:lnTo>
                <a:lnTo>
                  <a:pt x="172577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934835" y="4560570"/>
            <a:ext cx="17780" cy="68580"/>
          </a:xfrm>
          <a:custGeom>
            <a:avLst/>
            <a:gdLst/>
            <a:ahLst/>
            <a:cxnLst/>
            <a:rect l="l" t="t" r="r" b="b"/>
            <a:pathLst>
              <a:path w="17779" h="68579">
                <a:moveTo>
                  <a:pt x="0" y="0"/>
                </a:moveTo>
                <a:lnTo>
                  <a:pt x="17751" y="0"/>
                </a:lnTo>
                <a:lnTo>
                  <a:pt x="17751" y="68579"/>
                </a:lnTo>
                <a:lnTo>
                  <a:pt x="0" y="685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829231" y="4629150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39">
                <a:moveTo>
                  <a:pt x="0" y="0"/>
                </a:moveTo>
                <a:lnTo>
                  <a:pt x="230472" y="0"/>
                </a:lnTo>
                <a:lnTo>
                  <a:pt x="230472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084718" y="4425827"/>
            <a:ext cx="233195" cy="25165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404601" y="4439040"/>
            <a:ext cx="229363" cy="23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660087" y="4425827"/>
            <a:ext cx="233679" cy="252095"/>
          </a:xfrm>
          <a:custGeom>
            <a:avLst/>
            <a:gdLst/>
            <a:ahLst/>
            <a:cxnLst/>
            <a:rect l="l" t="t" r="r" b="b"/>
            <a:pathLst>
              <a:path w="233679" h="252095">
                <a:moveTo>
                  <a:pt x="190732" y="251653"/>
                </a:moveTo>
                <a:lnTo>
                  <a:pt x="172677" y="251653"/>
                </a:lnTo>
                <a:lnTo>
                  <a:pt x="172677" y="0"/>
                </a:lnTo>
                <a:lnTo>
                  <a:pt x="190732" y="0"/>
                </a:lnTo>
                <a:lnTo>
                  <a:pt x="190732" y="104292"/>
                </a:lnTo>
                <a:lnTo>
                  <a:pt x="233195" y="104292"/>
                </a:lnTo>
                <a:lnTo>
                  <a:pt x="233195" y="119623"/>
                </a:lnTo>
                <a:lnTo>
                  <a:pt x="190732" y="119623"/>
                </a:lnTo>
                <a:lnTo>
                  <a:pt x="190732" y="251653"/>
                </a:lnTo>
                <a:close/>
              </a:path>
              <a:path w="233679" h="252095">
                <a:moveTo>
                  <a:pt x="10086" y="202230"/>
                </a:moveTo>
                <a:lnTo>
                  <a:pt x="0" y="188109"/>
                </a:lnTo>
                <a:lnTo>
                  <a:pt x="44507" y="159939"/>
                </a:lnTo>
                <a:lnTo>
                  <a:pt x="77450" y="125763"/>
                </a:lnTo>
                <a:lnTo>
                  <a:pt x="98649" y="86425"/>
                </a:lnTo>
                <a:lnTo>
                  <a:pt x="107923" y="42766"/>
                </a:lnTo>
                <a:lnTo>
                  <a:pt x="11094" y="42766"/>
                </a:lnTo>
                <a:lnTo>
                  <a:pt x="11094" y="27434"/>
                </a:lnTo>
                <a:lnTo>
                  <a:pt x="126280" y="27434"/>
                </a:lnTo>
                <a:lnTo>
                  <a:pt x="121923" y="68658"/>
                </a:lnTo>
                <a:lnTo>
                  <a:pt x="108706" y="107699"/>
                </a:lnTo>
                <a:lnTo>
                  <a:pt x="86048" y="143607"/>
                </a:lnTo>
                <a:lnTo>
                  <a:pt x="53368" y="175434"/>
                </a:lnTo>
                <a:lnTo>
                  <a:pt x="10086" y="202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908312" y="4425827"/>
            <a:ext cx="238760" cy="252095"/>
          </a:xfrm>
          <a:custGeom>
            <a:avLst/>
            <a:gdLst/>
            <a:ahLst/>
            <a:cxnLst/>
            <a:rect l="l" t="t" r="r" b="b"/>
            <a:pathLst>
              <a:path w="238759" h="252095">
                <a:moveTo>
                  <a:pt x="195069" y="251754"/>
                </a:moveTo>
                <a:lnTo>
                  <a:pt x="177216" y="251754"/>
                </a:lnTo>
                <a:lnTo>
                  <a:pt x="177216" y="0"/>
                </a:lnTo>
                <a:lnTo>
                  <a:pt x="195069" y="0"/>
                </a:lnTo>
                <a:lnTo>
                  <a:pt x="195069" y="105402"/>
                </a:lnTo>
                <a:lnTo>
                  <a:pt x="238642" y="105402"/>
                </a:lnTo>
                <a:lnTo>
                  <a:pt x="238642" y="120632"/>
                </a:lnTo>
                <a:lnTo>
                  <a:pt x="195069" y="120632"/>
                </a:lnTo>
                <a:lnTo>
                  <a:pt x="195069" y="251754"/>
                </a:lnTo>
                <a:close/>
              </a:path>
              <a:path w="238759" h="252095">
                <a:moveTo>
                  <a:pt x="85128" y="41353"/>
                </a:moveTo>
                <a:lnTo>
                  <a:pt x="67174" y="41353"/>
                </a:lnTo>
                <a:lnTo>
                  <a:pt x="67174" y="2723"/>
                </a:lnTo>
                <a:lnTo>
                  <a:pt x="85128" y="2723"/>
                </a:lnTo>
                <a:lnTo>
                  <a:pt x="85128" y="41353"/>
                </a:lnTo>
                <a:close/>
              </a:path>
              <a:path w="238759" h="252095">
                <a:moveTo>
                  <a:pt x="150387" y="56685"/>
                </a:moveTo>
                <a:lnTo>
                  <a:pt x="0" y="56685"/>
                </a:lnTo>
                <a:lnTo>
                  <a:pt x="0" y="41353"/>
                </a:lnTo>
                <a:lnTo>
                  <a:pt x="150387" y="41353"/>
                </a:lnTo>
                <a:lnTo>
                  <a:pt x="150387" y="56685"/>
                </a:lnTo>
                <a:close/>
              </a:path>
              <a:path w="238759" h="252095">
                <a:moveTo>
                  <a:pt x="76555" y="193758"/>
                </a:moveTo>
                <a:lnTo>
                  <a:pt x="52087" y="189605"/>
                </a:lnTo>
                <a:lnTo>
                  <a:pt x="32793" y="177935"/>
                </a:lnTo>
                <a:lnTo>
                  <a:pt x="20174" y="159929"/>
                </a:lnTo>
                <a:lnTo>
                  <a:pt x="15734" y="136770"/>
                </a:lnTo>
                <a:lnTo>
                  <a:pt x="20174" y="113679"/>
                </a:lnTo>
                <a:lnTo>
                  <a:pt x="32793" y="95618"/>
                </a:lnTo>
                <a:lnTo>
                  <a:pt x="52087" y="83836"/>
                </a:lnTo>
                <a:lnTo>
                  <a:pt x="76555" y="79581"/>
                </a:lnTo>
                <a:lnTo>
                  <a:pt x="100923" y="83836"/>
                </a:lnTo>
                <a:lnTo>
                  <a:pt x="118977" y="94912"/>
                </a:lnTo>
                <a:lnTo>
                  <a:pt x="76555" y="94912"/>
                </a:lnTo>
                <a:lnTo>
                  <a:pt x="59022" y="98133"/>
                </a:lnTo>
                <a:lnTo>
                  <a:pt x="45148" y="106915"/>
                </a:lnTo>
                <a:lnTo>
                  <a:pt x="36060" y="120159"/>
                </a:lnTo>
                <a:lnTo>
                  <a:pt x="32881" y="136770"/>
                </a:lnTo>
                <a:lnTo>
                  <a:pt x="36060" y="153361"/>
                </a:lnTo>
                <a:lnTo>
                  <a:pt x="45148" y="166537"/>
                </a:lnTo>
                <a:lnTo>
                  <a:pt x="59022" y="175194"/>
                </a:lnTo>
                <a:lnTo>
                  <a:pt x="76555" y="178225"/>
                </a:lnTo>
                <a:lnTo>
                  <a:pt x="119650" y="178225"/>
                </a:lnTo>
                <a:lnTo>
                  <a:pt x="100923" y="189605"/>
                </a:lnTo>
                <a:lnTo>
                  <a:pt x="76555" y="193758"/>
                </a:lnTo>
                <a:close/>
              </a:path>
              <a:path w="238759" h="252095">
                <a:moveTo>
                  <a:pt x="119650" y="178225"/>
                </a:moveTo>
                <a:lnTo>
                  <a:pt x="76555" y="178225"/>
                </a:lnTo>
                <a:lnTo>
                  <a:pt x="93946" y="175194"/>
                </a:lnTo>
                <a:lnTo>
                  <a:pt x="107734" y="166537"/>
                </a:lnTo>
                <a:lnTo>
                  <a:pt x="116851" y="153361"/>
                </a:lnTo>
                <a:lnTo>
                  <a:pt x="120229" y="136770"/>
                </a:lnTo>
                <a:lnTo>
                  <a:pt x="116851" y="120159"/>
                </a:lnTo>
                <a:lnTo>
                  <a:pt x="107734" y="106915"/>
                </a:lnTo>
                <a:lnTo>
                  <a:pt x="93946" y="98133"/>
                </a:lnTo>
                <a:lnTo>
                  <a:pt x="76555" y="94912"/>
                </a:lnTo>
                <a:lnTo>
                  <a:pt x="118977" y="94912"/>
                </a:lnTo>
                <a:lnTo>
                  <a:pt x="120128" y="95618"/>
                </a:lnTo>
                <a:lnTo>
                  <a:pt x="132751" y="113679"/>
                </a:lnTo>
                <a:lnTo>
                  <a:pt x="137375" y="136770"/>
                </a:lnTo>
                <a:lnTo>
                  <a:pt x="132751" y="159929"/>
                </a:lnTo>
                <a:lnTo>
                  <a:pt x="120128" y="177935"/>
                </a:lnTo>
                <a:lnTo>
                  <a:pt x="119650" y="1782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0194360" y="4434840"/>
            <a:ext cx="17780" cy="69850"/>
          </a:xfrm>
          <a:custGeom>
            <a:avLst/>
            <a:gdLst/>
            <a:ahLst/>
            <a:cxnLst/>
            <a:rect l="l" t="t" r="r" b="b"/>
            <a:pathLst>
              <a:path w="17779" h="69850">
                <a:moveTo>
                  <a:pt x="0" y="0"/>
                </a:moveTo>
                <a:lnTo>
                  <a:pt x="17751" y="0"/>
                </a:lnTo>
                <a:lnTo>
                  <a:pt x="17751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194360" y="4504690"/>
            <a:ext cx="171450" cy="15240"/>
          </a:xfrm>
          <a:custGeom>
            <a:avLst/>
            <a:gdLst/>
            <a:ahLst/>
            <a:cxnLst/>
            <a:rect l="l" t="t" r="r" b="b"/>
            <a:pathLst>
              <a:path w="171450" h="15239">
                <a:moveTo>
                  <a:pt x="0" y="0"/>
                </a:moveTo>
                <a:lnTo>
                  <a:pt x="171064" y="0"/>
                </a:lnTo>
                <a:lnTo>
                  <a:pt x="171064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0161882" y="4556042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39">
                <a:moveTo>
                  <a:pt x="230472" y="14927"/>
                </a:moveTo>
                <a:lnTo>
                  <a:pt x="0" y="14927"/>
                </a:lnTo>
                <a:lnTo>
                  <a:pt x="0" y="0"/>
                </a:lnTo>
                <a:lnTo>
                  <a:pt x="230472" y="0"/>
                </a:lnTo>
                <a:lnTo>
                  <a:pt x="230472" y="1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0192948" y="4598670"/>
            <a:ext cx="17780" cy="57150"/>
          </a:xfrm>
          <a:custGeom>
            <a:avLst/>
            <a:gdLst/>
            <a:ahLst/>
            <a:cxnLst/>
            <a:rect l="l" t="t" r="r" b="b"/>
            <a:pathLst>
              <a:path w="17779" h="57150">
                <a:moveTo>
                  <a:pt x="0" y="0"/>
                </a:moveTo>
                <a:lnTo>
                  <a:pt x="17751" y="0"/>
                </a:lnTo>
                <a:lnTo>
                  <a:pt x="17751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0192948" y="4655820"/>
            <a:ext cx="173990" cy="15240"/>
          </a:xfrm>
          <a:custGeom>
            <a:avLst/>
            <a:gdLst/>
            <a:ahLst/>
            <a:cxnLst/>
            <a:rect l="l" t="t" r="r" b="b"/>
            <a:pathLst>
              <a:path w="173990" h="15239">
                <a:moveTo>
                  <a:pt x="0" y="0"/>
                </a:moveTo>
                <a:lnTo>
                  <a:pt x="173989" y="0"/>
                </a:lnTo>
                <a:lnTo>
                  <a:pt x="173989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0485194" y="4425928"/>
            <a:ext cx="213426" cy="24560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0737553" y="4425827"/>
            <a:ext cx="235011" cy="25094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319628" y="4426130"/>
            <a:ext cx="208686" cy="2454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1059905" y="4423911"/>
            <a:ext cx="234910" cy="25367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99551" y="3311125"/>
            <a:ext cx="306705" cy="321310"/>
          </a:xfrm>
          <a:custGeom>
            <a:avLst/>
            <a:gdLst/>
            <a:ahLst/>
            <a:cxnLst/>
            <a:rect l="l" t="t" r="r" b="b"/>
            <a:pathLst>
              <a:path w="306704" h="321310">
                <a:moveTo>
                  <a:pt x="298704" y="159258"/>
                </a:moveTo>
                <a:lnTo>
                  <a:pt x="260985" y="159258"/>
                </a:lnTo>
                <a:lnTo>
                  <a:pt x="260985" y="0"/>
                </a:lnTo>
                <a:lnTo>
                  <a:pt x="298704" y="0"/>
                </a:lnTo>
                <a:lnTo>
                  <a:pt x="298704" y="159258"/>
                </a:lnTo>
                <a:close/>
              </a:path>
              <a:path w="306704" h="321310">
                <a:moveTo>
                  <a:pt x="0" y="156210"/>
                </a:moveTo>
                <a:lnTo>
                  <a:pt x="0" y="122682"/>
                </a:lnTo>
                <a:lnTo>
                  <a:pt x="41701" y="107632"/>
                </a:lnTo>
                <a:lnTo>
                  <a:pt x="73294" y="80867"/>
                </a:lnTo>
                <a:lnTo>
                  <a:pt x="93386" y="45100"/>
                </a:lnTo>
                <a:lnTo>
                  <a:pt x="100584" y="3048"/>
                </a:lnTo>
                <a:lnTo>
                  <a:pt x="138303" y="5334"/>
                </a:lnTo>
                <a:lnTo>
                  <a:pt x="137523" y="21169"/>
                </a:lnTo>
                <a:lnTo>
                  <a:pt x="135207" y="36576"/>
                </a:lnTo>
                <a:lnTo>
                  <a:pt x="131391" y="51411"/>
                </a:lnTo>
                <a:lnTo>
                  <a:pt x="126111" y="65532"/>
                </a:lnTo>
                <a:lnTo>
                  <a:pt x="177390" y="93726"/>
                </a:lnTo>
                <a:lnTo>
                  <a:pt x="109728" y="93726"/>
                </a:lnTo>
                <a:lnTo>
                  <a:pt x="88939" y="116615"/>
                </a:lnTo>
                <a:lnTo>
                  <a:pt x="63436" y="135112"/>
                </a:lnTo>
                <a:lnTo>
                  <a:pt x="33647" y="148536"/>
                </a:lnTo>
                <a:lnTo>
                  <a:pt x="0" y="156210"/>
                </a:lnTo>
                <a:close/>
              </a:path>
              <a:path w="306704" h="321310">
                <a:moveTo>
                  <a:pt x="211074" y="150876"/>
                </a:moveTo>
                <a:lnTo>
                  <a:pt x="109728" y="93726"/>
                </a:lnTo>
                <a:lnTo>
                  <a:pt x="177390" y="93726"/>
                </a:lnTo>
                <a:lnTo>
                  <a:pt x="229362" y="122301"/>
                </a:lnTo>
                <a:lnTo>
                  <a:pt x="211074" y="150876"/>
                </a:lnTo>
                <a:close/>
              </a:path>
              <a:path w="306704" h="321310">
                <a:moveTo>
                  <a:pt x="306705" y="321183"/>
                </a:moveTo>
                <a:lnTo>
                  <a:pt x="23241" y="321183"/>
                </a:lnTo>
                <a:lnTo>
                  <a:pt x="23241" y="235077"/>
                </a:lnTo>
                <a:lnTo>
                  <a:pt x="261366" y="235077"/>
                </a:lnTo>
                <a:lnTo>
                  <a:pt x="261366" y="206883"/>
                </a:lnTo>
                <a:lnTo>
                  <a:pt x="22479" y="206883"/>
                </a:lnTo>
                <a:lnTo>
                  <a:pt x="22479" y="177165"/>
                </a:lnTo>
                <a:lnTo>
                  <a:pt x="298704" y="177165"/>
                </a:lnTo>
                <a:lnTo>
                  <a:pt x="298704" y="263271"/>
                </a:lnTo>
                <a:lnTo>
                  <a:pt x="60579" y="263271"/>
                </a:lnTo>
                <a:lnTo>
                  <a:pt x="60579" y="291465"/>
                </a:lnTo>
                <a:lnTo>
                  <a:pt x="306705" y="291465"/>
                </a:lnTo>
                <a:lnTo>
                  <a:pt x="306705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950452" y="3305410"/>
            <a:ext cx="306070" cy="327025"/>
          </a:xfrm>
          <a:custGeom>
            <a:avLst/>
            <a:gdLst/>
            <a:ahLst/>
            <a:cxnLst/>
            <a:rect l="l" t="t" r="r" b="b"/>
            <a:pathLst>
              <a:path w="306070" h="327025">
                <a:moveTo>
                  <a:pt x="129540" y="33147"/>
                </a:moveTo>
                <a:lnTo>
                  <a:pt x="91440" y="33147"/>
                </a:lnTo>
                <a:lnTo>
                  <a:pt x="91440" y="0"/>
                </a:lnTo>
                <a:lnTo>
                  <a:pt x="129540" y="0"/>
                </a:lnTo>
                <a:lnTo>
                  <a:pt x="129540" y="33147"/>
                </a:lnTo>
                <a:close/>
              </a:path>
              <a:path w="306070" h="327025">
                <a:moveTo>
                  <a:pt x="305562" y="199263"/>
                </a:moveTo>
                <a:lnTo>
                  <a:pt x="267843" y="199263"/>
                </a:lnTo>
                <a:lnTo>
                  <a:pt x="267843" y="137922"/>
                </a:lnTo>
                <a:lnTo>
                  <a:pt x="216789" y="137922"/>
                </a:lnTo>
                <a:lnTo>
                  <a:pt x="216789" y="104394"/>
                </a:lnTo>
                <a:lnTo>
                  <a:pt x="267843" y="104394"/>
                </a:lnTo>
                <a:lnTo>
                  <a:pt x="267843" y="5715"/>
                </a:lnTo>
                <a:lnTo>
                  <a:pt x="305562" y="5715"/>
                </a:lnTo>
                <a:lnTo>
                  <a:pt x="305562" y="199263"/>
                </a:lnTo>
                <a:close/>
              </a:path>
              <a:path w="306070" h="327025">
                <a:moveTo>
                  <a:pt x="220980" y="62484"/>
                </a:moveTo>
                <a:lnTo>
                  <a:pt x="0" y="62484"/>
                </a:lnTo>
                <a:lnTo>
                  <a:pt x="0" y="33147"/>
                </a:lnTo>
                <a:lnTo>
                  <a:pt x="220980" y="33147"/>
                </a:lnTo>
                <a:lnTo>
                  <a:pt x="220980" y="62484"/>
                </a:lnTo>
                <a:close/>
              </a:path>
              <a:path w="306070" h="327025">
                <a:moveTo>
                  <a:pt x="110490" y="196977"/>
                </a:moveTo>
                <a:lnTo>
                  <a:pt x="73324" y="193119"/>
                </a:lnTo>
                <a:lnTo>
                  <a:pt x="43195" y="181832"/>
                </a:lnTo>
                <a:lnTo>
                  <a:pt x="22996" y="163544"/>
                </a:lnTo>
                <a:lnTo>
                  <a:pt x="15621" y="138684"/>
                </a:lnTo>
                <a:lnTo>
                  <a:pt x="22996" y="113984"/>
                </a:lnTo>
                <a:lnTo>
                  <a:pt x="43195" y="95678"/>
                </a:lnTo>
                <a:lnTo>
                  <a:pt x="73324" y="84302"/>
                </a:lnTo>
                <a:lnTo>
                  <a:pt x="110490" y="80391"/>
                </a:lnTo>
                <a:lnTo>
                  <a:pt x="147595" y="84302"/>
                </a:lnTo>
                <a:lnTo>
                  <a:pt x="177593" y="95678"/>
                </a:lnTo>
                <a:lnTo>
                  <a:pt x="191742" y="108585"/>
                </a:lnTo>
                <a:lnTo>
                  <a:pt x="110490" y="108585"/>
                </a:lnTo>
                <a:lnTo>
                  <a:pt x="85992" y="110876"/>
                </a:lnTo>
                <a:lnTo>
                  <a:pt x="67389" y="117205"/>
                </a:lnTo>
                <a:lnTo>
                  <a:pt x="55572" y="126747"/>
                </a:lnTo>
                <a:lnTo>
                  <a:pt x="51435" y="138684"/>
                </a:lnTo>
                <a:lnTo>
                  <a:pt x="55572" y="150679"/>
                </a:lnTo>
                <a:lnTo>
                  <a:pt x="67389" y="160353"/>
                </a:lnTo>
                <a:lnTo>
                  <a:pt x="85992" y="166812"/>
                </a:lnTo>
                <a:lnTo>
                  <a:pt x="110490" y="169164"/>
                </a:lnTo>
                <a:lnTo>
                  <a:pt x="191494" y="169164"/>
                </a:lnTo>
                <a:lnTo>
                  <a:pt x="177593" y="181832"/>
                </a:lnTo>
                <a:lnTo>
                  <a:pt x="147595" y="193119"/>
                </a:lnTo>
                <a:lnTo>
                  <a:pt x="110490" y="196977"/>
                </a:lnTo>
                <a:close/>
              </a:path>
              <a:path w="306070" h="327025">
                <a:moveTo>
                  <a:pt x="191494" y="169164"/>
                </a:moveTo>
                <a:lnTo>
                  <a:pt x="110490" y="169164"/>
                </a:lnTo>
                <a:lnTo>
                  <a:pt x="134927" y="166812"/>
                </a:lnTo>
                <a:lnTo>
                  <a:pt x="153400" y="160353"/>
                </a:lnTo>
                <a:lnTo>
                  <a:pt x="165086" y="150679"/>
                </a:lnTo>
                <a:lnTo>
                  <a:pt x="169164" y="138684"/>
                </a:lnTo>
                <a:lnTo>
                  <a:pt x="165086" y="126747"/>
                </a:lnTo>
                <a:lnTo>
                  <a:pt x="153400" y="117205"/>
                </a:lnTo>
                <a:lnTo>
                  <a:pt x="134927" y="110876"/>
                </a:lnTo>
                <a:lnTo>
                  <a:pt x="110490" y="108585"/>
                </a:lnTo>
                <a:lnTo>
                  <a:pt x="191742" y="108585"/>
                </a:lnTo>
                <a:lnTo>
                  <a:pt x="197661" y="113984"/>
                </a:lnTo>
                <a:lnTo>
                  <a:pt x="204978" y="138684"/>
                </a:lnTo>
                <a:lnTo>
                  <a:pt x="197661" y="163544"/>
                </a:lnTo>
                <a:lnTo>
                  <a:pt x="191494" y="169164"/>
                </a:lnTo>
                <a:close/>
              </a:path>
              <a:path w="306070" h="327025">
                <a:moveTo>
                  <a:pt x="304419" y="326898"/>
                </a:moveTo>
                <a:lnTo>
                  <a:pt x="28575" y="326898"/>
                </a:lnTo>
                <a:lnTo>
                  <a:pt x="28575" y="217551"/>
                </a:lnTo>
                <a:lnTo>
                  <a:pt x="304419" y="217551"/>
                </a:lnTo>
                <a:lnTo>
                  <a:pt x="304419" y="247650"/>
                </a:lnTo>
                <a:lnTo>
                  <a:pt x="65913" y="247650"/>
                </a:lnTo>
                <a:lnTo>
                  <a:pt x="65913" y="296799"/>
                </a:lnTo>
                <a:lnTo>
                  <a:pt x="304419" y="296799"/>
                </a:lnTo>
                <a:lnTo>
                  <a:pt x="304419" y="326898"/>
                </a:lnTo>
                <a:close/>
              </a:path>
              <a:path w="306070" h="327025">
                <a:moveTo>
                  <a:pt x="304419" y="296799"/>
                </a:moveTo>
                <a:lnTo>
                  <a:pt x="267081" y="296799"/>
                </a:lnTo>
                <a:lnTo>
                  <a:pt x="267081" y="247650"/>
                </a:lnTo>
                <a:lnTo>
                  <a:pt x="304419" y="247650"/>
                </a:lnTo>
                <a:lnTo>
                  <a:pt x="304419" y="296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304783" y="3311125"/>
            <a:ext cx="340360" cy="325755"/>
          </a:xfrm>
          <a:custGeom>
            <a:avLst/>
            <a:gdLst/>
            <a:ahLst/>
            <a:cxnLst/>
            <a:rect l="l" t="t" r="r" b="b"/>
            <a:pathLst>
              <a:path w="340359" h="325754">
                <a:moveTo>
                  <a:pt x="295275" y="325374"/>
                </a:moveTo>
                <a:lnTo>
                  <a:pt x="257556" y="325374"/>
                </a:lnTo>
                <a:lnTo>
                  <a:pt x="257556" y="0"/>
                </a:lnTo>
                <a:lnTo>
                  <a:pt x="295275" y="0"/>
                </a:lnTo>
                <a:lnTo>
                  <a:pt x="295275" y="128778"/>
                </a:lnTo>
                <a:lnTo>
                  <a:pt x="340233" y="128778"/>
                </a:lnTo>
                <a:lnTo>
                  <a:pt x="340233" y="164973"/>
                </a:lnTo>
                <a:lnTo>
                  <a:pt x="295275" y="164973"/>
                </a:lnTo>
                <a:lnTo>
                  <a:pt x="295275" y="325374"/>
                </a:lnTo>
                <a:close/>
              </a:path>
              <a:path w="340359" h="325754">
                <a:moveTo>
                  <a:pt x="198120" y="219837"/>
                </a:moveTo>
                <a:lnTo>
                  <a:pt x="160020" y="219837"/>
                </a:lnTo>
                <a:lnTo>
                  <a:pt x="160020" y="47625"/>
                </a:lnTo>
                <a:lnTo>
                  <a:pt x="11811" y="47625"/>
                </a:lnTo>
                <a:lnTo>
                  <a:pt x="11811" y="12573"/>
                </a:lnTo>
                <a:lnTo>
                  <a:pt x="198120" y="12573"/>
                </a:lnTo>
                <a:lnTo>
                  <a:pt x="198120" y="219837"/>
                </a:lnTo>
                <a:close/>
              </a:path>
              <a:path w="340359" h="325754">
                <a:moveTo>
                  <a:pt x="94869" y="270510"/>
                </a:moveTo>
                <a:lnTo>
                  <a:pt x="56769" y="270510"/>
                </a:lnTo>
                <a:lnTo>
                  <a:pt x="56769" y="132588"/>
                </a:lnTo>
                <a:lnTo>
                  <a:pt x="94869" y="132588"/>
                </a:lnTo>
                <a:lnTo>
                  <a:pt x="94869" y="270510"/>
                </a:lnTo>
                <a:close/>
              </a:path>
              <a:path w="340359" h="325754">
                <a:moveTo>
                  <a:pt x="124206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23825" y="270510"/>
                </a:lnTo>
                <a:lnTo>
                  <a:pt x="155709" y="269759"/>
                </a:lnTo>
                <a:lnTo>
                  <a:pt x="184880" y="267366"/>
                </a:lnTo>
                <a:lnTo>
                  <a:pt x="210192" y="263116"/>
                </a:lnTo>
                <a:lnTo>
                  <a:pt x="230505" y="256794"/>
                </a:lnTo>
                <a:lnTo>
                  <a:pt x="230505" y="292227"/>
                </a:lnTo>
                <a:lnTo>
                  <a:pt x="210359" y="298388"/>
                </a:lnTo>
                <a:lnTo>
                  <a:pt x="185356" y="302656"/>
                </a:lnTo>
                <a:lnTo>
                  <a:pt x="156352" y="305139"/>
                </a:lnTo>
                <a:lnTo>
                  <a:pt x="124206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659875" y="3311125"/>
            <a:ext cx="304800" cy="325755"/>
          </a:xfrm>
          <a:custGeom>
            <a:avLst/>
            <a:gdLst/>
            <a:ahLst/>
            <a:cxnLst/>
            <a:rect l="l" t="t" r="r" b="b"/>
            <a:pathLst>
              <a:path w="304800" h="325754">
                <a:moveTo>
                  <a:pt x="304800" y="325374"/>
                </a:moveTo>
                <a:lnTo>
                  <a:pt x="267081" y="325374"/>
                </a:lnTo>
                <a:lnTo>
                  <a:pt x="267081" y="0"/>
                </a:lnTo>
                <a:lnTo>
                  <a:pt x="304800" y="0"/>
                </a:lnTo>
                <a:lnTo>
                  <a:pt x="304800" y="325374"/>
                </a:lnTo>
                <a:close/>
              </a:path>
              <a:path w="304800" h="325754">
                <a:moveTo>
                  <a:pt x="111633" y="211836"/>
                </a:moveTo>
                <a:lnTo>
                  <a:pt x="71163" y="204341"/>
                </a:lnTo>
                <a:lnTo>
                  <a:pt x="39338" y="183308"/>
                </a:lnTo>
                <a:lnTo>
                  <a:pt x="18514" y="150917"/>
                </a:lnTo>
                <a:lnTo>
                  <a:pt x="11049" y="109347"/>
                </a:lnTo>
                <a:lnTo>
                  <a:pt x="18514" y="67776"/>
                </a:lnTo>
                <a:lnTo>
                  <a:pt x="39338" y="35385"/>
                </a:lnTo>
                <a:lnTo>
                  <a:pt x="71163" y="14352"/>
                </a:lnTo>
                <a:lnTo>
                  <a:pt x="111633" y="6858"/>
                </a:lnTo>
                <a:lnTo>
                  <a:pt x="151941" y="14352"/>
                </a:lnTo>
                <a:lnTo>
                  <a:pt x="183784" y="35385"/>
                </a:lnTo>
                <a:lnTo>
                  <a:pt x="187259" y="40767"/>
                </a:lnTo>
                <a:lnTo>
                  <a:pt x="111633" y="40767"/>
                </a:lnTo>
                <a:lnTo>
                  <a:pt x="85296" y="46017"/>
                </a:lnTo>
                <a:lnTo>
                  <a:pt x="65246" y="60483"/>
                </a:lnTo>
                <a:lnTo>
                  <a:pt x="52482" y="82236"/>
                </a:lnTo>
                <a:lnTo>
                  <a:pt x="48006" y="109347"/>
                </a:lnTo>
                <a:lnTo>
                  <a:pt x="52482" y="136398"/>
                </a:lnTo>
                <a:lnTo>
                  <a:pt x="65246" y="158019"/>
                </a:lnTo>
                <a:lnTo>
                  <a:pt x="85296" y="172354"/>
                </a:lnTo>
                <a:lnTo>
                  <a:pt x="111633" y="177546"/>
                </a:lnTo>
                <a:lnTo>
                  <a:pt x="187505" y="177546"/>
                </a:lnTo>
                <a:lnTo>
                  <a:pt x="183784" y="183308"/>
                </a:lnTo>
                <a:lnTo>
                  <a:pt x="151941" y="204341"/>
                </a:lnTo>
                <a:lnTo>
                  <a:pt x="111633" y="211836"/>
                </a:lnTo>
                <a:close/>
              </a:path>
              <a:path w="304800" h="325754">
                <a:moveTo>
                  <a:pt x="187505" y="177546"/>
                </a:moveTo>
                <a:lnTo>
                  <a:pt x="111633" y="177546"/>
                </a:lnTo>
                <a:lnTo>
                  <a:pt x="137808" y="172354"/>
                </a:lnTo>
                <a:lnTo>
                  <a:pt x="157876" y="158019"/>
                </a:lnTo>
                <a:lnTo>
                  <a:pt x="170729" y="136398"/>
                </a:lnTo>
                <a:lnTo>
                  <a:pt x="175260" y="109347"/>
                </a:lnTo>
                <a:lnTo>
                  <a:pt x="170729" y="82236"/>
                </a:lnTo>
                <a:lnTo>
                  <a:pt x="157876" y="60483"/>
                </a:lnTo>
                <a:lnTo>
                  <a:pt x="137808" y="46017"/>
                </a:lnTo>
                <a:lnTo>
                  <a:pt x="111633" y="40767"/>
                </a:lnTo>
                <a:lnTo>
                  <a:pt x="187259" y="40767"/>
                </a:lnTo>
                <a:lnTo>
                  <a:pt x="204698" y="67776"/>
                </a:lnTo>
                <a:lnTo>
                  <a:pt x="212217" y="109347"/>
                </a:lnTo>
                <a:lnTo>
                  <a:pt x="204698" y="150917"/>
                </a:lnTo>
                <a:lnTo>
                  <a:pt x="187505" y="177546"/>
                </a:lnTo>
                <a:close/>
              </a:path>
              <a:path w="304800" h="325754">
                <a:moveTo>
                  <a:pt x="130683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32969" y="270510"/>
                </a:lnTo>
                <a:lnTo>
                  <a:pt x="165336" y="269575"/>
                </a:lnTo>
                <a:lnTo>
                  <a:pt x="194738" y="266747"/>
                </a:lnTo>
                <a:lnTo>
                  <a:pt x="219926" y="261991"/>
                </a:lnTo>
                <a:lnTo>
                  <a:pt x="239649" y="255270"/>
                </a:lnTo>
                <a:lnTo>
                  <a:pt x="239649" y="290322"/>
                </a:lnTo>
                <a:lnTo>
                  <a:pt x="220051" y="296941"/>
                </a:lnTo>
                <a:lnTo>
                  <a:pt x="194595" y="301847"/>
                </a:lnTo>
                <a:lnTo>
                  <a:pt x="164425" y="304895"/>
                </a:lnTo>
                <a:lnTo>
                  <a:pt x="130683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9112020" y="3311125"/>
            <a:ext cx="311785" cy="321310"/>
          </a:xfrm>
          <a:custGeom>
            <a:avLst/>
            <a:gdLst/>
            <a:ahLst/>
            <a:cxnLst/>
            <a:rect l="l" t="t" r="r" b="b"/>
            <a:pathLst>
              <a:path w="311784" h="321310">
                <a:moveTo>
                  <a:pt x="304419" y="241935"/>
                </a:moveTo>
                <a:lnTo>
                  <a:pt x="267081" y="241935"/>
                </a:lnTo>
                <a:lnTo>
                  <a:pt x="267081" y="158877"/>
                </a:lnTo>
                <a:lnTo>
                  <a:pt x="209550" y="158877"/>
                </a:lnTo>
                <a:lnTo>
                  <a:pt x="211836" y="125349"/>
                </a:lnTo>
                <a:lnTo>
                  <a:pt x="267081" y="125349"/>
                </a:lnTo>
                <a:lnTo>
                  <a:pt x="267081" y="71247"/>
                </a:lnTo>
                <a:lnTo>
                  <a:pt x="211836" y="71247"/>
                </a:lnTo>
                <a:lnTo>
                  <a:pt x="209550" y="37719"/>
                </a:lnTo>
                <a:lnTo>
                  <a:pt x="267081" y="37719"/>
                </a:lnTo>
                <a:lnTo>
                  <a:pt x="267081" y="0"/>
                </a:lnTo>
                <a:lnTo>
                  <a:pt x="304419" y="0"/>
                </a:lnTo>
                <a:lnTo>
                  <a:pt x="304419" y="241935"/>
                </a:lnTo>
                <a:close/>
              </a:path>
              <a:path w="311784" h="321310">
                <a:moveTo>
                  <a:pt x="100965" y="192405"/>
                </a:moveTo>
                <a:lnTo>
                  <a:pt x="58668" y="185302"/>
                </a:lnTo>
                <a:lnTo>
                  <a:pt x="26908" y="165592"/>
                </a:lnTo>
                <a:lnTo>
                  <a:pt x="6935" y="135665"/>
                </a:lnTo>
                <a:lnTo>
                  <a:pt x="0" y="97917"/>
                </a:lnTo>
                <a:lnTo>
                  <a:pt x="6935" y="60168"/>
                </a:lnTo>
                <a:lnTo>
                  <a:pt x="26908" y="30241"/>
                </a:lnTo>
                <a:lnTo>
                  <a:pt x="58668" y="10531"/>
                </a:lnTo>
                <a:lnTo>
                  <a:pt x="100965" y="3429"/>
                </a:lnTo>
                <a:lnTo>
                  <a:pt x="143041" y="10531"/>
                </a:lnTo>
                <a:lnTo>
                  <a:pt x="174688" y="30241"/>
                </a:lnTo>
                <a:lnTo>
                  <a:pt x="177892" y="35052"/>
                </a:lnTo>
                <a:lnTo>
                  <a:pt x="100965" y="35052"/>
                </a:lnTo>
                <a:lnTo>
                  <a:pt x="74848" y="39463"/>
                </a:lnTo>
                <a:lnTo>
                  <a:pt x="54911" y="52054"/>
                </a:lnTo>
                <a:lnTo>
                  <a:pt x="42189" y="71860"/>
                </a:lnTo>
                <a:lnTo>
                  <a:pt x="37719" y="97917"/>
                </a:lnTo>
                <a:lnTo>
                  <a:pt x="42189" y="123914"/>
                </a:lnTo>
                <a:lnTo>
                  <a:pt x="54911" y="143589"/>
                </a:lnTo>
                <a:lnTo>
                  <a:pt x="74848" y="156049"/>
                </a:lnTo>
                <a:lnTo>
                  <a:pt x="100965" y="160401"/>
                </a:lnTo>
                <a:lnTo>
                  <a:pt x="178145" y="160401"/>
                </a:lnTo>
                <a:lnTo>
                  <a:pt x="174688" y="165592"/>
                </a:lnTo>
                <a:lnTo>
                  <a:pt x="143041" y="185302"/>
                </a:lnTo>
                <a:lnTo>
                  <a:pt x="100965" y="192405"/>
                </a:lnTo>
                <a:close/>
              </a:path>
              <a:path w="311784" h="321310">
                <a:moveTo>
                  <a:pt x="178145" y="160401"/>
                </a:moveTo>
                <a:lnTo>
                  <a:pt x="100965" y="160401"/>
                </a:lnTo>
                <a:lnTo>
                  <a:pt x="126861" y="156049"/>
                </a:lnTo>
                <a:lnTo>
                  <a:pt x="146685" y="143589"/>
                </a:lnTo>
                <a:lnTo>
                  <a:pt x="159365" y="123914"/>
                </a:lnTo>
                <a:lnTo>
                  <a:pt x="163830" y="97917"/>
                </a:lnTo>
                <a:lnTo>
                  <a:pt x="159365" y="71860"/>
                </a:lnTo>
                <a:lnTo>
                  <a:pt x="146685" y="52054"/>
                </a:lnTo>
                <a:lnTo>
                  <a:pt x="126861" y="39463"/>
                </a:lnTo>
                <a:lnTo>
                  <a:pt x="100965" y="35052"/>
                </a:lnTo>
                <a:lnTo>
                  <a:pt x="177892" y="35052"/>
                </a:lnTo>
                <a:lnTo>
                  <a:pt x="194619" y="60168"/>
                </a:lnTo>
                <a:lnTo>
                  <a:pt x="201549" y="97917"/>
                </a:lnTo>
                <a:lnTo>
                  <a:pt x="194619" y="135665"/>
                </a:lnTo>
                <a:lnTo>
                  <a:pt x="178145" y="160401"/>
                </a:lnTo>
                <a:close/>
              </a:path>
              <a:path w="311784" h="321310">
                <a:moveTo>
                  <a:pt x="311277" y="321183"/>
                </a:moveTo>
                <a:lnTo>
                  <a:pt x="31242" y="321183"/>
                </a:lnTo>
                <a:lnTo>
                  <a:pt x="31242" y="214884"/>
                </a:lnTo>
                <a:lnTo>
                  <a:pt x="69342" y="214884"/>
                </a:lnTo>
                <a:lnTo>
                  <a:pt x="69342" y="287274"/>
                </a:lnTo>
                <a:lnTo>
                  <a:pt x="311277" y="287274"/>
                </a:lnTo>
                <a:lnTo>
                  <a:pt x="311277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9472446" y="3311125"/>
            <a:ext cx="306070" cy="325755"/>
          </a:xfrm>
          <a:custGeom>
            <a:avLst/>
            <a:gdLst/>
            <a:ahLst/>
            <a:cxnLst/>
            <a:rect l="l" t="t" r="r" b="b"/>
            <a:pathLst>
              <a:path w="306070" h="325754">
                <a:moveTo>
                  <a:pt x="305562" y="325374"/>
                </a:moveTo>
                <a:lnTo>
                  <a:pt x="270129" y="325374"/>
                </a:lnTo>
                <a:lnTo>
                  <a:pt x="270129" y="0"/>
                </a:lnTo>
                <a:lnTo>
                  <a:pt x="305562" y="0"/>
                </a:lnTo>
                <a:lnTo>
                  <a:pt x="305562" y="325374"/>
                </a:lnTo>
                <a:close/>
              </a:path>
              <a:path w="306070" h="325754">
                <a:moveTo>
                  <a:pt x="225552" y="81534"/>
                </a:moveTo>
                <a:lnTo>
                  <a:pt x="190119" y="81534"/>
                </a:lnTo>
                <a:lnTo>
                  <a:pt x="190119" y="1905"/>
                </a:lnTo>
                <a:lnTo>
                  <a:pt x="225552" y="1905"/>
                </a:lnTo>
                <a:lnTo>
                  <a:pt x="225552" y="81534"/>
                </a:lnTo>
                <a:close/>
              </a:path>
              <a:path w="306070" h="325754">
                <a:moveTo>
                  <a:pt x="0" y="305181"/>
                </a:moveTo>
                <a:lnTo>
                  <a:pt x="0" y="269748"/>
                </a:lnTo>
                <a:lnTo>
                  <a:pt x="33445" y="261158"/>
                </a:lnTo>
                <a:lnTo>
                  <a:pt x="60636" y="238615"/>
                </a:lnTo>
                <a:lnTo>
                  <a:pt x="80896" y="203527"/>
                </a:lnTo>
                <a:lnTo>
                  <a:pt x="93549" y="157301"/>
                </a:lnTo>
                <a:lnTo>
                  <a:pt x="97917" y="101346"/>
                </a:lnTo>
                <a:lnTo>
                  <a:pt x="97917" y="46101"/>
                </a:lnTo>
                <a:lnTo>
                  <a:pt x="0" y="46101"/>
                </a:lnTo>
                <a:lnTo>
                  <a:pt x="0" y="11811"/>
                </a:lnTo>
                <a:lnTo>
                  <a:pt x="134493" y="11811"/>
                </a:lnTo>
                <a:lnTo>
                  <a:pt x="134493" y="81534"/>
                </a:lnTo>
                <a:lnTo>
                  <a:pt x="225552" y="81534"/>
                </a:lnTo>
                <a:lnTo>
                  <a:pt x="225552" y="116586"/>
                </a:lnTo>
                <a:lnTo>
                  <a:pt x="134112" y="116586"/>
                </a:lnTo>
                <a:lnTo>
                  <a:pt x="132891" y="134570"/>
                </a:lnTo>
                <a:lnTo>
                  <a:pt x="130921" y="151876"/>
                </a:lnTo>
                <a:lnTo>
                  <a:pt x="128164" y="168396"/>
                </a:lnTo>
                <a:lnTo>
                  <a:pt x="124587" y="184023"/>
                </a:lnTo>
                <a:lnTo>
                  <a:pt x="225552" y="184023"/>
                </a:lnTo>
                <a:lnTo>
                  <a:pt x="225552" y="219075"/>
                </a:lnTo>
                <a:lnTo>
                  <a:pt x="113157" y="219075"/>
                </a:lnTo>
                <a:lnTo>
                  <a:pt x="92636" y="255460"/>
                </a:lnTo>
                <a:lnTo>
                  <a:pt x="66436" y="282416"/>
                </a:lnTo>
                <a:lnTo>
                  <a:pt x="35307" y="299227"/>
                </a:lnTo>
                <a:lnTo>
                  <a:pt x="0" y="305181"/>
                </a:lnTo>
                <a:close/>
              </a:path>
              <a:path w="306070" h="325754">
                <a:moveTo>
                  <a:pt x="225552" y="184023"/>
                </a:moveTo>
                <a:lnTo>
                  <a:pt x="190119" y="184023"/>
                </a:lnTo>
                <a:lnTo>
                  <a:pt x="190119" y="116586"/>
                </a:lnTo>
                <a:lnTo>
                  <a:pt x="225552" y="116586"/>
                </a:lnTo>
                <a:lnTo>
                  <a:pt x="225552" y="184023"/>
                </a:lnTo>
                <a:close/>
              </a:path>
              <a:path w="306070" h="325754">
                <a:moveTo>
                  <a:pt x="225552" y="319659"/>
                </a:moveTo>
                <a:lnTo>
                  <a:pt x="190119" y="319659"/>
                </a:lnTo>
                <a:lnTo>
                  <a:pt x="190119" y="219075"/>
                </a:lnTo>
                <a:lnTo>
                  <a:pt x="225552" y="219075"/>
                </a:lnTo>
                <a:lnTo>
                  <a:pt x="225552" y="3196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9821061" y="3311125"/>
            <a:ext cx="308610" cy="325755"/>
          </a:xfrm>
          <a:custGeom>
            <a:avLst/>
            <a:gdLst/>
            <a:ahLst/>
            <a:cxnLst/>
            <a:rect l="l" t="t" r="r" b="b"/>
            <a:pathLst>
              <a:path w="308609" h="325754">
                <a:moveTo>
                  <a:pt x="305562" y="182880"/>
                </a:moveTo>
                <a:lnTo>
                  <a:pt x="267843" y="182880"/>
                </a:lnTo>
                <a:lnTo>
                  <a:pt x="267843" y="86487"/>
                </a:lnTo>
                <a:lnTo>
                  <a:pt x="189357" y="86487"/>
                </a:lnTo>
                <a:lnTo>
                  <a:pt x="189357" y="52959"/>
                </a:lnTo>
                <a:lnTo>
                  <a:pt x="267843" y="52959"/>
                </a:lnTo>
                <a:lnTo>
                  <a:pt x="267843" y="0"/>
                </a:lnTo>
                <a:lnTo>
                  <a:pt x="305562" y="0"/>
                </a:lnTo>
                <a:lnTo>
                  <a:pt x="305562" y="182880"/>
                </a:lnTo>
                <a:close/>
              </a:path>
              <a:path w="308609" h="325754">
                <a:moveTo>
                  <a:pt x="0" y="176403"/>
                </a:moveTo>
                <a:lnTo>
                  <a:pt x="0" y="142113"/>
                </a:lnTo>
                <a:lnTo>
                  <a:pt x="40850" y="125313"/>
                </a:lnTo>
                <a:lnTo>
                  <a:pt x="71342" y="94297"/>
                </a:lnTo>
                <a:lnTo>
                  <a:pt x="90547" y="52423"/>
                </a:lnTo>
                <a:lnTo>
                  <a:pt x="97536" y="3048"/>
                </a:lnTo>
                <a:lnTo>
                  <a:pt x="135255" y="5334"/>
                </a:lnTo>
                <a:lnTo>
                  <a:pt x="134475" y="23895"/>
                </a:lnTo>
                <a:lnTo>
                  <a:pt x="132159" y="41814"/>
                </a:lnTo>
                <a:lnTo>
                  <a:pt x="128343" y="59019"/>
                </a:lnTo>
                <a:lnTo>
                  <a:pt x="123063" y="75438"/>
                </a:lnTo>
                <a:lnTo>
                  <a:pt x="167584" y="105918"/>
                </a:lnTo>
                <a:lnTo>
                  <a:pt x="108204" y="105918"/>
                </a:lnTo>
                <a:lnTo>
                  <a:pt x="88189" y="131933"/>
                </a:lnTo>
                <a:lnTo>
                  <a:pt x="63246" y="152876"/>
                </a:lnTo>
                <a:lnTo>
                  <a:pt x="33730" y="167961"/>
                </a:lnTo>
                <a:lnTo>
                  <a:pt x="0" y="176403"/>
                </a:lnTo>
                <a:close/>
              </a:path>
              <a:path w="308609" h="325754">
                <a:moveTo>
                  <a:pt x="201168" y="169926"/>
                </a:moveTo>
                <a:lnTo>
                  <a:pt x="108204" y="105918"/>
                </a:lnTo>
                <a:lnTo>
                  <a:pt x="167584" y="105918"/>
                </a:lnTo>
                <a:lnTo>
                  <a:pt x="222123" y="143256"/>
                </a:lnTo>
                <a:lnTo>
                  <a:pt x="201168" y="169926"/>
                </a:lnTo>
                <a:close/>
              </a:path>
              <a:path w="308609" h="325754">
                <a:moveTo>
                  <a:pt x="167640" y="325374"/>
                </a:moveTo>
                <a:lnTo>
                  <a:pt x="112400" y="321772"/>
                </a:lnTo>
                <a:lnTo>
                  <a:pt x="67770" y="310276"/>
                </a:lnTo>
                <a:lnTo>
                  <a:pt x="37927" y="289851"/>
                </a:lnTo>
                <a:lnTo>
                  <a:pt x="27051" y="259461"/>
                </a:lnTo>
                <a:lnTo>
                  <a:pt x="37927" y="229070"/>
                </a:lnTo>
                <a:lnTo>
                  <a:pt x="67770" y="208645"/>
                </a:lnTo>
                <a:lnTo>
                  <a:pt x="112400" y="197149"/>
                </a:lnTo>
                <a:lnTo>
                  <a:pt x="167640" y="193548"/>
                </a:lnTo>
                <a:lnTo>
                  <a:pt x="222879" y="197149"/>
                </a:lnTo>
                <a:lnTo>
                  <a:pt x="267509" y="208645"/>
                </a:lnTo>
                <a:lnTo>
                  <a:pt x="290542" y="224409"/>
                </a:lnTo>
                <a:lnTo>
                  <a:pt x="167640" y="224409"/>
                </a:lnTo>
                <a:lnTo>
                  <a:pt x="128295" y="226510"/>
                </a:lnTo>
                <a:lnTo>
                  <a:pt x="96345" y="232933"/>
                </a:lnTo>
                <a:lnTo>
                  <a:pt x="74896" y="243857"/>
                </a:lnTo>
                <a:lnTo>
                  <a:pt x="67056" y="259461"/>
                </a:lnTo>
                <a:lnTo>
                  <a:pt x="74896" y="275064"/>
                </a:lnTo>
                <a:lnTo>
                  <a:pt x="96345" y="285988"/>
                </a:lnTo>
                <a:lnTo>
                  <a:pt x="128295" y="292411"/>
                </a:lnTo>
                <a:lnTo>
                  <a:pt x="167640" y="294513"/>
                </a:lnTo>
                <a:lnTo>
                  <a:pt x="290542" y="294513"/>
                </a:lnTo>
                <a:lnTo>
                  <a:pt x="267509" y="310276"/>
                </a:lnTo>
                <a:lnTo>
                  <a:pt x="222879" y="321772"/>
                </a:lnTo>
                <a:lnTo>
                  <a:pt x="167640" y="325374"/>
                </a:lnTo>
                <a:close/>
              </a:path>
              <a:path w="308609" h="325754">
                <a:moveTo>
                  <a:pt x="290542" y="294513"/>
                </a:moveTo>
                <a:lnTo>
                  <a:pt x="167640" y="294513"/>
                </a:lnTo>
                <a:lnTo>
                  <a:pt x="206984" y="292411"/>
                </a:lnTo>
                <a:lnTo>
                  <a:pt x="238934" y="285988"/>
                </a:lnTo>
                <a:lnTo>
                  <a:pt x="260383" y="275064"/>
                </a:lnTo>
                <a:lnTo>
                  <a:pt x="268224" y="259461"/>
                </a:lnTo>
                <a:lnTo>
                  <a:pt x="260383" y="243857"/>
                </a:lnTo>
                <a:lnTo>
                  <a:pt x="238934" y="232933"/>
                </a:lnTo>
                <a:lnTo>
                  <a:pt x="206984" y="226510"/>
                </a:lnTo>
                <a:lnTo>
                  <a:pt x="167640" y="224409"/>
                </a:lnTo>
                <a:lnTo>
                  <a:pt x="290542" y="224409"/>
                </a:lnTo>
                <a:lnTo>
                  <a:pt x="297352" y="229070"/>
                </a:lnTo>
                <a:lnTo>
                  <a:pt x="308229" y="259461"/>
                </a:lnTo>
                <a:lnTo>
                  <a:pt x="297352" y="289851"/>
                </a:lnTo>
                <a:lnTo>
                  <a:pt x="290542" y="294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386003" y="1400838"/>
            <a:ext cx="714375" cy="381635"/>
          </a:xfrm>
          <a:custGeom>
            <a:avLst/>
            <a:gdLst/>
            <a:ahLst/>
            <a:cxnLst/>
            <a:rect l="l" t="t" r="r" b="b"/>
            <a:pathLst>
              <a:path w="714375" h="381635">
                <a:moveTo>
                  <a:pt x="338708" y="226695"/>
                </a:moveTo>
                <a:lnTo>
                  <a:pt x="677418" y="378714"/>
                </a:lnTo>
                <a:lnTo>
                  <a:pt x="713867" y="304926"/>
                </a:lnTo>
                <a:lnTo>
                  <a:pt x="383159" y="158241"/>
                </a:lnTo>
                <a:lnTo>
                  <a:pt x="391312" y="139767"/>
                </a:lnTo>
                <a:lnTo>
                  <a:pt x="398383" y="120459"/>
                </a:lnTo>
                <a:lnTo>
                  <a:pt x="404286" y="100484"/>
                </a:lnTo>
                <a:lnTo>
                  <a:pt x="408940" y="80010"/>
                </a:lnTo>
                <a:lnTo>
                  <a:pt x="688975" y="80010"/>
                </a:lnTo>
                <a:lnTo>
                  <a:pt x="688975" y="0"/>
                </a:lnTo>
                <a:lnTo>
                  <a:pt x="18669" y="0"/>
                </a:lnTo>
                <a:lnTo>
                  <a:pt x="18669" y="80010"/>
                </a:lnTo>
                <a:lnTo>
                  <a:pt x="315595" y="80010"/>
                </a:lnTo>
                <a:lnTo>
                  <a:pt x="301435" y="120378"/>
                </a:lnTo>
                <a:lnTo>
                  <a:pt x="280683" y="157198"/>
                </a:lnTo>
                <a:lnTo>
                  <a:pt x="253924" y="190278"/>
                </a:lnTo>
                <a:lnTo>
                  <a:pt x="221743" y="219430"/>
                </a:lnTo>
                <a:lnTo>
                  <a:pt x="184726" y="244462"/>
                </a:lnTo>
                <a:lnTo>
                  <a:pt x="143458" y="265185"/>
                </a:lnTo>
                <a:lnTo>
                  <a:pt x="98524" y="281408"/>
                </a:lnTo>
                <a:lnTo>
                  <a:pt x="50509" y="292940"/>
                </a:lnTo>
                <a:lnTo>
                  <a:pt x="0" y="299592"/>
                </a:lnTo>
                <a:lnTo>
                  <a:pt x="0" y="381381"/>
                </a:lnTo>
                <a:lnTo>
                  <a:pt x="50725" y="375901"/>
                </a:lnTo>
                <a:lnTo>
                  <a:pt x="99929" y="366212"/>
                </a:lnTo>
                <a:lnTo>
                  <a:pt x="147174" y="352439"/>
                </a:lnTo>
                <a:lnTo>
                  <a:pt x="192024" y="334708"/>
                </a:lnTo>
                <a:lnTo>
                  <a:pt x="234039" y="313143"/>
                </a:lnTo>
                <a:lnTo>
                  <a:pt x="272784" y="287869"/>
                </a:lnTo>
                <a:lnTo>
                  <a:pt x="307819" y="259011"/>
                </a:lnTo>
                <a:lnTo>
                  <a:pt x="338708" y="226695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361111" y="1864007"/>
            <a:ext cx="758825" cy="294640"/>
          </a:xfrm>
          <a:custGeom>
            <a:avLst/>
            <a:gdLst/>
            <a:ahLst/>
            <a:cxnLst/>
            <a:rect l="l" t="t" r="r" b="b"/>
            <a:pathLst>
              <a:path w="758825" h="294639">
                <a:moveTo>
                  <a:pt x="758316" y="0"/>
                </a:moveTo>
                <a:lnTo>
                  <a:pt x="0" y="0"/>
                </a:lnTo>
                <a:lnTo>
                  <a:pt x="0" y="81788"/>
                </a:lnTo>
                <a:lnTo>
                  <a:pt x="333375" y="81788"/>
                </a:lnTo>
                <a:lnTo>
                  <a:pt x="333375" y="294259"/>
                </a:lnTo>
                <a:lnTo>
                  <a:pt x="422274" y="294259"/>
                </a:lnTo>
                <a:lnTo>
                  <a:pt x="422274" y="81788"/>
                </a:lnTo>
                <a:lnTo>
                  <a:pt x="758316" y="81788"/>
                </a:lnTo>
                <a:lnTo>
                  <a:pt x="758316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862632" y="1381280"/>
            <a:ext cx="83820" cy="759460"/>
          </a:xfrm>
          <a:custGeom>
            <a:avLst/>
            <a:gdLst/>
            <a:ahLst/>
            <a:cxnLst/>
            <a:rect l="l" t="t" r="r" b="b"/>
            <a:pathLst>
              <a:path w="83820" h="759460">
                <a:moveTo>
                  <a:pt x="0" y="0"/>
                </a:moveTo>
                <a:lnTo>
                  <a:pt x="0" y="759206"/>
                </a:lnTo>
                <a:lnTo>
                  <a:pt x="83565" y="759206"/>
                </a:lnTo>
                <a:lnTo>
                  <a:pt x="83565" y="0"/>
                </a:lnTo>
                <a:lnTo>
                  <a:pt x="0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546148" y="1385725"/>
            <a:ext cx="203835" cy="741680"/>
          </a:xfrm>
          <a:custGeom>
            <a:avLst/>
            <a:gdLst/>
            <a:ahLst/>
            <a:cxnLst/>
            <a:rect l="l" t="t" r="r" b="b"/>
            <a:pathLst>
              <a:path w="203834" h="741680">
                <a:moveTo>
                  <a:pt x="120014" y="284480"/>
                </a:moveTo>
                <a:lnTo>
                  <a:pt x="0" y="284480"/>
                </a:lnTo>
                <a:lnTo>
                  <a:pt x="0" y="367157"/>
                </a:lnTo>
                <a:lnTo>
                  <a:pt x="120014" y="367157"/>
                </a:lnTo>
                <a:lnTo>
                  <a:pt x="120014" y="741425"/>
                </a:lnTo>
                <a:lnTo>
                  <a:pt x="203581" y="741425"/>
                </a:lnTo>
                <a:lnTo>
                  <a:pt x="203581" y="0"/>
                </a:lnTo>
                <a:lnTo>
                  <a:pt x="120014" y="0"/>
                </a:lnTo>
                <a:lnTo>
                  <a:pt x="120014" y="28448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222552" y="1408839"/>
            <a:ext cx="408305" cy="686435"/>
          </a:xfrm>
          <a:custGeom>
            <a:avLst/>
            <a:gdLst/>
            <a:ahLst/>
            <a:cxnLst/>
            <a:rect l="l" t="t" r="r" b="b"/>
            <a:pathLst>
              <a:path w="408304" h="686435">
                <a:moveTo>
                  <a:pt x="236474" y="80009"/>
                </a:moveTo>
                <a:lnTo>
                  <a:pt x="369824" y="80009"/>
                </a:lnTo>
                <a:lnTo>
                  <a:pt x="369824" y="0"/>
                </a:lnTo>
                <a:lnTo>
                  <a:pt x="12446" y="0"/>
                </a:lnTo>
                <a:lnTo>
                  <a:pt x="12446" y="80009"/>
                </a:lnTo>
                <a:lnTo>
                  <a:pt x="152019" y="80009"/>
                </a:lnTo>
                <a:lnTo>
                  <a:pt x="150572" y="150971"/>
                </a:lnTo>
                <a:lnTo>
                  <a:pt x="147117" y="217866"/>
                </a:lnTo>
                <a:lnTo>
                  <a:pt x="141642" y="280410"/>
                </a:lnTo>
                <a:lnTo>
                  <a:pt x="134140" y="338313"/>
                </a:lnTo>
                <a:lnTo>
                  <a:pt x="124600" y="391291"/>
                </a:lnTo>
                <a:lnTo>
                  <a:pt x="113014" y="439054"/>
                </a:lnTo>
                <a:lnTo>
                  <a:pt x="99371" y="481317"/>
                </a:lnTo>
                <a:lnTo>
                  <a:pt x="83664" y="517793"/>
                </a:lnTo>
                <a:lnTo>
                  <a:pt x="46018" y="572232"/>
                </a:lnTo>
                <a:lnTo>
                  <a:pt x="0" y="600074"/>
                </a:lnTo>
                <a:lnTo>
                  <a:pt x="0" y="686307"/>
                </a:lnTo>
                <a:lnTo>
                  <a:pt x="39681" y="674877"/>
                </a:lnTo>
                <a:lnTo>
                  <a:pt x="75676" y="655065"/>
                </a:lnTo>
                <a:lnTo>
                  <a:pt x="108001" y="626871"/>
                </a:lnTo>
                <a:lnTo>
                  <a:pt x="136672" y="590295"/>
                </a:lnTo>
                <a:lnTo>
                  <a:pt x="161704" y="545337"/>
                </a:lnTo>
                <a:lnTo>
                  <a:pt x="183113" y="491997"/>
                </a:lnTo>
                <a:lnTo>
                  <a:pt x="200913" y="430275"/>
                </a:lnTo>
                <a:lnTo>
                  <a:pt x="336042" y="675639"/>
                </a:lnTo>
                <a:lnTo>
                  <a:pt x="408050" y="634745"/>
                </a:lnTo>
                <a:lnTo>
                  <a:pt x="223139" y="309371"/>
                </a:lnTo>
                <a:lnTo>
                  <a:pt x="227512" y="267766"/>
                </a:lnTo>
                <a:lnTo>
                  <a:pt x="231033" y="224027"/>
                </a:lnTo>
                <a:lnTo>
                  <a:pt x="233700" y="178155"/>
                </a:lnTo>
                <a:lnTo>
                  <a:pt x="235513" y="130149"/>
                </a:lnTo>
                <a:lnTo>
                  <a:pt x="236474" y="80009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763896" y="1381280"/>
            <a:ext cx="271145" cy="564515"/>
          </a:xfrm>
          <a:custGeom>
            <a:avLst/>
            <a:gdLst/>
            <a:ahLst/>
            <a:cxnLst/>
            <a:rect l="l" t="t" r="r" b="b"/>
            <a:pathLst>
              <a:path w="271145" h="564514">
                <a:moveTo>
                  <a:pt x="183134" y="564515"/>
                </a:moveTo>
                <a:lnTo>
                  <a:pt x="271145" y="564515"/>
                </a:lnTo>
                <a:lnTo>
                  <a:pt x="271145" y="0"/>
                </a:lnTo>
                <a:lnTo>
                  <a:pt x="183134" y="0"/>
                </a:lnTo>
                <a:lnTo>
                  <a:pt x="183134" y="144907"/>
                </a:lnTo>
                <a:lnTo>
                  <a:pt x="0" y="144907"/>
                </a:lnTo>
                <a:lnTo>
                  <a:pt x="0" y="224917"/>
                </a:lnTo>
                <a:lnTo>
                  <a:pt x="183134" y="224917"/>
                </a:lnTo>
                <a:lnTo>
                  <a:pt x="183134" y="564515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22063" y="1388392"/>
            <a:ext cx="519430" cy="450850"/>
          </a:xfrm>
          <a:custGeom>
            <a:avLst/>
            <a:gdLst/>
            <a:ahLst/>
            <a:cxnLst/>
            <a:rect l="l" t="t" r="r" b="b"/>
            <a:pathLst>
              <a:path w="519429" h="450850">
                <a:moveTo>
                  <a:pt x="249808" y="272034"/>
                </a:moveTo>
                <a:lnTo>
                  <a:pt x="464058" y="446277"/>
                </a:lnTo>
                <a:lnTo>
                  <a:pt x="519175" y="384048"/>
                </a:lnTo>
                <a:lnTo>
                  <a:pt x="283590" y="195579"/>
                </a:lnTo>
                <a:lnTo>
                  <a:pt x="297592" y="150977"/>
                </a:lnTo>
                <a:lnTo>
                  <a:pt x="307593" y="104124"/>
                </a:lnTo>
                <a:lnTo>
                  <a:pt x="313594" y="55437"/>
                </a:lnTo>
                <a:lnTo>
                  <a:pt x="315594" y="5334"/>
                </a:lnTo>
                <a:lnTo>
                  <a:pt x="227583" y="0"/>
                </a:lnTo>
                <a:lnTo>
                  <a:pt x="224620" y="53678"/>
                </a:lnTo>
                <a:lnTo>
                  <a:pt x="216887" y="105442"/>
                </a:lnTo>
                <a:lnTo>
                  <a:pt x="204525" y="154603"/>
                </a:lnTo>
                <a:lnTo>
                  <a:pt x="187671" y="200473"/>
                </a:lnTo>
                <a:lnTo>
                  <a:pt x="166465" y="242363"/>
                </a:lnTo>
                <a:lnTo>
                  <a:pt x="141045" y="279586"/>
                </a:lnTo>
                <a:lnTo>
                  <a:pt x="111549" y="311454"/>
                </a:lnTo>
                <a:lnTo>
                  <a:pt x="78118" y="337279"/>
                </a:lnTo>
                <a:lnTo>
                  <a:pt x="40888" y="356372"/>
                </a:lnTo>
                <a:lnTo>
                  <a:pt x="0" y="368046"/>
                </a:lnTo>
                <a:lnTo>
                  <a:pt x="0" y="450723"/>
                </a:lnTo>
                <a:lnTo>
                  <a:pt x="52335" y="439215"/>
                </a:lnTo>
                <a:lnTo>
                  <a:pt x="100720" y="419410"/>
                </a:lnTo>
                <a:lnTo>
                  <a:pt x="144906" y="392049"/>
                </a:lnTo>
                <a:lnTo>
                  <a:pt x="184648" y="357871"/>
                </a:lnTo>
                <a:lnTo>
                  <a:pt x="219698" y="317619"/>
                </a:lnTo>
                <a:lnTo>
                  <a:pt x="249808" y="272034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388738" y="1888899"/>
            <a:ext cx="662305" cy="241935"/>
          </a:xfrm>
          <a:custGeom>
            <a:avLst/>
            <a:gdLst/>
            <a:ahLst/>
            <a:cxnLst/>
            <a:rect l="l" t="t" r="r" b="b"/>
            <a:pathLst>
              <a:path w="662304" h="241935">
                <a:moveTo>
                  <a:pt x="89788" y="162686"/>
                </a:moveTo>
                <a:lnTo>
                  <a:pt x="89788" y="0"/>
                </a:lnTo>
                <a:lnTo>
                  <a:pt x="0" y="0"/>
                </a:lnTo>
                <a:lnTo>
                  <a:pt x="0" y="241807"/>
                </a:lnTo>
                <a:lnTo>
                  <a:pt x="662304" y="241807"/>
                </a:lnTo>
                <a:lnTo>
                  <a:pt x="662304" y="162686"/>
                </a:lnTo>
                <a:lnTo>
                  <a:pt x="89788" y="16268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654674" y="1381280"/>
            <a:ext cx="235585" cy="426720"/>
          </a:xfrm>
          <a:custGeom>
            <a:avLst/>
            <a:gdLst/>
            <a:ahLst/>
            <a:cxnLst/>
            <a:rect l="l" t="t" r="r" b="b"/>
            <a:pathLst>
              <a:path w="235584" h="426719">
                <a:moveTo>
                  <a:pt x="0" y="143129"/>
                </a:moveTo>
                <a:lnTo>
                  <a:pt x="0" y="219583"/>
                </a:lnTo>
                <a:lnTo>
                  <a:pt x="147574" y="219583"/>
                </a:lnTo>
                <a:lnTo>
                  <a:pt x="147574" y="426719"/>
                </a:lnTo>
                <a:lnTo>
                  <a:pt x="235585" y="426719"/>
                </a:lnTo>
                <a:lnTo>
                  <a:pt x="235585" y="0"/>
                </a:lnTo>
                <a:lnTo>
                  <a:pt x="147574" y="0"/>
                </a:lnTo>
                <a:lnTo>
                  <a:pt x="147574" y="143129"/>
                </a:lnTo>
                <a:lnTo>
                  <a:pt x="0" y="143129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9190615" y="1400838"/>
            <a:ext cx="519430" cy="385445"/>
          </a:xfrm>
          <a:custGeom>
            <a:avLst/>
            <a:gdLst/>
            <a:ahLst/>
            <a:cxnLst/>
            <a:rect l="l" t="t" r="r" b="b"/>
            <a:pathLst>
              <a:path w="519429" h="385444">
                <a:moveTo>
                  <a:pt x="252476" y="234696"/>
                </a:moveTo>
                <a:lnTo>
                  <a:pt x="475615" y="377824"/>
                </a:lnTo>
                <a:lnTo>
                  <a:pt x="519176" y="312039"/>
                </a:lnTo>
                <a:lnTo>
                  <a:pt x="285369" y="164464"/>
                </a:lnTo>
                <a:lnTo>
                  <a:pt x="291508" y="142948"/>
                </a:lnTo>
                <a:lnTo>
                  <a:pt x="296481" y="121015"/>
                </a:lnTo>
                <a:lnTo>
                  <a:pt x="300120" y="98581"/>
                </a:lnTo>
                <a:lnTo>
                  <a:pt x="302260" y="75564"/>
                </a:lnTo>
                <a:lnTo>
                  <a:pt x="494284" y="75564"/>
                </a:lnTo>
                <a:lnTo>
                  <a:pt x="494284" y="0"/>
                </a:lnTo>
                <a:lnTo>
                  <a:pt x="9779" y="0"/>
                </a:lnTo>
                <a:lnTo>
                  <a:pt x="9779" y="75564"/>
                </a:lnTo>
                <a:lnTo>
                  <a:pt x="214249" y="75564"/>
                </a:lnTo>
                <a:lnTo>
                  <a:pt x="205600" y="126341"/>
                </a:lnTo>
                <a:lnTo>
                  <a:pt x="189035" y="172297"/>
                </a:lnTo>
                <a:lnTo>
                  <a:pt x="164913" y="212748"/>
                </a:lnTo>
                <a:lnTo>
                  <a:pt x="133591" y="247009"/>
                </a:lnTo>
                <a:lnTo>
                  <a:pt x="95426" y="274397"/>
                </a:lnTo>
                <a:lnTo>
                  <a:pt x="50776" y="294227"/>
                </a:lnTo>
                <a:lnTo>
                  <a:pt x="0" y="305815"/>
                </a:lnTo>
                <a:lnTo>
                  <a:pt x="0" y="384936"/>
                </a:lnTo>
                <a:lnTo>
                  <a:pt x="53953" y="375845"/>
                </a:lnTo>
                <a:lnTo>
                  <a:pt x="103584" y="359616"/>
                </a:lnTo>
                <a:lnTo>
                  <a:pt x="148574" y="336819"/>
                </a:lnTo>
                <a:lnTo>
                  <a:pt x="188599" y="308022"/>
                </a:lnTo>
                <a:lnTo>
                  <a:pt x="223340" y="273791"/>
                </a:lnTo>
                <a:lnTo>
                  <a:pt x="252476" y="23469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9240400" y="1832892"/>
            <a:ext cx="656590" cy="307975"/>
          </a:xfrm>
          <a:custGeom>
            <a:avLst/>
            <a:gdLst/>
            <a:ahLst/>
            <a:cxnLst/>
            <a:rect l="l" t="t" r="r" b="b"/>
            <a:pathLst>
              <a:path w="656590" h="307975">
                <a:moveTo>
                  <a:pt x="328041" y="0"/>
                </a:moveTo>
                <a:lnTo>
                  <a:pt x="268324" y="1615"/>
                </a:lnTo>
                <a:lnTo>
                  <a:pt x="212427" y="6604"/>
                </a:lnTo>
                <a:lnTo>
                  <a:pt x="161205" y="15178"/>
                </a:lnTo>
                <a:lnTo>
                  <a:pt x="115515" y="27550"/>
                </a:lnTo>
                <a:lnTo>
                  <a:pt x="76212" y="43931"/>
                </a:lnTo>
                <a:lnTo>
                  <a:pt x="44153" y="64534"/>
                </a:lnTo>
                <a:lnTo>
                  <a:pt x="5191" y="119255"/>
                </a:lnTo>
                <a:lnTo>
                  <a:pt x="0" y="153796"/>
                </a:lnTo>
                <a:lnTo>
                  <a:pt x="5191" y="188338"/>
                </a:lnTo>
                <a:lnTo>
                  <a:pt x="44153" y="243059"/>
                </a:lnTo>
                <a:lnTo>
                  <a:pt x="76212" y="263662"/>
                </a:lnTo>
                <a:lnTo>
                  <a:pt x="115515" y="280043"/>
                </a:lnTo>
                <a:lnTo>
                  <a:pt x="161205" y="292415"/>
                </a:lnTo>
                <a:lnTo>
                  <a:pt x="212427" y="300989"/>
                </a:lnTo>
                <a:lnTo>
                  <a:pt x="268324" y="305978"/>
                </a:lnTo>
                <a:lnTo>
                  <a:pt x="328041" y="307593"/>
                </a:lnTo>
                <a:lnTo>
                  <a:pt x="387757" y="305978"/>
                </a:lnTo>
                <a:lnTo>
                  <a:pt x="443654" y="300989"/>
                </a:lnTo>
                <a:lnTo>
                  <a:pt x="494876" y="292415"/>
                </a:lnTo>
                <a:lnTo>
                  <a:pt x="540566" y="280043"/>
                </a:lnTo>
                <a:lnTo>
                  <a:pt x="579869" y="263662"/>
                </a:lnTo>
                <a:lnTo>
                  <a:pt x="611928" y="243059"/>
                </a:lnTo>
                <a:lnTo>
                  <a:pt x="650890" y="188338"/>
                </a:lnTo>
                <a:lnTo>
                  <a:pt x="656082" y="153796"/>
                </a:lnTo>
                <a:lnTo>
                  <a:pt x="650890" y="119255"/>
                </a:lnTo>
                <a:lnTo>
                  <a:pt x="611928" y="64534"/>
                </a:lnTo>
                <a:lnTo>
                  <a:pt x="579869" y="43931"/>
                </a:lnTo>
                <a:lnTo>
                  <a:pt x="540566" y="27550"/>
                </a:lnTo>
                <a:lnTo>
                  <a:pt x="494876" y="15178"/>
                </a:lnTo>
                <a:lnTo>
                  <a:pt x="443654" y="6604"/>
                </a:lnTo>
                <a:lnTo>
                  <a:pt x="387757" y="1615"/>
                </a:lnTo>
                <a:lnTo>
                  <a:pt x="328041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9333745" y="1904901"/>
            <a:ext cx="469900" cy="163830"/>
          </a:xfrm>
          <a:custGeom>
            <a:avLst/>
            <a:gdLst/>
            <a:ahLst/>
            <a:cxnLst/>
            <a:rect l="l" t="t" r="r" b="b"/>
            <a:pathLst>
              <a:path w="469900" h="163830">
                <a:moveTo>
                  <a:pt x="234696" y="163575"/>
                </a:moveTo>
                <a:lnTo>
                  <a:pt x="171935" y="161407"/>
                </a:lnTo>
                <a:lnTo>
                  <a:pt x="115767" y="154817"/>
                </a:lnTo>
                <a:lnTo>
                  <a:pt x="68341" y="143684"/>
                </a:lnTo>
                <a:lnTo>
                  <a:pt x="31806" y="127884"/>
                </a:lnTo>
                <a:lnTo>
                  <a:pt x="0" y="81787"/>
                </a:lnTo>
                <a:lnTo>
                  <a:pt x="8309" y="56282"/>
                </a:lnTo>
                <a:lnTo>
                  <a:pt x="68341" y="19891"/>
                </a:lnTo>
                <a:lnTo>
                  <a:pt x="115767" y="8758"/>
                </a:lnTo>
                <a:lnTo>
                  <a:pt x="171935" y="2168"/>
                </a:lnTo>
                <a:lnTo>
                  <a:pt x="234696" y="0"/>
                </a:lnTo>
                <a:lnTo>
                  <a:pt x="297456" y="2168"/>
                </a:lnTo>
                <a:lnTo>
                  <a:pt x="353624" y="8758"/>
                </a:lnTo>
                <a:lnTo>
                  <a:pt x="401050" y="19891"/>
                </a:lnTo>
                <a:lnTo>
                  <a:pt x="437585" y="35691"/>
                </a:lnTo>
                <a:lnTo>
                  <a:pt x="469391" y="81787"/>
                </a:lnTo>
                <a:lnTo>
                  <a:pt x="461082" y="107293"/>
                </a:lnTo>
                <a:lnTo>
                  <a:pt x="401050" y="143684"/>
                </a:lnTo>
                <a:lnTo>
                  <a:pt x="353624" y="154817"/>
                </a:lnTo>
                <a:lnTo>
                  <a:pt x="297456" y="161407"/>
                </a:lnTo>
                <a:lnTo>
                  <a:pt x="234696" y="163575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0900129" y="1381280"/>
            <a:ext cx="88900" cy="759460"/>
          </a:xfrm>
          <a:custGeom>
            <a:avLst/>
            <a:gdLst/>
            <a:ahLst/>
            <a:cxnLst/>
            <a:rect l="l" t="t" r="r" b="b"/>
            <a:pathLst>
              <a:path w="88900" h="759460">
                <a:moveTo>
                  <a:pt x="0" y="759206"/>
                </a:moveTo>
                <a:lnTo>
                  <a:pt x="88899" y="759206"/>
                </a:lnTo>
                <a:lnTo>
                  <a:pt x="88899" y="0"/>
                </a:lnTo>
                <a:lnTo>
                  <a:pt x="0" y="0"/>
                </a:lnTo>
                <a:lnTo>
                  <a:pt x="0" y="75920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0311610" y="1399060"/>
            <a:ext cx="459740" cy="706120"/>
          </a:xfrm>
          <a:custGeom>
            <a:avLst/>
            <a:gdLst/>
            <a:ahLst/>
            <a:cxnLst/>
            <a:rect l="l" t="t" r="r" b="b"/>
            <a:pathLst>
              <a:path w="459740" h="706119">
                <a:moveTo>
                  <a:pt x="230250" y="705866"/>
                </a:moveTo>
                <a:lnTo>
                  <a:pt x="269293" y="702488"/>
                </a:lnTo>
                <a:lnTo>
                  <a:pt x="338992" y="675166"/>
                </a:lnTo>
                <a:lnTo>
                  <a:pt x="368977" y="651018"/>
                </a:lnTo>
                <a:lnTo>
                  <a:pt x="395271" y="619744"/>
                </a:lnTo>
                <a:lnTo>
                  <a:pt x="417538" y="581242"/>
                </a:lnTo>
                <a:lnTo>
                  <a:pt x="435441" y="535411"/>
                </a:lnTo>
                <a:lnTo>
                  <a:pt x="448646" y="482150"/>
                </a:lnTo>
                <a:lnTo>
                  <a:pt x="456815" y="421358"/>
                </a:lnTo>
                <a:lnTo>
                  <a:pt x="459612" y="352932"/>
                </a:lnTo>
                <a:lnTo>
                  <a:pt x="456815" y="284507"/>
                </a:lnTo>
                <a:lnTo>
                  <a:pt x="448646" y="223715"/>
                </a:lnTo>
                <a:lnTo>
                  <a:pt x="435441" y="170454"/>
                </a:lnTo>
                <a:lnTo>
                  <a:pt x="417538" y="124623"/>
                </a:lnTo>
                <a:lnTo>
                  <a:pt x="395271" y="86121"/>
                </a:lnTo>
                <a:lnTo>
                  <a:pt x="368977" y="54847"/>
                </a:lnTo>
                <a:lnTo>
                  <a:pt x="338992" y="30699"/>
                </a:lnTo>
                <a:lnTo>
                  <a:pt x="269293" y="3377"/>
                </a:lnTo>
                <a:lnTo>
                  <a:pt x="230250" y="0"/>
                </a:lnTo>
                <a:lnTo>
                  <a:pt x="190967" y="3377"/>
                </a:lnTo>
                <a:lnTo>
                  <a:pt x="120925" y="30699"/>
                </a:lnTo>
                <a:lnTo>
                  <a:pt x="90827" y="54847"/>
                </a:lnTo>
                <a:lnTo>
                  <a:pt x="64452" y="86121"/>
                </a:lnTo>
                <a:lnTo>
                  <a:pt x="42131" y="124623"/>
                </a:lnTo>
                <a:lnTo>
                  <a:pt x="24195" y="170454"/>
                </a:lnTo>
                <a:lnTo>
                  <a:pt x="10973" y="223715"/>
                </a:lnTo>
                <a:lnTo>
                  <a:pt x="2798" y="284507"/>
                </a:lnTo>
                <a:lnTo>
                  <a:pt x="0" y="352932"/>
                </a:lnTo>
                <a:lnTo>
                  <a:pt x="2798" y="421358"/>
                </a:lnTo>
                <a:lnTo>
                  <a:pt x="10973" y="482150"/>
                </a:lnTo>
                <a:lnTo>
                  <a:pt x="24195" y="535411"/>
                </a:lnTo>
                <a:lnTo>
                  <a:pt x="42131" y="581242"/>
                </a:lnTo>
                <a:lnTo>
                  <a:pt x="64452" y="619744"/>
                </a:lnTo>
                <a:lnTo>
                  <a:pt x="90827" y="651018"/>
                </a:lnTo>
                <a:lnTo>
                  <a:pt x="120925" y="675166"/>
                </a:lnTo>
                <a:lnTo>
                  <a:pt x="190967" y="702488"/>
                </a:lnTo>
                <a:lnTo>
                  <a:pt x="230250" y="70586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0399622" y="1479959"/>
            <a:ext cx="283845" cy="544195"/>
          </a:xfrm>
          <a:custGeom>
            <a:avLst/>
            <a:gdLst/>
            <a:ahLst/>
            <a:cxnLst/>
            <a:rect l="l" t="t" r="r" b="b"/>
            <a:pathLst>
              <a:path w="283845" h="544194">
                <a:moveTo>
                  <a:pt x="142239" y="544067"/>
                </a:moveTo>
                <a:lnTo>
                  <a:pt x="78662" y="523882"/>
                </a:lnTo>
                <a:lnTo>
                  <a:pt x="30511" y="460092"/>
                </a:lnTo>
                <a:lnTo>
                  <a:pt x="14047" y="410329"/>
                </a:lnTo>
                <a:lnTo>
                  <a:pt x="3633" y="347845"/>
                </a:lnTo>
                <a:lnTo>
                  <a:pt x="0" y="272033"/>
                </a:lnTo>
                <a:lnTo>
                  <a:pt x="3633" y="196502"/>
                </a:lnTo>
                <a:lnTo>
                  <a:pt x="14047" y="134127"/>
                </a:lnTo>
                <a:lnTo>
                  <a:pt x="30511" y="84348"/>
                </a:lnTo>
                <a:lnTo>
                  <a:pt x="52292" y="46606"/>
                </a:lnTo>
                <a:lnTo>
                  <a:pt x="108888" y="4991"/>
                </a:lnTo>
                <a:lnTo>
                  <a:pt x="142239" y="0"/>
                </a:lnTo>
                <a:lnTo>
                  <a:pt x="174982" y="4991"/>
                </a:lnTo>
                <a:lnTo>
                  <a:pt x="231090" y="46606"/>
                </a:lnTo>
                <a:lnTo>
                  <a:pt x="252869" y="84348"/>
                </a:lnTo>
                <a:lnTo>
                  <a:pt x="269408" y="134127"/>
                </a:lnTo>
                <a:lnTo>
                  <a:pt x="279913" y="196502"/>
                </a:lnTo>
                <a:lnTo>
                  <a:pt x="283590" y="272033"/>
                </a:lnTo>
                <a:lnTo>
                  <a:pt x="279913" y="347845"/>
                </a:lnTo>
                <a:lnTo>
                  <a:pt x="269408" y="410329"/>
                </a:lnTo>
                <a:lnTo>
                  <a:pt x="252869" y="460092"/>
                </a:lnTo>
                <a:lnTo>
                  <a:pt x="231090" y="497741"/>
                </a:lnTo>
                <a:lnTo>
                  <a:pt x="174982" y="539122"/>
                </a:lnTo>
                <a:lnTo>
                  <a:pt x="142239" y="544067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1175719" y="1388392"/>
            <a:ext cx="675640" cy="400050"/>
          </a:xfrm>
          <a:custGeom>
            <a:avLst/>
            <a:gdLst/>
            <a:ahLst/>
            <a:cxnLst/>
            <a:rect l="l" t="t" r="r" b="b"/>
            <a:pathLst>
              <a:path w="675640" h="400050">
                <a:moveTo>
                  <a:pt x="337820" y="400050"/>
                </a:moveTo>
                <a:lnTo>
                  <a:pt x="396749" y="397881"/>
                </a:lnTo>
                <a:lnTo>
                  <a:pt x="451128" y="391451"/>
                </a:lnTo>
                <a:lnTo>
                  <a:pt x="500568" y="380871"/>
                </a:lnTo>
                <a:lnTo>
                  <a:pt x="544679" y="366253"/>
                </a:lnTo>
                <a:lnTo>
                  <a:pt x="583072" y="347710"/>
                </a:lnTo>
                <a:lnTo>
                  <a:pt x="615358" y="325352"/>
                </a:lnTo>
                <a:lnTo>
                  <a:pt x="660050" y="269644"/>
                </a:lnTo>
                <a:lnTo>
                  <a:pt x="675639" y="200025"/>
                </a:lnTo>
                <a:lnTo>
                  <a:pt x="671677" y="163532"/>
                </a:lnTo>
                <a:lnTo>
                  <a:pt x="641147" y="100756"/>
                </a:lnTo>
                <a:lnTo>
                  <a:pt x="583072" y="52339"/>
                </a:lnTo>
                <a:lnTo>
                  <a:pt x="544679" y="33796"/>
                </a:lnTo>
                <a:lnTo>
                  <a:pt x="500568" y="19178"/>
                </a:lnTo>
                <a:lnTo>
                  <a:pt x="451128" y="8598"/>
                </a:lnTo>
                <a:lnTo>
                  <a:pt x="396749" y="2168"/>
                </a:lnTo>
                <a:lnTo>
                  <a:pt x="337820" y="0"/>
                </a:lnTo>
                <a:lnTo>
                  <a:pt x="278890" y="2168"/>
                </a:lnTo>
                <a:lnTo>
                  <a:pt x="224511" y="8598"/>
                </a:lnTo>
                <a:lnTo>
                  <a:pt x="175071" y="19178"/>
                </a:lnTo>
                <a:lnTo>
                  <a:pt x="130960" y="33796"/>
                </a:lnTo>
                <a:lnTo>
                  <a:pt x="92567" y="52339"/>
                </a:lnTo>
                <a:lnTo>
                  <a:pt x="60281" y="74697"/>
                </a:lnTo>
                <a:lnTo>
                  <a:pt x="15589" y="130405"/>
                </a:lnTo>
                <a:lnTo>
                  <a:pt x="0" y="200025"/>
                </a:lnTo>
                <a:lnTo>
                  <a:pt x="3962" y="236517"/>
                </a:lnTo>
                <a:lnTo>
                  <a:pt x="34492" y="299293"/>
                </a:lnTo>
                <a:lnTo>
                  <a:pt x="92567" y="347710"/>
                </a:lnTo>
                <a:lnTo>
                  <a:pt x="130960" y="366253"/>
                </a:lnTo>
                <a:lnTo>
                  <a:pt x="175071" y="380871"/>
                </a:lnTo>
                <a:lnTo>
                  <a:pt x="224511" y="391451"/>
                </a:lnTo>
                <a:lnTo>
                  <a:pt x="278890" y="397881"/>
                </a:lnTo>
                <a:lnTo>
                  <a:pt x="337820" y="40005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1267285" y="1466624"/>
            <a:ext cx="492759" cy="243204"/>
          </a:xfrm>
          <a:custGeom>
            <a:avLst/>
            <a:gdLst/>
            <a:ahLst/>
            <a:cxnLst/>
            <a:rect l="l" t="t" r="r" b="b"/>
            <a:pathLst>
              <a:path w="492759" h="243205">
                <a:moveTo>
                  <a:pt x="246253" y="0"/>
                </a:moveTo>
                <a:lnTo>
                  <a:pt x="305240" y="2594"/>
                </a:lnTo>
                <a:lnTo>
                  <a:pt x="358054" y="10305"/>
                </a:lnTo>
                <a:lnTo>
                  <a:pt x="403637" y="23023"/>
                </a:lnTo>
                <a:lnTo>
                  <a:pt x="440931" y="40640"/>
                </a:lnTo>
                <a:lnTo>
                  <a:pt x="486422" y="90133"/>
                </a:lnTo>
                <a:lnTo>
                  <a:pt x="492506" y="121793"/>
                </a:lnTo>
                <a:lnTo>
                  <a:pt x="486422" y="153123"/>
                </a:lnTo>
                <a:lnTo>
                  <a:pt x="440931" y="202222"/>
                </a:lnTo>
                <a:lnTo>
                  <a:pt x="403637" y="219743"/>
                </a:lnTo>
                <a:lnTo>
                  <a:pt x="358054" y="232412"/>
                </a:lnTo>
                <a:lnTo>
                  <a:pt x="305240" y="240105"/>
                </a:lnTo>
                <a:lnTo>
                  <a:pt x="246253" y="242697"/>
                </a:lnTo>
                <a:lnTo>
                  <a:pt x="187265" y="240105"/>
                </a:lnTo>
                <a:lnTo>
                  <a:pt x="134451" y="232412"/>
                </a:lnTo>
                <a:lnTo>
                  <a:pt x="88868" y="219743"/>
                </a:lnTo>
                <a:lnTo>
                  <a:pt x="51574" y="202222"/>
                </a:lnTo>
                <a:lnTo>
                  <a:pt x="6083" y="153123"/>
                </a:lnTo>
                <a:lnTo>
                  <a:pt x="0" y="121793"/>
                </a:lnTo>
                <a:lnTo>
                  <a:pt x="6083" y="90133"/>
                </a:lnTo>
                <a:lnTo>
                  <a:pt x="51574" y="40640"/>
                </a:lnTo>
                <a:lnTo>
                  <a:pt x="88868" y="23023"/>
                </a:lnTo>
                <a:lnTo>
                  <a:pt x="134451" y="10305"/>
                </a:lnTo>
                <a:lnTo>
                  <a:pt x="187265" y="2594"/>
                </a:lnTo>
                <a:lnTo>
                  <a:pt x="246253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1134824" y="1860451"/>
            <a:ext cx="758825" cy="297815"/>
          </a:xfrm>
          <a:custGeom>
            <a:avLst/>
            <a:gdLst/>
            <a:ahLst/>
            <a:cxnLst/>
            <a:rect l="l" t="t" r="r" b="b"/>
            <a:pathLst>
              <a:path w="758825" h="297814">
                <a:moveTo>
                  <a:pt x="758316" y="0"/>
                </a:moveTo>
                <a:lnTo>
                  <a:pt x="0" y="0"/>
                </a:lnTo>
                <a:lnTo>
                  <a:pt x="0" y="82677"/>
                </a:lnTo>
                <a:lnTo>
                  <a:pt x="186690" y="82677"/>
                </a:lnTo>
                <a:lnTo>
                  <a:pt x="186690" y="297815"/>
                </a:lnTo>
                <a:lnTo>
                  <a:pt x="273811" y="297815"/>
                </a:lnTo>
                <a:lnTo>
                  <a:pt x="273811" y="82677"/>
                </a:lnTo>
                <a:lnTo>
                  <a:pt x="483615" y="82677"/>
                </a:lnTo>
                <a:lnTo>
                  <a:pt x="483615" y="297815"/>
                </a:lnTo>
                <a:lnTo>
                  <a:pt x="570738" y="297815"/>
                </a:lnTo>
                <a:lnTo>
                  <a:pt x="570738" y="82677"/>
                </a:lnTo>
                <a:lnTo>
                  <a:pt x="758316" y="82677"/>
                </a:lnTo>
                <a:lnTo>
                  <a:pt x="758316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361111" y="1400838"/>
            <a:ext cx="758825" cy="757555"/>
          </a:xfrm>
          <a:custGeom>
            <a:avLst/>
            <a:gdLst/>
            <a:ahLst/>
            <a:cxnLst/>
            <a:rect l="l" t="t" r="r" b="b"/>
            <a:pathLst>
              <a:path w="758825" h="757555">
                <a:moveTo>
                  <a:pt x="713867" y="80010"/>
                </a:moveTo>
                <a:lnTo>
                  <a:pt x="43560" y="80010"/>
                </a:lnTo>
                <a:lnTo>
                  <a:pt x="43560" y="0"/>
                </a:lnTo>
                <a:lnTo>
                  <a:pt x="713867" y="0"/>
                </a:lnTo>
                <a:lnTo>
                  <a:pt x="713867" y="80010"/>
                </a:lnTo>
                <a:close/>
              </a:path>
              <a:path w="758825" h="757555">
                <a:moveTo>
                  <a:pt x="24891" y="381381"/>
                </a:moveTo>
                <a:lnTo>
                  <a:pt x="24891" y="299593"/>
                </a:lnTo>
                <a:lnTo>
                  <a:pt x="75401" y="292940"/>
                </a:lnTo>
                <a:lnTo>
                  <a:pt x="123416" y="281408"/>
                </a:lnTo>
                <a:lnTo>
                  <a:pt x="168350" y="265185"/>
                </a:lnTo>
                <a:lnTo>
                  <a:pt x="209618" y="244462"/>
                </a:lnTo>
                <a:lnTo>
                  <a:pt x="246635" y="219430"/>
                </a:lnTo>
                <a:lnTo>
                  <a:pt x="278816" y="190278"/>
                </a:lnTo>
                <a:lnTo>
                  <a:pt x="305575" y="157198"/>
                </a:lnTo>
                <a:lnTo>
                  <a:pt x="326327" y="120378"/>
                </a:lnTo>
                <a:lnTo>
                  <a:pt x="340487" y="80010"/>
                </a:lnTo>
                <a:lnTo>
                  <a:pt x="433832" y="80010"/>
                </a:lnTo>
                <a:lnTo>
                  <a:pt x="429178" y="100484"/>
                </a:lnTo>
                <a:lnTo>
                  <a:pt x="423275" y="120459"/>
                </a:lnTo>
                <a:lnTo>
                  <a:pt x="416204" y="139767"/>
                </a:lnTo>
                <a:lnTo>
                  <a:pt x="408051" y="158242"/>
                </a:lnTo>
                <a:lnTo>
                  <a:pt x="562381" y="226695"/>
                </a:lnTo>
                <a:lnTo>
                  <a:pt x="363601" y="226695"/>
                </a:lnTo>
                <a:lnTo>
                  <a:pt x="332711" y="259011"/>
                </a:lnTo>
                <a:lnTo>
                  <a:pt x="297676" y="287869"/>
                </a:lnTo>
                <a:lnTo>
                  <a:pt x="258931" y="313143"/>
                </a:lnTo>
                <a:lnTo>
                  <a:pt x="216916" y="334708"/>
                </a:lnTo>
                <a:lnTo>
                  <a:pt x="172066" y="352439"/>
                </a:lnTo>
                <a:lnTo>
                  <a:pt x="124821" y="366212"/>
                </a:lnTo>
                <a:lnTo>
                  <a:pt x="75617" y="375901"/>
                </a:lnTo>
                <a:lnTo>
                  <a:pt x="24891" y="381381"/>
                </a:lnTo>
                <a:close/>
              </a:path>
              <a:path w="758825" h="757555">
                <a:moveTo>
                  <a:pt x="702310" y="378714"/>
                </a:moveTo>
                <a:lnTo>
                  <a:pt x="363601" y="226695"/>
                </a:lnTo>
                <a:lnTo>
                  <a:pt x="562381" y="226695"/>
                </a:lnTo>
                <a:lnTo>
                  <a:pt x="738759" y="304927"/>
                </a:lnTo>
                <a:lnTo>
                  <a:pt x="702310" y="378714"/>
                </a:lnTo>
                <a:close/>
              </a:path>
              <a:path w="758825" h="757555">
                <a:moveTo>
                  <a:pt x="758317" y="544957"/>
                </a:moveTo>
                <a:lnTo>
                  <a:pt x="0" y="544957"/>
                </a:lnTo>
                <a:lnTo>
                  <a:pt x="0" y="463169"/>
                </a:lnTo>
                <a:lnTo>
                  <a:pt x="758317" y="463169"/>
                </a:lnTo>
                <a:lnTo>
                  <a:pt x="758317" y="544957"/>
                </a:lnTo>
                <a:close/>
              </a:path>
              <a:path w="758825" h="757555">
                <a:moveTo>
                  <a:pt x="422275" y="757428"/>
                </a:moveTo>
                <a:lnTo>
                  <a:pt x="333375" y="757428"/>
                </a:lnTo>
                <a:lnTo>
                  <a:pt x="333375" y="544957"/>
                </a:lnTo>
                <a:lnTo>
                  <a:pt x="422275" y="544957"/>
                </a:lnTo>
                <a:lnTo>
                  <a:pt x="422275" y="757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86003" y="1400838"/>
            <a:ext cx="714375" cy="381635"/>
          </a:xfrm>
          <a:custGeom>
            <a:avLst/>
            <a:gdLst/>
            <a:ahLst/>
            <a:cxnLst/>
            <a:rect l="l" t="t" r="r" b="b"/>
            <a:pathLst>
              <a:path w="714375" h="381635">
                <a:moveTo>
                  <a:pt x="338708" y="226695"/>
                </a:moveTo>
                <a:lnTo>
                  <a:pt x="677418" y="378714"/>
                </a:lnTo>
                <a:lnTo>
                  <a:pt x="713867" y="304926"/>
                </a:lnTo>
                <a:lnTo>
                  <a:pt x="383159" y="158241"/>
                </a:lnTo>
                <a:lnTo>
                  <a:pt x="391312" y="139767"/>
                </a:lnTo>
                <a:lnTo>
                  <a:pt x="398383" y="120459"/>
                </a:lnTo>
                <a:lnTo>
                  <a:pt x="404286" y="100484"/>
                </a:lnTo>
                <a:lnTo>
                  <a:pt x="408940" y="80010"/>
                </a:lnTo>
                <a:lnTo>
                  <a:pt x="688975" y="80010"/>
                </a:lnTo>
                <a:lnTo>
                  <a:pt x="688975" y="0"/>
                </a:lnTo>
                <a:lnTo>
                  <a:pt x="18669" y="0"/>
                </a:lnTo>
                <a:lnTo>
                  <a:pt x="18669" y="80010"/>
                </a:lnTo>
                <a:lnTo>
                  <a:pt x="315595" y="80010"/>
                </a:lnTo>
                <a:lnTo>
                  <a:pt x="301435" y="120378"/>
                </a:lnTo>
                <a:lnTo>
                  <a:pt x="280683" y="157198"/>
                </a:lnTo>
                <a:lnTo>
                  <a:pt x="253924" y="190278"/>
                </a:lnTo>
                <a:lnTo>
                  <a:pt x="221743" y="219430"/>
                </a:lnTo>
                <a:lnTo>
                  <a:pt x="184726" y="244462"/>
                </a:lnTo>
                <a:lnTo>
                  <a:pt x="143458" y="265185"/>
                </a:lnTo>
                <a:lnTo>
                  <a:pt x="98524" y="281408"/>
                </a:lnTo>
                <a:lnTo>
                  <a:pt x="50509" y="292940"/>
                </a:lnTo>
                <a:lnTo>
                  <a:pt x="0" y="299592"/>
                </a:lnTo>
                <a:lnTo>
                  <a:pt x="0" y="381381"/>
                </a:lnTo>
                <a:lnTo>
                  <a:pt x="50725" y="375901"/>
                </a:lnTo>
                <a:lnTo>
                  <a:pt x="99929" y="366212"/>
                </a:lnTo>
                <a:lnTo>
                  <a:pt x="147174" y="352439"/>
                </a:lnTo>
                <a:lnTo>
                  <a:pt x="192024" y="334708"/>
                </a:lnTo>
                <a:lnTo>
                  <a:pt x="234039" y="313143"/>
                </a:lnTo>
                <a:lnTo>
                  <a:pt x="272784" y="287869"/>
                </a:lnTo>
                <a:lnTo>
                  <a:pt x="307819" y="259011"/>
                </a:lnTo>
                <a:lnTo>
                  <a:pt x="338708" y="226695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361111" y="1864007"/>
            <a:ext cx="758825" cy="294640"/>
          </a:xfrm>
          <a:custGeom>
            <a:avLst/>
            <a:gdLst/>
            <a:ahLst/>
            <a:cxnLst/>
            <a:rect l="l" t="t" r="r" b="b"/>
            <a:pathLst>
              <a:path w="758825" h="294639">
                <a:moveTo>
                  <a:pt x="758316" y="0"/>
                </a:moveTo>
                <a:lnTo>
                  <a:pt x="0" y="0"/>
                </a:lnTo>
                <a:lnTo>
                  <a:pt x="0" y="81788"/>
                </a:lnTo>
                <a:lnTo>
                  <a:pt x="333375" y="81788"/>
                </a:lnTo>
                <a:lnTo>
                  <a:pt x="333375" y="294259"/>
                </a:lnTo>
                <a:lnTo>
                  <a:pt x="422274" y="294259"/>
                </a:lnTo>
                <a:lnTo>
                  <a:pt x="422274" y="81788"/>
                </a:lnTo>
                <a:lnTo>
                  <a:pt x="758316" y="81788"/>
                </a:lnTo>
                <a:lnTo>
                  <a:pt x="758316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222552" y="1381280"/>
            <a:ext cx="723900" cy="759460"/>
          </a:xfrm>
          <a:custGeom>
            <a:avLst/>
            <a:gdLst/>
            <a:ahLst/>
            <a:cxnLst/>
            <a:rect l="l" t="t" r="r" b="b"/>
            <a:pathLst>
              <a:path w="723900" h="759460">
                <a:moveTo>
                  <a:pt x="723646" y="759206"/>
                </a:moveTo>
                <a:lnTo>
                  <a:pt x="640080" y="759206"/>
                </a:lnTo>
                <a:lnTo>
                  <a:pt x="640080" y="0"/>
                </a:lnTo>
                <a:lnTo>
                  <a:pt x="723646" y="0"/>
                </a:lnTo>
                <a:lnTo>
                  <a:pt x="723646" y="759206"/>
                </a:lnTo>
                <a:close/>
              </a:path>
              <a:path w="723900" h="759460">
                <a:moveTo>
                  <a:pt x="527177" y="745871"/>
                </a:moveTo>
                <a:lnTo>
                  <a:pt x="443611" y="745871"/>
                </a:lnTo>
                <a:lnTo>
                  <a:pt x="443611" y="371602"/>
                </a:lnTo>
                <a:lnTo>
                  <a:pt x="323596" y="371602"/>
                </a:lnTo>
                <a:lnTo>
                  <a:pt x="323596" y="288925"/>
                </a:lnTo>
                <a:lnTo>
                  <a:pt x="443611" y="288925"/>
                </a:lnTo>
                <a:lnTo>
                  <a:pt x="443611" y="4445"/>
                </a:lnTo>
                <a:lnTo>
                  <a:pt x="527177" y="4445"/>
                </a:lnTo>
                <a:lnTo>
                  <a:pt x="527177" y="745871"/>
                </a:lnTo>
                <a:close/>
              </a:path>
              <a:path w="723900" h="759460">
                <a:moveTo>
                  <a:pt x="369824" y="107569"/>
                </a:moveTo>
                <a:lnTo>
                  <a:pt x="12446" y="107569"/>
                </a:lnTo>
                <a:lnTo>
                  <a:pt x="12446" y="27559"/>
                </a:lnTo>
                <a:lnTo>
                  <a:pt x="369824" y="27559"/>
                </a:lnTo>
                <a:lnTo>
                  <a:pt x="369824" y="107569"/>
                </a:lnTo>
                <a:close/>
              </a:path>
              <a:path w="723900" h="759460">
                <a:moveTo>
                  <a:pt x="0" y="713867"/>
                </a:moveTo>
                <a:lnTo>
                  <a:pt x="0" y="627634"/>
                </a:lnTo>
                <a:lnTo>
                  <a:pt x="24060" y="617180"/>
                </a:lnTo>
                <a:lnTo>
                  <a:pt x="46018" y="599791"/>
                </a:lnTo>
                <a:lnTo>
                  <a:pt x="83664" y="545352"/>
                </a:lnTo>
                <a:lnTo>
                  <a:pt x="99371" y="508876"/>
                </a:lnTo>
                <a:lnTo>
                  <a:pt x="113014" y="466613"/>
                </a:lnTo>
                <a:lnTo>
                  <a:pt x="124600" y="418850"/>
                </a:lnTo>
                <a:lnTo>
                  <a:pt x="134140" y="365872"/>
                </a:lnTo>
                <a:lnTo>
                  <a:pt x="141642" y="307969"/>
                </a:lnTo>
                <a:lnTo>
                  <a:pt x="147117" y="245425"/>
                </a:lnTo>
                <a:lnTo>
                  <a:pt x="150572" y="178530"/>
                </a:lnTo>
                <a:lnTo>
                  <a:pt x="152019" y="107569"/>
                </a:lnTo>
                <a:lnTo>
                  <a:pt x="236474" y="107569"/>
                </a:lnTo>
                <a:lnTo>
                  <a:pt x="235513" y="157708"/>
                </a:lnTo>
                <a:lnTo>
                  <a:pt x="233700" y="205714"/>
                </a:lnTo>
                <a:lnTo>
                  <a:pt x="231033" y="251587"/>
                </a:lnTo>
                <a:lnTo>
                  <a:pt x="227512" y="295325"/>
                </a:lnTo>
                <a:lnTo>
                  <a:pt x="223139" y="336931"/>
                </a:lnTo>
                <a:lnTo>
                  <a:pt x="291849" y="457835"/>
                </a:lnTo>
                <a:lnTo>
                  <a:pt x="200914" y="457835"/>
                </a:lnTo>
                <a:lnTo>
                  <a:pt x="183113" y="519557"/>
                </a:lnTo>
                <a:lnTo>
                  <a:pt x="161704" y="572897"/>
                </a:lnTo>
                <a:lnTo>
                  <a:pt x="136672" y="617855"/>
                </a:lnTo>
                <a:lnTo>
                  <a:pt x="108001" y="654431"/>
                </a:lnTo>
                <a:lnTo>
                  <a:pt x="75676" y="682625"/>
                </a:lnTo>
                <a:lnTo>
                  <a:pt x="39681" y="702437"/>
                </a:lnTo>
                <a:lnTo>
                  <a:pt x="0" y="713867"/>
                </a:lnTo>
                <a:close/>
              </a:path>
              <a:path w="723900" h="759460">
                <a:moveTo>
                  <a:pt x="336042" y="703199"/>
                </a:moveTo>
                <a:lnTo>
                  <a:pt x="200914" y="457835"/>
                </a:lnTo>
                <a:lnTo>
                  <a:pt x="291849" y="457835"/>
                </a:lnTo>
                <a:lnTo>
                  <a:pt x="408051" y="662305"/>
                </a:lnTo>
                <a:lnTo>
                  <a:pt x="336042" y="703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862632" y="1381280"/>
            <a:ext cx="83820" cy="759460"/>
          </a:xfrm>
          <a:custGeom>
            <a:avLst/>
            <a:gdLst/>
            <a:ahLst/>
            <a:cxnLst/>
            <a:rect l="l" t="t" r="r" b="b"/>
            <a:pathLst>
              <a:path w="83820" h="759460">
                <a:moveTo>
                  <a:pt x="0" y="0"/>
                </a:moveTo>
                <a:lnTo>
                  <a:pt x="0" y="759206"/>
                </a:lnTo>
                <a:lnTo>
                  <a:pt x="83565" y="759206"/>
                </a:lnTo>
                <a:lnTo>
                  <a:pt x="83565" y="0"/>
                </a:lnTo>
                <a:lnTo>
                  <a:pt x="0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546148" y="1385725"/>
            <a:ext cx="203835" cy="741680"/>
          </a:xfrm>
          <a:custGeom>
            <a:avLst/>
            <a:gdLst/>
            <a:ahLst/>
            <a:cxnLst/>
            <a:rect l="l" t="t" r="r" b="b"/>
            <a:pathLst>
              <a:path w="203834" h="741680">
                <a:moveTo>
                  <a:pt x="120014" y="284480"/>
                </a:moveTo>
                <a:lnTo>
                  <a:pt x="0" y="284480"/>
                </a:lnTo>
                <a:lnTo>
                  <a:pt x="0" y="367157"/>
                </a:lnTo>
                <a:lnTo>
                  <a:pt x="120014" y="367157"/>
                </a:lnTo>
                <a:lnTo>
                  <a:pt x="120014" y="741425"/>
                </a:lnTo>
                <a:lnTo>
                  <a:pt x="203581" y="741425"/>
                </a:lnTo>
                <a:lnTo>
                  <a:pt x="203581" y="0"/>
                </a:lnTo>
                <a:lnTo>
                  <a:pt x="120014" y="0"/>
                </a:lnTo>
                <a:lnTo>
                  <a:pt x="120014" y="28448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22552" y="1408839"/>
            <a:ext cx="408305" cy="686435"/>
          </a:xfrm>
          <a:custGeom>
            <a:avLst/>
            <a:gdLst/>
            <a:ahLst/>
            <a:cxnLst/>
            <a:rect l="l" t="t" r="r" b="b"/>
            <a:pathLst>
              <a:path w="408304" h="686435">
                <a:moveTo>
                  <a:pt x="236474" y="80009"/>
                </a:moveTo>
                <a:lnTo>
                  <a:pt x="369824" y="80009"/>
                </a:lnTo>
                <a:lnTo>
                  <a:pt x="369824" y="0"/>
                </a:lnTo>
                <a:lnTo>
                  <a:pt x="12446" y="0"/>
                </a:lnTo>
                <a:lnTo>
                  <a:pt x="12446" y="80009"/>
                </a:lnTo>
                <a:lnTo>
                  <a:pt x="152019" y="80009"/>
                </a:lnTo>
                <a:lnTo>
                  <a:pt x="150572" y="150971"/>
                </a:lnTo>
                <a:lnTo>
                  <a:pt x="147117" y="217866"/>
                </a:lnTo>
                <a:lnTo>
                  <a:pt x="141642" y="280410"/>
                </a:lnTo>
                <a:lnTo>
                  <a:pt x="134140" y="338313"/>
                </a:lnTo>
                <a:lnTo>
                  <a:pt x="124600" y="391291"/>
                </a:lnTo>
                <a:lnTo>
                  <a:pt x="113014" y="439054"/>
                </a:lnTo>
                <a:lnTo>
                  <a:pt x="99371" y="481317"/>
                </a:lnTo>
                <a:lnTo>
                  <a:pt x="83664" y="517793"/>
                </a:lnTo>
                <a:lnTo>
                  <a:pt x="46018" y="572232"/>
                </a:lnTo>
                <a:lnTo>
                  <a:pt x="0" y="600074"/>
                </a:lnTo>
                <a:lnTo>
                  <a:pt x="0" y="686307"/>
                </a:lnTo>
                <a:lnTo>
                  <a:pt x="39681" y="674877"/>
                </a:lnTo>
                <a:lnTo>
                  <a:pt x="75676" y="655065"/>
                </a:lnTo>
                <a:lnTo>
                  <a:pt x="108001" y="626871"/>
                </a:lnTo>
                <a:lnTo>
                  <a:pt x="136672" y="590295"/>
                </a:lnTo>
                <a:lnTo>
                  <a:pt x="161704" y="545337"/>
                </a:lnTo>
                <a:lnTo>
                  <a:pt x="183113" y="491997"/>
                </a:lnTo>
                <a:lnTo>
                  <a:pt x="200913" y="430275"/>
                </a:lnTo>
                <a:lnTo>
                  <a:pt x="336042" y="675639"/>
                </a:lnTo>
                <a:lnTo>
                  <a:pt x="408050" y="634745"/>
                </a:lnTo>
                <a:lnTo>
                  <a:pt x="223139" y="309371"/>
                </a:lnTo>
                <a:lnTo>
                  <a:pt x="227512" y="267766"/>
                </a:lnTo>
                <a:lnTo>
                  <a:pt x="231033" y="224027"/>
                </a:lnTo>
                <a:lnTo>
                  <a:pt x="233700" y="178155"/>
                </a:lnTo>
                <a:lnTo>
                  <a:pt x="235513" y="130149"/>
                </a:lnTo>
                <a:lnTo>
                  <a:pt x="236474" y="80009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322063" y="1381280"/>
            <a:ext cx="728980" cy="749935"/>
          </a:xfrm>
          <a:custGeom>
            <a:avLst/>
            <a:gdLst/>
            <a:ahLst/>
            <a:cxnLst/>
            <a:rect l="l" t="t" r="r" b="b"/>
            <a:pathLst>
              <a:path w="728979" h="749935">
                <a:moveTo>
                  <a:pt x="712978" y="564515"/>
                </a:moveTo>
                <a:lnTo>
                  <a:pt x="624967" y="564515"/>
                </a:lnTo>
                <a:lnTo>
                  <a:pt x="624967" y="224917"/>
                </a:lnTo>
                <a:lnTo>
                  <a:pt x="441833" y="224917"/>
                </a:lnTo>
                <a:lnTo>
                  <a:pt x="441833" y="144907"/>
                </a:lnTo>
                <a:lnTo>
                  <a:pt x="624967" y="144907"/>
                </a:lnTo>
                <a:lnTo>
                  <a:pt x="624967" y="0"/>
                </a:lnTo>
                <a:lnTo>
                  <a:pt x="712978" y="0"/>
                </a:lnTo>
                <a:lnTo>
                  <a:pt x="712978" y="564515"/>
                </a:lnTo>
                <a:close/>
              </a:path>
              <a:path w="728979" h="749935">
                <a:moveTo>
                  <a:pt x="0" y="457835"/>
                </a:moveTo>
                <a:lnTo>
                  <a:pt x="0" y="375158"/>
                </a:lnTo>
                <a:lnTo>
                  <a:pt x="40888" y="363484"/>
                </a:lnTo>
                <a:lnTo>
                  <a:pt x="78118" y="344391"/>
                </a:lnTo>
                <a:lnTo>
                  <a:pt x="111549" y="318566"/>
                </a:lnTo>
                <a:lnTo>
                  <a:pt x="141045" y="286698"/>
                </a:lnTo>
                <a:lnTo>
                  <a:pt x="166465" y="249475"/>
                </a:lnTo>
                <a:lnTo>
                  <a:pt x="187671" y="207585"/>
                </a:lnTo>
                <a:lnTo>
                  <a:pt x="204525" y="161715"/>
                </a:lnTo>
                <a:lnTo>
                  <a:pt x="216887" y="112554"/>
                </a:lnTo>
                <a:lnTo>
                  <a:pt x="224620" y="60790"/>
                </a:lnTo>
                <a:lnTo>
                  <a:pt x="227584" y="7112"/>
                </a:lnTo>
                <a:lnTo>
                  <a:pt x="315595" y="12446"/>
                </a:lnTo>
                <a:lnTo>
                  <a:pt x="313594" y="62549"/>
                </a:lnTo>
                <a:lnTo>
                  <a:pt x="307594" y="111236"/>
                </a:lnTo>
                <a:lnTo>
                  <a:pt x="297592" y="158089"/>
                </a:lnTo>
                <a:lnTo>
                  <a:pt x="283591" y="202692"/>
                </a:lnTo>
                <a:lnTo>
                  <a:pt x="379158" y="279146"/>
                </a:lnTo>
                <a:lnTo>
                  <a:pt x="249809" y="279146"/>
                </a:lnTo>
                <a:lnTo>
                  <a:pt x="219698" y="324731"/>
                </a:lnTo>
                <a:lnTo>
                  <a:pt x="184648" y="364983"/>
                </a:lnTo>
                <a:lnTo>
                  <a:pt x="144907" y="399161"/>
                </a:lnTo>
                <a:lnTo>
                  <a:pt x="100720" y="426522"/>
                </a:lnTo>
                <a:lnTo>
                  <a:pt x="52335" y="446327"/>
                </a:lnTo>
                <a:lnTo>
                  <a:pt x="0" y="457835"/>
                </a:lnTo>
                <a:close/>
              </a:path>
              <a:path w="728979" h="749935">
                <a:moveTo>
                  <a:pt x="464058" y="453390"/>
                </a:moveTo>
                <a:lnTo>
                  <a:pt x="249809" y="279146"/>
                </a:lnTo>
                <a:lnTo>
                  <a:pt x="379158" y="279146"/>
                </a:lnTo>
                <a:lnTo>
                  <a:pt x="519176" y="391160"/>
                </a:lnTo>
                <a:lnTo>
                  <a:pt x="464058" y="453390"/>
                </a:lnTo>
                <a:close/>
              </a:path>
              <a:path w="728979" h="749935">
                <a:moveTo>
                  <a:pt x="728980" y="749427"/>
                </a:moveTo>
                <a:lnTo>
                  <a:pt x="66675" y="749427"/>
                </a:lnTo>
                <a:lnTo>
                  <a:pt x="66675" y="507619"/>
                </a:lnTo>
                <a:lnTo>
                  <a:pt x="156463" y="507619"/>
                </a:lnTo>
                <a:lnTo>
                  <a:pt x="156463" y="670306"/>
                </a:lnTo>
                <a:lnTo>
                  <a:pt x="728980" y="670306"/>
                </a:lnTo>
                <a:lnTo>
                  <a:pt x="728980" y="7494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763896" y="1381280"/>
            <a:ext cx="271145" cy="564515"/>
          </a:xfrm>
          <a:custGeom>
            <a:avLst/>
            <a:gdLst/>
            <a:ahLst/>
            <a:cxnLst/>
            <a:rect l="l" t="t" r="r" b="b"/>
            <a:pathLst>
              <a:path w="271145" h="564514">
                <a:moveTo>
                  <a:pt x="183134" y="564515"/>
                </a:moveTo>
                <a:lnTo>
                  <a:pt x="271145" y="564515"/>
                </a:lnTo>
                <a:lnTo>
                  <a:pt x="271145" y="0"/>
                </a:lnTo>
                <a:lnTo>
                  <a:pt x="183134" y="0"/>
                </a:lnTo>
                <a:lnTo>
                  <a:pt x="183134" y="144907"/>
                </a:lnTo>
                <a:lnTo>
                  <a:pt x="0" y="144907"/>
                </a:lnTo>
                <a:lnTo>
                  <a:pt x="0" y="224917"/>
                </a:lnTo>
                <a:lnTo>
                  <a:pt x="183134" y="224917"/>
                </a:lnTo>
                <a:lnTo>
                  <a:pt x="183134" y="564515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322063" y="1388392"/>
            <a:ext cx="519430" cy="450850"/>
          </a:xfrm>
          <a:custGeom>
            <a:avLst/>
            <a:gdLst/>
            <a:ahLst/>
            <a:cxnLst/>
            <a:rect l="l" t="t" r="r" b="b"/>
            <a:pathLst>
              <a:path w="519429" h="450850">
                <a:moveTo>
                  <a:pt x="249808" y="272034"/>
                </a:moveTo>
                <a:lnTo>
                  <a:pt x="464058" y="446277"/>
                </a:lnTo>
                <a:lnTo>
                  <a:pt x="519175" y="384048"/>
                </a:lnTo>
                <a:lnTo>
                  <a:pt x="283590" y="195579"/>
                </a:lnTo>
                <a:lnTo>
                  <a:pt x="297592" y="150977"/>
                </a:lnTo>
                <a:lnTo>
                  <a:pt x="307593" y="104124"/>
                </a:lnTo>
                <a:lnTo>
                  <a:pt x="313594" y="55437"/>
                </a:lnTo>
                <a:lnTo>
                  <a:pt x="315594" y="5334"/>
                </a:lnTo>
                <a:lnTo>
                  <a:pt x="227583" y="0"/>
                </a:lnTo>
                <a:lnTo>
                  <a:pt x="224620" y="53678"/>
                </a:lnTo>
                <a:lnTo>
                  <a:pt x="216887" y="105442"/>
                </a:lnTo>
                <a:lnTo>
                  <a:pt x="204525" y="154603"/>
                </a:lnTo>
                <a:lnTo>
                  <a:pt x="187671" y="200473"/>
                </a:lnTo>
                <a:lnTo>
                  <a:pt x="166465" y="242363"/>
                </a:lnTo>
                <a:lnTo>
                  <a:pt x="141045" y="279586"/>
                </a:lnTo>
                <a:lnTo>
                  <a:pt x="111549" y="311454"/>
                </a:lnTo>
                <a:lnTo>
                  <a:pt x="78118" y="337279"/>
                </a:lnTo>
                <a:lnTo>
                  <a:pt x="40888" y="356372"/>
                </a:lnTo>
                <a:lnTo>
                  <a:pt x="0" y="368046"/>
                </a:lnTo>
                <a:lnTo>
                  <a:pt x="0" y="450723"/>
                </a:lnTo>
                <a:lnTo>
                  <a:pt x="52335" y="439215"/>
                </a:lnTo>
                <a:lnTo>
                  <a:pt x="100720" y="419410"/>
                </a:lnTo>
                <a:lnTo>
                  <a:pt x="144906" y="392049"/>
                </a:lnTo>
                <a:lnTo>
                  <a:pt x="184648" y="357871"/>
                </a:lnTo>
                <a:lnTo>
                  <a:pt x="219698" y="317619"/>
                </a:lnTo>
                <a:lnTo>
                  <a:pt x="249808" y="272034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388738" y="1888899"/>
            <a:ext cx="662305" cy="241935"/>
          </a:xfrm>
          <a:custGeom>
            <a:avLst/>
            <a:gdLst/>
            <a:ahLst/>
            <a:cxnLst/>
            <a:rect l="l" t="t" r="r" b="b"/>
            <a:pathLst>
              <a:path w="662304" h="241935">
                <a:moveTo>
                  <a:pt x="89788" y="162686"/>
                </a:moveTo>
                <a:lnTo>
                  <a:pt x="89788" y="0"/>
                </a:lnTo>
                <a:lnTo>
                  <a:pt x="0" y="0"/>
                </a:lnTo>
                <a:lnTo>
                  <a:pt x="0" y="241807"/>
                </a:lnTo>
                <a:lnTo>
                  <a:pt x="662304" y="241807"/>
                </a:lnTo>
                <a:lnTo>
                  <a:pt x="662304" y="162686"/>
                </a:lnTo>
                <a:lnTo>
                  <a:pt x="89788" y="16268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9190616" y="1381280"/>
            <a:ext cx="706120" cy="759460"/>
          </a:xfrm>
          <a:custGeom>
            <a:avLst/>
            <a:gdLst/>
            <a:ahLst/>
            <a:cxnLst/>
            <a:rect l="l" t="t" r="r" b="b"/>
            <a:pathLst>
              <a:path w="706120" h="759460">
                <a:moveTo>
                  <a:pt x="699643" y="426720"/>
                </a:moveTo>
                <a:lnTo>
                  <a:pt x="611632" y="426720"/>
                </a:lnTo>
                <a:lnTo>
                  <a:pt x="611632" y="219583"/>
                </a:lnTo>
                <a:lnTo>
                  <a:pt x="464058" y="219583"/>
                </a:lnTo>
                <a:lnTo>
                  <a:pt x="464058" y="143129"/>
                </a:lnTo>
                <a:lnTo>
                  <a:pt x="611632" y="143129"/>
                </a:lnTo>
                <a:lnTo>
                  <a:pt x="611632" y="0"/>
                </a:lnTo>
                <a:lnTo>
                  <a:pt x="699643" y="0"/>
                </a:lnTo>
                <a:lnTo>
                  <a:pt x="699643" y="426720"/>
                </a:lnTo>
                <a:close/>
              </a:path>
              <a:path w="706120" h="759460">
                <a:moveTo>
                  <a:pt x="494284" y="95123"/>
                </a:moveTo>
                <a:lnTo>
                  <a:pt x="9779" y="95123"/>
                </a:lnTo>
                <a:lnTo>
                  <a:pt x="9779" y="19558"/>
                </a:lnTo>
                <a:lnTo>
                  <a:pt x="494284" y="19558"/>
                </a:lnTo>
                <a:lnTo>
                  <a:pt x="494284" y="95123"/>
                </a:lnTo>
                <a:close/>
              </a:path>
              <a:path w="706120" h="759460">
                <a:moveTo>
                  <a:pt x="0" y="404495"/>
                </a:moveTo>
                <a:lnTo>
                  <a:pt x="0" y="325374"/>
                </a:lnTo>
                <a:lnTo>
                  <a:pt x="50776" y="313785"/>
                </a:lnTo>
                <a:lnTo>
                  <a:pt x="95426" y="293955"/>
                </a:lnTo>
                <a:lnTo>
                  <a:pt x="133591" y="266567"/>
                </a:lnTo>
                <a:lnTo>
                  <a:pt x="164913" y="232306"/>
                </a:lnTo>
                <a:lnTo>
                  <a:pt x="189035" y="191855"/>
                </a:lnTo>
                <a:lnTo>
                  <a:pt x="205600" y="145899"/>
                </a:lnTo>
                <a:lnTo>
                  <a:pt x="214249" y="95123"/>
                </a:lnTo>
                <a:lnTo>
                  <a:pt x="302260" y="95123"/>
                </a:lnTo>
                <a:lnTo>
                  <a:pt x="300120" y="118139"/>
                </a:lnTo>
                <a:lnTo>
                  <a:pt x="296481" y="140573"/>
                </a:lnTo>
                <a:lnTo>
                  <a:pt x="291508" y="162506"/>
                </a:lnTo>
                <a:lnTo>
                  <a:pt x="285369" y="184023"/>
                </a:lnTo>
                <a:lnTo>
                  <a:pt x="396638" y="254254"/>
                </a:lnTo>
                <a:lnTo>
                  <a:pt x="252476" y="254254"/>
                </a:lnTo>
                <a:lnTo>
                  <a:pt x="223340" y="293349"/>
                </a:lnTo>
                <a:lnTo>
                  <a:pt x="188599" y="327580"/>
                </a:lnTo>
                <a:lnTo>
                  <a:pt x="148574" y="356377"/>
                </a:lnTo>
                <a:lnTo>
                  <a:pt x="103584" y="379174"/>
                </a:lnTo>
                <a:lnTo>
                  <a:pt x="53953" y="395403"/>
                </a:lnTo>
                <a:lnTo>
                  <a:pt x="0" y="404495"/>
                </a:lnTo>
                <a:close/>
              </a:path>
              <a:path w="706120" h="759460">
                <a:moveTo>
                  <a:pt x="475615" y="397383"/>
                </a:moveTo>
                <a:lnTo>
                  <a:pt x="252476" y="254254"/>
                </a:lnTo>
                <a:lnTo>
                  <a:pt x="396638" y="254254"/>
                </a:lnTo>
                <a:lnTo>
                  <a:pt x="519176" y="331597"/>
                </a:lnTo>
                <a:lnTo>
                  <a:pt x="475615" y="397383"/>
                </a:lnTo>
                <a:close/>
              </a:path>
              <a:path w="706120" h="759460">
                <a:moveTo>
                  <a:pt x="377825" y="759206"/>
                </a:moveTo>
                <a:lnTo>
                  <a:pt x="318108" y="757590"/>
                </a:lnTo>
                <a:lnTo>
                  <a:pt x="262211" y="752601"/>
                </a:lnTo>
                <a:lnTo>
                  <a:pt x="210989" y="744027"/>
                </a:lnTo>
                <a:lnTo>
                  <a:pt x="165299" y="731655"/>
                </a:lnTo>
                <a:lnTo>
                  <a:pt x="125996" y="715274"/>
                </a:lnTo>
                <a:lnTo>
                  <a:pt x="93937" y="694671"/>
                </a:lnTo>
                <a:lnTo>
                  <a:pt x="54975" y="639950"/>
                </a:lnTo>
                <a:lnTo>
                  <a:pt x="49784" y="605409"/>
                </a:lnTo>
                <a:lnTo>
                  <a:pt x="54975" y="570867"/>
                </a:lnTo>
                <a:lnTo>
                  <a:pt x="93937" y="516146"/>
                </a:lnTo>
                <a:lnTo>
                  <a:pt x="125996" y="495543"/>
                </a:lnTo>
                <a:lnTo>
                  <a:pt x="165299" y="479162"/>
                </a:lnTo>
                <a:lnTo>
                  <a:pt x="210989" y="466790"/>
                </a:lnTo>
                <a:lnTo>
                  <a:pt x="262211" y="458216"/>
                </a:lnTo>
                <a:lnTo>
                  <a:pt x="318108" y="453227"/>
                </a:lnTo>
                <a:lnTo>
                  <a:pt x="377825" y="451612"/>
                </a:lnTo>
                <a:lnTo>
                  <a:pt x="437541" y="453227"/>
                </a:lnTo>
                <a:lnTo>
                  <a:pt x="493438" y="458216"/>
                </a:lnTo>
                <a:lnTo>
                  <a:pt x="544660" y="466790"/>
                </a:lnTo>
                <a:lnTo>
                  <a:pt x="590350" y="479162"/>
                </a:lnTo>
                <a:lnTo>
                  <a:pt x="629653" y="495543"/>
                </a:lnTo>
                <a:lnTo>
                  <a:pt x="661712" y="516146"/>
                </a:lnTo>
                <a:lnTo>
                  <a:pt x="668864" y="523621"/>
                </a:lnTo>
                <a:lnTo>
                  <a:pt x="377825" y="523621"/>
                </a:lnTo>
                <a:lnTo>
                  <a:pt x="315064" y="525790"/>
                </a:lnTo>
                <a:lnTo>
                  <a:pt x="258896" y="532379"/>
                </a:lnTo>
                <a:lnTo>
                  <a:pt x="211470" y="543512"/>
                </a:lnTo>
                <a:lnTo>
                  <a:pt x="174935" y="559312"/>
                </a:lnTo>
                <a:lnTo>
                  <a:pt x="143129" y="605409"/>
                </a:lnTo>
                <a:lnTo>
                  <a:pt x="151438" y="630914"/>
                </a:lnTo>
                <a:lnTo>
                  <a:pt x="211470" y="667305"/>
                </a:lnTo>
                <a:lnTo>
                  <a:pt x="258896" y="678438"/>
                </a:lnTo>
                <a:lnTo>
                  <a:pt x="315064" y="685028"/>
                </a:lnTo>
                <a:lnTo>
                  <a:pt x="377825" y="687197"/>
                </a:lnTo>
                <a:lnTo>
                  <a:pt x="668864" y="687197"/>
                </a:lnTo>
                <a:lnTo>
                  <a:pt x="661712" y="694671"/>
                </a:lnTo>
                <a:lnTo>
                  <a:pt x="629653" y="715274"/>
                </a:lnTo>
                <a:lnTo>
                  <a:pt x="590350" y="731655"/>
                </a:lnTo>
                <a:lnTo>
                  <a:pt x="544660" y="744027"/>
                </a:lnTo>
                <a:lnTo>
                  <a:pt x="493438" y="752601"/>
                </a:lnTo>
                <a:lnTo>
                  <a:pt x="437541" y="757590"/>
                </a:lnTo>
                <a:lnTo>
                  <a:pt x="377825" y="759206"/>
                </a:lnTo>
                <a:close/>
              </a:path>
              <a:path w="706120" h="759460">
                <a:moveTo>
                  <a:pt x="668864" y="687197"/>
                </a:moveTo>
                <a:lnTo>
                  <a:pt x="377825" y="687197"/>
                </a:lnTo>
                <a:lnTo>
                  <a:pt x="440585" y="685028"/>
                </a:lnTo>
                <a:lnTo>
                  <a:pt x="496753" y="678438"/>
                </a:lnTo>
                <a:lnTo>
                  <a:pt x="544179" y="667305"/>
                </a:lnTo>
                <a:lnTo>
                  <a:pt x="580714" y="651505"/>
                </a:lnTo>
                <a:lnTo>
                  <a:pt x="604211" y="630914"/>
                </a:lnTo>
                <a:lnTo>
                  <a:pt x="612521" y="605409"/>
                </a:lnTo>
                <a:lnTo>
                  <a:pt x="604211" y="579903"/>
                </a:lnTo>
                <a:lnTo>
                  <a:pt x="544179" y="543512"/>
                </a:lnTo>
                <a:lnTo>
                  <a:pt x="496753" y="532379"/>
                </a:lnTo>
                <a:lnTo>
                  <a:pt x="440585" y="525790"/>
                </a:lnTo>
                <a:lnTo>
                  <a:pt x="377825" y="523621"/>
                </a:lnTo>
                <a:lnTo>
                  <a:pt x="668864" y="523621"/>
                </a:lnTo>
                <a:lnTo>
                  <a:pt x="685671" y="541183"/>
                </a:lnTo>
                <a:lnTo>
                  <a:pt x="700674" y="570867"/>
                </a:lnTo>
                <a:lnTo>
                  <a:pt x="705866" y="605409"/>
                </a:lnTo>
                <a:lnTo>
                  <a:pt x="700674" y="639950"/>
                </a:lnTo>
                <a:lnTo>
                  <a:pt x="685671" y="669634"/>
                </a:lnTo>
                <a:lnTo>
                  <a:pt x="668864" y="6871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9654674" y="1381280"/>
            <a:ext cx="235585" cy="426720"/>
          </a:xfrm>
          <a:custGeom>
            <a:avLst/>
            <a:gdLst/>
            <a:ahLst/>
            <a:cxnLst/>
            <a:rect l="l" t="t" r="r" b="b"/>
            <a:pathLst>
              <a:path w="235584" h="426719">
                <a:moveTo>
                  <a:pt x="0" y="143129"/>
                </a:moveTo>
                <a:lnTo>
                  <a:pt x="0" y="219583"/>
                </a:lnTo>
                <a:lnTo>
                  <a:pt x="147574" y="219583"/>
                </a:lnTo>
                <a:lnTo>
                  <a:pt x="147574" y="426719"/>
                </a:lnTo>
                <a:lnTo>
                  <a:pt x="235585" y="426719"/>
                </a:lnTo>
                <a:lnTo>
                  <a:pt x="235585" y="0"/>
                </a:lnTo>
                <a:lnTo>
                  <a:pt x="147574" y="0"/>
                </a:lnTo>
                <a:lnTo>
                  <a:pt x="147574" y="143129"/>
                </a:lnTo>
                <a:lnTo>
                  <a:pt x="0" y="143129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9190615" y="1400838"/>
            <a:ext cx="519430" cy="385445"/>
          </a:xfrm>
          <a:custGeom>
            <a:avLst/>
            <a:gdLst/>
            <a:ahLst/>
            <a:cxnLst/>
            <a:rect l="l" t="t" r="r" b="b"/>
            <a:pathLst>
              <a:path w="519429" h="385444">
                <a:moveTo>
                  <a:pt x="252476" y="234696"/>
                </a:moveTo>
                <a:lnTo>
                  <a:pt x="475615" y="377824"/>
                </a:lnTo>
                <a:lnTo>
                  <a:pt x="519176" y="312039"/>
                </a:lnTo>
                <a:lnTo>
                  <a:pt x="285369" y="164464"/>
                </a:lnTo>
                <a:lnTo>
                  <a:pt x="291508" y="142948"/>
                </a:lnTo>
                <a:lnTo>
                  <a:pt x="296481" y="121015"/>
                </a:lnTo>
                <a:lnTo>
                  <a:pt x="300120" y="98581"/>
                </a:lnTo>
                <a:lnTo>
                  <a:pt x="302260" y="75564"/>
                </a:lnTo>
                <a:lnTo>
                  <a:pt x="494284" y="75564"/>
                </a:lnTo>
                <a:lnTo>
                  <a:pt x="494284" y="0"/>
                </a:lnTo>
                <a:lnTo>
                  <a:pt x="9779" y="0"/>
                </a:lnTo>
                <a:lnTo>
                  <a:pt x="9779" y="75564"/>
                </a:lnTo>
                <a:lnTo>
                  <a:pt x="214249" y="75564"/>
                </a:lnTo>
                <a:lnTo>
                  <a:pt x="205600" y="126341"/>
                </a:lnTo>
                <a:lnTo>
                  <a:pt x="189035" y="172297"/>
                </a:lnTo>
                <a:lnTo>
                  <a:pt x="164913" y="212748"/>
                </a:lnTo>
                <a:lnTo>
                  <a:pt x="133591" y="247009"/>
                </a:lnTo>
                <a:lnTo>
                  <a:pt x="95426" y="274397"/>
                </a:lnTo>
                <a:lnTo>
                  <a:pt x="50776" y="294227"/>
                </a:lnTo>
                <a:lnTo>
                  <a:pt x="0" y="305815"/>
                </a:lnTo>
                <a:lnTo>
                  <a:pt x="0" y="384936"/>
                </a:lnTo>
                <a:lnTo>
                  <a:pt x="53953" y="375845"/>
                </a:lnTo>
                <a:lnTo>
                  <a:pt x="103584" y="359616"/>
                </a:lnTo>
                <a:lnTo>
                  <a:pt x="148574" y="336819"/>
                </a:lnTo>
                <a:lnTo>
                  <a:pt x="188599" y="308022"/>
                </a:lnTo>
                <a:lnTo>
                  <a:pt x="223340" y="273791"/>
                </a:lnTo>
                <a:lnTo>
                  <a:pt x="252476" y="23469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9240400" y="1832892"/>
            <a:ext cx="656590" cy="307975"/>
          </a:xfrm>
          <a:custGeom>
            <a:avLst/>
            <a:gdLst/>
            <a:ahLst/>
            <a:cxnLst/>
            <a:rect l="l" t="t" r="r" b="b"/>
            <a:pathLst>
              <a:path w="656590" h="307975">
                <a:moveTo>
                  <a:pt x="328041" y="0"/>
                </a:moveTo>
                <a:lnTo>
                  <a:pt x="268324" y="1615"/>
                </a:lnTo>
                <a:lnTo>
                  <a:pt x="212427" y="6604"/>
                </a:lnTo>
                <a:lnTo>
                  <a:pt x="161205" y="15178"/>
                </a:lnTo>
                <a:lnTo>
                  <a:pt x="115515" y="27550"/>
                </a:lnTo>
                <a:lnTo>
                  <a:pt x="76212" y="43931"/>
                </a:lnTo>
                <a:lnTo>
                  <a:pt x="44153" y="64534"/>
                </a:lnTo>
                <a:lnTo>
                  <a:pt x="5191" y="119255"/>
                </a:lnTo>
                <a:lnTo>
                  <a:pt x="0" y="153796"/>
                </a:lnTo>
                <a:lnTo>
                  <a:pt x="5191" y="188338"/>
                </a:lnTo>
                <a:lnTo>
                  <a:pt x="44153" y="243059"/>
                </a:lnTo>
                <a:lnTo>
                  <a:pt x="76212" y="263662"/>
                </a:lnTo>
                <a:lnTo>
                  <a:pt x="115515" y="280043"/>
                </a:lnTo>
                <a:lnTo>
                  <a:pt x="161205" y="292415"/>
                </a:lnTo>
                <a:lnTo>
                  <a:pt x="212427" y="300989"/>
                </a:lnTo>
                <a:lnTo>
                  <a:pt x="268324" y="305978"/>
                </a:lnTo>
                <a:lnTo>
                  <a:pt x="328041" y="307593"/>
                </a:lnTo>
                <a:lnTo>
                  <a:pt x="387757" y="305978"/>
                </a:lnTo>
                <a:lnTo>
                  <a:pt x="443654" y="300989"/>
                </a:lnTo>
                <a:lnTo>
                  <a:pt x="494876" y="292415"/>
                </a:lnTo>
                <a:lnTo>
                  <a:pt x="540566" y="280043"/>
                </a:lnTo>
                <a:lnTo>
                  <a:pt x="579869" y="263662"/>
                </a:lnTo>
                <a:lnTo>
                  <a:pt x="611928" y="243059"/>
                </a:lnTo>
                <a:lnTo>
                  <a:pt x="650890" y="188338"/>
                </a:lnTo>
                <a:lnTo>
                  <a:pt x="656082" y="153796"/>
                </a:lnTo>
                <a:lnTo>
                  <a:pt x="650890" y="119255"/>
                </a:lnTo>
                <a:lnTo>
                  <a:pt x="611928" y="64534"/>
                </a:lnTo>
                <a:lnTo>
                  <a:pt x="579869" y="43931"/>
                </a:lnTo>
                <a:lnTo>
                  <a:pt x="540566" y="27550"/>
                </a:lnTo>
                <a:lnTo>
                  <a:pt x="494876" y="15178"/>
                </a:lnTo>
                <a:lnTo>
                  <a:pt x="443654" y="6604"/>
                </a:lnTo>
                <a:lnTo>
                  <a:pt x="387757" y="1615"/>
                </a:lnTo>
                <a:lnTo>
                  <a:pt x="328041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9333745" y="1904901"/>
            <a:ext cx="469900" cy="163830"/>
          </a:xfrm>
          <a:custGeom>
            <a:avLst/>
            <a:gdLst/>
            <a:ahLst/>
            <a:cxnLst/>
            <a:rect l="l" t="t" r="r" b="b"/>
            <a:pathLst>
              <a:path w="469900" h="163830">
                <a:moveTo>
                  <a:pt x="234696" y="163575"/>
                </a:moveTo>
                <a:lnTo>
                  <a:pt x="171935" y="161407"/>
                </a:lnTo>
                <a:lnTo>
                  <a:pt x="115767" y="154817"/>
                </a:lnTo>
                <a:lnTo>
                  <a:pt x="68341" y="143684"/>
                </a:lnTo>
                <a:lnTo>
                  <a:pt x="31806" y="127884"/>
                </a:lnTo>
                <a:lnTo>
                  <a:pt x="0" y="81787"/>
                </a:lnTo>
                <a:lnTo>
                  <a:pt x="8309" y="56282"/>
                </a:lnTo>
                <a:lnTo>
                  <a:pt x="68341" y="19891"/>
                </a:lnTo>
                <a:lnTo>
                  <a:pt x="115767" y="8758"/>
                </a:lnTo>
                <a:lnTo>
                  <a:pt x="171935" y="2168"/>
                </a:lnTo>
                <a:lnTo>
                  <a:pt x="234696" y="0"/>
                </a:lnTo>
                <a:lnTo>
                  <a:pt x="297456" y="2168"/>
                </a:lnTo>
                <a:lnTo>
                  <a:pt x="353624" y="8758"/>
                </a:lnTo>
                <a:lnTo>
                  <a:pt x="401050" y="19891"/>
                </a:lnTo>
                <a:lnTo>
                  <a:pt x="437585" y="35691"/>
                </a:lnTo>
                <a:lnTo>
                  <a:pt x="469391" y="81787"/>
                </a:lnTo>
                <a:lnTo>
                  <a:pt x="461082" y="107293"/>
                </a:lnTo>
                <a:lnTo>
                  <a:pt x="401050" y="143684"/>
                </a:lnTo>
                <a:lnTo>
                  <a:pt x="353624" y="154817"/>
                </a:lnTo>
                <a:lnTo>
                  <a:pt x="297456" y="161407"/>
                </a:lnTo>
                <a:lnTo>
                  <a:pt x="234696" y="163575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0311611" y="1381280"/>
            <a:ext cx="677545" cy="759460"/>
          </a:xfrm>
          <a:custGeom>
            <a:avLst/>
            <a:gdLst/>
            <a:ahLst/>
            <a:cxnLst/>
            <a:rect l="l" t="t" r="r" b="b"/>
            <a:pathLst>
              <a:path w="677545" h="759460">
                <a:moveTo>
                  <a:pt x="677418" y="759206"/>
                </a:moveTo>
                <a:lnTo>
                  <a:pt x="588518" y="759206"/>
                </a:lnTo>
                <a:lnTo>
                  <a:pt x="588518" y="0"/>
                </a:lnTo>
                <a:lnTo>
                  <a:pt x="677418" y="0"/>
                </a:lnTo>
                <a:lnTo>
                  <a:pt x="677418" y="759206"/>
                </a:lnTo>
                <a:close/>
              </a:path>
              <a:path w="677545" h="759460">
                <a:moveTo>
                  <a:pt x="230251" y="723646"/>
                </a:moveTo>
                <a:lnTo>
                  <a:pt x="190967" y="720268"/>
                </a:lnTo>
                <a:lnTo>
                  <a:pt x="120925" y="692946"/>
                </a:lnTo>
                <a:lnTo>
                  <a:pt x="90827" y="668798"/>
                </a:lnTo>
                <a:lnTo>
                  <a:pt x="64452" y="637524"/>
                </a:lnTo>
                <a:lnTo>
                  <a:pt x="42131" y="599022"/>
                </a:lnTo>
                <a:lnTo>
                  <a:pt x="24195" y="553191"/>
                </a:lnTo>
                <a:lnTo>
                  <a:pt x="10973" y="499930"/>
                </a:lnTo>
                <a:lnTo>
                  <a:pt x="2798" y="439138"/>
                </a:lnTo>
                <a:lnTo>
                  <a:pt x="0" y="370713"/>
                </a:lnTo>
                <a:lnTo>
                  <a:pt x="2798" y="302287"/>
                </a:lnTo>
                <a:lnTo>
                  <a:pt x="10973" y="241495"/>
                </a:lnTo>
                <a:lnTo>
                  <a:pt x="24195" y="188234"/>
                </a:lnTo>
                <a:lnTo>
                  <a:pt x="42131" y="142403"/>
                </a:lnTo>
                <a:lnTo>
                  <a:pt x="64452" y="103901"/>
                </a:lnTo>
                <a:lnTo>
                  <a:pt x="90827" y="72627"/>
                </a:lnTo>
                <a:lnTo>
                  <a:pt x="120925" y="48479"/>
                </a:lnTo>
                <a:lnTo>
                  <a:pt x="190967" y="21157"/>
                </a:lnTo>
                <a:lnTo>
                  <a:pt x="230251" y="17780"/>
                </a:lnTo>
                <a:lnTo>
                  <a:pt x="269293" y="21157"/>
                </a:lnTo>
                <a:lnTo>
                  <a:pt x="305652" y="31356"/>
                </a:lnTo>
                <a:lnTo>
                  <a:pt x="338992" y="48479"/>
                </a:lnTo>
                <a:lnTo>
                  <a:pt x="368977" y="72627"/>
                </a:lnTo>
                <a:lnTo>
                  <a:pt x="390880" y="98679"/>
                </a:lnTo>
                <a:lnTo>
                  <a:pt x="230251" y="98679"/>
                </a:lnTo>
                <a:lnTo>
                  <a:pt x="196899" y="103670"/>
                </a:lnTo>
                <a:lnTo>
                  <a:pt x="140303" y="145285"/>
                </a:lnTo>
                <a:lnTo>
                  <a:pt x="118522" y="183027"/>
                </a:lnTo>
                <a:lnTo>
                  <a:pt x="102058" y="232806"/>
                </a:lnTo>
                <a:lnTo>
                  <a:pt x="91644" y="295181"/>
                </a:lnTo>
                <a:lnTo>
                  <a:pt x="88011" y="370713"/>
                </a:lnTo>
                <a:lnTo>
                  <a:pt x="91644" y="446524"/>
                </a:lnTo>
                <a:lnTo>
                  <a:pt x="102058" y="509008"/>
                </a:lnTo>
                <a:lnTo>
                  <a:pt x="118522" y="558771"/>
                </a:lnTo>
                <a:lnTo>
                  <a:pt x="140303" y="596420"/>
                </a:lnTo>
                <a:lnTo>
                  <a:pt x="196899" y="637801"/>
                </a:lnTo>
                <a:lnTo>
                  <a:pt x="230251" y="642747"/>
                </a:lnTo>
                <a:lnTo>
                  <a:pt x="390880" y="642747"/>
                </a:lnTo>
                <a:lnTo>
                  <a:pt x="368977" y="668798"/>
                </a:lnTo>
                <a:lnTo>
                  <a:pt x="338992" y="692946"/>
                </a:lnTo>
                <a:lnTo>
                  <a:pt x="305652" y="710069"/>
                </a:lnTo>
                <a:lnTo>
                  <a:pt x="269293" y="720268"/>
                </a:lnTo>
                <a:lnTo>
                  <a:pt x="230251" y="723646"/>
                </a:lnTo>
                <a:close/>
              </a:path>
              <a:path w="677545" h="759460">
                <a:moveTo>
                  <a:pt x="390880" y="642747"/>
                </a:moveTo>
                <a:lnTo>
                  <a:pt x="230251" y="642747"/>
                </a:lnTo>
                <a:lnTo>
                  <a:pt x="262993" y="637801"/>
                </a:lnTo>
                <a:lnTo>
                  <a:pt x="292874" y="622561"/>
                </a:lnTo>
                <a:lnTo>
                  <a:pt x="340880" y="558771"/>
                </a:lnTo>
                <a:lnTo>
                  <a:pt x="357419" y="509008"/>
                </a:lnTo>
                <a:lnTo>
                  <a:pt x="367924" y="446524"/>
                </a:lnTo>
                <a:lnTo>
                  <a:pt x="371602" y="370713"/>
                </a:lnTo>
                <a:lnTo>
                  <a:pt x="367924" y="295181"/>
                </a:lnTo>
                <a:lnTo>
                  <a:pt x="357419" y="232806"/>
                </a:lnTo>
                <a:lnTo>
                  <a:pt x="340880" y="183027"/>
                </a:lnTo>
                <a:lnTo>
                  <a:pt x="319101" y="145285"/>
                </a:lnTo>
                <a:lnTo>
                  <a:pt x="262993" y="103670"/>
                </a:lnTo>
                <a:lnTo>
                  <a:pt x="230251" y="98679"/>
                </a:lnTo>
                <a:lnTo>
                  <a:pt x="390880" y="98679"/>
                </a:lnTo>
                <a:lnTo>
                  <a:pt x="417538" y="142403"/>
                </a:lnTo>
                <a:lnTo>
                  <a:pt x="435441" y="188234"/>
                </a:lnTo>
                <a:lnTo>
                  <a:pt x="448646" y="241495"/>
                </a:lnTo>
                <a:lnTo>
                  <a:pt x="456815" y="302287"/>
                </a:lnTo>
                <a:lnTo>
                  <a:pt x="459613" y="370713"/>
                </a:lnTo>
                <a:lnTo>
                  <a:pt x="456815" y="439138"/>
                </a:lnTo>
                <a:lnTo>
                  <a:pt x="448646" y="499930"/>
                </a:lnTo>
                <a:lnTo>
                  <a:pt x="435441" y="553191"/>
                </a:lnTo>
                <a:lnTo>
                  <a:pt x="417538" y="599022"/>
                </a:lnTo>
                <a:lnTo>
                  <a:pt x="395271" y="637524"/>
                </a:lnTo>
                <a:lnTo>
                  <a:pt x="390880" y="642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0900129" y="1381280"/>
            <a:ext cx="88900" cy="759460"/>
          </a:xfrm>
          <a:custGeom>
            <a:avLst/>
            <a:gdLst/>
            <a:ahLst/>
            <a:cxnLst/>
            <a:rect l="l" t="t" r="r" b="b"/>
            <a:pathLst>
              <a:path w="88900" h="759460">
                <a:moveTo>
                  <a:pt x="0" y="759206"/>
                </a:moveTo>
                <a:lnTo>
                  <a:pt x="88899" y="759206"/>
                </a:lnTo>
                <a:lnTo>
                  <a:pt x="88899" y="0"/>
                </a:lnTo>
                <a:lnTo>
                  <a:pt x="0" y="0"/>
                </a:lnTo>
                <a:lnTo>
                  <a:pt x="0" y="75920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0311610" y="1399060"/>
            <a:ext cx="459740" cy="706120"/>
          </a:xfrm>
          <a:custGeom>
            <a:avLst/>
            <a:gdLst/>
            <a:ahLst/>
            <a:cxnLst/>
            <a:rect l="l" t="t" r="r" b="b"/>
            <a:pathLst>
              <a:path w="459740" h="706119">
                <a:moveTo>
                  <a:pt x="230250" y="705866"/>
                </a:moveTo>
                <a:lnTo>
                  <a:pt x="269293" y="702488"/>
                </a:lnTo>
                <a:lnTo>
                  <a:pt x="338992" y="675166"/>
                </a:lnTo>
                <a:lnTo>
                  <a:pt x="368977" y="651018"/>
                </a:lnTo>
                <a:lnTo>
                  <a:pt x="395271" y="619744"/>
                </a:lnTo>
                <a:lnTo>
                  <a:pt x="417538" y="581242"/>
                </a:lnTo>
                <a:lnTo>
                  <a:pt x="435441" y="535411"/>
                </a:lnTo>
                <a:lnTo>
                  <a:pt x="448646" y="482150"/>
                </a:lnTo>
                <a:lnTo>
                  <a:pt x="456815" y="421358"/>
                </a:lnTo>
                <a:lnTo>
                  <a:pt x="459612" y="352932"/>
                </a:lnTo>
                <a:lnTo>
                  <a:pt x="456815" y="284507"/>
                </a:lnTo>
                <a:lnTo>
                  <a:pt x="448646" y="223715"/>
                </a:lnTo>
                <a:lnTo>
                  <a:pt x="435441" y="170454"/>
                </a:lnTo>
                <a:lnTo>
                  <a:pt x="417538" y="124623"/>
                </a:lnTo>
                <a:lnTo>
                  <a:pt x="395271" y="86121"/>
                </a:lnTo>
                <a:lnTo>
                  <a:pt x="368977" y="54847"/>
                </a:lnTo>
                <a:lnTo>
                  <a:pt x="338992" y="30699"/>
                </a:lnTo>
                <a:lnTo>
                  <a:pt x="269293" y="3377"/>
                </a:lnTo>
                <a:lnTo>
                  <a:pt x="230250" y="0"/>
                </a:lnTo>
                <a:lnTo>
                  <a:pt x="190967" y="3377"/>
                </a:lnTo>
                <a:lnTo>
                  <a:pt x="120925" y="30699"/>
                </a:lnTo>
                <a:lnTo>
                  <a:pt x="90827" y="54847"/>
                </a:lnTo>
                <a:lnTo>
                  <a:pt x="64452" y="86121"/>
                </a:lnTo>
                <a:lnTo>
                  <a:pt x="42131" y="124623"/>
                </a:lnTo>
                <a:lnTo>
                  <a:pt x="24195" y="170454"/>
                </a:lnTo>
                <a:lnTo>
                  <a:pt x="10973" y="223715"/>
                </a:lnTo>
                <a:lnTo>
                  <a:pt x="2798" y="284507"/>
                </a:lnTo>
                <a:lnTo>
                  <a:pt x="0" y="352932"/>
                </a:lnTo>
                <a:lnTo>
                  <a:pt x="2798" y="421358"/>
                </a:lnTo>
                <a:lnTo>
                  <a:pt x="10973" y="482150"/>
                </a:lnTo>
                <a:lnTo>
                  <a:pt x="24195" y="535411"/>
                </a:lnTo>
                <a:lnTo>
                  <a:pt x="42131" y="581242"/>
                </a:lnTo>
                <a:lnTo>
                  <a:pt x="64452" y="619744"/>
                </a:lnTo>
                <a:lnTo>
                  <a:pt x="90827" y="651018"/>
                </a:lnTo>
                <a:lnTo>
                  <a:pt x="120925" y="675166"/>
                </a:lnTo>
                <a:lnTo>
                  <a:pt x="190967" y="702488"/>
                </a:lnTo>
                <a:lnTo>
                  <a:pt x="230250" y="705866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0399622" y="1479959"/>
            <a:ext cx="283845" cy="544195"/>
          </a:xfrm>
          <a:custGeom>
            <a:avLst/>
            <a:gdLst/>
            <a:ahLst/>
            <a:cxnLst/>
            <a:rect l="l" t="t" r="r" b="b"/>
            <a:pathLst>
              <a:path w="283845" h="544194">
                <a:moveTo>
                  <a:pt x="142239" y="544067"/>
                </a:moveTo>
                <a:lnTo>
                  <a:pt x="78662" y="523882"/>
                </a:lnTo>
                <a:lnTo>
                  <a:pt x="30511" y="460092"/>
                </a:lnTo>
                <a:lnTo>
                  <a:pt x="14047" y="410329"/>
                </a:lnTo>
                <a:lnTo>
                  <a:pt x="3633" y="347845"/>
                </a:lnTo>
                <a:lnTo>
                  <a:pt x="0" y="272033"/>
                </a:lnTo>
                <a:lnTo>
                  <a:pt x="3633" y="196502"/>
                </a:lnTo>
                <a:lnTo>
                  <a:pt x="14047" y="134127"/>
                </a:lnTo>
                <a:lnTo>
                  <a:pt x="30511" y="84348"/>
                </a:lnTo>
                <a:lnTo>
                  <a:pt x="52292" y="46606"/>
                </a:lnTo>
                <a:lnTo>
                  <a:pt x="108888" y="4991"/>
                </a:lnTo>
                <a:lnTo>
                  <a:pt x="142239" y="0"/>
                </a:lnTo>
                <a:lnTo>
                  <a:pt x="174982" y="4991"/>
                </a:lnTo>
                <a:lnTo>
                  <a:pt x="231090" y="46606"/>
                </a:lnTo>
                <a:lnTo>
                  <a:pt x="252869" y="84348"/>
                </a:lnTo>
                <a:lnTo>
                  <a:pt x="269408" y="134127"/>
                </a:lnTo>
                <a:lnTo>
                  <a:pt x="279913" y="196502"/>
                </a:lnTo>
                <a:lnTo>
                  <a:pt x="283590" y="272033"/>
                </a:lnTo>
                <a:lnTo>
                  <a:pt x="279913" y="347845"/>
                </a:lnTo>
                <a:lnTo>
                  <a:pt x="269408" y="410329"/>
                </a:lnTo>
                <a:lnTo>
                  <a:pt x="252869" y="460092"/>
                </a:lnTo>
                <a:lnTo>
                  <a:pt x="231090" y="497741"/>
                </a:lnTo>
                <a:lnTo>
                  <a:pt x="174982" y="539122"/>
                </a:lnTo>
                <a:lnTo>
                  <a:pt x="142239" y="544067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134825" y="1388392"/>
            <a:ext cx="758825" cy="770255"/>
          </a:xfrm>
          <a:custGeom>
            <a:avLst/>
            <a:gdLst/>
            <a:ahLst/>
            <a:cxnLst/>
            <a:rect l="l" t="t" r="r" b="b"/>
            <a:pathLst>
              <a:path w="758825" h="770255">
                <a:moveTo>
                  <a:pt x="378714" y="400050"/>
                </a:moveTo>
                <a:lnTo>
                  <a:pt x="319784" y="397881"/>
                </a:lnTo>
                <a:lnTo>
                  <a:pt x="265405" y="391451"/>
                </a:lnTo>
                <a:lnTo>
                  <a:pt x="215965" y="380871"/>
                </a:lnTo>
                <a:lnTo>
                  <a:pt x="171854" y="366253"/>
                </a:lnTo>
                <a:lnTo>
                  <a:pt x="133461" y="347710"/>
                </a:lnTo>
                <a:lnTo>
                  <a:pt x="101175" y="325352"/>
                </a:lnTo>
                <a:lnTo>
                  <a:pt x="56483" y="269644"/>
                </a:lnTo>
                <a:lnTo>
                  <a:pt x="40893" y="200025"/>
                </a:lnTo>
                <a:lnTo>
                  <a:pt x="44856" y="163532"/>
                </a:lnTo>
                <a:lnTo>
                  <a:pt x="75386" y="100756"/>
                </a:lnTo>
                <a:lnTo>
                  <a:pt x="133461" y="52339"/>
                </a:lnTo>
                <a:lnTo>
                  <a:pt x="171854" y="33796"/>
                </a:lnTo>
                <a:lnTo>
                  <a:pt x="215965" y="19178"/>
                </a:lnTo>
                <a:lnTo>
                  <a:pt x="265405" y="8598"/>
                </a:lnTo>
                <a:lnTo>
                  <a:pt x="319784" y="2168"/>
                </a:lnTo>
                <a:lnTo>
                  <a:pt x="378714" y="0"/>
                </a:lnTo>
                <a:lnTo>
                  <a:pt x="437643" y="2168"/>
                </a:lnTo>
                <a:lnTo>
                  <a:pt x="492022" y="8598"/>
                </a:lnTo>
                <a:lnTo>
                  <a:pt x="541462" y="19178"/>
                </a:lnTo>
                <a:lnTo>
                  <a:pt x="585573" y="33796"/>
                </a:lnTo>
                <a:lnTo>
                  <a:pt x="623966" y="52339"/>
                </a:lnTo>
                <a:lnTo>
                  <a:pt x="656252" y="74697"/>
                </a:lnTo>
                <a:lnTo>
                  <a:pt x="659750" y="78231"/>
                </a:lnTo>
                <a:lnTo>
                  <a:pt x="378714" y="78231"/>
                </a:lnTo>
                <a:lnTo>
                  <a:pt x="319726" y="80826"/>
                </a:lnTo>
                <a:lnTo>
                  <a:pt x="266912" y="88537"/>
                </a:lnTo>
                <a:lnTo>
                  <a:pt x="221329" y="101255"/>
                </a:lnTo>
                <a:lnTo>
                  <a:pt x="184035" y="118872"/>
                </a:lnTo>
                <a:lnTo>
                  <a:pt x="138544" y="168365"/>
                </a:lnTo>
                <a:lnTo>
                  <a:pt x="132460" y="200025"/>
                </a:lnTo>
                <a:lnTo>
                  <a:pt x="138544" y="231355"/>
                </a:lnTo>
                <a:lnTo>
                  <a:pt x="184035" y="280454"/>
                </a:lnTo>
                <a:lnTo>
                  <a:pt x="221329" y="297975"/>
                </a:lnTo>
                <a:lnTo>
                  <a:pt x="266912" y="310644"/>
                </a:lnTo>
                <a:lnTo>
                  <a:pt x="319726" y="318337"/>
                </a:lnTo>
                <a:lnTo>
                  <a:pt x="378714" y="320929"/>
                </a:lnTo>
                <a:lnTo>
                  <a:pt x="660630" y="320929"/>
                </a:lnTo>
                <a:lnTo>
                  <a:pt x="656252" y="325352"/>
                </a:lnTo>
                <a:lnTo>
                  <a:pt x="623966" y="347710"/>
                </a:lnTo>
                <a:lnTo>
                  <a:pt x="585573" y="366253"/>
                </a:lnTo>
                <a:lnTo>
                  <a:pt x="541462" y="380871"/>
                </a:lnTo>
                <a:lnTo>
                  <a:pt x="492022" y="391451"/>
                </a:lnTo>
                <a:lnTo>
                  <a:pt x="437643" y="397881"/>
                </a:lnTo>
                <a:lnTo>
                  <a:pt x="378714" y="400050"/>
                </a:lnTo>
                <a:close/>
              </a:path>
              <a:path w="758825" h="770255">
                <a:moveTo>
                  <a:pt x="660630" y="320929"/>
                </a:moveTo>
                <a:lnTo>
                  <a:pt x="378714" y="320929"/>
                </a:lnTo>
                <a:lnTo>
                  <a:pt x="437701" y="318337"/>
                </a:lnTo>
                <a:lnTo>
                  <a:pt x="490515" y="310644"/>
                </a:lnTo>
                <a:lnTo>
                  <a:pt x="536098" y="297975"/>
                </a:lnTo>
                <a:lnTo>
                  <a:pt x="573392" y="280454"/>
                </a:lnTo>
                <a:lnTo>
                  <a:pt x="618883" y="231355"/>
                </a:lnTo>
                <a:lnTo>
                  <a:pt x="624967" y="200025"/>
                </a:lnTo>
                <a:lnTo>
                  <a:pt x="618883" y="168365"/>
                </a:lnTo>
                <a:lnTo>
                  <a:pt x="573392" y="118872"/>
                </a:lnTo>
                <a:lnTo>
                  <a:pt x="536098" y="101255"/>
                </a:lnTo>
                <a:lnTo>
                  <a:pt x="490515" y="88537"/>
                </a:lnTo>
                <a:lnTo>
                  <a:pt x="437701" y="80826"/>
                </a:lnTo>
                <a:lnTo>
                  <a:pt x="378714" y="78231"/>
                </a:lnTo>
                <a:lnTo>
                  <a:pt x="659750" y="78231"/>
                </a:lnTo>
                <a:lnTo>
                  <a:pt x="682041" y="100756"/>
                </a:lnTo>
                <a:lnTo>
                  <a:pt x="700944" y="130405"/>
                </a:lnTo>
                <a:lnTo>
                  <a:pt x="712571" y="163532"/>
                </a:lnTo>
                <a:lnTo>
                  <a:pt x="716534" y="200025"/>
                </a:lnTo>
                <a:lnTo>
                  <a:pt x="712571" y="236517"/>
                </a:lnTo>
                <a:lnTo>
                  <a:pt x="700944" y="269644"/>
                </a:lnTo>
                <a:lnTo>
                  <a:pt x="682041" y="299293"/>
                </a:lnTo>
                <a:lnTo>
                  <a:pt x="660630" y="320929"/>
                </a:lnTo>
                <a:close/>
              </a:path>
              <a:path w="758825" h="770255">
                <a:moveTo>
                  <a:pt x="758317" y="554736"/>
                </a:moveTo>
                <a:lnTo>
                  <a:pt x="0" y="554736"/>
                </a:lnTo>
                <a:lnTo>
                  <a:pt x="0" y="472059"/>
                </a:lnTo>
                <a:lnTo>
                  <a:pt x="758317" y="472059"/>
                </a:lnTo>
                <a:lnTo>
                  <a:pt x="758317" y="554736"/>
                </a:lnTo>
                <a:close/>
              </a:path>
              <a:path w="758825" h="770255">
                <a:moveTo>
                  <a:pt x="273812" y="769874"/>
                </a:moveTo>
                <a:lnTo>
                  <a:pt x="186690" y="769874"/>
                </a:lnTo>
                <a:lnTo>
                  <a:pt x="186690" y="554736"/>
                </a:lnTo>
                <a:lnTo>
                  <a:pt x="273812" y="554736"/>
                </a:lnTo>
                <a:lnTo>
                  <a:pt x="273812" y="769874"/>
                </a:lnTo>
                <a:close/>
              </a:path>
              <a:path w="758825" h="770255">
                <a:moveTo>
                  <a:pt x="570738" y="769874"/>
                </a:moveTo>
                <a:lnTo>
                  <a:pt x="483616" y="769874"/>
                </a:lnTo>
                <a:lnTo>
                  <a:pt x="483616" y="554736"/>
                </a:lnTo>
                <a:lnTo>
                  <a:pt x="570738" y="554736"/>
                </a:lnTo>
                <a:lnTo>
                  <a:pt x="570738" y="769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1175719" y="1388392"/>
            <a:ext cx="675640" cy="400050"/>
          </a:xfrm>
          <a:custGeom>
            <a:avLst/>
            <a:gdLst/>
            <a:ahLst/>
            <a:cxnLst/>
            <a:rect l="l" t="t" r="r" b="b"/>
            <a:pathLst>
              <a:path w="675640" h="400050">
                <a:moveTo>
                  <a:pt x="337820" y="400050"/>
                </a:moveTo>
                <a:lnTo>
                  <a:pt x="396749" y="397881"/>
                </a:lnTo>
                <a:lnTo>
                  <a:pt x="451128" y="391451"/>
                </a:lnTo>
                <a:lnTo>
                  <a:pt x="500568" y="380871"/>
                </a:lnTo>
                <a:lnTo>
                  <a:pt x="544679" y="366253"/>
                </a:lnTo>
                <a:lnTo>
                  <a:pt x="583072" y="347710"/>
                </a:lnTo>
                <a:lnTo>
                  <a:pt x="615358" y="325352"/>
                </a:lnTo>
                <a:lnTo>
                  <a:pt x="660050" y="269644"/>
                </a:lnTo>
                <a:lnTo>
                  <a:pt x="675639" y="200025"/>
                </a:lnTo>
                <a:lnTo>
                  <a:pt x="671677" y="163532"/>
                </a:lnTo>
                <a:lnTo>
                  <a:pt x="641147" y="100756"/>
                </a:lnTo>
                <a:lnTo>
                  <a:pt x="583072" y="52339"/>
                </a:lnTo>
                <a:lnTo>
                  <a:pt x="544679" y="33796"/>
                </a:lnTo>
                <a:lnTo>
                  <a:pt x="500568" y="19178"/>
                </a:lnTo>
                <a:lnTo>
                  <a:pt x="451128" y="8598"/>
                </a:lnTo>
                <a:lnTo>
                  <a:pt x="396749" y="2168"/>
                </a:lnTo>
                <a:lnTo>
                  <a:pt x="337820" y="0"/>
                </a:lnTo>
                <a:lnTo>
                  <a:pt x="278890" y="2168"/>
                </a:lnTo>
                <a:lnTo>
                  <a:pt x="224511" y="8598"/>
                </a:lnTo>
                <a:lnTo>
                  <a:pt x="175071" y="19178"/>
                </a:lnTo>
                <a:lnTo>
                  <a:pt x="130960" y="33796"/>
                </a:lnTo>
                <a:lnTo>
                  <a:pt x="92567" y="52339"/>
                </a:lnTo>
                <a:lnTo>
                  <a:pt x="60281" y="74697"/>
                </a:lnTo>
                <a:lnTo>
                  <a:pt x="15589" y="130405"/>
                </a:lnTo>
                <a:lnTo>
                  <a:pt x="0" y="200025"/>
                </a:lnTo>
                <a:lnTo>
                  <a:pt x="3962" y="236517"/>
                </a:lnTo>
                <a:lnTo>
                  <a:pt x="34492" y="299293"/>
                </a:lnTo>
                <a:lnTo>
                  <a:pt x="92567" y="347710"/>
                </a:lnTo>
                <a:lnTo>
                  <a:pt x="130960" y="366253"/>
                </a:lnTo>
                <a:lnTo>
                  <a:pt x="175071" y="380871"/>
                </a:lnTo>
                <a:lnTo>
                  <a:pt x="224511" y="391451"/>
                </a:lnTo>
                <a:lnTo>
                  <a:pt x="278890" y="397881"/>
                </a:lnTo>
                <a:lnTo>
                  <a:pt x="337820" y="40005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1267285" y="1466624"/>
            <a:ext cx="492759" cy="243204"/>
          </a:xfrm>
          <a:custGeom>
            <a:avLst/>
            <a:gdLst/>
            <a:ahLst/>
            <a:cxnLst/>
            <a:rect l="l" t="t" r="r" b="b"/>
            <a:pathLst>
              <a:path w="492759" h="243205">
                <a:moveTo>
                  <a:pt x="246253" y="0"/>
                </a:moveTo>
                <a:lnTo>
                  <a:pt x="305240" y="2594"/>
                </a:lnTo>
                <a:lnTo>
                  <a:pt x="358054" y="10305"/>
                </a:lnTo>
                <a:lnTo>
                  <a:pt x="403637" y="23023"/>
                </a:lnTo>
                <a:lnTo>
                  <a:pt x="440931" y="40640"/>
                </a:lnTo>
                <a:lnTo>
                  <a:pt x="486422" y="90133"/>
                </a:lnTo>
                <a:lnTo>
                  <a:pt x="492506" y="121793"/>
                </a:lnTo>
                <a:lnTo>
                  <a:pt x="486422" y="153123"/>
                </a:lnTo>
                <a:lnTo>
                  <a:pt x="440931" y="202222"/>
                </a:lnTo>
                <a:lnTo>
                  <a:pt x="403637" y="219743"/>
                </a:lnTo>
                <a:lnTo>
                  <a:pt x="358054" y="232412"/>
                </a:lnTo>
                <a:lnTo>
                  <a:pt x="305240" y="240105"/>
                </a:lnTo>
                <a:lnTo>
                  <a:pt x="246253" y="242697"/>
                </a:lnTo>
                <a:lnTo>
                  <a:pt x="187265" y="240105"/>
                </a:lnTo>
                <a:lnTo>
                  <a:pt x="134451" y="232412"/>
                </a:lnTo>
                <a:lnTo>
                  <a:pt x="88868" y="219743"/>
                </a:lnTo>
                <a:lnTo>
                  <a:pt x="51574" y="202222"/>
                </a:lnTo>
                <a:lnTo>
                  <a:pt x="6083" y="153123"/>
                </a:lnTo>
                <a:lnTo>
                  <a:pt x="0" y="121793"/>
                </a:lnTo>
                <a:lnTo>
                  <a:pt x="6083" y="90133"/>
                </a:lnTo>
                <a:lnTo>
                  <a:pt x="51574" y="40640"/>
                </a:lnTo>
                <a:lnTo>
                  <a:pt x="88868" y="23023"/>
                </a:lnTo>
                <a:lnTo>
                  <a:pt x="134451" y="10305"/>
                </a:lnTo>
                <a:lnTo>
                  <a:pt x="187265" y="2594"/>
                </a:lnTo>
                <a:lnTo>
                  <a:pt x="246253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1134824" y="1860451"/>
            <a:ext cx="758825" cy="297815"/>
          </a:xfrm>
          <a:custGeom>
            <a:avLst/>
            <a:gdLst/>
            <a:ahLst/>
            <a:cxnLst/>
            <a:rect l="l" t="t" r="r" b="b"/>
            <a:pathLst>
              <a:path w="758825" h="297814">
                <a:moveTo>
                  <a:pt x="758316" y="0"/>
                </a:moveTo>
                <a:lnTo>
                  <a:pt x="0" y="0"/>
                </a:lnTo>
                <a:lnTo>
                  <a:pt x="0" y="82677"/>
                </a:lnTo>
                <a:lnTo>
                  <a:pt x="186690" y="82677"/>
                </a:lnTo>
                <a:lnTo>
                  <a:pt x="186690" y="297815"/>
                </a:lnTo>
                <a:lnTo>
                  <a:pt x="273811" y="297815"/>
                </a:lnTo>
                <a:lnTo>
                  <a:pt x="273811" y="82677"/>
                </a:lnTo>
                <a:lnTo>
                  <a:pt x="483615" y="82677"/>
                </a:lnTo>
                <a:lnTo>
                  <a:pt x="483615" y="297815"/>
                </a:lnTo>
                <a:lnTo>
                  <a:pt x="570738" y="297815"/>
                </a:lnTo>
                <a:lnTo>
                  <a:pt x="570738" y="82677"/>
                </a:lnTo>
                <a:lnTo>
                  <a:pt x="758316" y="82677"/>
                </a:lnTo>
                <a:lnTo>
                  <a:pt x="758316" y="0"/>
                </a:lnTo>
                <a:close/>
              </a:path>
            </a:pathLst>
          </a:custGeom>
          <a:ln w="177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844767" y="5174676"/>
            <a:ext cx="10598785" cy="1892300"/>
          </a:xfrm>
          <a:custGeom>
            <a:avLst/>
            <a:gdLst/>
            <a:ahLst/>
            <a:cxnLst/>
            <a:rect l="l" t="t" r="r" b="b"/>
            <a:pathLst>
              <a:path w="10598785" h="1892300">
                <a:moveTo>
                  <a:pt x="10314659" y="1891948"/>
                </a:moveTo>
                <a:lnTo>
                  <a:pt x="283787" y="1891948"/>
                </a:lnTo>
                <a:lnTo>
                  <a:pt x="237752" y="1888233"/>
                </a:lnTo>
                <a:lnTo>
                  <a:pt x="194083" y="1877479"/>
                </a:lnTo>
                <a:lnTo>
                  <a:pt x="153365" y="1860270"/>
                </a:lnTo>
                <a:lnTo>
                  <a:pt x="116180" y="1837190"/>
                </a:lnTo>
                <a:lnTo>
                  <a:pt x="83114" y="1808824"/>
                </a:lnTo>
                <a:lnTo>
                  <a:pt x="54750" y="1775756"/>
                </a:lnTo>
                <a:lnTo>
                  <a:pt x="31673" y="1738572"/>
                </a:lnTo>
                <a:lnTo>
                  <a:pt x="14466" y="1697855"/>
                </a:lnTo>
                <a:lnTo>
                  <a:pt x="3713" y="1654189"/>
                </a:lnTo>
                <a:lnTo>
                  <a:pt x="0" y="1608161"/>
                </a:lnTo>
                <a:lnTo>
                  <a:pt x="0" y="283787"/>
                </a:lnTo>
                <a:lnTo>
                  <a:pt x="3714" y="237752"/>
                </a:lnTo>
                <a:lnTo>
                  <a:pt x="14468" y="194083"/>
                </a:lnTo>
                <a:lnTo>
                  <a:pt x="31678" y="153365"/>
                </a:lnTo>
                <a:lnTo>
                  <a:pt x="54758" y="116180"/>
                </a:lnTo>
                <a:lnTo>
                  <a:pt x="83123" y="83114"/>
                </a:lnTo>
                <a:lnTo>
                  <a:pt x="116191" y="54750"/>
                </a:lnTo>
                <a:lnTo>
                  <a:pt x="153376" y="31673"/>
                </a:lnTo>
                <a:lnTo>
                  <a:pt x="194093" y="14466"/>
                </a:lnTo>
                <a:lnTo>
                  <a:pt x="237758" y="3713"/>
                </a:lnTo>
                <a:lnTo>
                  <a:pt x="283787" y="0"/>
                </a:lnTo>
                <a:lnTo>
                  <a:pt x="10314659" y="0"/>
                </a:lnTo>
                <a:lnTo>
                  <a:pt x="10360694" y="3714"/>
                </a:lnTo>
                <a:lnTo>
                  <a:pt x="10404362" y="14468"/>
                </a:lnTo>
                <a:lnTo>
                  <a:pt x="10445081" y="31678"/>
                </a:lnTo>
                <a:lnTo>
                  <a:pt x="10482265" y="54758"/>
                </a:lnTo>
                <a:lnTo>
                  <a:pt x="10515332" y="83123"/>
                </a:lnTo>
                <a:lnTo>
                  <a:pt x="10543695" y="116191"/>
                </a:lnTo>
                <a:lnTo>
                  <a:pt x="10566773" y="153376"/>
                </a:lnTo>
                <a:lnTo>
                  <a:pt x="10583980" y="194093"/>
                </a:lnTo>
                <a:lnTo>
                  <a:pt x="10594732" y="237758"/>
                </a:lnTo>
                <a:lnTo>
                  <a:pt x="10598446" y="283787"/>
                </a:lnTo>
                <a:lnTo>
                  <a:pt x="10598446" y="1608161"/>
                </a:lnTo>
                <a:lnTo>
                  <a:pt x="10594731" y="1654195"/>
                </a:lnTo>
                <a:lnTo>
                  <a:pt x="10583977" y="1697864"/>
                </a:lnTo>
                <a:lnTo>
                  <a:pt x="10566768" y="1738583"/>
                </a:lnTo>
                <a:lnTo>
                  <a:pt x="10543688" y="1775767"/>
                </a:lnTo>
                <a:lnTo>
                  <a:pt x="10515322" y="1808833"/>
                </a:lnTo>
                <a:lnTo>
                  <a:pt x="10482255" y="1837197"/>
                </a:lnTo>
                <a:lnTo>
                  <a:pt x="10445070" y="1860274"/>
                </a:lnTo>
                <a:lnTo>
                  <a:pt x="10404353" y="1877481"/>
                </a:lnTo>
                <a:lnTo>
                  <a:pt x="10360688" y="1888234"/>
                </a:lnTo>
                <a:lnTo>
                  <a:pt x="10314659" y="189194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844767" y="5174676"/>
            <a:ext cx="10598785" cy="1892300"/>
          </a:xfrm>
          <a:custGeom>
            <a:avLst/>
            <a:gdLst/>
            <a:ahLst/>
            <a:cxnLst/>
            <a:rect l="l" t="t" r="r" b="b"/>
            <a:pathLst>
              <a:path w="10598785" h="1892300">
                <a:moveTo>
                  <a:pt x="283787" y="1891948"/>
                </a:moveTo>
                <a:lnTo>
                  <a:pt x="237752" y="1888233"/>
                </a:lnTo>
                <a:lnTo>
                  <a:pt x="194083" y="1877479"/>
                </a:lnTo>
                <a:lnTo>
                  <a:pt x="153365" y="1860270"/>
                </a:lnTo>
                <a:lnTo>
                  <a:pt x="116180" y="1837190"/>
                </a:lnTo>
                <a:lnTo>
                  <a:pt x="83114" y="1808824"/>
                </a:lnTo>
                <a:lnTo>
                  <a:pt x="54750" y="1775756"/>
                </a:lnTo>
                <a:lnTo>
                  <a:pt x="31673" y="1738572"/>
                </a:lnTo>
                <a:lnTo>
                  <a:pt x="14466" y="1697855"/>
                </a:lnTo>
                <a:lnTo>
                  <a:pt x="3713" y="1654189"/>
                </a:lnTo>
                <a:lnTo>
                  <a:pt x="0" y="1608161"/>
                </a:lnTo>
                <a:lnTo>
                  <a:pt x="0" y="945974"/>
                </a:lnTo>
                <a:lnTo>
                  <a:pt x="0" y="283787"/>
                </a:lnTo>
                <a:lnTo>
                  <a:pt x="3714" y="237752"/>
                </a:lnTo>
                <a:lnTo>
                  <a:pt x="14468" y="194083"/>
                </a:lnTo>
                <a:lnTo>
                  <a:pt x="31678" y="153365"/>
                </a:lnTo>
                <a:lnTo>
                  <a:pt x="54758" y="116180"/>
                </a:lnTo>
                <a:lnTo>
                  <a:pt x="83123" y="83114"/>
                </a:lnTo>
                <a:lnTo>
                  <a:pt x="116191" y="54750"/>
                </a:lnTo>
                <a:lnTo>
                  <a:pt x="153376" y="31673"/>
                </a:lnTo>
                <a:lnTo>
                  <a:pt x="194093" y="14466"/>
                </a:lnTo>
                <a:lnTo>
                  <a:pt x="237758" y="3713"/>
                </a:lnTo>
                <a:lnTo>
                  <a:pt x="283787" y="0"/>
                </a:lnTo>
                <a:lnTo>
                  <a:pt x="5299223" y="0"/>
                </a:lnTo>
                <a:lnTo>
                  <a:pt x="10314659" y="0"/>
                </a:lnTo>
                <a:lnTo>
                  <a:pt x="10360694" y="3714"/>
                </a:lnTo>
                <a:lnTo>
                  <a:pt x="10404362" y="14468"/>
                </a:lnTo>
                <a:lnTo>
                  <a:pt x="10445081" y="31678"/>
                </a:lnTo>
                <a:lnTo>
                  <a:pt x="10482265" y="54758"/>
                </a:lnTo>
                <a:lnTo>
                  <a:pt x="10515332" y="83123"/>
                </a:lnTo>
                <a:lnTo>
                  <a:pt x="10543695" y="116191"/>
                </a:lnTo>
                <a:lnTo>
                  <a:pt x="10566773" y="153376"/>
                </a:lnTo>
                <a:lnTo>
                  <a:pt x="10583980" y="194093"/>
                </a:lnTo>
                <a:lnTo>
                  <a:pt x="10594732" y="237758"/>
                </a:lnTo>
                <a:lnTo>
                  <a:pt x="10598446" y="283787"/>
                </a:lnTo>
                <a:lnTo>
                  <a:pt x="10598446" y="945974"/>
                </a:lnTo>
                <a:lnTo>
                  <a:pt x="10598446" y="1608161"/>
                </a:lnTo>
                <a:lnTo>
                  <a:pt x="10594731" y="1654195"/>
                </a:lnTo>
                <a:lnTo>
                  <a:pt x="10583977" y="1697864"/>
                </a:lnTo>
                <a:lnTo>
                  <a:pt x="10566768" y="1738583"/>
                </a:lnTo>
                <a:lnTo>
                  <a:pt x="10543688" y="1775767"/>
                </a:lnTo>
                <a:lnTo>
                  <a:pt x="10515322" y="1808833"/>
                </a:lnTo>
                <a:lnTo>
                  <a:pt x="10482255" y="1837197"/>
                </a:lnTo>
                <a:lnTo>
                  <a:pt x="10445070" y="1860274"/>
                </a:lnTo>
                <a:lnTo>
                  <a:pt x="10404353" y="1877481"/>
                </a:lnTo>
                <a:lnTo>
                  <a:pt x="10360688" y="1888234"/>
                </a:lnTo>
                <a:lnTo>
                  <a:pt x="10314659" y="1891948"/>
                </a:lnTo>
                <a:lnTo>
                  <a:pt x="5299223" y="1891948"/>
                </a:lnTo>
                <a:lnTo>
                  <a:pt x="283787" y="1891948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228582" y="6218929"/>
            <a:ext cx="86995" cy="18415"/>
          </a:xfrm>
          <a:custGeom>
            <a:avLst/>
            <a:gdLst/>
            <a:ahLst/>
            <a:cxnLst/>
            <a:rect l="l" t="t" r="r" b="b"/>
            <a:pathLst>
              <a:path w="86995" h="18414">
                <a:moveTo>
                  <a:pt x="86843" y="18054"/>
                </a:moveTo>
                <a:lnTo>
                  <a:pt x="0" y="18054"/>
                </a:lnTo>
                <a:lnTo>
                  <a:pt x="0" y="0"/>
                </a:lnTo>
                <a:lnTo>
                  <a:pt x="86843" y="0"/>
                </a:lnTo>
                <a:lnTo>
                  <a:pt x="86843" y="180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415584" y="6086597"/>
            <a:ext cx="235011" cy="2460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672584" y="6086899"/>
            <a:ext cx="203138" cy="24812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20809" y="6092043"/>
            <a:ext cx="229363" cy="2459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419220" y="6087109"/>
            <a:ext cx="18415" cy="100330"/>
          </a:xfrm>
          <a:custGeom>
            <a:avLst/>
            <a:gdLst/>
            <a:ahLst/>
            <a:cxnLst/>
            <a:rect l="l" t="t" r="r" b="b"/>
            <a:pathLst>
              <a:path w="18415" h="100329">
                <a:moveTo>
                  <a:pt x="0" y="0"/>
                </a:moveTo>
                <a:lnTo>
                  <a:pt x="18054" y="0"/>
                </a:lnTo>
                <a:lnTo>
                  <a:pt x="18054" y="100330"/>
                </a:lnTo>
                <a:lnTo>
                  <a:pt x="0" y="1003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419220" y="6187440"/>
            <a:ext cx="62230" cy="16510"/>
          </a:xfrm>
          <a:custGeom>
            <a:avLst/>
            <a:gdLst/>
            <a:ahLst/>
            <a:cxnLst/>
            <a:rect l="l" t="t" r="r" b="b"/>
            <a:pathLst>
              <a:path w="62229" h="16510">
                <a:moveTo>
                  <a:pt x="0" y="0"/>
                </a:moveTo>
                <a:lnTo>
                  <a:pt x="61627" y="0"/>
                </a:lnTo>
                <a:lnTo>
                  <a:pt x="61627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7419220" y="6203950"/>
            <a:ext cx="18415" cy="134620"/>
          </a:xfrm>
          <a:custGeom>
            <a:avLst/>
            <a:gdLst/>
            <a:ahLst/>
            <a:cxnLst/>
            <a:rect l="l" t="t" r="r" b="b"/>
            <a:pathLst>
              <a:path w="18415" h="134620">
                <a:moveTo>
                  <a:pt x="0" y="0"/>
                </a:moveTo>
                <a:lnTo>
                  <a:pt x="18054" y="0"/>
                </a:lnTo>
                <a:lnTo>
                  <a:pt x="18054" y="134620"/>
                </a:lnTo>
                <a:lnTo>
                  <a:pt x="0" y="134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7254812" y="6108700"/>
            <a:ext cx="17780" cy="153670"/>
          </a:xfrm>
          <a:custGeom>
            <a:avLst/>
            <a:gdLst/>
            <a:ahLst/>
            <a:cxnLst/>
            <a:rect l="l" t="t" r="r" b="b"/>
            <a:pathLst>
              <a:path w="17779" h="153670">
                <a:moveTo>
                  <a:pt x="0" y="0"/>
                </a:moveTo>
                <a:lnTo>
                  <a:pt x="17751" y="0"/>
                </a:lnTo>
                <a:lnTo>
                  <a:pt x="17751" y="153670"/>
                </a:lnTo>
                <a:lnTo>
                  <a:pt x="0" y="153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7254812" y="6177279"/>
            <a:ext cx="116205" cy="13970"/>
          </a:xfrm>
          <a:custGeom>
            <a:avLst/>
            <a:gdLst/>
            <a:ahLst/>
            <a:cxnLst/>
            <a:rect l="l" t="t" r="r" b="b"/>
            <a:pathLst>
              <a:path w="116204" h="13970">
                <a:moveTo>
                  <a:pt x="0" y="0"/>
                </a:moveTo>
                <a:lnTo>
                  <a:pt x="116093" y="0"/>
                </a:lnTo>
                <a:lnTo>
                  <a:pt x="116093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254812" y="6262370"/>
            <a:ext cx="116205" cy="15240"/>
          </a:xfrm>
          <a:custGeom>
            <a:avLst/>
            <a:gdLst/>
            <a:ahLst/>
            <a:cxnLst/>
            <a:rect l="l" t="t" r="r" b="b"/>
            <a:pathLst>
              <a:path w="116204" h="15239">
                <a:moveTo>
                  <a:pt x="0" y="0"/>
                </a:moveTo>
                <a:lnTo>
                  <a:pt x="116093" y="0"/>
                </a:lnTo>
                <a:lnTo>
                  <a:pt x="116093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353154" y="6108787"/>
            <a:ext cx="17780" cy="153670"/>
          </a:xfrm>
          <a:custGeom>
            <a:avLst/>
            <a:gdLst/>
            <a:ahLst/>
            <a:cxnLst/>
            <a:rect l="l" t="t" r="r" b="b"/>
            <a:pathLst>
              <a:path w="17779" h="153670">
                <a:moveTo>
                  <a:pt x="0" y="0"/>
                </a:moveTo>
                <a:lnTo>
                  <a:pt x="17751" y="0"/>
                </a:lnTo>
                <a:lnTo>
                  <a:pt x="17751" y="153211"/>
                </a:lnTo>
                <a:lnTo>
                  <a:pt x="0" y="1532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506265" y="6086899"/>
            <a:ext cx="196380" cy="2520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7748740" y="6104550"/>
            <a:ext cx="230472" cy="20071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004832" y="6086899"/>
            <a:ext cx="211409" cy="2517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266472" y="6086597"/>
            <a:ext cx="469317" cy="24882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758987" y="6095977"/>
            <a:ext cx="229363" cy="2366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9094554" y="6086899"/>
            <a:ext cx="194666" cy="25205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9436776" y="6092190"/>
            <a:ext cx="17780" cy="62230"/>
          </a:xfrm>
          <a:custGeom>
            <a:avLst/>
            <a:gdLst/>
            <a:ahLst/>
            <a:cxnLst/>
            <a:rect l="l" t="t" r="r" b="b"/>
            <a:pathLst>
              <a:path w="17779" h="62229">
                <a:moveTo>
                  <a:pt x="0" y="0"/>
                </a:moveTo>
                <a:lnTo>
                  <a:pt x="17751" y="0"/>
                </a:lnTo>
                <a:lnTo>
                  <a:pt x="17751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9436776" y="6154420"/>
            <a:ext cx="171450" cy="13970"/>
          </a:xfrm>
          <a:custGeom>
            <a:avLst/>
            <a:gdLst/>
            <a:ahLst/>
            <a:cxnLst/>
            <a:rect l="l" t="t" r="r" b="b"/>
            <a:pathLst>
              <a:path w="171450" h="13970">
                <a:moveTo>
                  <a:pt x="0" y="0"/>
                </a:moveTo>
                <a:lnTo>
                  <a:pt x="171165" y="0"/>
                </a:lnTo>
                <a:lnTo>
                  <a:pt x="171165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9510407" y="6169002"/>
            <a:ext cx="17780" cy="35560"/>
          </a:xfrm>
          <a:custGeom>
            <a:avLst/>
            <a:gdLst/>
            <a:ahLst/>
            <a:cxnLst/>
            <a:rect l="l" t="t" r="r" b="b"/>
            <a:pathLst>
              <a:path w="17779" h="35560">
                <a:moveTo>
                  <a:pt x="17751" y="35302"/>
                </a:moveTo>
                <a:lnTo>
                  <a:pt x="0" y="35302"/>
                </a:lnTo>
                <a:lnTo>
                  <a:pt x="0" y="0"/>
                </a:lnTo>
                <a:lnTo>
                  <a:pt x="17751" y="0"/>
                </a:lnTo>
                <a:lnTo>
                  <a:pt x="17751" y="35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9404601" y="6204304"/>
            <a:ext cx="229870" cy="15240"/>
          </a:xfrm>
          <a:custGeom>
            <a:avLst/>
            <a:gdLst/>
            <a:ahLst/>
            <a:cxnLst/>
            <a:rect l="l" t="t" r="r" b="b"/>
            <a:pathLst>
              <a:path w="229870" h="15239">
                <a:moveTo>
                  <a:pt x="229363" y="15028"/>
                </a:moveTo>
                <a:lnTo>
                  <a:pt x="0" y="15028"/>
                </a:lnTo>
                <a:lnTo>
                  <a:pt x="0" y="0"/>
                </a:lnTo>
                <a:lnTo>
                  <a:pt x="229363" y="0"/>
                </a:lnTo>
                <a:lnTo>
                  <a:pt x="229363" y="150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9430623" y="6247272"/>
            <a:ext cx="177800" cy="15240"/>
          </a:xfrm>
          <a:custGeom>
            <a:avLst/>
            <a:gdLst/>
            <a:ahLst/>
            <a:cxnLst/>
            <a:rect l="l" t="t" r="r" b="b"/>
            <a:pathLst>
              <a:path w="177800" h="15239">
                <a:moveTo>
                  <a:pt x="177620" y="14625"/>
                </a:moveTo>
                <a:lnTo>
                  <a:pt x="0" y="14625"/>
                </a:lnTo>
                <a:lnTo>
                  <a:pt x="0" y="0"/>
                </a:lnTo>
                <a:lnTo>
                  <a:pt x="177620" y="0"/>
                </a:lnTo>
                <a:lnTo>
                  <a:pt x="177620" y="14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9470868" y="6261897"/>
            <a:ext cx="18415" cy="58419"/>
          </a:xfrm>
          <a:custGeom>
            <a:avLst/>
            <a:gdLst/>
            <a:ahLst/>
            <a:cxnLst/>
            <a:rect l="l" t="t" r="r" b="b"/>
            <a:pathLst>
              <a:path w="18415" h="58420">
                <a:moveTo>
                  <a:pt x="17852" y="57996"/>
                </a:moveTo>
                <a:lnTo>
                  <a:pt x="0" y="57996"/>
                </a:lnTo>
                <a:lnTo>
                  <a:pt x="0" y="0"/>
                </a:lnTo>
                <a:lnTo>
                  <a:pt x="17852" y="0"/>
                </a:lnTo>
                <a:lnTo>
                  <a:pt x="17852" y="57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9550147" y="6261897"/>
            <a:ext cx="18415" cy="58419"/>
          </a:xfrm>
          <a:custGeom>
            <a:avLst/>
            <a:gdLst/>
            <a:ahLst/>
            <a:cxnLst/>
            <a:rect l="l" t="t" r="r" b="b"/>
            <a:pathLst>
              <a:path w="18415" h="58420">
                <a:moveTo>
                  <a:pt x="17852" y="57996"/>
                </a:moveTo>
                <a:lnTo>
                  <a:pt x="0" y="57996"/>
                </a:lnTo>
                <a:lnTo>
                  <a:pt x="0" y="0"/>
                </a:lnTo>
                <a:lnTo>
                  <a:pt x="17852" y="0"/>
                </a:lnTo>
                <a:lnTo>
                  <a:pt x="17852" y="57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9428405" y="6319894"/>
            <a:ext cx="182245" cy="15240"/>
          </a:xfrm>
          <a:custGeom>
            <a:avLst/>
            <a:gdLst/>
            <a:ahLst/>
            <a:cxnLst/>
            <a:rect l="l" t="t" r="r" b="b"/>
            <a:pathLst>
              <a:path w="182245" h="15239">
                <a:moveTo>
                  <a:pt x="181957" y="15129"/>
                </a:moveTo>
                <a:lnTo>
                  <a:pt x="0" y="15129"/>
                </a:lnTo>
                <a:lnTo>
                  <a:pt x="0" y="0"/>
                </a:lnTo>
                <a:lnTo>
                  <a:pt x="181957" y="0"/>
                </a:lnTo>
                <a:lnTo>
                  <a:pt x="181957" y="15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9657163" y="6095977"/>
            <a:ext cx="229363" cy="2366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9979715" y="6093254"/>
            <a:ext cx="230472" cy="23934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0262839" y="6108700"/>
            <a:ext cx="170180" cy="15240"/>
          </a:xfrm>
          <a:custGeom>
            <a:avLst/>
            <a:gdLst/>
            <a:ahLst/>
            <a:cxnLst/>
            <a:rect l="l" t="t" r="r" b="b"/>
            <a:pathLst>
              <a:path w="170179" h="15239">
                <a:moveTo>
                  <a:pt x="0" y="0"/>
                </a:moveTo>
                <a:lnTo>
                  <a:pt x="169853" y="0"/>
                </a:lnTo>
                <a:lnTo>
                  <a:pt x="169853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0262839" y="6123940"/>
            <a:ext cx="18415" cy="82550"/>
          </a:xfrm>
          <a:custGeom>
            <a:avLst/>
            <a:gdLst/>
            <a:ahLst/>
            <a:cxnLst/>
            <a:rect l="l" t="t" r="r" b="b"/>
            <a:pathLst>
              <a:path w="18415" h="82550">
                <a:moveTo>
                  <a:pt x="0" y="0"/>
                </a:moveTo>
                <a:lnTo>
                  <a:pt x="18054" y="0"/>
                </a:lnTo>
                <a:lnTo>
                  <a:pt x="18054" y="82550"/>
                </a:lnTo>
                <a:lnTo>
                  <a:pt x="0" y="825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0262839" y="6206490"/>
            <a:ext cx="172720" cy="15240"/>
          </a:xfrm>
          <a:custGeom>
            <a:avLst/>
            <a:gdLst/>
            <a:ahLst/>
            <a:cxnLst/>
            <a:rect l="l" t="t" r="r" b="b"/>
            <a:pathLst>
              <a:path w="172720" h="15239">
                <a:moveTo>
                  <a:pt x="0" y="0"/>
                </a:moveTo>
                <a:lnTo>
                  <a:pt x="172577" y="0"/>
                </a:lnTo>
                <a:lnTo>
                  <a:pt x="172577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0338285" y="6221729"/>
            <a:ext cx="17780" cy="68580"/>
          </a:xfrm>
          <a:custGeom>
            <a:avLst/>
            <a:gdLst/>
            <a:ahLst/>
            <a:cxnLst/>
            <a:rect l="l" t="t" r="r" b="b"/>
            <a:pathLst>
              <a:path w="17779" h="68579">
                <a:moveTo>
                  <a:pt x="0" y="0"/>
                </a:moveTo>
                <a:lnTo>
                  <a:pt x="17751" y="0"/>
                </a:lnTo>
                <a:lnTo>
                  <a:pt x="17751" y="68579"/>
                </a:lnTo>
                <a:lnTo>
                  <a:pt x="0" y="685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0232680" y="6290309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39">
                <a:moveTo>
                  <a:pt x="0" y="0"/>
                </a:moveTo>
                <a:lnTo>
                  <a:pt x="230472" y="0"/>
                </a:lnTo>
                <a:lnTo>
                  <a:pt x="230472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0486756" y="6086899"/>
            <a:ext cx="203340" cy="25205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0811729" y="6086899"/>
            <a:ext cx="211409" cy="25175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1073369" y="6086597"/>
            <a:ext cx="469317" cy="24882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1640366" y="6086899"/>
            <a:ext cx="213124" cy="24852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1888692" y="6103945"/>
            <a:ext cx="230472" cy="20132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6228582" y="6657079"/>
            <a:ext cx="86995" cy="18415"/>
          </a:xfrm>
          <a:custGeom>
            <a:avLst/>
            <a:gdLst/>
            <a:ahLst/>
            <a:cxnLst/>
            <a:rect l="l" t="t" r="r" b="b"/>
            <a:pathLst>
              <a:path w="86995" h="18415">
                <a:moveTo>
                  <a:pt x="86843" y="18054"/>
                </a:moveTo>
                <a:lnTo>
                  <a:pt x="0" y="18054"/>
                </a:lnTo>
                <a:lnTo>
                  <a:pt x="0" y="0"/>
                </a:lnTo>
                <a:lnTo>
                  <a:pt x="86843" y="0"/>
                </a:lnTo>
                <a:lnTo>
                  <a:pt x="86843" y="180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6422140" y="6525049"/>
            <a:ext cx="210098" cy="24812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6846170" y="6602730"/>
            <a:ext cx="57150" cy="15240"/>
          </a:xfrm>
          <a:custGeom>
            <a:avLst/>
            <a:gdLst/>
            <a:ahLst/>
            <a:cxnLst/>
            <a:rect l="l" t="t" r="r" b="b"/>
            <a:pathLst>
              <a:path w="57150" h="15240">
                <a:moveTo>
                  <a:pt x="0" y="0"/>
                </a:moveTo>
                <a:lnTo>
                  <a:pt x="56987" y="0"/>
                </a:lnTo>
                <a:lnTo>
                  <a:pt x="56987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6846170" y="6525259"/>
            <a:ext cx="18415" cy="184150"/>
          </a:xfrm>
          <a:custGeom>
            <a:avLst/>
            <a:gdLst/>
            <a:ahLst/>
            <a:cxnLst/>
            <a:rect l="l" t="t" r="r" b="b"/>
            <a:pathLst>
              <a:path w="18415" h="184150">
                <a:moveTo>
                  <a:pt x="0" y="0"/>
                </a:moveTo>
                <a:lnTo>
                  <a:pt x="18054" y="0"/>
                </a:lnTo>
                <a:lnTo>
                  <a:pt x="18054" y="184150"/>
                </a:lnTo>
                <a:lnTo>
                  <a:pt x="0" y="184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6680048" y="6543040"/>
            <a:ext cx="17780" cy="44450"/>
          </a:xfrm>
          <a:custGeom>
            <a:avLst/>
            <a:gdLst/>
            <a:ahLst/>
            <a:cxnLst/>
            <a:rect l="l" t="t" r="r" b="b"/>
            <a:pathLst>
              <a:path w="17779" h="44450">
                <a:moveTo>
                  <a:pt x="0" y="0"/>
                </a:moveTo>
                <a:lnTo>
                  <a:pt x="17651" y="0"/>
                </a:lnTo>
                <a:lnTo>
                  <a:pt x="17651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6680048" y="6587490"/>
            <a:ext cx="116205" cy="15240"/>
          </a:xfrm>
          <a:custGeom>
            <a:avLst/>
            <a:gdLst/>
            <a:ahLst/>
            <a:cxnLst/>
            <a:rect l="l" t="t" r="r" b="b"/>
            <a:pathLst>
              <a:path w="116204" h="15240">
                <a:moveTo>
                  <a:pt x="0" y="0"/>
                </a:moveTo>
                <a:lnTo>
                  <a:pt x="115690" y="0"/>
                </a:lnTo>
                <a:lnTo>
                  <a:pt x="11569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6680048" y="6602730"/>
            <a:ext cx="17780" cy="49530"/>
          </a:xfrm>
          <a:custGeom>
            <a:avLst/>
            <a:gdLst/>
            <a:ahLst/>
            <a:cxnLst/>
            <a:rect l="l" t="t" r="r" b="b"/>
            <a:pathLst>
              <a:path w="17779" h="49529">
                <a:moveTo>
                  <a:pt x="0" y="0"/>
                </a:moveTo>
                <a:lnTo>
                  <a:pt x="17651" y="0"/>
                </a:lnTo>
                <a:lnTo>
                  <a:pt x="17651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680048" y="6652259"/>
            <a:ext cx="116205" cy="13970"/>
          </a:xfrm>
          <a:custGeom>
            <a:avLst/>
            <a:gdLst/>
            <a:ahLst/>
            <a:cxnLst/>
            <a:rect l="l" t="t" r="r" b="b"/>
            <a:pathLst>
              <a:path w="116204" h="13970">
                <a:moveTo>
                  <a:pt x="0" y="0"/>
                </a:moveTo>
                <a:lnTo>
                  <a:pt x="115690" y="0"/>
                </a:lnTo>
                <a:lnTo>
                  <a:pt x="115690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777987" y="6543306"/>
            <a:ext cx="17780" cy="45085"/>
          </a:xfrm>
          <a:custGeom>
            <a:avLst/>
            <a:gdLst/>
            <a:ahLst/>
            <a:cxnLst/>
            <a:rect l="l" t="t" r="r" b="b"/>
            <a:pathLst>
              <a:path w="17779" h="45084">
                <a:moveTo>
                  <a:pt x="17751" y="44480"/>
                </a:moveTo>
                <a:lnTo>
                  <a:pt x="0" y="44480"/>
                </a:lnTo>
                <a:lnTo>
                  <a:pt x="0" y="0"/>
                </a:lnTo>
                <a:lnTo>
                  <a:pt x="17751" y="0"/>
                </a:lnTo>
                <a:lnTo>
                  <a:pt x="17751" y="44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777987" y="6602310"/>
            <a:ext cx="17780" cy="49530"/>
          </a:xfrm>
          <a:custGeom>
            <a:avLst/>
            <a:gdLst/>
            <a:ahLst/>
            <a:cxnLst/>
            <a:rect l="l" t="t" r="r" b="b"/>
            <a:pathLst>
              <a:path w="17779" h="49529">
                <a:moveTo>
                  <a:pt x="17751" y="49423"/>
                </a:moveTo>
                <a:lnTo>
                  <a:pt x="0" y="49423"/>
                </a:lnTo>
                <a:lnTo>
                  <a:pt x="0" y="0"/>
                </a:lnTo>
                <a:lnTo>
                  <a:pt x="17751" y="0"/>
                </a:lnTo>
                <a:lnTo>
                  <a:pt x="17751" y="49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708391" y="6691630"/>
            <a:ext cx="17780" cy="63500"/>
          </a:xfrm>
          <a:custGeom>
            <a:avLst/>
            <a:gdLst/>
            <a:ahLst/>
            <a:cxnLst/>
            <a:rect l="l" t="t" r="r" b="b"/>
            <a:pathLst>
              <a:path w="17779" h="63500">
                <a:moveTo>
                  <a:pt x="0" y="0"/>
                </a:moveTo>
                <a:lnTo>
                  <a:pt x="17751" y="0"/>
                </a:lnTo>
                <a:lnTo>
                  <a:pt x="17751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708391" y="6755130"/>
            <a:ext cx="168275" cy="15240"/>
          </a:xfrm>
          <a:custGeom>
            <a:avLst/>
            <a:gdLst/>
            <a:ahLst/>
            <a:cxnLst/>
            <a:rect l="l" t="t" r="r" b="b"/>
            <a:pathLst>
              <a:path w="168275" h="15240">
                <a:moveTo>
                  <a:pt x="0" y="0"/>
                </a:moveTo>
                <a:lnTo>
                  <a:pt x="168139" y="0"/>
                </a:lnTo>
                <a:lnTo>
                  <a:pt x="168139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6991204" y="6538262"/>
            <a:ext cx="229363" cy="2377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271604" y="6535419"/>
            <a:ext cx="173990" cy="15240"/>
          </a:xfrm>
          <a:custGeom>
            <a:avLst/>
            <a:gdLst/>
            <a:ahLst/>
            <a:cxnLst/>
            <a:rect l="l" t="t" r="r" b="b"/>
            <a:pathLst>
              <a:path w="173990" h="15240">
                <a:moveTo>
                  <a:pt x="0" y="0"/>
                </a:moveTo>
                <a:lnTo>
                  <a:pt x="173888" y="0"/>
                </a:lnTo>
                <a:lnTo>
                  <a:pt x="173888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427337" y="6550659"/>
            <a:ext cx="18415" cy="31750"/>
          </a:xfrm>
          <a:custGeom>
            <a:avLst/>
            <a:gdLst/>
            <a:ahLst/>
            <a:cxnLst/>
            <a:rect l="l" t="t" r="r" b="b"/>
            <a:pathLst>
              <a:path w="18415" h="31750">
                <a:moveTo>
                  <a:pt x="0" y="0"/>
                </a:moveTo>
                <a:lnTo>
                  <a:pt x="18155" y="0"/>
                </a:lnTo>
                <a:lnTo>
                  <a:pt x="1815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272209" y="6582409"/>
            <a:ext cx="173355" cy="15240"/>
          </a:xfrm>
          <a:custGeom>
            <a:avLst/>
            <a:gdLst/>
            <a:ahLst/>
            <a:cxnLst/>
            <a:rect l="l" t="t" r="r" b="b"/>
            <a:pathLst>
              <a:path w="173354" h="15240">
                <a:moveTo>
                  <a:pt x="0" y="0"/>
                </a:moveTo>
                <a:lnTo>
                  <a:pt x="173283" y="0"/>
                </a:lnTo>
                <a:lnTo>
                  <a:pt x="173283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272209" y="6597650"/>
            <a:ext cx="18415" cy="34290"/>
          </a:xfrm>
          <a:custGeom>
            <a:avLst/>
            <a:gdLst/>
            <a:ahLst/>
            <a:cxnLst/>
            <a:rect l="l" t="t" r="r" b="b"/>
            <a:pathLst>
              <a:path w="18415" h="34290">
                <a:moveTo>
                  <a:pt x="0" y="0"/>
                </a:moveTo>
                <a:lnTo>
                  <a:pt x="18054" y="0"/>
                </a:lnTo>
                <a:lnTo>
                  <a:pt x="18054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272209" y="6631940"/>
            <a:ext cx="179070" cy="15240"/>
          </a:xfrm>
          <a:custGeom>
            <a:avLst/>
            <a:gdLst/>
            <a:ahLst/>
            <a:cxnLst/>
            <a:rect l="l" t="t" r="r" b="b"/>
            <a:pathLst>
              <a:path w="179070" h="15240">
                <a:moveTo>
                  <a:pt x="0" y="0"/>
                </a:moveTo>
                <a:lnTo>
                  <a:pt x="178528" y="0"/>
                </a:lnTo>
                <a:lnTo>
                  <a:pt x="178528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7243362" y="6675941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40">
                <a:moveTo>
                  <a:pt x="230472" y="14726"/>
                </a:moveTo>
                <a:lnTo>
                  <a:pt x="0" y="14726"/>
                </a:lnTo>
                <a:lnTo>
                  <a:pt x="0" y="0"/>
                </a:lnTo>
                <a:lnTo>
                  <a:pt x="230472" y="0"/>
                </a:lnTo>
                <a:lnTo>
                  <a:pt x="230472" y="14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7305999" y="6690667"/>
            <a:ext cx="18415" cy="86360"/>
          </a:xfrm>
          <a:custGeom>
            <a:avLst/>
            <a:gdLst/>
            <a:ahLst/>
            <a:cxnLst/>
            <a:rect l="l" t="t" r="r" b="b"/>
            <a:pathLst>
              <a:path w="18415" h="86359">
                <a:moveTo>
                  <a:pt x="17953" y="86137"/>
                </a:moveTo>
                <a:lnTo>
                  <a:pt x="0" y="86137"/>
                </a:lnTo>
                <a:lnTo>
                  <a:pt x="0" y="0"/>
                </a:lnTo>
                <a:lnTo>
                  <a:pt x="17953" y="0"/>
                </a:lnTo>
                <a:lnTo>
                  <a:pt x="17953" y="861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7393044" y="6690667"/>
            <a:ext cx="18415" cy="86360"/>
          </a:xfrm>
          <a:custGeom>
            <a:avLst/>
            <a:gdLst/>
            <a:ahLst/>
            <a:cxnLst/>
            <a:rect l="l" t="t" r="r" b="b"/>
            <a:pathLst>
              <a:path w="18415" h="86359">
                <a:moveTo>
                  <a:pt x="17953" y="86137"/>
                </a:moveTo>
                <a:lnTo>
                  <a:pt x="0" y="86137"/>
                </a:lnTo>
                <a:lnTo>
                  <a:pt x="0" y="0"/>
                </a:lnTo>
                <a:lnTo>
                  <a:pt x="17953" y="0"/>
                </a:lnTo>
                <a:lnTo>
                  <a:pt x="17953" y="861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7528402" y="6534150"/>
            <a:ext cx="17780" cy="69850"/>
          </a:xfrm>
          <a:custGeom>
            <a:avLst/>
            <a:gdLst/>
            <a:ahLst/>
            <a:cxnLst/>
            <a:rect l="l" t="t" r="r" b="b"/>
            <a:pathLst>
              <a:path w="17779" h="69850">
                <a:moveTo>
                  <a:pt x="0" y="0"/>
                </a:moveTo>
                <a:lnTo>
                  <a:pt x="17751" y="0"/>
                </a:lnTo>
                <a:lnTo>
                  <a:pt x="17751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7528402" y="6604000"/>
            <a:ext cx="171450" cy="15240"/>
          </a:xfrm>
          <a:custGeom>
            <a:avLst/>
            <a:gdLst/>
            <a:ahLst/>
            <a:cxnLst/>
            <a:rect l="l" t="t" r="r" b="b"/>
            <a:pathLst>
              <a:path w="171450" h="15240">
                <a:moveTo>
                  <a:pt x="0" y="0"/>
                </a:moveTo>
                <a:lnTo>
                  <a:pt x="171064" y="0"/>
                </a:lnTo>
                <a:lnTo>
                  <a:pt x="171064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7495924" y="6655264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40">
                <a:moveTo>
                  <a:pt x="230472" y="14927"/>
                </a:moveTo>
                <a:lnTo>
                  <a:pt x="0" y="14927"/>
                </a:lnTo>
                <a:lnTo>
                  <a:pt x="0" y="0"/>
                </a:lnTo>
                <a:lnTo>
                  <a:pt x="230472" y="0"/>
                </a:lnTo>
                <a:lnTo>
                  <a:pt x="230472" y="1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7526990" y="6697980"/>
            <a:ext cx="17780" cy="57150"/>
          </a:xfrm>
          <a:custGeom>
            <a:avLst/>
            <a:gdLst/>
            <a:ahLst/>
            <a:cxnLst/>
            <a:rect l="l" t="t" r="r" b="b"/>
            <a:pathLst>
              <a:path w="17779" h="57150">
                <a:moveTo>
                  <a:pt x="0" y="0"/>
                </a:moveTo>
                <a:lnTo>
                  <a:pt x="17751" y="0"/>
                </a:lnTo>
                <a:lnTo>
                  <a:pt x="17751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7526990" y="6755130"/>
            <a:ext cx="173990" cy="15240"/>
          </a:xfrm>
          <a:custGeom>
            <a:avLst/>
            <a:gdLst/>
            <a:ahLst/>
            <a:cxnLst/>
            <a:rect l="l" t="t" r="r" b="b"/>
            <a:pathLst>
              <a:path w="173990" h="15240">
                <a:moveTo>
                  <a:pt x="0" y="0"/>
                </a:moveTo>
                <a:lnTo>
                  <a:pt x="173989" y="0"/>
                </a:lnTo>
                <a:lnTo>
                  <a:pt x="173989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7822665" y="6525049"/>
            <a:ext cx="211409" cy="2517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8084304" y="6524747"/>
            <a:ext cx="469317" cy="24882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584385" y="6642252"/>
            <a:ext cx="86995" cy="18415"/>
          </a:xfrm>
          <a:custGeom>
            <a:avLst/>
            <a:gdLst/>
            <a:ahLst/>
            <a:cxnLst/>
            <a:rect l="l" t="t" r="r" b="b"/>
            <a:pathLst>
              <a:path w="86995" h="18415">
                <a:moveTo>
                  <a:pt x="86843" y="17953"/>
                </a:moveTo>
                <a:lnTo>
                  <a:pt x="0" y="17953"/>
                </a:lnTo>
                <a:lnTo>
                  <a:pt x="0" y="0"/>
                </a:lnTo>
                <a:lnTo>
                  <a:pt x="86843" y="0"/>
                </a:lnTo>
                <a:lnTo>
                  <a:pt x="86843" y="17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8731343" y="6534150"/>
            <a:ext cx="169545" cy="13970"/>
          </a:xfrm>
          <a:custGeom>
            <a:avLst/>
            <a:gdLst/>
            <a:ahLst/>
            <a:cxnLst/>
            <a:rect l="l" t="t" r="r" b="b"/>
            <a:pathLst>
              <a:path w="169545" h="13970">
                <a:moveTo>
                  <a:pt x="0" y="0"/>
                </a:moveTo>
                <a:lnTo>
                  <a:pt x="168946" y="0"/>
                </a:lnTo>
                <a:lnTo>
                  <a:pt x="168946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8731343" y="6548119"/>
            <a:ext cx="17780" cy="46990"/>
          </a:xfrm>
          <a:custGeom>
            <a:avLst/>
            <a:gdLst/>
            <a:ahLst/>
            <a:cxnLst/>
            <a:rect l="l" t="t" r="r" b="b"/>
            <a:pathLst>
              <a:path w="17779" h="46990">
                <a:moveTo>
                  <a:pt x="0" y="0"/>
                </a:moveTo>
                <a:lnTo>
                  <a:pt x="17651" y="0"/>
                </a:lnTo>
                <a:lnTo>
                  <a:pt x="17651" y="46989"/>
                </a:lnTo>
                <a:lnTo>
                  <a:pt x="0" y="469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8731343" y="6595109"/>
            <a:ext cx="169545" cy="13970"/>
          </a:xfrm>
          <a:custGeom>
            <a:avLst/>
            <a:gdLst/>
            <a:ahLst/>
            <a:cxnLst/>
            <a:rect l="l" t="t" r="r" b="b"/>
            <a:pathLst>
              <a:path w="169545" h="13970">
                <a:moveTo>
                  <a:pt x="0" y="0"/>
                </a:moveTo>
                <a:lnTo>
                  <a:pt x="168946" y="0"/>
                </a:lnTo>
                <a:lnTo>
                  <a:pt x="168946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8882336" y="6548449"/>
            <a:ext cx="18415" cy="46990"/>
          </a:xfrm>
          <a:custGeom>
            <a:avLst/>
            <a:gdLst/>
            <a:ahLst/>
            <a:cxnLst/>
            <a:rect l="l" t="t" r="r" b="b"/>
            <a:pathLst>
              <a:path w="18415" h="46990">
                <a:moveTo>
                  <a:pt x="17953" y="46397"/>
                </a:moveTo>
                <a:lnTo>
                  <a:pt x="0" y="46397"/>
                </a:lnTo>
                <a:lnTo>
                  <a:pt x="0" y="0"/>
                </a:lnTo>
                <a:lnTo>
                  <a:pt x="17953" y="0"/>
                </a:lnTo>
                <a:lnTo>
                  <a:pt x="17953" y="46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8700983" y="6633478"/>
            <a:ext cx="229870" cy="15240"/>
          </a:xfrm>
          <a:custGeom>
            <a:avLst/>
            <a:gdLst/>
            <a:ahLst/>
            <a:cxnLst/>
            <a:rect l="l" t="t" r="r" b="b"/>
            <a:pathLst>
              <a:path w="229870" h="15240">
                <a:moveTo>
                  <a:pt x="229363" y="14927"/>
                </a:moveTo>
                <a:lnTo>
                  <a:pt x="0" y="14927"/>
                </a:lnTo>
                <a:lnTo>
                  <a:pt x="0" y="0"/>
                </a:lnTo>
                <a:lnTo>
                  <a:pt x="229363" y="0"/>
                </a:lnTo>
                <a:lnTo>
                  <a:pt x="229363" y="14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806486" y="6648405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5" h="27940">
                <a:moveTo>
                  <a:pt x="17852" y="27737"/>
                </a:moveTo>
                <a:lnTo>
                  <a:pt x="0" y="27737"/>
                </a:lnTo>
                <a:lnTo>
                  <a:pt x="0" y="0"/>
                </a:lnTo>
                <a:lnTo>
                  <a:pt x="17852" y="0"/>
                </a:lnTo>
                <a:lnTo>
                  <a:pt x="17852" y="27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8729326" y="6676390"/>
            <a:ext cx="171450" cy="13970"/>
          </a:xfrm>
          <a:custGeom>
            <a:avLst/>
            <a:gdLst/>
            <a:ahLst/>
            <a:cxnLst/>
            <a:rect l="l" t="t" r="r" b="b"/>
            <a:pathLst>
              <a:path w="171450" h="13970">
                <a:moveTo>
                  <a:pt x="0" y="0"/>
                </a:moveTo>
                <a:lnTo>
                  <a:pt x="170963" y="0"/>
                </a:lnTo>
                <a:lnTo>
                  <a:pt x="170963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8882638" y="6690359"/>
            <a:ext cx="17780" cy="25400"/>
          </a:xfrm>
          <a:custGeom>
            <a:avLst/>
            <a:gdLst/>
            <a:ahLst/>
            <a:cxnLst/>
            <a:rect l="l" t="t" r="r" b="b"/>
            <a:pathLst>
              <a:path w="17779" h="25400">
                <a:moveTo>
                  <a:pt x="0" y="0"/>
                </a:moveTo>
                <a:lnTo>
                  <a:pt x="17651" y="0"/>
                </a:lnTo>
                <a:lnTo>
                  <a:pt x="1765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8730032" y="6715759"/>
            <a:ext cx="170815" cy="13970"/>
          </a:xfrm>
          <a:custGeom>
            <a:avLst/>
            <a:gdLst/>
            <a:ahLst/>
            <a:cxnLst/>
            <a:rect l="l" t="t" r="r" b="b"/>
            <a:pathLst>
              <a:path w="170815" h="13970">
                <a:moveTo>
                  <a:pt x="0" y="0"/>
                </a:moveTo>
                <a:lnTo>
                  <a:pt x="170257" y="0"/>
                </a:lnTo>
                <a:lnTo>
                  <a:pt x="170257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8730032" y="6729730"/>
            <a:ext cx="17780" cy="29209"/>
          </a:xfrm>
          <a:custGeom>
            <a:avLst/>
            <a:gdLst/>
            <a:ahLst/>
            <a:cxnLst/>
            <a:rect l="l" t="t" r="r" b="b"/>
            <a:pathLst>
              <a:path w="17779" h="29209">
                <a:moveTo>
                  <a:pt x="0" y="0"/>
                </a:moveTo>
                <a:lnTo>
                  <a:pt x="17550" y="0"/>
                </a:lnTo>
                <a:lnTo>
                  <a:pt x="17550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730032" y="6758940"/>
            <a:ext cx="178435" cy="15240"/>
          </a:xfrm>
          <a:custGeom>
            <a:avLst/>
            <a:gdLst/>
            <a:ahLst/>
            <a:cxnLst/>
            <a:rect l="l" t="t" r="r" b="b"/>
            <a:pathLst>
              <a:path w="178434" h="15240">
                <a:moveTo>
                  <a:pt x="0" y="0"/>
                </a:moveTo>
                <a:lnTo>
                  <a:pt x="178124" y="0"/>
                </a:lnTo>
                <a:lnTo>
                  <a:pt x="178124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9023850" y="6538363"/>
            <a:ext cx="229161" cy="23763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9464825" y="6525049"/>
            <a:ext cx="18415" cy="252095"/>
          </a:xfrm>
          <a:custGeom>
            <a:avLst/>
            <a:gdLst/>
            <a:ahLst/>
            <a:cxnLst/>
            <a:rect l="l" t="t" r="r" b="b"/>
            <a:pathLst>
              <a:path w="18415" h="252095">
                <a:moveTo>
                  <a:pt x="17953" y="252057"/>
                </a:moveTo>
                <a:lnTo>
                  <a:pt x="0" y="252057"/>
                </a:lnTo>
                <a:lnTo>
                  <a:pt x="0" y="0"/>
                </a:lnTo>
                <a:lnTo>
                  <a:pt x="17953" y="0"/>
                </a:lnTo>
                <a:lnTo>
                  <a:pt x="17953" y="2520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9291542" y="6546850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5" h="153670">
                <a:moveTo>
                  <a:pt x="0" y="0"/>
                </a:moveTo>
                <a:lnTo>
                  <a:pt x="18054" y="0"/>
                </a:lnTo>
                <a:lnTo>
                  <a:pt x="18054" y="153670"/>
                </a:lnTo>
                <a:lnTo>
                  <a:pt x="0" y="153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9291542" y="6615430"/>
            <a:ext cx="118110" cy="13970"/>
          </a:xfrm>
          <a:custGeom>
            <a:avLst/>
            <a:gdLst/>
            <a:ahLst/>
            <a:cxnLst/>
            <a:rect l="l" t="t" r="r" b="b"/>
            <a:pathLst>
              <a:path w="118109" h="13970">
                <a:moveTo>
                  <a:pt x="0" y="0"/>
                </a:moveTo>
                <a:lnTo>
                  <a:pt x="117505" y="0"/>
                </a:lnTo>
                <a:lnTo>
                  <a:pt x="117505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9291542" y="6700519"/>
            <a:ext cx="118110" cy="15240"/>
          </a:xfrm>
          <a:custGeom>
            <a:avLst/>
            <a:gdLst/>
            <a:ahLst/>
            <a:cxnLst/>
            <a:rect l="l" t="t" r="r" b="b"/>
            <a:pathLst>
              <a:path w="118109" h="15240">
                <a:moveTo>
                  <a:pt x="0" y="0"/>
                </a:moveTo>
                <a:lnTo>
                  <a:pt x="117505" y="0"/>
                </a:lnTo>
                <a:lnTo>
                  <a:pt x="117505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9391094" y="6546936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5" h="153670">
                <a:moveTo>
                  <a:pt x="0" y="0"/>
                </a:moveTo>
                <a:lnTo>
                  <a:pt x="17953" y="0"/>
                </a:lnTo>
                <a:lnTo>
                  <a:pt x="17953" y="153211"/>
                </a:lnTo>
                <a:lnTo>
                  <a:pt x="0" y="1532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9530588" y="6525049"/>
            <a:ext cx="205761" cy="24812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9781435" y="6542398"/>
            <a:ext cx="230472" cy="19981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0062843" y="6544309"/>
            <a:ext cx="172085" cy="15240"/>
          </a:xfrm>
          <a:custGeom>
            <a:avLst/>
            <a:gdLst/>
            <a:ahLst/>
            <a:cxnLst/>
            <a:rect l="l" t="t" r="r" b="b"/>
            <a:pathLst>
              <a:path w="172084" h="15240">
                <a:moveTo>
                  <a:pt x="0" y="0"/>
                </a:moveTo>
                <a:lnTo>
                  <a:pt x="171770" y="0"/>
                </a:lnTo>
                <a:lnTo>
                  <a:pt x="17177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0216862" y="6559550"/>
            <a:ext cx="17780" cy="43180"/>
          </a:xfrm>
          <a:custGeom>
            <a:avLst/>
            <a:gdLst/>
            <a:ahLst/>
            <a:cxnLst/>
            <a:rect l="l" t="t" r="r" b="b"/>
            <a:pathLst>
              <a:path w="17779" h="43179">
                <a:moveTo>
                  <a:pt x="0" y="0"/>
                </a:moveTo>
                <a:lnTo>
                  <a:pt x="17751" y="0"/>
                </a:lnTo>
                <a:lnTo>
                  <a:pt x="17751" y="43180"/>
                </a:lnTo>
                <a:lnTo>
                  <a:pt x="0" y="431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0063650" y="6602730"/>
            <a:ext cx="171450" cy="15240"/>
          </a:xfrm>
          <a:custGeom>
            <a:avLst/>
            <a:gdLst/>
            <a:ahLst/>
            <a:cxnLst/>
            <a:rect l="l" t="t" r="r" b="b"/>
            <a:pathLst>
              <a:path w="171450" h="15240">
                <a:moveTo>
                  <a:pt x="0" y="0"/>
                </a:moveTo>
                <a:lnTo>
                  <a:pt x="170963" y="0"/>
                </a:lnTo>
                <a:lnTo>
                  <a:pt x="170963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0063650" y="6617969"/>
            <a:ext cx="17780" cy="45720"/>
          </a:xfrm>
          <a:custGeom>
            <a:avLst/>
            <a:gdLst/>
            <a:ahLst/>
            <a:cxnLst/>
            <a:rect l="l" t="t" r="r" b="b"/>
            <a:pathLst>
              <a:path w="17779" h="45720">
                <a:moveTo>
                  <a:pt x="0" y="0"/>
                </a:moveTo>
                <a:lnTo>
                  <a:pt x="17751" y="0"/>
                </a:lnTo>
                <a:lnTo>
                  <a:pt x="17751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0063650" y="6663690"/>
            <a:ext cx="177165" cy="15240"/>
          </a:xfrm>
          <a:custGeom>
            <a:avLst/>
            <a:gdLst/>
            <a:ahLst/>
            <a:cxnLst/>
            <a:rect l="l" t="t" r="r" b="b"/>
            <a:pathLst>
              <a:path w="177165" h="15240">
                <a:moveTo>
                  <a:pt x="0" y="0"/>
                </a:moveTo>
                <a:lnTo>
                  <a:pt x="176813" y="0"/>
                </a:lnTo>
                <a:lnTo>
                  <a:pt x="176813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0139601" y="6678930"/>
            <a:ext cx="17780" cy="49530"/>
          </a:xfrm>
          <a:custGeom>
            <a:avLst/>
            <a:gdLst/>
            <a:ahLst/>
            <a:cxnLst/>
            <a:rect l="l" t="t" r="r" b="b"/>
            <a:pathLst>
              <a:path w="17779" h="49529">
                <a:moveTo>
                  <a:pt x="0" y="0"/>
                </a:moveTo>
                <a:lnTo>
                  <a:pt x="17751" y="0"/>
                </a:lnTo>
                <a:lnTo>
                  <a:pt x="17751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0033996" y="6728459"/>
            <a:ext cx="230504" cy="16510"/>
          </a:xfrm>
          <a:custGeom>
            <a:avLst/>
            <a:gdLst/>
            <a:ahLst/>
            <a:cxnLst/>
            <a:rect l="l" t="t" r="r" b="b"/>
            <a:pathLst>
              <a:path w="230504" h="16509">
                <a:moveTo>
                  <a:pt x="0" y="0"/>
                </a:moveTo>
                <a:lnTo>
                  <a:pt x="230472" y="0"/>
                </a:lnTo>
                <a:lnTo>
                  <a:pt x="230472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0356803" y="6525352"/>
            <a:ext cx="234204" cy="24519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0611080" y="6525352"/>
            <a:ext cx="213225" cy="24540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0963185" y="6532880"/>
            <a:ext cx="18415" cy="34290"/>
          </a:xfrm>
          <a:custGeom>
            <a:avLst/>
            <a:gdLst/>
            <a:ahLst/>
            <a:cxnLst/>
            <a:rect l="l" t="t" r="r" b="b"/>
            <a:pathLst>
              <a:path w="18415" h="34290">
                <a:moveTo>
                  <a:pt x="0" y="0"/>
                </a:moveTo>
                <a:lnTo>
                  <a:pt x="17953" y="0"/>
                </a:lnTo>
                <a:lnTo>
                  <a:pt x="17953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0963185" y="6567169"/>
            <a:ext cx="168275" cy="13970"/>
          </a:xfrm>
          <a:custGeom>
            <a:avLst/>
            <a:gdLst/>
            <a:ahLst/>
            <a:cxnLst/>
            <a:rect l="l" t="t" r="r" b="b"/>
            <a:pathLst>
              <a:path w="168275" h="13970">
                <a:moveTo>
                  <a:pt x="0" y="0"/>
                </a:moveTo>
                <a:lnTo>
                  <a:pt x="168240" y="0"/>
                </a:lnTo>
                <a:lnTo>
                  <a:pt x="168240" y="13969"/>
                </a:lnTo>
                <a:lnTo>
                  <a:pt x="0" y="139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0963185" y="6581140"/>
            <a:ext cx="18415" cy="36830"/>
          </a:xfrm>
          <a:custGeom>
            <a:avLst/>
            <a:gdLst/>
            <a:ahLst/>
            <a:cxnLst/>
            <a:rect l="l" t="t" r="r" b="b"/>
            <a:pathLst>
              <a:path w="18415" h="36829">
                <a:moveTo>
                  <a:pt x="0" y="0"/>
                </a:moveTo>
                <a:lnTo>
                  <a:pt x="17953" y="0"/>
                </a:lnTo>
                <a:lnTo>
                  <a:pt x="17953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0963185" y="6617969"/>
            <a:ext cx="168275" cy="15240"/>
          </a:xfrm>
          <a:custGeom>
            <a:avLst/>
            <a:gdLst/>
            <a:ahLst/>
            <a:cxnLst/>
            <a:rect l="l" t="t" r="r" b="b"/>
            <a:pathLst>
              <a:path w="168275" h="15240">
                <a:moveTo>
                  <a:pt x="0" y="0"/>
                </a:moveTo>
                <a:lnTo>
                  <a:pt x="168240" y="0"/>
                </a:lnTo>
                <a:lnTo>
                  <a:pt x="16824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1113472" y="6533018"/>
            <a:ext cx="18415" cy="34925"/>
          </a:xfrm>
          <a:custGeom>
            <a:avLst/>
            <a:gdLst/>
            <a:ahLst/>
            <a:cxnLst/>
            <a:rect l="l" t="t" r="r" b="b"/>
            <a:pathLst>
              <a:path w="18415" h="34925">
                <a:moveTo>
                  <a:pt x="17953" y="34495"/>
                </a:moveTo>
                <a:lnTo>
                  <a:pt x="0" y="34495"/>
                </a:lnTo>
                <a:lnTo>
                  <a:pt x="0" y="0"/>
                </a:lnTo>
                <a:lnTo>
                  <a:pt x="17953" y="0"/>
                </a:lnTo>
                <a:lnTo>
                  <a:pt x="17953" y="34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1113472" y="6581633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5" h="36195">
                <a:moveTo>
                  <a:pt x="17953" y="36109"/>
                </a:moveTo>
                <a:lnTo>
                  <a:pt x="0" y="36109"/>
                </a:lnTo>
                <a:lnTo>
                  <a:pt x="0" y="0"/>
                </a:lnTo>
                <a:lnTo>
                  <a:pt x="17953" y="0"/>
                </a:lnTo>
                <a:lnTo>
                  <a:pt x="17953" y="36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0931917" y="6659399"/>
            <a:ext cx="230504" cy="15240"/>
          </a:xfrm>
          <a:custGeom>
            <a:avLst/>
            <a:gdLst/>
            <a:ahLst/>
            <a:cxnLst/>
            <a:rect l="l" t="t" r="r" b="b"/>
            <a:pathLst>
              <a:path w="230504" h="15240">
                <a:moveTo>
                  <a:pt x="230472" y="15129"/>
                </a:moveTo>
                <a:lnTo>
                  <a:pt x="0" y="15129"/>
                </a:lnTo>
                <a:lnTo>
                  <a:pt x="0" y="0"/>
                </a:lnTo>
                <a:lnTo>
                  <a:pt x="230472" y="0"/>
                </a:lnTo>
                <a:lnTo>
                  <a:pt x="230472" y="151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1039438" y="6674529"/>
            <a:ext cx="18415" cy="52705"/>
          </a:xfrm>
          <a:custGeom>
            <a:avLst/>
            <a:gdLst/>
            <a:ahLst/>
            <a:cxnLst/>
            <a:rect l="l" t="t" r="r" b="b"/>
            <a:pathLst>
              <a:path w="18415" h="52704">
                <a:moveTo>
                  <a:pt x="17852" y="52146"/>
                </a:moveTo>
                <a:lnTo>
                  <a:pt x="0" y="52146"/>
                </a:lnTo>
                <a:lnTo>
                  <a:pt x="0" y="0"/>
                </a:lnTo>
                <a:lnTo>
                  <a:pt x="17852" y="0"/>
                </a:lnTo>
                <a:lnTo>
                  <a:pt x="17852" y="52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0962378" y="6701790"/>
            <a:ext cx="17780" cy="53340"/>
          </a:xfrm>
          <a:custGeom>
            <a:avLst/>
            <a:gdLst/>
            <a:ahLst/>
            <a:cxnLst/>
            <a:rect l="l" t="t" r="r" b="b"/>
            <a:pathLst>
              <a:path w="17779" h="53340">
                <a:moveTo>
                  <a:pt x="0" y="0"/>
                </a:moveTo>
                <a:lnTo>
                  <a:pt x="17751" y="0"/>
                </a:lnTo>
                <a:lnTo>
                  <a:pt x="17751" y="53340"/>
                </a:lnTo>
                <a:lnTo>
                  <a:pt x="0" y="53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0962378" y="6755130"/>
            <a:ext cx="174625" cy="15240"/>
          </a:xfrm>
          <a:custGeom>
            <a:avLst/>
            <a:gdLst/>
            <a:ahLst/>
            <a:cxnLst/>
            <a:rect l="l" t="t" r="r" b="b"/>
            <a:pathLst>
              <a:path w="174625" h="15240">
                <a:moveTo>
                  <a:pt x="0" y="0"/>
                </a:moveTo>
                <a:lnTo>
                  <a:pt x="174291" y="0"/>
                </a:lnTo>
                <a:lnTo>
                  <a:pt x="174291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1199407" y="6525049"/>
            <a:ext cx="192346" cy="2520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1512681" y="6525049"/>
            <a:ext cx="202533" cy="25205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1769480" y="6525049"/>
            <a:ext cx="198095" cy="25205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2012963" y="6530294"/>
            <a:ext cx="229363" cy="24287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7522399" y="5453968"/>
            <a:ext cx="306705" cy="321310"/>
          </a:xfrm>
          <a:custGeom>
            <a:avLst/>
            <a:gdLst/>
            <a:ahLst/>
            <a:cxnLst/>
            <a:rect l="l" t="t" r="r" b="b"/>
            <a:pathLst>
              <a:path w="306704" h="321310">
                <a:moveTo>
                  <a:pt x="298704" y="159258"/>
                </a:moveTo>
                <a:lnTo>
                  <a:pt x="260985" y="159258"/>
                </a:lnTo>
                <a:lnTo>
                  <a:pt x="260985" y="0"/>
                </a:lnTo>
                <a:lnTo>
                  <a:pt x="298704" y="0"/>
                </a:lnTo>
                <a:lnTo>
                  <a:pt x="298704" y="159258"/>
                </a:lnTo>
                <a:close/>
              </a:path>
              <a:path w="306704" h="321310">
                <a:moveTo>
                  <a:pt x="0" y="156210"/>
                </a:moveTo>
                <a:lnTo>
                  <a:pt x="0" y="122682"/>
                </a:lnTo>
                <a:lnTo>
                  <a:pt x="41701" y="107632"/>
                </a:lnTo>
                <a:lnTo>
                  <a:pt x="73294" y="80867"/>
                </a:lnTo>
                <a:lnTo>
                  <a:pt x="93386" y="45100"/>
                </a:lnTo>
                <a:lnTo>
                  <a:pt x="100584" y="3048"/>
                </a:lnTo>
                <a:lnTo>
                  <a:pt x="138303" y="5334"/>
                </a:lnTo>
                <a:lnTo>
                  <a:pt x="137523" y="21169"/>
                </a:lnTo>
                <a:lnTo>
                  <a:pt x="135207" y="36576"/>
                </a:lnTo>
                <a:lnTo>
                  <a:pt x="131391" y="51411"/>
                </a:lnTo>
                <a:lnTo>
                  <a:pt x="126111" y="65532"/>
                </a:lnTo>
                <a:lnTo>
                  <a:pt x="177390" y="93726"/>
                </a:lnTo>
                <a:lnTo>
                  <a:pt x="109728" y="93726"/>
                </a:lnTo>
                <a:lnTo>
                  <a:pt x="88939" y="116615"/>
                </a:lnTo>
                <a:lnTo>
                  <a:pt x="63436" y="135112"/>
                </a:lnTo>
                <a:lnTo>
                  <a:pt x="33647" y="148536"/>
                </a:lnTo>
                <a:lnTo>
                  <a:pt x="0" y="156210"/>
                </a:lnTo>
                <a:close/>
              </a:path>
              <a:path w="306704" h="321310">
                <a:moveTo>
                  <a:pt x="211074" y="150876"/>
                </a:moveTo>
                <a:lnTo>
                  <a:pt x="109728" y="93726"/>
                </a:lnTo>
                <a:lnTo>
                  <a:pt x="177390" y="93726"/>
                </a:lnTo>
                <a:lnTo>
                  <a:pt x="229362" y="122301"/>
                </a:lnTo>
                <a:lnTo>
                  <a:pt x="211074" y="150876"/>
                </a:lnTo>
                <a:close/>
              </a:path>
              <a:path w="306704" h="321310">
                <a:moveTo>
                  <a:pt x="306705" y="321183"/>
                </a:moveTo>
                <a:lnTo>
                  <a:pt x="23241" y="321183"/>
                </a:lnTo>
                <a:lnTo>
                  <a:pt x="23241" y="235077"/>
                </a:lnTo>
                <a:lnTo>
                  <a:pt x="261366" y="235077"/>
                </a:lnTo>
                <a:lnTo>
                  <a:pt x="261366" y="206883"/>
                </a:lnTo>
                <a:lnTo>
                  <a:pt x="22479" y="206883"/>
                </a:lnTo>
                <a:lnTo>
                  <a:pt x="22479" y="177165"/>
                </a:lnTo>
                <a:lnTo>
                  <a:pt x="298704" y="177165"/>
                </a:lnTo>
                <a:lnTo>
                  <a:pt x="298704" y="263271"/>
                </a:lnTo>
                <a:lnTo>
                  <a:pt x="60579" y="263271"/>
                </a:lnTo>
                <a:lnTo>
                  <a:pt x="60579" y="291465"/>
                </a:lnTo>
                <a:lnTo>
                  <a:pt x="306705" y="291465"/>
                </a:lnTo>
                <a:lnTo>
                  <a:pt x="306705" y="32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7875205" y="5453968"/>
            <a:ext cx="310515" cy="325755"/>
          </a:xfrm>
          <a:custGeom>
            <a:avLst/>
            <a:gdLst/>
            <a:ahLst/>
            <a:cxnLst/>
            <a:rect l="l" t="t" r="r" b="b"/>
            <a:pathLst>
              <a:path w="310515" h="325754">
                <a:moveTo>
                  <a:pt x="310134" y="325374"/>
                </a:moveTo>
                <a:lnTo>
                  <a:pt x="274320" y="325374"/>
                </a:lnTo>
                <a:lnTo>
                  <a:pt x="274320" y="0"/>
                </a:lnTo>
                <a:lnTo>
                  <a:pt x="310134" y="0"/>
                </a:lnTo>
                <a:lnTo>
                  <a:pt x="310134" y="325374"/>
                </a:lnTo>
                <a:close/>
              </a:path>
              <a:path w="310515" h="325754">
                <a:moveTo>
                  <a:pt x="225933" y="319659"/>
                </a:moveTo>
                <a:lnTo>
                  <a:pt x="190119" y="319659"/>
                </a:lnTo>
                <a:lnTo>
                  <a:pt x="190119" y="159258"/>
                </a:lnTo>
                <a:lnTo>
                  <a:pt x="138684" y="159258"/>
                </a:lnTo>
                <a:lnTo>
                  <a:pt x="138684" y="123825"/>
                </a:lnTo>
                <a:lnTo>
                  <a:pt x="190119" y="123825"/>
                </a:lnTo>
                <a:lnTo>
                  <a:pt x="190119" y="1905"/>
                </a:lnTo>
                <a:lnTo>
                  <a:pt x="225933" y="1905"/>
                </a:lnTo>
                <a:lnTo>
                  <a:pt x="225933" y="319659"/>
                </a:lnTo>
                <a:close/>
              </a:path>
              <a:path w="310515" h="325754">
                <a:moveTo>
                  <a:pt x="158496" y="46101"/>
                </a:moveTo>
                <a:lnTo>
                  <a:pt x="5334" y="46101"/>
                </a:lnTo>
                <a:lnTo>
                  <a:pt x="5334" y="11811"/>
                </a:lnTo>
                <a:lnTo>
                  <a:pt x="158496" y="11811"/>
                </a:lnTo>
                <a:lnTo>
                  <a:pt x="158496" y="46101"/>
                </a:lnTo>
                <a:close/>
              </a:path>
              <a:path w="310515" h="325754">
                <a:moveTo>
                  <a:pt x="0" y="305943"/>
                </a:moveTo>
                <a:lnTo>
                  <a:pt x="0" y="268986"/>
                </a:lnTo>
                <a:lnTo>
                  <a:pt x="23234" y="253267"/>
                </a:lnTo>
                <a:lnTo>
                  <a:pt x="41312" y="221418"/>
                </a:lnTo>
                <a:lnTo>
                  <a:pt x="54287" y="175141"/>
                </a:lnTo>
                <a:lnTo>
                  <a:pt x="62215" y="116134"/>
                </a:lnTo>
                <a:lnTo>
                  <a:pt x="65151" y="46101"/>
                </a:lnTo>
                <a:lnTo>
                  <a:pt x="101346" y="46101"/>
                </a:lnTo>
                <a:lnTo>
                  <a:pt x="100774" y="72818"/>
                </a:lnTo>
                <a:lnTo>
                  <a:pt x="99631" y="98107"/>
                </a:lnTo>
                <a:lnTo>
                  <a:pt x="97917" y="121967"/>
                </a:lnTo>
                <a:lnTo>
                  <a:pt x="95631" y="144399"/>
                </a:lnTo>
                <a:lnTo>
                  <a:pt x="125078" y="196215"/>
                </a:lnTo>
                <a:lnTo>
                  <a:pt x="86106" y="196215"/>
                </a:lnTo>
                <a:lnTo>
                  <a:pt x="71741" y="240149"/>
                </a:lnTo>
                <a:lnTo>
                  <a:pt x="52625" y="273081"/>
                </a:lnTo>
                <a:lnTo>
                  <a:pt x="28723" y="295013"/>
                </a:lnTo>
                <a:lnTo>
                  <a:pt x="0" y="305943"/>
                </a:lnTo>
                <a:close/>
              </a:path>
              <a:path w="310515" h="325754">
                <a:moveTo>
                  <a:pt x="144018" y="301371"/>
                </a:moveTo>
                <a:lnTo>
                  <a:pt x="86106" y="196215"/>
                </a:lnTo>
                <a:lnTo>
                  <a:pt x="125078" y="196215"/>
                </a:lnTo>
                <a:lnTo>
                  <a:pt x="174879" y="283845"/>
                </a:lnTo>
                <a:lnTo>
                  <a:pt x="144018" y="301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8322755" y="5457778"/>
            <a:ext cx="325120" cy="321945"/>
          </a:xfrm>
          <a:custGeom>
            <a:avLst/>
            <a:gdLst/>
            <a:ahLst/>
            <a:cxnLst/>
            <a:rect l="l" t="t" r="r" b="b"/>
            <a:pathLst>
              <a:path w="325120" h="321945">
                <a:moveTo>
                  <a:pt x="300990" y="110490"/>
                </a:moveTo>
                <a:lnTo>
                  <a:pt x="263271" y="110490"/>
                </a:lnTo>
                <a:lnTo>
                  <a:pt x="263271" y="32004"/>
                </a:lnTo>
                <a:lnTo>
                  <a:pt x="21717" y="32004"/>
                </a:lnTo>
                <a:lnTo>
                  <a:pt x="21717" y="0"/>
                </a:lnTo>
                <a:lnTo>
                  <a:pt x="300990" y="0"/>
                </a:lnTo>
                <a:lnTo>
                  <a:pt x="300990" y="110490"/>
                </a:lnTo>
                <a:close/>
              </a:path>
              <a:path w="325120" h="321945">
                <a:moveTo>
                  <a:pt x="160020" y="133350"/>
                </a:moveTo>
                <a:lnTo>
                  <a:pt x="121920" y="133350"/>
                </a:lnTo>
                <a:lnTo>
                  <a:pt x="121920" y="69723"/>
                </a:lnTo>
                <a:lnTo>
                  <a:pt x="160020" y="69723"/>
                </a:lnTo>
                <a:lnTo>
                  <a:pt x="160020" y="133350"/>
                </a:lnTo>
                <a:close/>
              </a:path>
              <a:path w="325120" h="321945">
                <a:moveTo>
                  <a:pt x="324993" y="164592"/>
                </a:moveTo>
                <a:lnTo>
                  <a:pt x="0" y="164592"/>
                </a:lnTo>
                <a:lnTo>
                  <a:pt x="0" y="133350"/>
                </a:lnTo>
                <a:lnTo>
                  <a:pt x="324993" y="133350"/>
                </a:lnTo>
                <a:lnTo>
                  <a:pt x="324993" y="164592"/>
                </a:lnTo>
                <a:close/>
              </a:path>
              <a:path w="325120" h="321945">
                <a:moveTo>
                  <a:pt x="162306" y="321945"/>
                </a:moveTo>
                <a:lnTo>
                  <a:pt x="107191" y="318432"/>
                </a:lnTo>
                <a:lnTo>
                  <a:pt x="61722" y="307276"/>
                </a:lnTo>
                <a:lnTo>
                  <a:pt x="30825" y="287547"/>
                </a:lnTo>
                <a:lnTo>
                  <a:pt x="19431" y="258318"/>
                </a:lnTo>
                <a:lnTo>
                  <a:pt x="30825" y="228665"/>
                </a:lnTo>
                <a:lnTo>
                  <a:pt x="61722" y="209121"/>
                </a:lnTo>
                <a:lnTo>
                  <a:pt x="107191" y="198364"/>
                </a:lnTo>
                <a:lnTo>
                  <a:pt x="162306" y="195072"/>
                </a:lnTo>
                <a:lnTo>
                  <a:pt x="217420" y="198578"/>
                </a:lnTo>
                <a:lnTo>
                  <a:pt x="262890" y="209692"/>
                </a:lnTo>
                <a:lnTo>
                  <a:pt x="287269" y="225171"/>
                </a:lnTo>
                <a:lnTo>
                  <a:pt x="162306" y="225171"/>
                </a:lnTo>
                <a:lnTo>
                  <a:pt x="123991" y="226974"/>
                </a:lnTo>
                <a:lnTo>
                  <a:pt x="90963" y="232743"/>
                </a:lnTo>
                <a:lnTo>
                  <a:pt x="67794" y="243012"/>
                </a:lnTo>
                <a:lnTo>
                  <a:pt x="59055" y="258318"/>
                </a:lnTo>
                <a:lnTo>
                  <a:pt x="67794" y="273361"/>
                </a:lnTo>
                <a:lnTo>
                  <a:pt x="90963" y="283797"/>
                </a:lnTo>
                <a:lnTo>
                  <a:pt x="123991" y="289875"/>
                </a:lnTo>
                <a:lnTo>
                  <a:pt x="162306" y="291846"/>
                </a:lnTo>
                <a:lnTo>
                  <a:pt x="287055" y="291846"/>
                </a:lnTo>
                <a:lnTo>
                  <a:pt x="262890" y="307276"/>
                </a:lnTo>
                <a:lnTo>
                  <a:pt x="217420" y="318432"/>
                </a:lnTo>
                <a:lnTo>
                  <a:pt x="162306" y="321945"/>
                </a:lnTo>
                <a:close/>
              </a:path>
              <a:path w="325120" h="321945">
                <a:moveTo>
                  <a:pt x="287055" y="291846"/>
                </a:moveTo>
                <a:lnTo>
                  <a:pt x="162306" y="291846"/>
                </a:lnTo>
                <a:lnTo>
                  <a:pt x="200620" y="289875"/>
                </a:lnTo>
                <a:lnTo>
                  <a:pt x="233648" y="283797"/>
                </a:lnTo>
                <a:lnTo>
                  <a:pt x="256817" y="273361"/>
                </a:lnTo>
                <a:lnTo>
                  <a:pt x="265557" y="258318"/>
                </a:lnTo>
                <a:lnTo>
                  <a:pt x="256817" y="243494"/>
                </a:lnTo>
                <a:lnTo>
                  <a:pt x="233648" y="233172"/>
                </a:lnTo>
                <a:lnTo>
                  <a:pt x="200620" y="227135"/>
                </a:lnTo>
                <a:lnTo>
                  <a:pt x="162306" y="225171"/>
                </a:lnTo>
                <a:lnTo>
                  <a:pt x="287269" y="225171"/>
                </a:lnTo>
                <a:lnTo>
                  <a:pt x="293786" y="229308"/>
                </a:lnTo>
                <a:lnTo>
                  <a:pt x="305181" y="258318"/>
                </a:lnTo>
                <a:lnTo>
                  <a:pt x="293786" y="287547"/>
                </a:lnTo>
                <a:lnTo>
                  <a:pt x="287055" y="2918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8684324" y="5453968"/>
            <a:ext cx="302895" cy="325755"/>
          </a:xfrm>
          <a:custGeom>
            <a:avLst/>
            <a:gdLst/>
            <a:ahLst/>
            <a:cxnLst/>
            <a:rect l="l" t="t" r="r" b="b"/>
            <a:pathLst>
              <a:path w="302895" h="325754">
                <a:moveTo>
                  <a:pt x="299847" y="182880"/>
                </a:moveTo>
                <a:lnTo>
                  <a:pt x="262128" y="182880"/>
                </a:lnTo>
                <a:lnTo>
                  <a:pt x="262128" y="94107"/>
                </a:lnTo>
                <a:lnTo>
                  <a:pt x="198882" y="94107"/>
                </a:lnTo>
                <a:lnTo>
                  <a:pt x="198882" y="61341"/>
                </a:lnTo>
                <a:lnTo>
                  <a:pt x="262128" y="61341"/>
                </a:lnTo>
                <a:lnTo>
                  <a:pt x="262128" y="0"/>
                </a:lnTo>
                <a:lnTo>
                  <a:pt x="299847" y="0"/>
                </a:lnTo>
                <a:lnTo>
                  <a:pt x="299847" y="182880"/>
                </a:lnTo>
                <a:close/>
              </a:path>
              <a:path w="302895" h="325754">
                <a:moveTo>
                  <a:pt x="211836" y="40767"/>
                </a:moveTo>
                <a:lnTo>
                  <a:pt x="4191" y="40767"/>
                </a:lnTo>
                <a:lnTo>
                  <a:pt x="4191" y="8382"/>
                </a:lnTo>
                <a:lnTo>
                  <a:pt x="211836" y="8382"/>
                </a:lnTo>
                <a:lnTo>
                  <a:pt x="211836" y="40767"/>
                </a:lnTo>
                <a:close/>
              </a:path>
              <a:path w="302895" h="325754">
                <a:moveTo>
                  <a:pt x="0" y="173355"/>
                </a:moveTo>
                <a:lnTo>
                  <a:pt x="0" y="139446"/>
                </a:lnTo>
                <a:lnTo>
                  <a:pt x="36367" y="128420"/>
                </a:lnTo>
                <a:lnTo>
                  <a:pt x="64341" y="107251"/>
                </a:lnTo>
                <a:lnTo>
                  <a:pt x="83099" y="77509"/>
                </a:lnTo>
                <a:lnTo>
                  <a:pt x="91821" y="40767"/>
                </a:lnTo>
                <a:lnTo>
                  <a:pt x="129540" y="40767"/>
                </a:lnTo>
                <a:lnTo>
                  <a:pt x="128623" y="50631"/>
                </a:lnTo>
                <a:lnTo>
                  <a:pt x="127063" y="60245"/>
                </a:lnTo>
                <a:lnTo>
                  <a:pt x="124932" y="69645"/>
                </a:lnTo>
                <a:lnTo>
                  <a:pt x="122301" y="78867"/>
                </a:lnTo>
                <a:lnTo>
                  <a:pt x="169987" y="108966"/>
                </a:lnTo>
                <a:lnTo>
                  <a:pt x="108204" y="108966"/>
                </a:lnTo>
                <a:lnTo>
                  <a:pt x="88564" y="133332"/>
                </a:lnTo>
                <a:lnTo>
                  <a:pt x="63674" y="152733"/>
                </a:lnTo>
                <a:lnTo>
                  <a:pt x="33998" y="166348"/>
                </a:lnTo>
                <a:lnTo>
                  <a:pt x="0" y="173355"/>
                </a:lnTo>
                <a:close/>
              </a:path>
              <a:path w="302895" h="325754">
                <a:moveTo>
                  <a:pt x="203835" y="170307"/>
                </a:moveTo>
                <a:lnTo>
                  <a:pt x="108204" y="108966"/>
                </a:lnTo>
                <a:lnTo>
                  <a:pt x="169987" y="108966"/>
                </a:lnTo>
                <a:lnTo>
                  <a:pt x="222504" y="142113"/>
                </a:lnTo>
                <a:lnTo>
                  <a:pt x="203835" y="170307"/>
                </a:lnTo>
                <a:close/>
              </a:path>
              <a:path w="302895" h="325754">
                <a:moveTo>
                  <a:pt x="161925" y="325374"/>
                </a:moveTo>
                <a:lnTo>
                  <a:pt x="106685" y="321772"/>
                </a:lnTo>
                <a:lnTo>
                  <a:pt x="62055" y="310276"/>
                </a:lnTo>
                <a:lnTo>
                  <a:pt x="32212" y="289851"/>
                </a:lnTo>
                <a:lnTo>
                  <a:pt x="21336" y="259461"/>
                </a:lnTo>
                <a:lnTo>
                  <a:pt x="32212" y="229070"/>
                </a:lnTo>
                <a:lnTo>
                  <a:pt x="62055" y="208645"/>
                </a:lnTo>
                <a:lnTo>
                  <a:pt x="106685" y="197149"/>
                </a:lnTo>
                <a:lnTo>
                  <a:pt x="161925" y="193548"/>
                </a:lnTo>
                <a:lnTo>
                  <a:pt x="217164" y="197149"/>
                </a:lnTo>
                <a:lnTo>
                  <a:pt x="261794" y="208645"/>
                </a:lnTo>
                <a:lnTo>
                  <a:pt x="284827" y="224409"/>
                </a:lnTo>
                <a:lnTo>
                  <a:pt x="161925" y="224409"/>
                </a:lnTo>
                <a:lnTo>
                  <a:pt x="122580" y="226510"/>
                </a:lnTo>
                <a:lnTo>
                  <a:pt x="90630" y="232933"/>
                </a:lnTo>
                <a:lnTo>
                  <a:pt x="69181" y="243857"/>
                </a:lnTo>
                <a:lnTo>
                  <a:pt x="61341" y="259461"/>
                </a:lnTo>
                <a:lnTo>
                  <a:pt x="69181" y="275064"/>
                </a:lnTo>
                <a:lnTo>
                  <a:pt x="90630" y="285988"/>
                </a:lnTo>
                <a:lnTo>
                  <a:pt x="122580" y="292411"/>
                </a:lnTo>
                <a:lnTo>
                  <a:pt x="161925" y="294513"/>
                </a:lnTo>
                <a:lnTo>
                  <a:pt x="284827" y="294513"/>
                </a:lnTo>
                <a:lnTo>
                  <a:pt x="261794" y="310276"/>
                </a:lnTo>
                <a:lnTo>
                  <a:pt x="217164" y="321772"/>
                </a:lnTo>
                <a:lnTo>
                  <a:pt x="161925" y="325374"/>
                </a:lnTo>
                <a:close/>
              </a:path>
              <a:path w="302895" h="325754">
                <a:moveTo>
                  <a:pt x="284827" y="294513"/>
                </a:moveTo>
                <a:lnTo>
                  <a:pt x="161925" y="294513"/>
                </a:lnTo>
                <a:lnTo>
                  <a:pt x="201269" y="292411"/>
                </a:lnTo>
                <a:lnTo>
                  <a:pt x="233219" y="285988"/>
                </a:lnTo>
                <a:lnTo>
                  <a:pt x="254668" y="275064"/>
                </a:lnTo>
                <a:lnTo>
                  <a:pt x="262509" y="259461"/>
                </a:lnTo>
                <a:lnTo>
                  <a:pt x="254668" y="243857"/>
                </a:lnTo>
                <a:lnTo>
                  <a:pt x="233219" y="232933"/>
                </a:lnTo>
                <a:lnTo>
                  <a:pt x="201269" y="226510"/>
                </a:lnTo>
                <a:lnTo>
                  <a:pt x="161925" y="224409"/>
                </a:lnTo>
                <a:lnTo>
                  <a:pt x="284827" y="224409"/>
                </a:lnTo>
                <a:lnTo>
                  <a:pt x="291637" y="229070"/>
                </a:lnTo>
                <a:lnTo>
                  <a:pt x="302514" y="259461"/>
                </a:lnTo>
                <a:lnTo>
                  <a:pt x="291637" y="289851"/>
                </a:lnTo>
                <a:lnTo>
                  <a:pt x="284827" y="294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9032939" y="5453968"/>
            <a:ext cx="340360" cy="325755"/>
          </a:xfrm>
          <a:custGeom>
            <a:avLst/>
            <a:gdLst/>
            <a:ahLst/>
            <a:cxnLst/>
            <a:rect l="l" t="t" r="r" b="b"/>
            <a:pathLst>
              <a:path w="340359" h="325754">
                <a:moveTo>
                  <a:pt x="295275" y="325374"/>
                </a:moveTo>
                <a:lnTo>
                  <a:pt x="257556" y="325374"/>
                </a:lnTo>
                <a:lnTo>
                  <a:pt x="257556" y="0"/>
                </a:lnTo>
                <a:lnTo>
                  <a:pt x="295275" y="0"/>
                </a:lnTo>
                <a:lnTo>
                  <a:pt x="295275" y="128778"/>
                </a:lnTo>
                <a:lnTo>
                  <a:pt x="340233" y="128778"/>
                </a:lnTo>
                <a:lnTo>
                  <a:pt x="340233" y="164973"/>
                </a:lnTo>
                <a:lnTo>
                  <a:pt x="295275" y="164973"/>
                </a:lnTo>
                <a:lnTo>
                  <a:pt x="295275" y="325374"/>
                </a:lnTo>
                <a:close/>
              </a:path>
              <a:path w="340359" h="325754">
                <a:moveTo>
                  <a:pt x="198120" y="219837"/>
                </a:moveTo>
                <a:lnTo>
                  <a:pt x="160020" y="219837"/>
                </a:lnTo>
                <a:lnTo>
                  <a:pt x="160020" y="47625"/>
                </a:lnTo>
                <a:lnTo>
                  <a:pt x="11811" y="47625"/>
                </a:lnTo>
                <a:lnTo>
                  <a:pt x="11811" y="12573"/>
                </a:lnTo>
                <a:lnTo>
                  <a:pt x="198120" y="12573"/>
                </a:lnTo>
                <a:lnTo>
                  <a:pt x="198120" y="219837"/>
                </a:lnTo>
                <a:close/>
              </a:path>
              <a:path w="340359" h="325754">
                <a:moveTo>
                  <a:pt x="94869" y="270510"/>
                </a:moveTo>
                <a:lnTo>
                  <a:pt x="56769" y="270510"/>
                </a:lnTo>
                <a:lnTo>
                  <a:pt x="56769" y="132588"/>
                </a:lnTo>
                <a:lnTo>
                  <a:pt x="94869" y="132588"/>
                </a:lnTo>
                <a:lnTo>
                  <a:pt x="94869" y="270510"/>
                </a:lnTo>
                <a:close/>
              </a:path>
              <a:path w="340359" h="325754">
                <a:moveTo>
                  <a:pt x="124206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23825" y="270510"/>
                </a:lnTo>
                <a:lnTo>
                  <a:pt x="155709" y="269759"/>
                </a:lnTo>
                <a:lnTo>
                  <a:pt x="184880" y="267366"/>
                </a:lnTo>
                <a:lnTo>
                  <a:pt x="210192" y="263116"/>
                </a:lnTo>
                <a:lnTo>
                  <a:pt x="230505" y="256794"/>
                </a:lnTo>
                <a:lnTo>
                  <a:pt x="230505" y="292227"/>
                </a:lnTo>
                <a:lnTo>
                  <a:pt x="210359" y="298388"/>
                </a:lnTo>
                <a:lnTo>
                  <a:pt x="185356" y="302656"/>
                </a:lnTo>
                <a:lnTo>
                  <a:pt x="156352" y="305139"/>
                </a:lnTo>
                <a:lnTo>
                  <a:pt x="124206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9388031" y="5453968"/>
            <a:ext cx="304800" cy="325755"/>
          </a:xfrm>
          <a:custGeom>
            <a:avLst/>
            <a:gdLst/>
            <a:ahLst/>
            <a:cxnLst/>
            <a:rect l="l" t="t" r="r" b="b"/>
            <a:pathLst>
              <a:path w="304800" h="325754">
                <a:moveTo>
                  <a:pt x="304800" y="325374"/>
                </a:moveTo>
                <a:lnTo>
                  <a:pt x="267081" y="325374"/>
                </a:lnTo>
                <a:lnTo>
                  <a:pt x="267081" y="0"/>
                </a:lnTo>
                <a:lnTo>
                  <a:pt x="304800" y="0"/>
                </a:lnTo>
                <a:lnTo>
                  <a:pt x="304800" y="325374"/>
                </a:lnTo>
                <a:close/>
              </a:path>
              <a:path w="304800" h="325754">
                <a:moveTo>
                  <a:pt x="111633" y="211836"/>
                </a:moveTo>
                <a:lnTo>
                  <a:pt x="71163" y="204341"/>
                </a:lnTo>
                <a:lnTo>
                  <a:pt x="39338" y="183308"/>
                </a:lnTo>
                <a:lnTo>
                  <a:pt x="18514" y="150917"/>
                </a:lnTo>
                <a:lnTo>
                  <a:pt x="11049" y="109347"/>
                </a:lnTo>
                <a:lnTo>
                  <a:pt x="18514" y="67776"/>
                </a:lnTo>
                <a:lnTo>
                  <a:pt x="39338" y="35385"/>
                </a:lnTo>
                <a:lnTo>
                  <a:pt x="71163" y="14352"/>
                </a:lnTo>
                <a:lnTo>
                  <a:pt x="111633" y="6858"/>
                </a:lnTo>
                <a:lnTo>
                  <a:pt x="151941" y="14352"/>
                </a:lnTo>
                <a:lnTo>
                  <a:pt x="183784" y="35385"/>
                </a:lnTo>
                <a:lnTo>
                  <a:pt x="187259" y="40767"/>
                </a:lnTo>
                <a:lnTo>
                  <a:pt x="111633" y="40767"/>
                </a:lnTo>
                <a:lnTo>
                  <a:pt x="85296" y="46017"/>
                </a:lnTo>
                <a:lnTo>
                  <a:pt x="65246" y="60483"/>
                </a:lnTo>
                <a:lnTo>
                  <a:pt x="52482" y="82236"/>
                </a:lnTo>
                <a:lnTo>
                  <a:pt x="48006" y="109347"/>
                </a:lnTo>
                <a:lnTo>
                  <a:pt x="52482" y="136398"/>
                </a:lnTo>
                <a:lnTo>
                  <a:pt x="65246" y="158019"/>
                </a:lnTo>
                <a:lnTo>
                  <a:pt x="85296" y="172354"/>
                </a:lnTo>
                <a:lnTo>
                  <a:pt x="111633" y="177546"/>
                </a:lnTo>
                <a:lnTo>
                  <a:pt x="187505" y="177546"/>
                </a:lnTo>
                <a:lnTo>
                  <a:pt x="183784" y="183308"/>
                </a:lnTo>
                <a:lnTo>
                  <a:pt x="151941" y="204341"/>
                </a:lnTo>
                <a:lnTo>
                  <a:pt x="111633" y="211836"/>
                </a:lnTo>
                <a:close/>
              </a:path>
              <a:path w="304800" h="325754">
                <a:moveTo>
                  <a:pt x="187505" y="177546"/>
                </a:moveTo>
                <a:lnTo>
                  <a:pt x="111633" y="177546"/>
                </a:lnTo>
                <a:lnTo>
                  <a:pt x="137808" y="172354"/>
                </a:lnTo>
                <a:lnTo>
                  <a:pt x="157876" y="158019"/>
                </a:lnTo>
                <a:lnTo>
                  <a:pt x="170729" y="136398"/>
                </a:lnTo>
                <a:lnTo>
                  <a:pt x="175260" y="109347"/>
                </a:lnTo>
                <a:lnTo>
                  <a:pt x="170729" y="82236"/>
                </a:lnTo>
                <a:lnTo>
                  <a:pt x="157876" y="60483"/>
                </a:lnTo>
                <a:lnTo>
                  <a:pt x="137808" y="46017"/>
                </a:lnTo>
                <a:lnTo>
                  <a:pt x="111633" y="40767"/>
                </a:lnTo>
                <a:lnTo>
                  <a:pt x="187259" y="40767"/>
                </a:lnTo>
                <a:lnTo>
                  <a:pt x="204698" y="67776"/>
                </a:lnTo>
                <a:lnTo>
                  <a:pt x="212217" y="109347"/>
                </a:lnTo>
                <a:lnTo>
                  <a:pt x="204698" y="150917"/>
                </a:lnTo>
                <a:lnTo>
                  <a:pt x="187505" y="177546"/>
                </a:lnTo>
                <a:close/>
              </a:path>
              <a:path w="304800" h="325754">
                <a:moveTo>
                  <a:pt x="130683" y="305943"/>
                </a:moveTo>
                <a:lnTo>
                  <a:pt x="0" y="305943"/>
                </a:lnTo>
                <a:lnTo>
                  <a:pt x="0" y="270510"/>
                </a:lnTo>
                <a:lnTo>
                  <a:pt x="132969" y="270510"/>
                </a:lnTo>
                <a:lnTo>
                  <a:pt x="165336" y="269575"/>
                </a:lnTo>
                <a:lnTo>
                  <a:pt x="194738" y="266747"/>
                </a:lnTo>
                <a:lnTo>
                  <a:pt x="219926" y="261991"/>
                </a:lnTo>
                <a:lnTo>
                  <a:pt x="239649" y="255270"/>
                </a:lnTo>
                <a:lnTo>
                  <a:pt x="239649" y="290322"/>
                </a:lnTo>
                <a:lnTo>
                  <a:pt x="220051" y="296941"/>
                </a:lnTo>
                <a:lnTo>
                  <a:pt x="194595" y="301847"/>
                </a:lnTo>
                <a:lnTo>
                  <a:pt x="164425" y="304895"/>
                </a:lnTo>
                <a:lnTo>
                  <a:pt x="130683" y="305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9842231" y="5450920"/>
            <a:ext cx="336550" cy="328930"/>
          </a:xfrm>
          <a:custGeom>
            <a:avLst/>
            <a:gdLst/>
            <a:ahLst/>
            <a:cxnLst/>
            <a:rect l="l" t="t" r="r" b="b"/>
            <a:pathLst>
              <a:path w="336550" h="328929">
                <a:moveTo>
                  <a:pt x="131445" y="53340"/>
                </a:moveTo>
                <a:lnTo>
                  <a:pt x="92964" y="53340"/>
                </a:lnTo>
                <a:lnTo>
                  <a:pt x="92964" y="0"/>
                </a:lnTo>
                <a:lnTo>
                  <a:pt x="131445" y="0"/>
                </a:lnTo>
                <a:lnTo>
                  <a:pt x="131445" y="53340"/>
                </a:lnTo>
                <a:close/>
              </a:path>
              <a:path w="336550" h="328929">
                <a:moveTo>
                  <a:pt x="214503" y="88392"/>
                </a:moveTo>
                <a:lnTo>
                  <a:pt x="5715" y="88392"/>
                </a:lnTo>
                <a:lnTo>
                  <a:pt x="5715" y="53340"/>
                </a:lnTo>
                <a:lnTo>
                  <a:pt x="214503" y="53340"/>
                </a:lnTo>
                <a:lnTo>
                  <a:pt x="214503" y="88392"/>
                </a:lnTo>
                <a:close/>
              </a:path>
              <a:path w="336550" h="328929">
                <a:moveTo>
                  <a:pt x="0" y="308991"/>
                </a:moveTo>
                <a:lnTo>
                  <a:pt x="0" y="272034"/>
                </a:lnTo>
                <a:lnTo>
                  <a:pt x="30333" y="258604"/>
                </a:lnTo>
                <a:lnTo>
                  <a:pt x="55217" y="231532"/>
                </a:lnTo>
                <a:lnTo>
                  <a:pt x="74230" y="192810"/>
                </a:lnTo>
                <a:lnTo>
                  <a:pt x="86953" y="144432"/>
                </a:lnTo>
                <a:lnTo>
                  <a:pt x="92964" y="88392"/>
                </a:lnTo>
                <a:lnTo>
                  <a:pt x="131064" y="88392"/>
                </a:lnTo>
                <a:lnTo>
                  <a:pt x="129855" y="108090"/>
                </a:lnTo>
                <a:lnTo>
                  <a:pt x="127968" y="127111"/>
                </a:lnTo>
                <a:lnTo>
                  <a:pt x="125438" y="145345"/>
                </a:lnTo>
                <a:lnTo>
                  <a:pt x="122301" y="162687"/>
                </a:lnTo>
                <a:lnTo>
                  <a:pt x="156805" y="203454"/>
                </a:lnTo>
                <a:lnTo>
                  <a:pt x="110490" y="203454"/>
                </a:lnTo>
                <a:lnTo>
                  <a:pt x="90600" y="245500"/>
                </a:lnTo>
                <a:lnTo>
                  <a:pt x="65103" y="277510"/>
                </a:lnTo>
                <a:lnTo>
                  <a:pt x="34676" y="298876"/>
                </a:lnTo>
                <a:lnTo>
                  <a:pt x="0" y="308991"/>
                </a:lnTo>
                <a:close/>
              </a:path>
              <a:path w="336550" h="328929">
                <a:moveTo>
                  <a:pt x="197739" y="308610"/>
                </a:moveTo>
                <a:lnTo>
                  <a:pt x="110490" y="203454"/>
                </a:lnTo>
                <a:lnTo>
                  <a:pt x="156805" y="203454"/>
                </a:lnTo>
                <a:lnTo>
                  <a:pt x="225171" y="284226"/>
                </a:lnTo>
                <a:lnTo>
                  <a:pt x="197739" y="308610"/>
                </a:lnTo>
                <a:close/>
              </a:path>
              <a:path w="336550" h="328929">
                <a:moveTo>
                  <a:pt x="290703" y="328422"/>
                </a:moveTo>
                <a:lnTo>
                  <a:pt x="252984" y="328422"/>
                </a:lnTo>
                <a:lnTo>
                  <a:pt x="252984" y="3048"/>
                </a:lnTo>
                <a:lnTo>
                  <a:pt x="290703" y="3048"/>
                </a:lnTo>
                <a:lnTo>
                  <a:pt x="290703" y="134874"/>
                </a:lnTo>
                <a:lnTo>
                  <a:pt x="336423" y="134874"/>
                </a:lnTo>
                <a:lnTo>
                  <a:pt x="336423" y="171069"/>
                </a:lnTo>
                <a:lnTo>
                  <a:pt x="290703" y="171069"/>
                </a:lnTo>
                <a:lnTo>
                  <a:pt x="290703" y="3284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0207228" y="5453968"/>
            <a:ext cx="290830" cy="325755"/>
          </a:xfrm>
          <a:custGeom>
            <a:avLst/>
            <a:gdLst/>
            <a:ahLst/>
            <a:cxnLst/>
            <a:rect l="l" t="t" r="r" b="b"/>
            <a:pathLst>
              <a:path w="290829" h="325754">
                <a:moveTo>
                  <a:pt x="290322" y="325374"/>
                </a:moveTo>
                <a:lnTo>
                  <a:pt x="252222" y="325374"/>
                </a:lnTo>
                <a:lnTo>
                  <a:pt x="252222" y="0"/>
                </a:lnTo>
                <a:lnTo>
                  <a:pt x="290322" y="0"/>
                </a:lnTo>
                <a:lnTo>
                  <a:pt x="290322" y="325374"/>
                </a:lnTo>
                <a:close/>
              </a:path>
              <a:path w="290829" h="325754">
                <a:moveTo>
                  <a:pt x="98679" y="310134"/>
                </a:moveTo>
                <a:lnTo>
                  <a:pt x="58828" y="301019"/>
                </a:lnTo>
                <a:lnTo>
                  <a:pt x="27622" y="273224"/>
                </a:lnTo>
                <a:lnTo>
                  <a:pt x="7274" y="226069"/>
                </a:lnTo>
                <a:lnTo>
                  <a:pt x="0" y="158877"/>
                </a:lnTo>
                <a:lnTo>
                  <a:pt x="7274" y="91684"/>
                </a:lnTo>
                <a:lnTo>
                  <a:pt x="27622" y="44529"/>
                </a:lnTo>
                <a:lnTo>
                  <a:pt x="58828" y="16734"/>
                </a:lnTo>
                <a:lnTo>
                  <a:pt x="98679" y="7620"/>
                </a:lnTo>
                <a:lnTo>
                  <a:pt x="138308" y="16734"/>
                </a:lnTo>
                <a:lnTo>
                  <a:pt x="166898" y="42291"/>
                </a:lnTo>
                <a:lnTo>
                  <a:pt x="98679" y="42291"/>
                </a:lnTo>
                <a:lnTo>
                  <a:pt x="74527" y="48934"/>
                </a:lnTo>
                <a:lnTo>
                  <a:pt x="55197" y="69723"/>
                </a:lnTo>
                <a:lnTo>
                  <a:pt x="42368" y="105941"/>
                </a:lnTo>
                <a:lnTo>
                  <a:pt x="37719" y="158877"/>
                </a:lnTo>
                <a:lnTo>
                  <a:pt x="42368" y="211972"/>
                </a:lnTo>
                <a:lnTo>
                  <a:pt x="55197" y="248173"/>
                </a:lnTo>
                <a:lnTo>
                  <a:pt x="74527" y="268872"/>
                </a:lnTo>
                <a:lnTo>
                  <a:pt x="98679" y="275463"/>
                </a:lnTo>
                <a:lnTo>
                  <a:pt x="166898" y="275463"/>
                </a:lnTo>
                <a:lnTo>
                  <a:pt x="138308" y="301019"/>
                </a:lnTo>
                <a:lnTo>
                  <a:pt x="98679" y="310134"/>
                </a:lnTo>
                <a:close/>
              </a:path>
              <a:path w="290829" h="325754">
                <a:moveTo>
                  <a:pt x="166898" y="275463"/>
                </a:moveTo>
                <a:lnTo>
                  <a:pt x="98679" y="275463"/>
                </a:lnTo>
                <a:lnTo>
                  <a:pt x="122449" y="268872"/>
                </a:lnTo>
                <a:lnTo>
                  <a:pt x="141684" y="248173"/>
                </a:lnTo>
                <a:lnTo>
                  <a:pt x="154560" y="211972"/>
                </a:lnTo>
                <a:lnTo>
                  <a:pt x="159258" y="158877"/>
                </a:lnTo>
                <a:lnTo>
                  <a:pt x="154560" y="105941"/>
                </a:lnTo>
                <a:lnTo>
                  <a:pt x="141684" y="69723"/>
                </a:lnTo>
                <a:lnTo>
                  <a:pt x="122449" y="48934"/>
                </a:lnTo>
                <a:lnTo>
                  <a:pt x="98679" y="42291"/>
                </a:lnTo>
                <a:lnTo>
                  <a:pt x="166898" y="42291"/>
                </a:lnTo>
                <a:lnTo>
                  <a:pt x="169402" y="44529"/>
                </a:lnTo>
                <a:lnTo>
                  <a:pt x="189708" y="91684"/>
                </a:lnTo>
                <a:lnTo>
                  <a:pt x="196977" y="158877"/>
                </a:lnTo>
                <a:lnTo>
                  <a:pt x="189708" y="226069"/>
                </a:lnTo>
                <a:lnTo>
                  <a:pt x="169402" y="273224"/>
                </a:lnTo>
                <a:lnTo>
                  <a:pt x="166898" y="2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3844767" y="7273898"/>
            <a:ext cx="10598785" cy="1892300"/>
          </a:xfrm>
          <a:custGeom>
            <a:avLst/>
            <a:gdLst/>
            <a:ahLst/>
            <a:cxnLst/>
            <a:rect l="l" t="t" r="r" b="b"/>
            <a:pathLst>
              <a:path w="10598785" h="1892300">
                <a:moveTo>
                  <a:pt x="10314659" y="1891948"/>
                </a:moveTo>
                <a:lnTo>
                  <a:pt x="283787" y="1891948"/>
                </a:lnTo>
                <a:lnTo>
                  <a:pt x="237752" y="1888233"/>
                </a:lnTo>
                <a:lnTo>
                  <a:pt x="194083" y="1877479"/>
                </a:lnTo>
                <a:lnTo>
                  <a:pt x="153365" y="1860270"/>
                </a:lnTo>
                <a:lnTo>
                  <a:pt x="116180" y="1837190"/>
                </a:lnTo>
                <a:lnTo>
                  <a:pt x="83114" y="1808824"/>
                </a:lnTo>
                <a:lnTo>
                  <a:pt x="54750" y="1775756"/>
                </a:lnTo>
                <a:lnTo>
                  <a:pt x="31673" y="1738572"/>
                </a:lnTo>
                <a:lnTo>
                  <a:pt x="14466" y="1697855"/>
                </a:lnTo>
                <a:lnTo>
                  <a:pt x="3713" y="1654189"/>
                </a:lnTo>
                <a:lnTo>
                  <a:pt x="0" y="1608161"/>
                </a:lnTo>
                <a:lnTo>
                  <a:pt x="0" y="283787"/>
                </a:lnTo>
                <a:lnTo>
                  <a:pt x="3714" y="237752"/>
                </a:lnTo>
                <a:lnTo>
                  <a:pt x="14468" y="194083"/>
                </a:lnTo>
                <a:lnTo>
                  <a:pt x="31678" y="153365"/>
                </a:lnTo>
                <a:lnTo>
                  <a:pt x="54758" y="116180"/>
                </a:lnTo>
                <a:lnTo>
                  <a:pt x="83123" y="83114"/>
                </a:lnTo>
                <a:lnTo>
                  <a:pt x="116191" y="54750"/>
                </a:lnTo>
                <a:lnTo>
                  <a:pt x="153376" y="31673"/>
                </a:lnTo>
                <a:lnTo>
                  <a:pt x="194093" y="14466"/>
                </a:lnTo>
                <a:lnTo>
                  <a:pt x="237758" y="3713"/>
                </a:lnTo>
                <a:lnTo>
                  <a:pt x="283787" y="0"/>
                </a:lnTo>
                <a:lnTo>
                  <a:pt x="10314659" y="0"/>
                </a:lnTo>
                <a:lnTo>
                  <a:pt x="10360694" y="3714"/>
                </a:lnTo>
                <a:lnTo>
                  <a:pt x="10404362" y="14468"/>
                </a:lnTo>
                <a:lnTo>
                  <a:pt x="10445081" y="31678"/>
                </a:lnTo>
                <a:lnTo>
                  <a:pt x="10482265" y="54758"/>
                </a:lnTo>
                <a:lnTo>
                  <a:pt x="10515332" y="83123"/>
                </a:lnTo>
                <a:lnTo>
                  <a:pt x="10543695" y="116191"/>
                </a:lnTo>
                <a:lnTo>
                  <a:pt x="10566773" y="153376"/>
                </a:lnTo>
                <a:lnTo>
                  <a:pt x="10583980" y="194093"/>
                </a:lnTo>
                <a:lnTo>
                  <a:pt x="10594732" y="237758"/>
                </a:lnTo>
                <a:lnTo>
                  <a:pt x="10598446" y="283787"/>
                </a:lnTo>
                <a:lnTo>
                  <a:pt x="10598446" y="1608161"/>
                </a:lnTo>
                <a:lnTo>
                  <a:pt x="10594731" y="1654195"/>
                </a:lnTo>
                <a:lnTo>
                  <a:pt x="10583977" y="1697864"/>
                </a:lnTo>
                <a:lnTo>
                  <a:pt x="10566768" y="1738583"/>
                </a:lnTo>
                <a:lnTo>
                  <a:pt x="10543688" y="1775767"/>
                </a:lnTo>
                <a:lnTo>
                  <a:pt x="10515322" y="1808833"/>
                </a:lnTo>
                <a:lnTo>
                  <a:pt x="10482255" y="1837197"/>
                </a:lnTo>
                <a:lnTo>
                  <a:pt x="10445070" y="1860274"/>
                </a:lnTo>
                <a:lnTo>
                  <a:pt x="10404353" y="1877481"/>
                </a:lnTo>
                <a:lnTo>
                  <a:pt x="10360688" y="1888234"/>
                </a:lnTo>
                <a:lnTo>
                  <a:pt x="10314659" y="189194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3844767" y="7273898"/>
            <a:ext cx="10598785" cy="1892300"/>
          </a:xfrm>
          <a:custGeom>
            <a:avLst/>
            <a:gdLst/>
            <a:ahLst/>
            <a:cxnLst/>
            <a:rect l="l" t="t" r="r" b="b"/>
            <a:pathLst>
              <a:path w="10598785" h="1892300">
                <a:moveTo>
                  <a:pt x="283787" y="1891948"/>
                </a:moveTo>
                <a:lnTo>
                  <a:pt x="237752" y="1888233"/>
                </a:lnTo>
                <a:lnTo>
                  <a:pt x="194083" y="1877479"/>
                </a:lnTo>
                <a:lnTo>
                  <a:pt x="153365" y="1860270"/>
                </a:lnTo>
                <a:lnTo>
                  <a:pt x="116180" y="1837190"/>
                </a:lnTo>
                <a:lnTo>
                  <a:pt x="83114" y="1808824"/>
                </a:lnTo>
                <a:lnTo>
                  <a:pt x="54750" y="1775756"/>
                </a:lnTo>
                <a:lnTo>
                  <a:pt x="31673" y="1738572"/>
                </a:lnTo>
                <a:lnTo>
                  <a:pt x="14466" y="1697855"/>
                </a:lnTo>
                <a:lnTo>
                  <a:pt x="3713" y="1654189"/>
                </a:lnTo>
                <a:lnTo>
                  <a:pt x="0" y="1608161"/>
                </a:lnTo>
                <a:lnTo>
                  <a:pt x="0" y="945974"/>
                </a:lnTo>
                <a:lnTo>
                  <a:pt x="0" y="283787"/>
                </a:lnTo>
                <a:lnTo>
                  <a:pt x="3714" y="237752"/>
                </a:lnTo>
                <a:lnTo>
                  <a:pt x="14468" y="194083"/>
                </a:lnTo>
                <a:lnTo>
                  <a:pt x="31678" y="153365"/>
                </a:lnTo>
                <a:lnTo>
                  <a:pt x="54758" y="116180"/>
                </a:lnTo>
                <a:lnTo>
                  <a:pt x="83123" y="83114"/>
                </a:lnTo>
                <a:lnTo>
                  <a:pt x="116191" y="54750"/>
                </a:lnTo>
                <a:lnTo>
                  <a:pt x="153376" y="31673"/>
                </a:lnTo>
                <a:lnTo>
                  <a:pt x="194093" y="14466"/>
                </a:lnTo>
                <a:lnTo>
                  <a:pt x="237758" y="3713"/>
                </a:lnTo>
                <a:lnTo>
                  <a:pt x="283787" y="0"/>
                </a:lnTo>
                <a:lnTo>
                  <a:pt x="5299223" y="0"/>
                </a:lnTo>
                <a:lnTo>
                  <a:pt x="10314659" y="0"/>
                </a:lnTo>
                <a:lnTo>
                  <a:pt x="10360694" y="3714"/>
                </a:lnTo>
                <a:lnTo>
                  <a:pt x="10404362" y="14468"/>
                </a:lnTo>
                <a:lnTo>
                  <a:pt x="10445081" y="31678"/>
                </a:lnTo>
                <a:lnTo>
                  <a:pt x="10482265" y="54758"/>
                </a:lnTo>
                <a:lnTo>
                  <a:pt x="10515332" y="83123"/>
                </a:lnTo>
                <a:lnTo>
                  <a:pt x="10543695" y="116191"/>
                </a:lnTo>
                <a:lnTo>
                  <a:pt x="10566773" y="153376"/>
                </a:lnTo>
                <a:lnTo>
                  <a:pt x="10583980" y="194093"/>
                </a:lnTo>
                <a:lnTo>
                  <a:pt x="10594732" y="237758"/>
                </a:lnTo>
                <a:lnTo>
                  <a:pt x="10598446" y="283787"/>
                </a:lnTo>
                <a:lnTo>
                  <a:pt x="10598446" y="945974"/>
                </a:lnTo>
                <a:lnTo>
                  <a:pt x="10598446" y="1608161"/>
                </a:lnTo>
                <a:lnTo>
                  <a:pt x="10594731" y="1654195"/>
                </a:lnTo>
                <a:lnTo>
                  <a:pt x="10583977" y="1697864"/>
                </a:lnTo>
                <a:lnTo>
                  <a:pt x="10566768" y="1738583"/>
                </a:lnTo>
                <a:lnTo>
                  <a:pt x="10543688" y="1775767"/>
                </a:lnTo>
                <a:lnTo>
                  <a:pt x="10515322" y="1808833"/>
                </a:lnTo>
                <a:lnTo>
                  <a:pt x="10482255" y="1837197"/>
                </a:lnTo>
                <a:lnTo>
                  <a:pt x="10445070" y="1860274"/>
                </a:lnTo>
                <a:lnTo>
                  <a:pt x="10404353" y="1877481"/>
                </a:lnTo>
                <a:lnTo>
                  <a:pt x="10360688" y="1888234"/>
                </a:lnTo>
                <a:lnTo>
                  <a:pt x="10314659" y="1891948"/>
                </a:lnTo>
                <a:lnTo>
                  <a:pt x="5299223" y="1891948"/>
                </a:lnTo>
                <a:lnTo>
                  <a:pt x="283787" y="1891948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6105647" y="7806284"/>
            <a:ext cx="269240" cy="319405"/>
          </a:xfrm>
          <a:custGeom>
            <a:avLst/>
            <a:gdLst/>
            <a:ahLst/>
            <a:cxnLst/>
            <a:rect l="l" t="t" r="r" b="b"/>
            <a:pathLst>
              <a:path w="269239" h="319404">
                <a:moveTo>
                  <a:pt x="269201" y="318931"/>
                </a:moveTo>
                <a:lnTo>
                  <a:pt x="242053" y="318931"/>
                </a:lnTo>
                <a:lnTo>
                  <a:pt x="242053" y="0"/>
                </a:lnTo>
                <a:lnTo>
                  <a:pt x="269201" y="0"/>
                </a:lnTo>
                <a:lnTo>
                  <a:pt x="269201" y="318931"/>
                </a:lnTo>
                <a:close/>
              </a:path>
              <a:path w="269239" h="319404">
                <a:moveTo>
                  <a:pt x="205263" y="124324"/>
                </a:moveTo>
                <a:lnTo>
                  <a:pt x="178114" y="124324"/>
                </a:lnTo>
                <a:lnTo>
                  <a:pt x="178114" y="6850"/>
                </a:lnTo>
                <a:lnTo>
                  <a:pt x="205263" y="6850"/>
                </a:lnTo>
                <a:lnTo>
                  <a:pt x="205263" y="124324"/>
                </a:lnTo>
                <a:close/>
              </a:path>
              <a:path w="269239" h="319404">
                <a:moveTo>
                  <a:pt x="68251" y="248396"/>
                </a:moveTo>
                <a:lnTo>
                  <a:pt x="40139" y="240740"/>
                </a:lnTo>
                <a:lnTo>
                  <a:pt x="18617" y="218551"/>
                </a:lnTo>
                <a:lnTo>
                  <a:pt x="4848" y="183565"/>
                </a:lnTo>
                <a:lnTo>
                  <a:pt x="0" y="137518"/>
                </a:lnTo>
                <a:lnTo>
                  <a:pt x="4848" y="91653"/>
                </a:lnTo>
                <a:lnTo>
                  <a:pt x="18617" y="56802"/>
                </a:lnTo>
                <a:lnTo>
                  <a:pt x="40139" y="34653"/>
                </a:lnTo>
                <a:lnTo>
                  <a:pt x="68251" y="26894"/>
                </a:lnTo>
                <a:lnTo>
                  <a:pt x="94853" y="33662"/>
                </a:lnTo>
                <a:lnTo>
                  <a:pt x="115793" y="53060"/>
                </a:lnTo>
                <a:lnTo>
                  <a:pt x="115897" y="53282"/>
                </a:lnTo>
                <a:lnTo>
                  <a:pt x="68251" y="53282"/>
                </a:lnTo>
                <a:lnTo>
                  <a:pt x="50863" y="59165"/>
                </a:lnTo>
                <a:lnTo>
                  <a:pt x="37614" y="75990"/>
                </a:lnTo>
                <a:lnTo>
                  <a:pt x="29217" y="102520"/>
                </a:lnTo>
                <a:lnTo>
                  <a:pt x="26387" y="137518"/>
                </a:lnTo>
                <a:lnTo>
                  <a:pt x="29217" y="172552"/>
                </a:lnTo>
                <a:lnTo>
                  <a:pt x="37614" y="199141"/>
                </a:lnTo>
                <a:lnTo>
                  <a:pt x="50863" y="215978"/>
                </a:lnTo>
                <a:lnTo>
                  <a:pt x="68251" y="221755"/>
                </a:lnTo>
                <a:lnTo>
                  <a:pt x="116046" y="221755"/>
                </a:lnTo>
                <a:lnTo>
                  <a:pt x="95247" y="241505"/>
                </a:lnTo>
                <a:lnTo>
                  <a:pt x="68251" y="248396"/>
                </a:lnTo>
                <a:close/>
              </a:path>
              <a:path w="269239" h="319404">
                <a:moveTo>
                  <a:pt x="116046" y="221755"/>
                </a:moveTo>
                <a:lnTo>
                  <a:pt x="68251" y="221755"/>
                </a:lnTo>
                <a:lnTo>
                  <a:pt x="85937" y="215978"/>
                </a:lnTo>
                <a:lnTo>
                  <a:pt x="99364" y="199141"/>
                </a:lnTo>
                <a:lnTo>
                  <a:pt x="107892" y="172552"/>
                </a:lnTo>
                <a:lnTo>
                  <a:pt x="110877" y="137518"/>
                </a:lnTo>
                <a:lnTo>
                  <a:pt x="107892" y="102520"/>
                </a:lnTo>
                <a:lnTo>
                  <a:pt x="99364" y="75990"/>
                </a:lnTo>
                <a:lnTo>
                  <a:pt x="85937" y="59165"/>
                </a:lnTo>
                <a:lnTo>
                  <a:pt x="68251" y="53282"/>
                </a:lnTo>
                <a:lnTo>
                  <a:pt x="115897" y="53282"/>
                </a:lnTo>
                <a:lnTo>
                  <a:pt x="130120" y="83733"/>
                </a:lnTo>
                <a:lnTo>
                  <a:pt x="136884" y="124324"/>
                </a:lnTo>
                <a:lnTo>
                  <a:pt x="205263" y="124324"/>
                </a:lnTo>
                <a:lnTo>
                  <a:pt x="205263" y="147667"/>
                </a:lnTo>
                <a:lnTo>
                  <a:pt x="137011" y="147667"/>
                </a:lnTo>
                <a:lnTo>
                  <a:pt x="130638" y="189666"/>
                </a:lnTo>
                <a:lnTo>
                  <a:pt x="116380" y="221437"/>
                </a:lnTo>
                <a:lnTo>
                  <a:pt x="116046" y="221755"/>
                </a:lnTo>
                <a:close/>
              </a:path>
              <a:path w="269239" h="319404">
                <a:moveTo>
                  <a:pt x="205263" y="302693"/>
                </a:moveTo>
                <a:lnTo>
                  <a:pt x="178114" y="302693"/>
                </a:lnTo>
                <a:lnTo>
                  <a:pt x="178114" y="147667"/>
                </a:lnTo>
                <a:lnTo>
                  <a:pt x="205263" y="147667"/>
                </a:lnTo>
                <a:lnTo>
                  <a:pt x="205263" y="302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434220" y="7806031"/>
            <a:ext cx="282575" cy="312420"/>
          </a:xfrm>
          <a:custGeom>
            <a:avLst/>
            <a:gdLst/>
            <a:ahLst/>
            <a:cxnLst/>
            <a:rect l="l" t="t" r="r" b="b"/>
            <a:pathLst>
              <a:path w="282575" h="312420">
                <a:moveTo>
                  <a:pt x="234441" y="236217"/>
                </a:moveTo>
                <a:lnTo>
                  <a:pt x="206277" y="236217"/>
                </a:lnTo>
                <a:lnTo>
                  <a:pt x="206277" y="0"/>
                </a:lnTo>
                <a:lnTo>
                  <a:pt x="234441" y="0"/>
                </a:lnTo>
                <a:lnTo>
                  <a:pt x="234441" y="99459"/>
                </a:lnTo>
                <a:lnTo>
                  <a:pt x="282395" y="99459"/>
                </a:lnTo>
                <a:lnTo>
                  <a:pt x="282395" y="123056"/>
                </a:lnTo>
                <a:lnTo>
                  <a:pt x="234441" y="123056"/>
                </a:lnTo>
                <a:lnTo>
                  <a:pt x="234441" y="236217"/>
                </a:lnTo>
                <a:close/>
              </a:path>
              <a:path w="282575" h="312420">
                <a:moveTo>
                  <a:pt x="24103" y="187756"/>
                </a:moveTo>
                <a:lnTo>
                  <a:pt x="0" y="187756"/>
                </a:lnTo>
                <a:lnTo>
                  <a:pt x="0" y="25879"/>
                </a:lnTo>
                <a:lnTo>
                  <a:pt x="146652" y="25879"/>
                </a:lnTo>
                <a:lnTo>
                  <a:pt x="146652" y="48715"/>
                </a:lnTo>
                <a:lnTo>
                  <a:pt x="28163" y="48715"/>
                </a:lnTo>
                <a:lnTo>
                  <a:pt x="28163" y="93878"/>
                </a:lnTo>
                <a:lnTo>
                  <a:pt x="140817" y="93878"/>
                </a:lnTo>
                <a:lnTo>
                  <a:pt x="140817" y="116966"/>
                </a:lnTo>
                <a:lnTo>
                  <a:pt x="28163" y="116966"/>
                </a:lnTo>
                <a:lnTo>
                  <a:pt x="28163" y="164667"/>
                </a:lnTo>
                <a:lnTo>
                  <a:pt x="169045" y="164667"/>
                </a:lnTo>
                <a:lnTo>
                  <a:pt x="171010" y="178114"/>
                </a:lnTo>
                <a:lnTo>
                  <a:pt x="138707" y="183046"/>
                </a:lnTo>
                <a:lnTo>
                  <a:pt x="105739" y="185979"/>
                </a:lnTo>
                <a:lnTo>
                  <a:pt x="68680" y="187391"/>
                </a:lnTo>
                <a:lnTo>
                  <a:pt x="24103" y="187756"/>
                </a:lnTo>
                <a:close/>
              </a:path>
              <a:path w="282575" h="312420">
                <a:moveTo>
                  <a:pt x="169045" y="164667"/>
                </a:moveTo>
                <a:lnTo>
                  <a:pt x="28163" y="164667"/>
                </a:lnTo>
                <a:lnTo>
                  <a:pt x="70501" y="164185"/>
                </a:lnTo>
                <a:lnTo>
                  <a:pt x="105692" y="162811"/>
                </a:lnTo>
                <a:lnTo>
                  <a:pt x="137005" y="160082"/>
                </a:lnTo>
                <a:lnTo>
                  <a:pt x="167711" y="155533"/>
                </a:lnTo>
                <a:lnTo>
                  <a:pt x="169045" y="164667"/>
                </a:lnTo>
                <a:close/>
              </a:path>
              <a:path w="282575" h="312420">
                <a:moveTo>
                  <a:pt x="249157" y="312080"/>
                </a:moveTo>
                <a:lnTo>
                  <a:pt x="34760" y="312080"/>
                </a:lnTo>
                <a:lnTo>
                  <a:pt x="34760" y="215158"/>
                </a:lnTo>
                <a:lnTo>
                  <a:pt x="62669" y="215158"/>
                </a:lnTo>
                <a:lnTo>
                  <a:pt x="62669" y="288738"/>
                </a:lnTo>
                <a:lnTo>
                  <a:pt x="249157" y="288738"/>
                </a:lnTo>
                <a:lnTo>
                  <a:pt x="249157" y="312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736913" y="7810090"/>
            <a:ext cx="290830" cy="311785"/>
          </a:xfrm>
          <a:custGeom>
            <a:avLst/>
            <a:gdLst/>
            <a:ahLst/>
            <a:cxnLst/>
            <a:rect l="l" t="t" r="r" b="b"/>
            <a:pathLst>
              <a:path w="290829" h="311784">
                <a:moveTo>
                  <a:pt x="158577" y="134727"/>
                </a:moveTo>
                <a:lnTo>
                  <a:pt x="130921" y="134727"/>
                </a:lnTo>
                <a:lnTo>
                  <a:pt x="130921" y="110496"/>
                </a:lnTo>
                <a:lnTo>
                  <a:pt x="89168" y="105442"/>
                </a:lnTo>
                <a:lnTo>
                  <a:pt x="58166" y="94417"/>
                </a:lnTo>
                <a:lnTo>
                  <a:pt x="38867" y="77635"/>
                </a:lnTo>
                <a:lnTo>
                  <a:pt x="32222" y="55311"/>
                </a:lnTo>
                <a:lnTo>
                  <a:pt x="39874" y="31683"/>
                </a:lnTo>
                <a:lnTo>
                  <a:pt x="62035" y="14335"/>
                </a:lnTo>
                <a:lnTo>
                  <a:pt x="97517" y="3647"/>
                </a:lnTo>
                <a:lnTo>
                  <a:pt x="145130" y="0"/>
                </a:lnTo>
                <a:lnTo>
                  <a:pt x="192703" y="3647"/>
                </a:lnTo>
                <a:lnTo>
                  <a:pt x="228098" y="14335"/>
                </a:lnTo>
                <a:lnTo>
                  <a:pt x="237299" y="21566"/>
                </a:lnTo>
                <a:lnTo>
                  <a:pt x="145130" y="21566"/>
                </a:lnTo>
                <a:lnTo>
                  <a:pt x="109787" y="23984"/>
                </a:lnTo>
                <a:lnTo>
                  <a:pt x="83507" y="30637"/>
                </a:lnTo>
                <a:lnTo>
                  <a:pt x="67169" y="41190"/>
                </a:lnTo>
                <a:lnTo>
                  <a:pt x="61655" y="55311"/>
                </a:lnTo>
                <a:lnTo>
                  <a:pt x="67169" y="69794"/>
                </a:lnTo>
                <a:lnTo>
                  <a:pt x="83507" y="80398"/>
                </a:lnTo>
                <a:lnTo>
                  <a:pt x="109787" y="86960"/>
                </a:lnTo>
                <a:lnTo>
                  <a:pt x="145130" y="89310"/>
                </a:lnTo>
                <a:lnTo>
                  <a:pt x="237742" y="89310"/>
                </a:lnTo>
                <a:lnTo>
                  <a:pt x="231729" y="94528"/>
                </a:lnTo>
                <a:lnTo>
                  <a:pt x="200571" y="105567"/>
                </a:lnTo>
                <a:lnTo>
                  <a:pt x="158577" y="110623"/>
                </a:lnTo>
                <a:lnTo>
                  <a:pt x="158577" y="134727"/>
                </a:lnTo>
                <a:close/>
              </a:path>
              <a:path w="290829" h="311784">
                <a:moveTo>
                  <a:pt x="237742" y="89310"/>
                </a:moveTo>
                <a:lnTo>
                  <a:pt x="145130" y="89310"/>
                </a:lnTo>
                <a:lnTo>
                  <a:pt x="180623" y="86960"/>
                </a:lnTo>
                <a:lnTo>
                  <a:pt x="207007" y="80398"/>
                </a:lnTo>
                <a:lnTo>
                  <a:pt x="223447" y="69794"/>
                </a:lnTo>
                <a:lnTo>
                  <a:pt x="229113" y="55311"/>
                </a:lnTo>
                <a:lnTo>
                  <a:pt x="223447" y="41190"/>
                </a:lnTo>
                <a:lnTo>
                  <a:pt x="207007" y="30637"/>
                </a:lnTo>
                <a:lnTo>
                  <a:pt x="180623" y="23984"/>
                </a:lnTo>
                <a:lnTo>
                  <a:pt x="145130" y="21566"/>
                </a:lnTo>
                <a:lnTo>
                  <a:pt x="237299" y="21566"/>
                </a:lnTo>
                <a:lnTo>
                  <a:pt x="250172" y="31683"/>
                </a:lnTo>
                <a:lnTo>
                  <a:pt x="257783" y="55311"/>
                </a:lnTo>
                <a:lnTo>
                  <a:pt x="251113" y="77709"/>
                </a:lnTo>
                <a:lnTo>
                  <a:pt x="237742" y="89310"/>
                </a:lnTo>
                <a:close/>
              </a:path>
              <a:path w="290829" h="311784">
                <a:moveTo>
                  <a:pt x="290768" y="157816"/>
                </a:moveTo>
                <a:lnTo>
                  <a:pt x="0" y="157816"/>
                </a:lnTo>
                <a:lnTo>
                  <a:pt x="0" y="134727"/>
                </a:lnTo>
                <a:lnTo>
                  <a:pt x="290768" y="134727"/>
                </a:lnTo>
                <a:lnTo>
                  <a:pt x="290768" y="157816"/>
                </a:lnTo>
                <a:close/>
              </a:path>
              <a:path w="290829" h="311784">
                <a:moveTo>
                  <a:pt x="262858" y="311573"/>
                </a:moveTo>
                <a:lnTo>
                  <a:pt x="36028" y="311573"/>
                </a:lnTo>
                <a:lnTo>
                  <a:pt x="36028" y="235456"/>
                </a:lnTo>
                <a:lnTo>
                  <a:pt x="225560" y="235456"/>
                </a:lnTo>
                <a:lnTo>
                  <a:pt x="225560" y="206785"/>
                </a:lnTo>
                <a:lnTo>
                  <a:pt x="35267" y="206785"/>
                </a:lnTo>
                <a:lnTo>
                  <a:pt x="35267" y="184711"/>
                </a:lnTo>
                <a:lnTo>
                  <a:pt x="253216" y="184711"/>
                </a:lnTo>
                <a:lnTo>
                  <a:pt x="253216" y="256261"/>
                </a:lnTo>
                <a:lnTo>
                  <a:pt x="63684" y="256261"/>
                </a:lnTo>
                <a:lnTo>
                  <a:pt x="63684" y="289245"/>
                </a:lnTo>
                <a:lnTo>
                  <a:pt x="262858" y="289245"/>
                </a:lnTo>
                <a:lnTo>
                  <a:pt x="262858" y="311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7064217" y="7951922"/>
            <a:ext cx="114300" cy="28575"/>
          </a:xfrm>
          <a:custGeom>
            <a:avLst/>
            <a:gdLst/>
            <a:ahLst/>
            <a:cxnLst/>
            <a:rect l="l" t="t" r="r" b="b"/>
            <a:pathLst>
              <a:path w="114300" h="28575">
                <a:moveTo>
                  <a:pt x="113922" y="28417"/>
                </a:moveTo>
                <a:lnTo>
                  <a:pt x="0" y="28417"/>
                </a:lnTo>
                <a:lnTo>
                  <a:pt x="0" y="0"/>
                </a:lnTo>
                <a:lnTo>
                  <a:pt x="113922" y="0"/>
                </a:lnTo>
                <a:lnTo>
                  <a:pt x="113922" y="2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7251466" y="7816850"/>
            <a:ext cx="215265" cy="22860"/>
          </a:xfrm>
          <a:custGeom>
            <a:avLst/>
            <a:gdLst/>
            <a:ahLst/>
            <a:cxnLst/>
            <a:rect l="l" t="t" r="r" b="b"/>
            <a:pathLst>
              <a:path w="215265" h="22859">
                <a:moveTo>
                  <a:pt x="0" y="0"/>
                </a:moveTo>
                <a:lnTo>
                  <a:pt x="215158" y="0"/>
                </a:lnTo>
                <a:lnTo>
                  <a:pt x="215158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7251466" y="7839709"/>
            <a:ext cx="27940" cy="52069"/>
          </a:xfrm>
          <a:custGeom>
            <a:avLst/>
            <a:gdLst/>
            <a:ahLst/>
            <a:cxnLst/>
            <a:rect l="l" t="t" r="r" b="b"/>
            <a:pathLst>
              <a:path w="27940" h="52070">
                <a:moveTo>
                  <a:pt x="0" y="0"/>
                </a:moveTo>
                <a:lnTo>
                  <a:pt x="27655" y="0"/>
                </a:lnTo>
                <a:lnTo>
                  <a:pt x="27655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7251466" y="7891780"/>
            <a:ext cx="215265" cy="22860"/>
          </a:xfrm>
          <a:custGeom>
            <a:avLst/>
            <a:gdLst/>
            <a:ahLst/>
            <a:cxnLst/>
            <a:rect l="l" t="t" r="r" b="b"/>
            <a:pathLst>
              <a:path w="215265" h="22859">
                <a:moveTo>
                  <a:pt x="0" y="0"/>
                </a:moveTo>
                <a:lnTo>
                  <a:pt x="215158" y="0"/>
                </a:lnTo>
                <a:lnTo>
                  <a:pt x="215158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7438461" y="7839522"/>
            <a:ext cx="28575" cy="52069"/>
          </a:xfrm>
          <a:custGeom>
            <a:avLst/>
            <a:gdLst/>
            <a:ahLst/>
            <a:cxnLst/>
            <a:rect l="l" t="t" r="r" b="b"/>
            <a:pathLst>
              <a:path w="28575" h="52070">
                <a:moveTo>
                  <a:pt x="28163" y="52013"/>
                </a:moveTo>
                <a:lnTo>
                  <a:pt x="0" y="52013"/>
                </a:lnTo>
                <a:lnTo>
                  <a:pt x="0" y="0"/>
                </a:lnTo>
                <a:lnTo>
                  <a:pt x="28163" y="0"/>
                </a:lnTo>
                <a:lnTo>
                  <a:pt x="28163" y="520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7213662" y="7941012"/>
            <a:ext cx="290830" cy="22860"/>
          </a:xfrm>
          <a:custGeom>
            <a:avLst/>
            <a:gdLst/>
            <a:ahLst/>
            <a:cxnLst/>
            <a:rect l="l" t="t" r="r" b="b"/>
            <a:pathLst>
              <a:path w="290829" h="22859">
                <a:moveTo>
                  <a:pt x="290768" y="22835"/>
                </a:moveTo>
                <a:lnTo>
                  <a:pt x="0" y="22835"/>
                </a:lnTo>
                <a:lnTo>
                  <a:pt x="0" y="0"/>
                </a:lnTo>
                <a:lnTo>
                  <a:pt x="290768" y="0"/>
                </a:lnTo>
                <a:lnTo>
                  <a:pt x="290768" y="22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7344583" y="7963847"/>
            <a:ext cx="28575" cy="31750"/>
          </a:xfrm>
          <a:custGeom>
            <a:avLst/>
            <a:gdLst/>
            <a:ahLst/>
            <a:cxnLst/>
            <a:rect l="l" t="t" r="r" b="b"/>
            <a:pathLst>
              <a:path w="28575" h="31750">
                <a:moveTo>
                  <a:pt x="28163" y="31715"/>
                </a:moveTo>
                <a:lnTo>
                  <a:pt x="0" y="31715"/>
                </a:lnTo>
                <a:lnTo>
                  <a:pt x="0" y="0"/>
                </a:lnTo>
                <a:lnTo>
                  <a:pt x="28163" y="0"/>
                </a:lnTo>
                <a:lnTo>
                  <a:pt x="28163" y="31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7248929" y="7995919"/>
            <a:ext cx="218440" cy="21590"/>
          </a:xfrm>
          <a:custGeom>
            <a:avLst/>
            <a:gdLst/>
            <a:ahLst/>
            <a:cxnLst/>
            <a:rect l="l" t="t" r="r" b="b"/>
            <a:pathLst>
              <a:path w="218440" h="21590">
                <a:moveTo>
                  <a:pt x="0" y="0"/>
                </a:moveTo>
                <a:lnTo>
                  <a:pt x="217949" y="0"/>
                </a:lnTo>
                <a:lnTo>
                  <a:pt x="217949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7439222" y="801750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655" y="0"/>
                </a:lnTo>
                <a:lnTo>
                  <a:pt x="27655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7249690" y="8045450"/>
            <a:ext cx="217804" cy="21590"/>
          </a:xfrm>
          <a:custGeom>
            <a:avLst/>
            <a:gdLst/>
            <a:ahLst/>
            <a:cxnLst/>
            <a:rect l="l" t="t" r="r" b="b"/>
            <a:pathLst>
              <a:path w="217804" h="21590">
                <a:moveTo>
                  <a:pt x="0" y="0"/>
                </a:moveTo>
                <a:lnTo>
                  <a:pt x="217188" y="0"/>
                </a:lnTo>
                <a:lnTo>
                  <a:pt x="217188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7249690" y="8067040"/>
            <a:ext cx="27940" cy="31750"/>
          </a:xfrm>
          <a:custGeom>
            <a:avLst/>
            <a:gdLst/>
            <a:ahLst/>
            <a:cxnLst/>
            <a:rect l="l" t="t" r="r" b="b"/>
            <a:pathLst>
              <a:path w="27940" h="31750">
                <a:moveTo>
                  <a:pt x="0" y="0"/>
                </a:moveTo>
                <a:lnTo>
                  <a:pt x="27655" y="0"/>
                </a:lnTo>
                <a:lnTo>
                  <a:pt x="2765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7249690" y="8098790"/>
            <a:ext cx="227329" cy="22860"/>
          </a:xfrm>
          <a:custGeom>
            <a:avLst/>
            <a:gdLst/>
            <a:ahLst/>
            <a:cxnLst/>
            <a:rect l="l" t="t" r="r" b="b"/>
            <a:pathLst>
              <a:path w="227329" h="22859">
                <a:moveTo>
                  <a:pt x="0" y="0"/>
                </a:moveTo>
                <a:lnTo>
                  <a:pt x="226829" y="0"/>
                </a:lnTo>
                <a:lnTo>
                  <a:pt x="226829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7623311" y="7822523"/>
            <a:ext cx="290830" cy="302260"/>
          </a:xfrm>
          <a:custGeom>
            <a:avLst/>
            <a:gdLst/>
            <a:ahLst/>
            <a:cxnLst/>
            <a:rect l="l" t="t" r="r" b="b"/>
            <a:pathLst>
              <a:path w="290829" h="302259">
                <a:moveTo>
                  <a:pt x="244336" y="111638"/>
                </a:moveTo>
                <a:lnTo>
                  <a:pt x="216680" y="108594"/>
                </a:lnTo>
                <a:lnTo>
                  <a:pt x="221667" y="85449"/>
                </a:lnTo>
                <a:lnTo>
                  <a:pt x="224228" y="64826"/>
                </a:lnTo>
                <a:lnTo>
                  <a:pt x="225172" y="45725"/>
                </a:lnTo>
                <a:lnTo>
                  <a:pt x="225307" y="27148"/>
                </a:lnTo>
                <a:lnTo>
                  <a:pt x="225307" y="23088"/>
                </a:lnTo>
                <a:lnTo>
                  <a:pt x="34506" y="23088"/>
                </a:lnTo>
                <a:lnTo>
                  <a:pt x="34506" y="0"/>
                </a:lnTo>
                <a:lnTo>
                  <a:pt x="253216" y="0"/>
                </a:lnTo>
                <a:lnTo>
                  <a:pt x="253216" y="27148"/>
                </a:lnTo>
                <a:lnTo>
                  <a:pt x="253078" y="46522"/>
                </a:lnTo>
                <a:lnTo>
                  <a:pt x="252106" y="66634"/>
                </a:lnTo>
                <a:lnTo>
                  <a:pt x="249470" y="88125"/>
                </a:lnTo>
                <a:lnTo>
                  <a:pt x="244336" y="111638"/>
                </a:lnTo>
                <a:close/>
              </a:path>
              <a:path w="290829" h="302259">
                <a:moveTo>
                  <a:pt x="147921" y="132444"/>
                </a:moveTo>
                <a:lnTo>
                  <a:pt x="120265" y="132444"/>
                </a:lnTo>
                <a:lnTo>
                  <a:pt x="120265" y="70789"/>
                </a:lnTo>
                <a:lnTo>
                  <a:pt x="147921" y="70789"/>
                </a:lnTo>
                <a:lnTo>
                  <a:pt x="147921" y="132444"/>
                </a:lnTo>
                <a:close/>
              </a:path>
              <a:path w="290829" h="302259">
                <a:moveTo>
                  <a:pt x="290260" y="155533"/>
                </a:moveTo>
                <a:lnTo>
                  <a:pt x="0" y="155533"/>
                </a:lnTo>
                <a:lnTo>
                  <a:pt x="0" y="132444"/>
                </a:lnTo>
                <a:lnTo>
                  <a:pt x="290260" y="132444"/>
                </a:lnTo>
                <a:lnTo>
                  <a:pt x="290260" y="155533"/>
                </a:lnTo>
                <a:close/>
              </a:path>
              <a:path w="290829" h="302259">
                <a:moveTo>
                  <a:pt x="143861" y="301931"/>
                </a:moveTo>
                <a:lnTo>
                  <a:pt x="97624" y="297991"/>
                </a:lnTo>
                <a:lnTo>
                  <a:pt x="62447" y="286581"/>
                </a:lnTo>
                <a:lnTo>
                  <a:pt x="40068" y="268321"/>
                </a:lnTo>
                <a:lnTo>
                  <a:pt x="32222" y="243829"/>
                </a:lnTo>
                <a:lnTo>
                  <a:pt x="40068" y="219043"/>
                </a:lnTo>
                <a:lnTo>
                  <a:pt x="62447" y="200632"/>
                </a:lnTo>
                <a:lnTo>
                  <a:pt x="97624" y="189167"/>
                </a:lnTo>
                <a:lnTo>
                  <a:pt x="143861" y="185218"/>
                </a:lnTo>
                <a:lnTo>
                  <a:pt x="190249" y="189167"/>
                </a:lnTo>
                <a:lnTo>
                  <a:pt x="225529" y="200632"/>
                </a:lnTo>
                <a:lnTo>
                  <a:pt x="233042" y="206785"/>
                </a:lnTo>
                <a:lnTo>
                  <a:pt x="143861" y="206785"/>
                </a:lnTo>
                <a:lnTo>
                  <a:pt x="109375" y="209469"/>
                </a:lnTo>
                <a:lnTo>
                  <a:pt x="82999" y="216839"/>
                </a:lnTo>
                <a:lnTo>
                  <a:pt x="66186" y="228443"/>
                </a:lnTo>
                <a:lnTo>
                  <a:pt x="60386" y="243829"/>
                </a:lnTo>
                <a:lnTo>
                  <a:pt x="66186" y="258731"/>
                </a:lnTo>
                <a:lnTo>
                  <a:pt x="82999" y="269994"/>
                </a:lnTo>
                <a:lnTo>
                  <a:pt x="109375" y="277118"/>
                </a:lnTo>
                <a:lnTo>
                  <a:pt x="143861" y="279604"/>
                </a:lnTo>
                <a:lnTo>
                  <a:pt x="234119" y="279604"/>
                </a:lnTo>
                <a:lnTo>
                  <a:pt x="225529" y="286581"/>
                </a:lnTo>
                <a:lnTo>
                  <a:pt x="190249" y="297991"/>
                </a:lnTo>
                <a:lnTo>
                  <a:pt x="143861" y="301931"/>
                </a:lnTo>
                <a:close/>
              </a:path>
              <a:path w="290829" h="302259">
                <a:moveTo>
                  <a:pt x="234119" y="279604"/>
                </a:moveTo>
                <a:lnTo>
                  <a:pt x="143861" y="279604"/>
                </a:lnTo>
                <a:lnTo>
                  <a:pt x="178463" y="277118"/>
                </a:lnTo>
                <a:lnTo>
                  <a:pt x="204882" y="269994"/>
                </a:lnTo>
                <a:lnTo>
                  <a:pt x="221786" y="258731"/>
                </a:lnTo>
                <a:lnTo>
                  <a:pt x="227844" y="243829"/>
                </a:lnTo>
                <a:lnTo>
                  <a:pt x="221786" y="228443"/>
                </a:lnTo>
                <a:lnTo>
                  <a:pt x="204882" y="216839"/>
                </a:lnTo>
                <a:lnTo>
                  <a:pt x="178463" y="209469"/>
                </a:lnTo>
                <a:lnTo>
                  <a:pt x="143861" y="206785"/>
                </a:lnTo>
                <a:lnTo>
                  <a:pt x="233042" y="206785"/>
                </a:lnTo>
                <a:lnTo>
                  <a:pt x="248011" y="219043"/>
                </a:lnTo>
                <a:lnTo>
                  <a:pt x="256007" y="243829"/>
                </a:lnTo>
                <a:lnTo>
                  <a:pt x="248011" y="268321"/>
                </a:lnTo>
                <a:lnTo>
                  <a:pt x="234119" y="279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8175415" y="7806284"/>
            <a:ext cx="28575" cy="320040"/>
          </a:xfrm>
          <a:custGeom>
            <a:avLst/>
            <a:gdLst/>
            <a:ahLst/>
            <a:cxnLst/>
            <a:rect l="l" t="t" r="r" b="b"/>
            <a:pathLst>
              <a:path w="28575" h="320040">
                <a:moveTo>
                  <a:pt x="28163" y="319438"/>
                </a:moveTo>
                <a:lnTo>
                  <a:pt x="0" y="319438"/>
                </a:lnTo>
                <a:lnTo>
                  <a:pt x="0" y="0"/>
                </a:lnTo>
                <a:lnTo>
                  <a:pt x="28163" y="0"/>
                </a:lnTo>
                <a:lnTo>
                  <a:pt x="28163" y="3194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7959242" y="7833359"/>
            <a:ext cx="28575" cy="191770"/>
          </a:xfrm>
          <a:custGeom>
            <a:avLst/>
            <a:gdLst/>
            <a:ahLst/>
            <a:cxnLst/>
            <a:rect l="l" t="t" r="r" b="b"/>
            <a:pathLst>
              <a:path w="28575" h="191770">
                <a:moveTo>
                  <a:pt x="0" y="0"/>
                </a:moveTo>
                <a:lnTo>
                  <a:pt x="28163" y="0"/>
                </a:lnTo>
                <a:lnTo>
                  <a:pt x="28163" y="191770"/>
                </a:lnTo>
                <a:lnTo>
                  <a:pt x="0" y="1917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7959242" y="7917180"/>
            <a:ext cx="151130" cy="22860"/>
          </a:xfrm>
          <a:custGeom>
            <a:avLst/>
            <a:gdLst/>
            <a:ahLst/>
            <a:cxnLst/>
            <a:rect l="l" t="t" r="r" b="b"/>
            <a:pathLst>
              <a:path w="151129" h="22859">
                <a:moveTo>
                  <a:pt x="0" y="0"/>
                </a:moveTo>
                <a:lnTo>
                  <a:pt x="150965" y="0"/>
                </a:lnTo>
                <a:lnTo>
                  <a:pt x="150965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7959242" y="8025130"/>
            <a:ext cx="151130" cy="22860"/>
          </a:xfrm>
          <a:custGeom>
            <a:avLst/>
            <a:gdLst/>
            <a:ahLst/>
            <a:cxnLst/>
            <a:rect l="l" t="t" r="r" b="b"/>
            <a:pathLst>
              <a:path w="151129" h="22859">
                <a:moveTo>
                  <a:pt x="0" y="0"/>
                </a:moveTo>
                <a:lnTo>
                  <a:pt x="150965" y="0"/>
                </a:lnTo>
                <a:lnTo>
                  <a:pt x="150965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8082298" y="7833433"/>
            <a:ext cx="27940" cy="191770"/>
          </a:xfrm>
          <a:custGeom>
            <a:avLst/>
            <a:gdLst/>
            <a:ahLst/>
            <a:cxnLst/>
            <a:rect l="l" t="t" r="r" b="b"/>
            <a:pathLst>
              <a:path w="27940" h="191770">
                <a:moveTo>
                  <a:pt x="0" y="0"/>
                </a:moveTo>
                <a:lnTo>
                  <a:pt x="27909" y="0"/>
                </a:lnTo>
                <a:lnTo>
                  <a:pt x="27909" y="191561"/>
                </a:lnTo>
                <a:lnTo>
                  <a:pt x="0" y="1915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8387783" y="7821930"/>
            <a:ext cx="216535" cy="22860"/>
          </a:xfrm>
          <a:custGeom>
            <a:avLst/>
            <a:gdLst/>
            <a:ahLst/>
            <a:cxnLst/>
            <a:rect l="l" t="t" r="r" b="b"/>
            <a:pathLst>
              <a:path w="216534" h="22859">
                <a:moveTo>
                  <a:pt x="0" y="0"/>
                </a:moveTo>
                <a:lnTo>
                  <a:pt x="215919" y="0"/>
                </a:lnTo>
                <a:lnTo>
                  <a:pt x="215919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8387783" y="7844790"/>
            <a:ext cx="27940" cy="66040"/>
          </a:xfrm>
          <a:custGeom>
            <a:avLst/>
            <a:gdLst/>
            <a:ahLst/>
            <a:cxnLst/>
            <a:rect l="l" t="t" r="r" b="b"/>
            <a:pathLst>
              <a:path w="27940" h="66040">
                <a:moveTo>
                  <a:pt x="0" y="0"/>
                </a:moveTo>
                <a:lnTo>
                  <a:pt x="27655" y="0"/>
                </a:lnTo>
                <a:lnTo>
                  <a:pt x="27655" y="66039"/>
                </a:lnTo>
                <a:lnTo>
                  <a:pt x="0" y="660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8387783" y="7910830"/>
            <a:ext cx="216535" cy="21590"/>
          </a:xfrm>
          <a:custGeom>
            <a:avLst/>
            <a:gdLst/>
            <a:ahLst/>
            <a:cxnLst/>
            <a:rect l="l" t="t" r="r" b="b"/>
            <a:pathLst>
              <a:path w="216534" h="21590">
                <a:moveTo>
                  <a:pt x="0" y="0"/>
                </a:moveTo>
                <a:lnTo>
                  <a:pt x="215919" y="0"/>
                </a:lnTo>
                <a:lnTo>
                  <a:pt x="215919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8575792" y="7844342"/>
            <a:ext cx="27940" cy="66040"/>
          </a:xfrm>
          <a:custGeom>
            <a:avLst/>
            <a:gdLst/>
            <a:ahLst/>
            <a:cxnLst/>
            <a:rect l="l" t="t" r="r" b="b"/>
            <a:pathLst>
              <a:path w="27940" h="66040">
                <a:moveTo>
                  <a:pt x="27909" y="65968"/>
                </a:moveTo>
                <a:lnTo>
                  <a:pt x="0" y="65968"/>
                </a:lnTo>
                <a:lnTo>
                  <a:pt x="0" y="0"/>
                </a:lnTo>
                <a:lnTo>
                  <a:pt x="27909" y="0"/>
                </a:lnTo>
                <a:lnTo>
                  <a:pt x="27909" y="65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8349724" y="7969429"/>
            <a:ext cx="292100" cy="23495"/>
          </a:xfrm>
          <a:custGeom>
            <a:avLst/>
            <a:gdLst/>
            <a:ahLst/>
            <a:cxnLst/>
            <a:rect l="l" t="t" r="r" b="b"/>
            <a:pathLst>
              <a:path w="292100" h="23495">
                <a:moveTo>
                  <a:pt x="292036" y="23342"/>
                </a:moveTo>
                <a:lnTo>
                  <a:pt x="0" y="23342"/>
                </a:lnTo>
                <a:lnTo>
                  <a:pt x="0" y="0"/>
                </a:lnTo>
                <a:lnTo>
                  <a:pt x="292036" y="0"/>
                </a:lnTo>
                <a:lnTo>
                  <a:pt x="292036" y="23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8483944" y="7992771"/>
            <a:ext cx="27940" cy="65405"/>
          </a:xfrm>
          <a:custGeom>
            <a:avLst/>
            <a:gdLst/>
            <a:ahLst/>
            <a:cxnLst/>
            <a:rect l="l" t="t" r="r" b="b"/>
            <a:pathLst>
              <a:path w="27940" h="65404">
                <a:moveTo>
                  <a:pt x="27909" y="65207"/>
                </a:moveTo>
                <a:lnTo>
                  <a:pt x="0" y="65207"/>
                </a:lnTo>
                <a:lnTo>
                  <a:pt x="0" y="0"/>
                </a:lnTo>
                <a:lnTo>
                  <a:pt x="27909" y="0"/>
                </a:lnTo>
                <a:lnTo>
                  <a:pt x="27909" y="65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8387275" y="8026400"/>
            <a:ext cx="28575" cy="68580"/>
          </a:xfrm>
          <a:custGeom>
            <a:avLst/>
            <a:gdLst/>
            <a:ahLst/>
            <a:cxnLst/>
            <a:rect l="l" t="t" r="r" b="b"/>
            <a:pathLst>
              <a:path w="28575" h="68579">
                <a:moveTo>
                  <a:pt x="0" y="0"/>
                </a:moveTo>
                <a:lnTo>
                  <a:pt x="28163" y="0"/>
                </a:lnTo>
                <a:lnTo>
                  <a:pt x="28163" y="68579"/>
                </a:lnTo>
                <a:lnTo>
                  <a:pt x="0" y="685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8387275" y="8094980"/>
            <a:ext cx="222250" cy="22860"/>
          </a:xfrm>
          <a:custGeom>
            <a:avLst/>
            <a:gdLst/>
            <a:ahLst/>
            <a:cxnLst/>
            <a:rect l="l" t="t" r="r" b="b"/>
            <a:pathLst>
              <a:path w="222250" h="22859">
                <a:moveTo>
                  <a:pt x="0" y="0"/>
                </a:moveTo>
                <a:lnTo>
                  <a:pt x="222008" y="0"/>
                </a:lnTo>
                <a:lnTo>
                  <a:pt x="222008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8664088" y="7806284"/>
            <a:ext cx="276860" cy="319405"/>
          </a:xfrm>
          <a:custGeom>
            <a:avLst/>
            <a:gdLst/>
            <a:ahLst/>
            <a:cxnLst/>
            <a:rect l="l" t="t" r="r" b="b"/>
            <a:pathLst>
              <a:path w="276859" h="319404">
                <a:moveTo>
                  <a:pt x="276305" y="318931"/>
                </a:moveTo>
                <a:lnTo>
                  <a:pt x="249411" y="318931"/>
                </a:lnTo>
                <a:lnTo>
                  <a:pt x="249411" y="0"/>
                </a:lnTo>
                <a:lnTo>
                  <a:pt x="276305" y="0"/>
                </a:lnTo>
                <a:lnTo>
                  <a:pt x="276305" y="318931"/>
                </a:lnTo>
                <a:close/>
              </a:path>
              <a:path w="276859" h="319404">
                <a:moveTo>
                  <a:pt x="211859" y="302185"/>
                </a:moveTo>
                <a:lnTo>
                  <a:pt x="185218" y="302185"/>
                </a:lnTo>
                <a:lnTo>
                  <a:pt x="185218" y="138026"/>
                </a:lnTo>
                <a:lnTo>
                  <a:pt x="131429" y="138026"/>
                </a:lnTo>
                <a:lnTo>
                  <a:pt x="131429" y="114937"/>
                </a:lnTo>
                <a:lnTo>
                  <a:pt x="185218" y="114937"/>
                </a:lnTo>
                <a:lnTo>
                  <a:pt x="185218" y="7611"/>
                </a:lnTo>
                <a:lnTo>
                  <a:pt x="211859" y="7611"/>
                </a:lnTo>
                <a:lnTo>
                  <a:pt x="211859" y="302185"/>
                </a:lnTo>
                <a:close/>
              </a:path>
              <a:path w="276859" h="319404">
                <a:moveTo>
                  <a:pt x="155786" y="60893"/>
                </a:moveTo>
                <a:lnTo>
                  <a:pt x="8626" y="60893"/>
                </a:lnTo>
                <a:lnTo>
                  <a:pt x="8626" y="37551"/>
                </a:lnTo>
                <a:lnTo>
                  <a:pt x="155786" y="37551"/>
                </a:lnTo>
                <a:lnTo>
                  <a:pt x="155786" y="60893"/>
                </a:lnTo>
                <a:close/>
              </a:path>
              <a:path w="276859" h="319404">
                <a:moveTo>
                  <a:pt x="17760" y="254992"/>
                </a:moveTo>
                <a:lnTo>
                  <a:pt x="0" y="233933"/>
                </a:lnTo>
                <a:lnTo>
                  <a:pt x="29713" y="208505"/>
                </a:lnTo>
                <a:lnTo>
                  <a:pt x="51791" y="174181"/>
                </a:lnTo>
                <a:lnTo>
                  <a:pt x="65544" y="133958"/>
                </a:lnTo>
                <a:lnTo>
                  <a:pt x="70281" y="90833"/>
                </a:lnTo>
                <a:lnTo>
                  <a:pt x="70281" y="60893"/>
                </a:lnTo>
                <a:lnTo>
                  <a:pt x="97430" y="60893"/>
                </a:lnTo>
                <a:lnTo>
                  <a:pt x="97430" y="90833"/>
                </a:lnTo>
                <a:lnTo>
                  <a:pt x="102001" y="131809"/>
                </a:lnTo>
                <a:lnTo>
                  <a:pt x="109641" y="153630"/>
                </a:lnTo>
                <a:lnTo>
                  <a:pt x="84236" y="153630"/>
                </a:lnTo>
                <a:lnTo>
                  <a:pt x="73528" y="185167"/>
                </a:lnTo>
                <a:lnTo>
                  <a:pt x="58705" y="213255"/>
                </a:lnTo>
                <a:lnTo>
                  <a:pt x="40028" y="236871"/>
                </a:lnTo>
                <a:lnTo>
                  <a:pt x="17760" y="254992"/>
                </a:lnTo>
                <a:close/>
              </a:path>
              <a:path w="276859" h="319404">
                <a:moveTo>
                  <a:pt x="149189" y="247381"/>
                </a:moveTo>
                <a:lnTo>
                  <a:pt x="127409" y="230520"/>
                </a:lnTo>
                <a:lnTo>
                  <a:pt x="109196" y="208688"/>
                </a:lnTo>
                <a:lnTo>
                  <a:pt x="94742" y="182764"/>
                </a:lnTo>
                <a:lnTo>
                  <a:pt x="84236" y="153630"/>
                </a:lnTo>
                <a:lnTo>
                  <a:pt x="109641" y="153630"/>
                </a:lnTo>
                <a:lnTo>
                  <a:pt x="115349" y="169931"/>
                </a:lnTo>
                <a:lnTo>
                  <a:pt x="136927" y="202440"/>
                </a:lnTo>
                <a:lnTo>
                  <a:pt x="166189" y="226575"/>
                </a:lnTo>
                <a:lnTo>
                  <a:pt x="149189" y="247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8981498" y="7806284"/>
            <a:ext cx="302895" cy="319405"/>
          </a:xfrm>
          <a:custGeom>
            <a:avLst/>
            <a:gdLst/>
            <a:ahLst/>
            <a:cxnLst/>
            <a:rect l="l" t="t" r="r" b="b"/>
            <a:pathLst>
              <a:path w="302895" h="319404">
                <a:moveTo>
                  <a:pt x="250425" y="318931"/>
                </a:moveTo>
                <a:lnTo>
                  <a:pt x="222516" y="318931"/>
                </a:lnTo>
                <a:lnTo>
                  <a:pt x="222516" y="0"/>
                </a:lnTo>
                <a:lnTo>
                  <a:pt x="250425" y="0"/>
                </a:lnTo>
                <a:lnTo>
                  <a:pt x="250425" y="131682"/>
                </a:lnTo>
                <a:lnTo>
                  <a:pt x="302439" y="131682"/>
                </a:lnTo>
                <a:lnTo>
                  <a:pt x="302439" y="155786"/>
                </a:lnTo>
                <a:lnTo>
                  <a:pt x="250425" y="155786"/>
                </a:lnTo>
                <a:lnTo>
                  <a:pt x="250425" y="318931"/>
                </a:lnTo>
                <a:close/>
              </a:path>
              <a:path w="302895" h="319404">
                <a:moveTo>
                  <a:pt x="4820" y="249411"/>
                </a:moveTo>
                <a:lnTo>
                  <a:pt x="0" y="225814"/>
                </a:lnTo>
                <a:lnTo>
                  <a:pt x="41230" y="225529"/>
                </a:lnTo>
                <a:lnTo>
                  <a:pt x="86266" y="224672"/>
                </a:lnTo>
                <a:lnTo>
                  <a:pt x="86266" y="169487"/>
                </a:lnTo>
                <a:lnTo>
                  <a:pt x="57200" y="161394"/>
                </a:lnTo>
                <a:lnTo>
                  <a:pt x="34712" y="145653"/>
                </a:lnTo>
                <a:lnTo>
                  <a:pt x="20240" y="123371"/>
                </a:lnTo>
                <a:lnTo>
                  <a:pt x="15223" y="95654"/>
                </a:lnTo>
                <a:lnTo>
                  <a:pt x="21368" y="65262"/>
                </a:lnTo>
                <a:lnTo>
                  <a:pt x="38883" y="41674"/>
                </a:lnTo>
                <a:lnTo>
                  <a:pt x="65817" y="26363"/>
                </a:lnTo>
                <a:lnTo>
                  <a:pt x="100221" y="20805"/>
                </a:lnTo>
                <a:lnTo>
                  <a:pt x="134125" y="26363"/>
                </a:lnTo>
                <a:lnTo>
                  <a:pt x="160988" y="41674"/>
                </a:lnTo>
                <a:lnTo>
                  <a:pt x="163419" y="44909"/>
                </a:lnTo>
                <a:lnTo>
                  <a:pt x="100221" y="44909"/>
                </a:lnTo>
                <a:lnTo>
                  <a:pt x="77056" y="48734"/>
                </a:lnTo>
                <a:lnTo>
                  <a:pt x="58768" y="59149"/>
                </a:lnTo>
                <a:lnTo>
                  <a:pt x="46808" y="75130"/>
                </a:lnTo>
                <a:lnTo>
                  <a:pt x="42625" y="95654"/>
                </a:lnTo>
                <a:lnTo>
                  <a:pt x="46808" y="116209"/>
                </a:lnTo>
                <a:lnTo>
                  <a:pt x="58768" y="132222"/>
                </a:lnTo>
                <a:lnTo>
                  <a:pt x="77056" y="142573"/>
                </a:lnTo>
                <a:lnTo>
                  <a:pt x="100221" y="146145"/>
                </a:lnTo>
                <a:lnTo>
                  <a:pt x="164429" y="146145"/>
                </a:lnTo>
                <a:lnTo>
                  <a:pt x="142955" y="161269"/>
                </a:lnTo>
                <a:lnTo>
                  <a:pt x="114429" y="169361"/>
                </a:lnTo>
                <a:lnTo>
                  <a:pt x="114429" y="223658"/>
                </a:lnTo>
                <a:lnTo>
                  <a:pt x="202653" y="223658"/>
                </a:lnTo>
                <a:lnTo>
                  <a:pt x="203994" y="237739"/>
                </a:lnTo>
                <a:lnTo>
                  <a:pt x="152179" y="244451"/>
                </a:lnTo>
                <a:lnTo>
                  <a:pt x="100030" y="248047"/>
                </a:lnTo>
                <a:lnTo>
                  <a:pt x="50070" y="249407"/>
                </a:lnTo>
                <a:lnTo>
                  <a:pt x="4820" y="249411"/>
                </a:lnTo>
                <a:close/>
              </a:path>
              <a:path w="302895" h="319404">
                <a:moveTo>
                  <a:pt x="164429" y="146145"/>
                </a:moveTo>
                <a:lnTo>
                  <a:pt x="100221" y="146145"/>
                </a:lnTo>
                <a:lnTo>
                  <a:pt x="123060" y="142573"/>
                </a:lnTo>
                <a:lnTo>
                  <a:pt x="141165" y="132222"/>
                </a:lnTo>
                <a:lnTo>
                  <a:pt x="153134" y="116209"/>
                </a:lnTo>
                <a:lnTo>
                  <a:pt x="157562" y="95654"/>
                </a:lnTo>
                <a:lnTo>
                  <a:pt x="153134" y="75130"/>
                </a:lnTo>
                <a:lnTo>
                  <a:pt x="141165" y="59149"/>
                </a:lnTo>
                <a:lnTo>
                  <a:pt x="123060" y="48734"/>
                </a:lnTo>
                <a:lnTo>
                  <a:pt x="100221" y="44909"/>
                </a:lnTo>
                <a:lnTo>
                  <a:pt x="163419" y="44909"/>
                </a:lnTo>
                <a:lnTo>
                  <a:pt x="178717" y="65262"/>
                </a:lnTo>
                <a:lnTo>
                  <a:pt x="185218" y="95654"/>
                </a:lnTo>
                <a:lnTo>
                  <a:pt x="179884" y="123298"/>
                </a:lnTo>
                <a:lnTo>
                  <a:pt x="165285" y="145542"/>
                </a:lnTo>
                <a:lnTo>
                  <a:pt x="164429" y="146145"/>
                </a:lnTo>
                <a:close/>
              </a:path>
              <a:path w="302895" h="319404">
                <a:moveTo>
                  <a:pt x="202653" y="223658"/>
                </a:moveTo>
                <a:lnTo>
                  <a:pt x="114429" y="223658"/>
                </a:lnTo>
                <a:lnTo>
                  <a:pt x="136777" y="222456"/>
                </a:lnTo>
                <a:lnTo>
                  <a:pt x="158958" y="220898"/>
                </a:lnTo>
                <a:lnTo>
                  <a:pt x="180758" y="218912"/>
                </a:lnTo>
                <a:lnTo>
                  <a:pt x="201964" y="216426"/>
                </a:lnTo>
                <a:lnTo>
                  <a:pt x="202653" y="2236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9407079" y="7806284"/>
            <a:ext cx="251460" cy="320040"/>
          </a:xfrm>
          <a:custGeom>
            <a:avLst/>
            <a:gdLst/>
            <a:ahLst/>
            <a:cxnLst/>
            <a:rect l="l" t="t" r="r" b="b"/>
            <a:pathLst>
              <a:path w="251459" h="320040">
                <a:moveTo>
                  <a:pt x="250933" y="319438"/>
                </a:moveTo>
                <a:lnTo>
                  <a:pt x="222769" y="319438"/>
                </a:lnTo>
                <a:lnTo>
                  <a:pt x="222769" y="0"/>
                </a:lnTo>
                <a:lnTo>
                  <a:pt x="250933" y="0"/>
                </a:lnTo>
                <a:lnTo>
                  <a:pt x="250933" y="319438"/>
                </a:lnTo>
                <a:close/>
              </a:path>
              <a:path w="251459" h="320040">
                <a:moveTo>
                  <a:pt x="81445" y="246873"/>
                </a:moveTo>
                <a:lnTo>
                  <a:pt x="48596" y="239071"/>
                </a:lnTo>
                <a:lnTo>
                  <a:pt x="22835" y="216807"/>
                </a:lnTo>
                <a:lnTo>
                  <a:pt x="6018" y="181793"/>
                </a:lnTo>
                <a:lnTo>
                  <a:pt x="0" y="135742"/>
                </a:lnTo>
                <a:lnTo>
                  <a:pt x="6018" y="89834"/>
                </a:lnTo>
                <a:lnTo>
                  <a:pt x="22835" y="54867"/>
                </a:lnTo>
                <a:lnTo>
                  <a:pt x="48596" y="32556"/>
                </a:lnTo>
                <a:lnTo>
                  <a:pt x="81445" y="24611"/>
                </a:lnTo>
                <a:lnTo>
                  <a:pt x="114080" y="32556"/>
                </a:lnTo>
                <a:lnTo>
                  <a:pt x="133927" y="49729"/>
                </a:lnTo>
                <a:lnTo>
                  <a:pt x="81445" y="49729"/>
                </a:lnTo>
                <a:lnTo>
                  <a:pt x="59474" y="55997"/>
                </a:lnTo>
                <a:lnTo>
                  <a:pt x="42308" y="73421"/>
                </a:lnTo>
                <a:lnTo>
                  <a:pt x="31136" y="100502"/>
                </a:lnTo>
                <a:lnTo>
                  <a:pt x="27148" y="135742"/>
                </a:lnTo>
                <a:lnTo>
                  <a:pt x="31136" y="171125"/>
                </a:lnTo>
                <a:lnTo>
                  <a:pt x="42308" y="198253"/>
                </a:lnTo>
                <a:lnTo>
                  <a:pt x="59474" y="215630"/>
                </a:lnTo>
                <a:lnTo>
                  <a:pt x="81445" y="221755"/>
                </a:lnTo>
                <a:lnTo>
                  <a:pt x="134135" y="221755"/>
                </a:lnTo>
                <a:lnTo>
                  <a:pt x="114080" y="239071"/>
                </a:lnTo>
                <a:lnTo>
                  <a:pt x="81445" y="246873"/>
                </a:lnTo>
                <a:close/>
              </a:path>
              <a:path w="251459" h="320040">
                <a:moveTo>
                  <a:pt x="134135" y="221755"/>
                </a:moveTo>
                <a:lnTo>
                  <a:pt x="81445" y="221755"/>
                </a:lnTo>
                <a:lnTo>
                  <a:pt x="103376" y="215630"/>
                </a:lnTo>
                <a:lnTo>
                  <a:pt x="120455" y="198253"/>
                </a:lnTo>
                <a:lnTo>
                  <a:pt x="131540" y="171125"/>
                </a:lnTo>
                <a:lnTo>
                  <a:pt x="135488" y="135742"/>
                </a:lnTo>
                <a:lnTo>
                  <a:pt x="131540" y="100502"/>
                </a:lnTo>
                <a:lnTo>
                  <a:pt x="120455" y="73421"/>
                </a:lnTo>
                <a:lnTo>
                  <a:pt x="103376" y="55997"/>
                </a:lnTo>
                <a:lnTo>
                  <a:pt x="81445" y="49729"/>
                </a:lnTo>
                <a:lnTo>
                  <a:pt x="133927" y="49729"/>
                </a:lnTo>
                <a:lnTo>
                  <a:pt x="139865" y="54867"/>
                </a:lnTo>
                <a:lnTo>
                  <a:pt x="156801" y="89834"/>
                </a:lnTo>
                <a:lnTo>
                  <a:pt x="162891" y="135742"/>
                </a:lnTo>
                <a:lnTo>
                  <a:pt x="156801" y="181793"/>
                </a:lnTo>
                <a:lnTo>
                  <a:pt x="139865" y="216807"/>
                </a:lnTo>
                <a:lnTo>
                  <a:pt x="134135" y="221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9749353" y="7815580"/>
            <a:ext cx="217804" cy="20320"/>
          </a:xfrm>
          <a:custGeom>
            <a:avLst/>
            <a:gdLst/>
            <a:ahLst/>
            <a:cxnLst/>
            <a:rect l="l" t="t" r="r" b="b"/>
            <a:pathLst>
              <a:path w="217804" h="20320">
                <a:moveTo>
                  <a:pt x="0" y="0"/>
                </a:moveTo>
                <a:lnTo>
                  <a:pt x="217441" y="0"/>
                </a:lnTo>
                <a:lnTo>
                  <a:pt x="217441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9938632" y="7835900"/>
            <a:ext cx="28575" cy="26670"/>
          </a:xfrm>
          <a:custGeom>
            <a:avLst/>
            <a:gdLst/>
            <a:ahLst/>
            <a:cxnLst/>
            <a:rect l="l" t="t" r="r" b="b"/>
            <a:pathLst>
              <a:path w="28575" h="26670">
                <a:moveTo>
                  <a:pt x="0" y="0"/>
                </a:moveTo>
                <a:lnTo>
                  <a:pt x="28163" y="0"/>
                </a:lnTo>
                <a:lnTo>
                  <a:pt x="28163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9750368" y="7862569"/>
            <a:ext cx="216535" cy="19050"/>
          </a:xfrm>
          <a:custGeom>
            <a:avLst/>
            <a:gdLst/>
            <a:ahLst/>
            <a:cxnLst/>
            <a:rect l="l" t="t" r="r" b="b"/>
            <a:pathLst>
              <a:path w="216534" h="19050">
                <a:moveTo>
                  <a:pt x="0" y="0"/>
                </a:moveTo>
                <a:lnTo>
                  <a:pt x="216426" y="0"/>
                </a:lnTo>
                <a:lnTo>
                  <a:pt x="21642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9750368" y="788161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09" y="0"/>
                </a:lnTo>
                <a:lnTo>
                  <a:pt x="27909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9750368" y="7909559"/>
            <a:ext cx="222250" cy="20320"/>
          </a:xfrm>
          <a:custGeom>
            <a:avLst/>
            <a:gdLst/>
            <a:ahLst/>
            <a:cxnLst/>
            <a:rect l="l" t="t" r="r" b="b"/>
            <a:pathLst>
              <a:path w="222250" h="20320">
                <a:moveTo>
                  <a:pt x="0" y="0"/>
                </a:moveTo>
                <a:lnTo>
                  <a:pt x="222008" y="0"/>
                </a:lnTo>
                <a:lnTo>
                  <a:pt x="222008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9712310" y="7954459"/>
            <a:ext cx="292100" cy="22225"/>
          </a:xfrm>
          <a:custGeom>
            <a:avLst/>
            <a:gdLst/>
            <a:ahLst/>
            <a:cxnLst/>
            <a:rect l="l" t="t" r="r" b="b"/>
            <a:pathLst>
              <a:path w="292100" h="22225">
                <a:moveTo>
                  <a:pt x="292036" y="22074"/>
                </a:moveTo>
                <a:lnTo>
                  <a:pt x="0" y="22074"/>
                </a:lnTo>
                <a:lnTo>
                  <a:pt x="0" y="0"/>
                </a:lnTo>
                <a:lnTo>
                  <a:pt x="292036" y="0"/>
                </a:lnTo>
                <a:lnTo>
                  <a:pt x="292036" y="22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9747577" y="8002269"/>
            <a:ext cx="220345" cy="20320"/>
          </a:xfrm>
          <a:custGeom>
            <a:avLst/>
            <a:gdLst/>
            <a:ahLst/>
            <a:cxnLst/>
            <a:rect l="l" t="t" r="r" b="b"/>
            <a:pathLst>
              <a:path w="220345" h="20320">
                <a:moveTo>
                  <a:pt x="0" y="0"/>
                </a:moveTo>
                <a:lnTo>
                  <a:pt x="220232" y="0"/>
                </a:lnTo>
                <a:lnTo>
                  <a:pt x="220232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9939901" y="802259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09" y="0"/>
                </a:lnTo>
                <a:lnTo>
                  <a:pt x="27909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9748084" y="8050530"/>
            <a:ext cx="220345" cy="19050"/>
          </a:xfrm>
          <a:custGeom>
            <a:avLst/>
            <a:gdLst/>
            <a:ahLst/>
            <a:cxnLst/>
            <a:rect l="l" t="t" r="r" b="b"/>
            <a:pathLst>
              <a:path w="220345" h="19050">
                <a:moveTo>
                  <a:pt x="0" y="0"/>
                </a:moveTo>
                <a:lnTo>
                  <a:pt x="219725" y="0"/>
                </a:lnTo>
                <a:lnTo>
                  <a:pt x="2197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9748084" y="8069580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79">
                <a:moveTo>
                  <a:pt x="0" y="0"/>
                </a:moveTo>
                <a:lnTo>
                  <a:pt x="28163" y="0"/>
                </a:lnTo>
                <a:lnTo>
                  <a:pt x="28163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9748084" y="8100059"/>
            <a:ext cx="230504" cy="20320"/>
          </a:xfrm>
          <a:custGeom>
            <a:avLst/>
            <a:gdLst/>
            <a:ahLst/>
            <a:cxnLst/>
            <a:rect l="l" t="t" r="r" b="b"/>
            <a:pathLst>
              <a:path w="230504" h="20320">
                <a:moveTo>
                  <a:pt x="0" y="0"/>
                </a:moveTo>
                <a:lnTo>
                  <a:pt x="230127" y="0"/>
                </a:lnTo>
                <a:lnTo>
                  <a:pt x="23012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10121567" y="7806284"/>
            <a:ext cx="273050" cy="319405"/>
          </a:xfrm>
          <a:custGeom>
            <a:avLst/>
            <a:gdLst/>
            <a:ahLst/>
            <a:cxnLst/>
            <a:rect l="l" t="t" r="r" b="b"/>
            <a:pathLst>
              <a:path w="273050" h="319404">
                <a:moveTo>
                  <a:pt x="272499" y="134473"/>
                </a:moveTo>
                <a:lnTo>
                  <a:pt x="245605" y="134473"/>
                </a:lnTo>
                <a:lnTo>
                  <a:pt x="245605" y="0"/>
                </a:lnTo>
                <a:lnTo>
                  <a:pt x="272499" y="0"/>
                </a:lnTo>
                <a:lnTo>
                  <a:pt x="272499" y="134473"/>
                </a:lnTo>
                <a:close/>
              </a:path>
              <a:path w="273050" h="319404">
                <a:moveTo>
                  <a:pt x="203233" y="303200"/>
                </a:moveTo>
                <a:lnTo>
                  <a:pt x="176592" y="303200"/>
                </a:lnTo>
                <a:lnTo>
                  <a:pt x="176592" y="7611"/>
                </a:lnTo>
                <a:lnTo>
                  <a:pt x="203233" y="7611"/>
                </a:lnTo>
                <a:lnTo>
                  <a:pt x="203233" y="134473"/>
                </a:lnTo>
                <a:lnTo>
                  <a:pt x="272499" y="134473"/>
                </a:lnTo>
                <a:lnTo>
                  <a:pt x="272499" y="157816"/>
                </a:lnTo>
                <a:lnTo>
                  <a:pt x="203233" y="157816"/>
                </a:lnTo>
                <a:lnTo>
                  <a:pt x="203233" y="303200"/>
                </a:lnTo>
                <a:close/>
              </a:path>
              <a:path w="273050" h="319404">
                <a:moveTo>
                  <a:pt x="272499" y="318931"/>
                </a:moveTo>
                <a:lnTo>
                  <a:pt x="245605" y="318931"/>
                </a:lnTo>
                <a:lnTo>
                  <a:pt x="245605" y="157816"/>
                </a:lnTo>
                <a:lnTo>
                  <a:pt x="272499" y="157816"/>
                </a:lnTo>
                <a:lnTo>
                  <a:pt x="272499" y="318931"/>
                </a:lnTo>
                <a:close/>
              </a:path>
              <a:path w="273050" h="319404">
                <a:moveTo>
                  <a:pt x="94385" y="55058"/>
                </a:moveTo>
                <a:lnTo>
                  <a:pt x="66222" y="55058"/>
                </a:lnTo>
                <a:lnTo>
                  <a:pt x="66222" y="9641"/>
                </a:lnTo>
                <a:lnTo>
                  <a:pt x="94385" y="9641"/>
                </a:lnTo>
                <a:lnTo>
                  <a:pt x="94385" y="55058"/>
                </a:lnTo>
                <a:close/>
              </a:path>
              <a:path w="273050" h="319404">
                <a:moveTo>
                  <a:pt x="160100" y="78147"/>
                </a:moveTo>
                <a:lnTo>
                  <a:pt x="0" y="78147"/>
                </a:lnTo>
                <a:lnTo>
                  <a:pt x="0" y="55058"/>
                </a:lnTo>
                <a:lnTo>
                  <a:pt x="160100" y="55058"/>
                </a:lnTo>
                <a:lnTo>
                  <a:pt x="160100" y="78147"/>
                </a:lnTo>
                <a:close/>
              </a:path>
              <a:path w="273050" h="319404">
                <a:moveTo>
                  <a:pt x="80176" y="245097"/>
                </a:moveTo>
                <a:lnTo>
                  <a:pt x="52631" y="239710"/>
                </a:lnTo>
                <a:lnTo>
                  <a:pt x="30890" y="224641"/>
                </a:lnTo>
                <a:lnTo>
                  <a:pt x="16666" y="201532"/>
                </a:lnTo>
                <a:lnTo>
                  <a:pt x="11671" y="172025"/>
                </a:lnTo>
                <a:lnTo>
                  <a:pt x="16666" y="142850"/>
                </a:lnTo>
                <a:lnTo>
                  <a:pt x="30890" y="119979"/>
                </a:lnTo>
                <a:lnTo>
                  <a:pt x="52631" y="105053"/>
                </a:lnTo>
                <a:lnTo>
                  <a:pt x="80176" y="99713"/>
                </a:lnTo>
                <a:lnTo>
                  <a:pt x="107836" y="105053"/>
                </a:lnTo>
                <a:lnTo>
                  <a:pt x="129621" y="119979"/>
                </a:lnTo>
                <a:lnTo>
                  <a:pt x="131705" y="123310"/>
                </a:lnTo>
                <a:lnTo>
                  <a:pt x="80176" y="123310"/>
                </a:lnTo>
                <a:lnTo>
                  <a:pt x="62654" y="127104"/>
                </a:lnTo>
                <a:lnTo>
                  <a:pt x="48841" y="137296"/>
                </a:lnTo>
                <a:lnTo>
                  <a:pt x="39787" y="152674"/>
                </a:lnTo>
                <a:lnTo>
                  <a:pt x="36536" y="172025"/>
                </a:lnTo>
                <a:lnTo>
                  <a:pt x="39787" y="191621"/>
                </a:lnTo>
                <a:lnTo>
                  <a:pt x="48841" y="207007"/>
                </a:lnTo>
                <a:lnTo>
                  <a:pt x="62654" y="217017"/>
                </a:lnTo>
                <a:lnTo>
                  <a:pt x="80176" y="220486"/>
                </a:lnTo>
                <a:lnTo>
                  <a:pt x="132195" y="220486"/>
                </a:lnTo>
                <a:lnTo>
                  <a:pt x="129621" y="224641"/>
                </a:lnTo>
                <a:lnTo>
                  <a:pt x="107836" y="239710"/>
                </a:lnTo>
                <a:lnTo>
                  <a:pt x="80176" y="245097"/>
                </a:lnTo>
                <a:close/>
              </a:path>
              <a:path w="273050" h="319404">
                <a:moveTo>
                  <a:pt x="132195" y="220486"/>
                </a:moveTo>
                <a:lnTo>
                  <a:pt x="80176" y="220486"/>
                </a:lnTo>
                <a:lnTo>
                  <a:pt x="97739" y="217017"/>
                </a:lnTo>
                <a:lnTo>
                  <a:pt x="111638" y="207007"/>
                </a:lnTo>
                <a:lnTo>
                  <a:pt x="120780" y="191621"/>
                </a:lnTo>
                <a:lnTo>
                  <a:pt x="124071" y="172025"/>
                </a:lnTo>
                <a:lnTo>
                  <a:pt x="120780" y="152674"/>
                </a:lnTo>
                <a:lnTo>
                  <a:pt x="111638" y="137296"/>
                </a:lnTo>
                <a:lnTo>
                  <a:pt x="97739" y="127104"/>
                </a:lnTo>
                <a:lnTo>
                  <a:pt x="80176" y="123310"/>
                </a:lnTo>
                <a:lnTo>
                  <a:pt x="131705" y="123310"/>
                </a:lnTo>
                <a:lnTo>
                  <a:pt x="143937" y="142850"/>
                </a:lnTo>
                <a:lnTo>
                  <a:pt x="149189" y="172025"/>
                </a:lnTo>
                <a:lnTo>
                  <a:pt x="143937" y="201532"/>
                </a:lnTo>
                <a:lnTo>
                  <a:pt x="132195" y="220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10445319" y="7806284"/>
            <a:ext cx="270510" cy="316230"/>
          </a:xfrm>
          <a:custGeom>
            <a:avLst/>
            <a:gdLst/>
            <a:ahLst/>
            <a:cxnLst/>
            <a:rect l="l" t="t" r="r" b="b"/>
            <a:pathLst>
              <a:path w="270509" h="316229">
                <a:moveTo>
                  <a:pt x="259052" y="46431"/>
                </a:moveTo>
                <a:lnTo>
                  <a:pt x="230889" y="46431"/>
                </a:lnTo>
                <a:lnTo>
                  <a:pt x="230889" y="0"/>
                </a:lnTo>
                <a:lnTo>
                  <a:pt x="259052" y="0"/>
                </a:lnTo>
                <a:lnTo>
                  <a:pt x="259052" y="46431"/>
                </a:lnTo>
                <a:close/>
              </a:path>
              <a:path w="270509" h="316229">
                <a:moveTo>
                  <a:pt x="10148" y="170249"/>
                </a:moveTo>
                <a:lnTo>
                  <a:pt x="0" y="146906"/>
                </a:lnTo>
                <a:lnTo>
                  <a:pt x="52473" y="129653"/>
                </a:lnTo>
                <a:lnTo>
                  <a:pt x="91895" y="105581"/>
                </a:lnTo>
                <a:lnTo>
                  <a:pt x="117619" y="75260"/>
                </a:lnTo>
                <a:lnTo>
                  <a:pt x="128891" y="39327"/>
                </a:lnTo>
                <a:lnTo>
                  <a:pt x="16238" y="39327"/>
                </a:lnTo>
                <a:lnTo>
                  <a:pt x="16238" y="15984"/>
                </a:lnTo>
                <a:lnTo>
                  <a:pt x="160100" y="15984"/>
                </a:lnTo>
                <a:lnTo>
                  <a:pt x="159909" y="23881"/>
                </a:lnTo>
                <a:lnTo>
                  <a:pt x="159338" y="31588"/>
                </a:lnTo>
                <a:lnTo>
                  <a:pt x="158347" y="39327"/>
                </a:lnTo>
                <a:lnTo>
                  <a:pt x="157055" y="46431"/>
                </a:lnTo>
                <a:lnTo>
                  <a:pt x="259052" y="46431"/>
                </a:lnTo>
                <a:lnTo>
                  <a:pt x="259052" y="69013"/>
                </a:lnTo>
                <a:lnTo>
                  <a:pt x="150331" y="69013"/>
                </a:lnTo>
                <a:lnTo>
                  <a:pt x="129980" y="103652"/>
                </a:lnTo>
                <a:lnTo>
                  <a:pt x="99317" y="132142"/>
                </a:lnTo>
                <a:lnTo>
                  <a:pt x="59115" y="154377"/>
                </a:lnTo>
                <a:lnTo>
                  <a:pt x="10148" y="170249"/>
                </a:lnTo>
                <a:close/>
              </a:path>
              <a:path w="270509" h="316229">
                <a:moveTo>
                  <a:pt x="259052" y="163144"/>
                </a:moveTo>
                <a:lnTo>
                  <a:pt x="230889" y="163144"/>
                </a:lnTo>
                <a:lnTo>
                  <a:pt x="230889" y="129653"/>
                </a:lnTo>
                <a:lnTo>
                  <a:pt x="145637" y="129653"/>
                </a:lnTo>
                <a:lnTo>
                  <a:pt x="145637" y="107325"/>
                </a:lnTo>
                <a:lnTo>
                  <a:pt x="230889" y="107325"/>
                </a:lnTo>
                <a:lnTo>
                  <a:pt x="230889" y="69013"/>
                </a:lnTo>
                <a:lnTo>
                  <a:pt x="259052" y="69013"/>
                </a:lnTo>
                <a:lnTo>
                  <a:pt x="259052" y="163144"/>
                </a:lnTo>
                <a:close/>
              </a:path>
              <a:path w="270509" h="316229">
                <a:moveTo>
                  <a:pt x="269962" y="315886"/>
                </a:moveTo>
                <a:lnTo>
                  <a:pt x="53028" y="315886"/>
                </a:lnTo>
                <a:lnTo>
                  <a:pt x="53028" y="233680"/>
                </a:lnTo>
                <a:lnTo>
                  <a:pt x="230889" y="233680"/>
                </a:lnTo>
                <a:lnTo>
                  <a:pt x="230889" y="200442"/>
                </a:lnTo>
                <a:lnTo>
                  <a:pt x="52267" y="200442"/>
                </a:lnTo>
                <a:lnTo>
                  <a:pt x="52267" y="177607"/>
                </a:lnTo>
                <a:lnTo>
                  <a:pt x="259052" y="177607"/>
                </a:lnTo>
                <a:lnTo>
                  <a:pt x="259052" y="255246"/>
                </a:lnTo>
                <a:lnTo>
                  <a:pt x="80938" y="255246"/>
                </a:lnTo>
                <a:lnTo>
                  <a:pt x="80938" y="292797"/>
                </a:lnTo>
                <a:lnTo>
                  <a:pt x="269962" y="292797"/>
                </a:lnTo>
                <a:lnTo>
                  <a:pt x="269962" y="3158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10755878" y="7806284"/>
            <a:ext cx="302260" cy="319405"/>
          </a:xfrm>
          <a:custGeom>
            <a:avLst/>
            <a:gdLst/>
            <a:ahLst/>
            <a:cxnLst/>
            <a:rect l="l" t="t" r="r" b="b"/>
            <a:pathLst>
              <a:path w="302259" h="319404">
                <a:moveTo>
                  <a:pt x="248649" y="318931"/>
                </a:moveTo>
                <a:lnTo>
                  <a:pt x="220740" y="318931"/>
                </a:lnTo>
                <a:lnTo>
                  <a:pt x="220740" y="0"/>
                </a:lnTo>
                <a:lnTo>
                  <a:pt x="248649" y="0"/>
                </a:lnTo>
                <a:lnTo>
                  <a:pt x="248649" y="131429"/>
                </a:lnTo>
                <a:lnTo>
                  <a:pt x="301931" y="131429"/>
                </a:lnTo>
                <a:lnTo>
                  <a:pt x="301931" y="155025"/>
                </a:lnTo>
                <a:lnTo>
                  <a:pt x="248649" y="155025"/>
                </a:lnTo>
                <a:lnTo>
                  <a:pt x="248649" y="318931"/>
                </a:lnTo>
                <a:close/>
              </a:path>
              <a:path w="302259" h="319404">
                <a:moveTo>
                  <a:pt x="110116" y="51252"/>
                </a:moveTo>
                <a:lnTo>
                  <a:pt x="81952" y="51252"/>
                </a:lnTo>
                <a:lnTo>
                  <a:pt x="81952" y="3805"/>
                </a:lnTo>
                <a:lnTo>
                  <a:pt x="110116" y="3805"/>
                </a:lnTo>
                <a:lnTo>
                  <a:pt x="110116" y="51252"/>
                </a:lnTo>
                <a:close/>
              </a:path>
              <a:path w="302259" h="319404">
                <a:moveTo>
                  <a:pt x="189785" y="74594"/>
                </a:moveTo>
                <a:lnTo>
                  <a:pt x="0" y="74594"/>
                </a:lnTo>
                <a:lnTo>
                  <a:pt x="0" y="51252"/>
                </a:lnTo>
                <a:lnTo>
                  <a:pt x="189785" y="51252"/>
                </a:lnTo>
                <a:lnTo>
                  <a:pt x="189785" y="74594"/>
                </a:lnTo>
                <a:close/>
              </a:path>
              <a:path w="302259" h="319404">
                <a:moveTo>
                  <a:pt x="96415" y="247381"/>
                </a:moveTo>
                <a:lnTo>
                  <a:pt x="65008" y="242029"/>
                </a:lnTo>
                <a:lnTo>
                  <a:pt x="40215" y="227019"/>
                </a:lnTo>
                <a:lnTo>
                  <a:pt x="23984" y="203923"/>
                </a:lnTo>
                <a:lnTo>
                  <a:pt x="18268" y="174308"/>
                </a:lnTo>
                <a:lnTo>
                  <a:pt x="23984" y="144654"/>
                </a:lnTo>
                <a:lnTo>
                  <a:pt x="40215" y="121470"/>
                </a:lnTo>
                <a:lnTo>
                  <a:pt x="65008" y="106373"/>
                </a:lnTo>
                <a:lnTo>
                  <a:pt x="96415" y="100982"/>
                </a:lnTo>
                <a:lnTo>
                  <a:pt x="127643" y="106373"/>
                </a:lnTo>
                <a:lnTo>
                  <a:pt x="152329" y="121470"/>
                </a:lnTo>
                <a:lnTo>
                  <a:pt x="154510" y="124578"/>
                </a:lnTo>
                <a:lnTo>
                  <a:pt x="96415" y="124578"/>
                </a:lnTo>
                <a:lnTo>
                  <a:pt x="75847" y="128281"/>
                </a:lnTo>
                <a:lnTo>
                  <a:pt x="59561" y="138596"/>
                </a:lnTo>
                <a:lnTo>
                  <a:pt x="48889" y="154335"/>
                </a:lnTo>
                <a:lnTo>
                  <a:pt x="45162" y="174308"/>
                </a:lnTo>
                <a:lnTo>
                  <a:pt x="48889" y="194237"/>
                </a:lnTo>
                <a:lnTo>
                  <a:pt x="59561" y="209861"/>
                </a:lnTo>
                <a:lnTo>
                  <a:pt x="75847" y="220014"/>
                </a:lnTo>
                <a:lnTo>
                  <a:pt x="96415" y="223531"/>
                </a:lnTo>
                <a:lnTo>
                  <a:pt x="154786" y="223531"/>
                </a:lnTo>
                <a:lnTo>
                  <a:pt x="152329" y="227019"/>
                </a:lnTo>
                <a:lnTo>
                  <a:pt x="127643" y="242029"/>
                </a:lnTo>
                <a:lnTo>
                  <a:pt x="96415" y="247381"/>
                </a:lnTo>
                <a:close/>
              </a:path>
              <a:path w="302259" h="319404">
                <a:moveTo>
                  <a:pt x="154786" y="223531"/>
                </a:moveTo>
                <a:lnTo>
                  <a:pt x="96415" y="223531"/>
                </a:lnTo>
                <a:lnTo>
                  <a:pt x="116804" y="220014"/>
                </a:lnTo>
                <a:lnTo>
                  <a:pt x="132983" y="209861"/>
                </a:lnTo>
                <a:lnTo>
                  <a:pt x="143691" y="194237"/>
                </a:lnTo>
                <a:lnTo>
                  <a:pt x="147667" y="174308"/>
                </a:lnTo>
                <a:lnTo>
                  <a:pt x="143691" y="154335"/>
                </a:lnTo>
                <a:lnTo>
                  <a:pt x="132983" y="138596"/>
                </a:lnTo>
                <a:lnTo>
                  <a:pt x="116804" y="128281"/>
                </a:lnTo>
                <a:lnTo>
                  <a:pt x="96415" y="124578"/>
                </a:lnTo>
                <a:lnTo>
                  <a:pt x="154510" y="124578"/>
                </a:lnTo>
                <a:lnTo>
                  <a:pt x="168595" y="144654"/>
                </a:lnTo>
                <a:lnTo>
                  <a:pt x="174562" y="174308"/>
                </a:lnTo>
                <a:lnTo>
                  <a:pt x="168595" y="203923"/>
                </a:lnTo>
                <a:lnTo>
                  <a:pt x="154786" y="2235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11079377" y="7806284"/>
            <a:ext cx="259715" cy="319405"/>
          </a:xfrm>
          <a:custGeom>
            <a:avLst/>
            <a:gdLst/>
            <a:ahLst/>
            <a:cxnLst/>
            <a:rect l="l" t="t" r="r" b="b"/>
            <a:pathLst>
              <a:path w="259715" h="319404">
                <a:moveTo>
                  <a:pt x="259560" y="318931"/>
                </a:moveTo>
                <a:lnTo>
                  <a:pt x="231396" y="318931"/>
                </a:lnTo>
                <a:lnTo>
                  <a:pt x="231396" y="0"/>
                </a:lnTo>
                <a:lnTo>
                  <a:pt x="259560" y="0"/>
                </a:lnTo>
                <a:lnTo>
                  <a:pt x="259560" y="318931"/>
                </a:lnTo>
                <a:close/>
              </a:path>
              <a:path w="259715" h="319404">
                <a:moveTo>
                  <a:pt x="15223" y="259052"/>
                </a:moveTo>
                <a:lnTo>
                  <a:pt x="0" y="235963"/>
                </a:lnTo>
                <a:lnTo>
                  <a:pt x="46725" y="209034"/>
                </a:lnTo>
                <a:lnTo>
                  <a:pt x="83526" y="177452"/>
                </a:lnTo>
                <a:lnTo>
                  <a:pt x="110613" y="141499"/>
                </a:lnTo>
                <a:lnTo>
                  <a:pt x="128201" y="101453"/>
                </a:lnTo>
                <a:lnTo>
                  <a:pt x="136503" y="57595"/>
                </a:lnTo>
                <a:lnTo>
                  <a:pt x="14716" y="57595"/>
                </a:lnTo>
                <a:lnTo>
                  <a:pt x="14716" y="34760"/>
                </a:lnTo>
                <a:lnTo>
                  <a:pt x="165174" y="34760"/>
                </a:lnTo>
                <a:lnTo>
                  <a:pt x="161414" y="79601"/>
                </a:lnTo>
                <a:lnTo>
                  <a:pt x="149979" y="122172"/>
                </a:lnTo>
                <a:lnTo>
                  <a:pt x="130255" y="161939"/>
                </a:lnTo>
                <a:lnTo>
                  <a:pt x="101630" y="198365"/>
                </a:lnTo>
                <a:lnTo>
                  <a:pt x="63490" y="230915"/>
                </a:lnTo>
                <a:lnTo>
                  <a:pt x="15223" y="259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11483940" y="7806538"/>
            <a:ext cx="264160" cy="319405"/>
          </a:xfrm>
          <a:custGeom>
            <a:avLst/>
            <a:gdLst/>
            <a:ahLst/>
            <a:cxnLst/>
            <a:rect l="l" t="t" r="r" b="b"/>
            <a:pathLst>
              <a:path w="264159" h="319404">
                <a:moveTo>
                  <a:pt x="263873" y="318931"/>
                </a:moveTo>
                <a:lnTo>
                  <a:pt x="236217" y="318931"/>
                </a:lnTo>
                <a:lnTo>
                  <a:pt x="236217" y="0"/>
                </a:lnTo>
                <a:lnTo>
                  <a:pt x="263873" y="0"/>
                </a:lnTo>
                <a:lnTo>
                  <a:pt x="263873" y="318931"/>
                </a:lnTo>
                <a:close/>
              </a:path>
              <a:path w="264159" h="319404">
                <a:moveTo>
                  <a:pt x="105803" y="145637"/>
                </a:moveTo>
                <a:lnTo>
                  <a:pt x="72914" y="141015"/>
                </a:lnTo>
                <a:lnTo>
                  <a:pt x="47065" y="127686"/>
                </a:lnTo>
                <a:lnTo>
                  <a:pt x="30161" y="107032"/>
                </a:lnTo>
                <a:lnTo>
                  <a:pt x="24103" y="80430"/>
                </a:lnTo>
                <a:lnTo>
                  <a:pt x="30161" y="53722"/>
                </a:lnTo>
                <a:lnTo>
                  <a:pt x="47065" y="33079"/>
                </a:lnTo>
                <a:lnTo>
                  <a:pt x="72914" y="19810"/>
                </a:lnTo>
                <a:lnTo>
                  <a:pt x="105803" y="15223"/>
                </a:lnTo>
                <a:lnTo>
                  <a:pt x="138731" y="19810"/>
                </a:lnTo>
                <a:lnTo>
                  <a:pt x="164667" y="33079"/>
                </a:lnTo>
                <a:lnTo>
                  <a:pt x="168974" y="38312"/>
                </a:lnTo>
                <a:lnTo>
                  <a:pt x="105803" y="38312"/>
                </a:lnTo>
                <a:lnTo>
                  <a:pt x="83903" y="41289"/>
                </a:lnTo>
                <a:lnTo>
                  <a:pt x="66666" y="49951"/>
                </a:lnTo>
                <a:lnTo>
                  <a:pt x="55422" y="63324"/>
                </a:lnTo>
                <a:lnTo>
                  <a:pt x="51506" y="80430"/>
                </a:lnTo>
                <a:lnTo>
                  <a:pt x="55422" y="97497"/>
                </a:lnTo>
                <a:lnTo>
                  <a:pt x="66666" y="110782"/>
                </a:lnTo>
                <a:lnTo>
                  <a:pt x="83903" y="119357"/>
                </a:lnTo>
                <a:lnTo>
                  <a:pt x="105803" y="122295"/>
                </a:lnTo>
                <a:lnTo>
                  <a:pt x="169102" y="122295"/>
                </a:lnTo>
                <a:lnTo>
                  <a:pt x="164667" y="127686"/>
                </a:lnTo>
                <a:lnTo>
                  <a:pt x="138731" y="141015"/>
                </a:lnTo>
                <a:lnTo>
                  <a:pt x="105803" y="145637"/>
                </a:lnTo>
                <a:close/>
              </a:path>
              <a:path w="264159" h="319404">
                <a:moveTo>
                  <a:pt x="169102" y="122295"/>
                </a:moveTo>
                <a:lnTo>
                  <a:pt x="105803" y="122295"/>
                </a:lnTo>
                <a:lnTo>
                  <a:pt x="127999" y="119357"/>
                </a:lnTo>
                <a:lnTo>
                  <a:pt x="145415" y="110782"/>
                </a:lnTo>
                <a:lnTo>
                  <a:pt x="156789" y="97497"/>
                </a:lnTo>
                <a:lnTo>
                  <a:pt x="160861" y="80430"/>
                </a:lnTo>
                <a:lnTo>
                  <a:pt x="156789" y="63324"/>
                </a:lnTo>
                <a:lnTo>
                  <a:pt x="145415" y="49951"/>
                </a:lnTo>
                <a:lnTo>
                  <a:pt x="127999" y="41289"/>
                </a:lnTo>
                <a:lnTo>
                  <a:pt x="105803" y="38312"/>
                </a:lnTo>
                <a:lnTo>
                  <a:pt x="168974" y="38312"/>
                </a:lnTo>
                <a:lnTo>
                  <a:pt x="181658" y="53722"/>
                </a:lnTo>
                <a:lnTo>
                  <a:pt x="187756" y="80430"/>
                </a:lnTo>
                <a:lnTo>
                  <a:pt x="181658" y="107032"/>
                </a:lnTo>
                <a:lnTo>
                  <a:pt x="169102" y="122295"/>
                </a:lnTo>
                <a:close/>
              </a:path>
              <a:path w="264159" h="319404">
                <a:moveTo>
                  <a:pt x="3805" y="196890"/>
                </a:moveTo>
                <a:lnTo>
                  <a:pt x="0" y="173040"/>
                </a:lnTo>
                <a:lnTo>
                  <a:pt x="48528" y="172679"/>
                </a:lnTo>
                <a:lnTo>
                  <a:pt x="102219" y="171105"/>
                </a:lnTo>
                <a:lnTo>
                  <a:pt x="157955" y="167580"/>
                </a:lnTo>
                <a:lnTo>
                  <a:pt x="212621" y="161368"/>
                </a:lnTo>
                <a:lnTo>
                  <a:pt x="214650" y="182681"/>
                </a:lnTo>
                <a:lnTo>
                  <a:pt x="191613" y="186455"/>
                </a:lnTo>
                <a:lnTo>
                  <a:pt x="168314" y="189468"/>
                </a:lnTo>
                <a:lnTo>
                  <a:pt x="144967" y="191815"/>
                </a:lnTo>
                <a:lnTo>
                  <a:pt x="121787" y="193591"/>
                </a:lnTo>
                <a:lnTo>
                  <a:pt x="121787" y="195114"/>
                </a:lnTo>
                <a:lnTo>
                  <a:pt x="93624" y="195114"/>
                </a:lnTo>
                <a:lnTo>
                  <a:pt x="69635" y="195962"/>
                </a:lnTo>
                <a:lnTo>
                  <a:pt x="24512" y="196755"/>
                </a:lnTo>
                <a:lnTo>
                  <a:pt x="3805" y="196890"/>
                </a:lnTo>
                <a:close/>
              </a:path>
              <a:path w="264159" h="319404">
                <a:moveTo>
                  <a:pt x="121787" y="308782"/>
                </a:moveTo>
                <a:lnTo>
                  <a:pt x="93624" y="308782"/>
                </a:lnTo>
                <a:lnTo>
                  <a:pt x="93624" y="195114"/>
                </a:lnTo>
                <a:lnTo>
                  <a:pt x="121787" y="195114"/>
                </a:lnTo>
                <a:lnTo>
                  <a:pt x="121787" y="308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11803125" y="7806538"/>
            <a:ext cx="297180" cy="311785"/>
          </a:xfrm>
          <a:custGeom>
            <a:avLst/>
            <a:gdLst/>
            <a:ahLst/>
            <a:cxnLst/>
            <a:rect l="l" t="t" r="r" b="b"/>
            <a:pathLst>
              <a:path w="297179" h="311784">
                <a:moveTo>
                  <a:pt x="109101" y="39073"/>
                </a:moveTo>
                <a:lnTo>
                  <a:pt x="81191" y="39073"/>
                </a:lnTo>
                <a:lnTo>
                  <a:pt x="81191" y="0"/>
                </a:lnTo>
                <a:lnTo>
                  <a:pt x="109101" y="0"/>
                </a:lnTo>
                <a:lnTo>
                  <a:pt x="109101" y="39073"/>
                </a:lnTo>
                <a:close/>
              </a:path>
              <a:path w="297179" h="311784">
                <a:moveTo>
                  <a:pt x="190039" y="62162"/>
                </a:moveTo>
                <a:lnTo>
                  <a:pt x="0" y="62162"/>
                </a:lnTo>
                <a:lnTo>
                  <a:pt x="0" y="39073"/>
                </a:lnTo>
                <a:lnTo>
                  <a:pt x="190039" y="39073"/>
                </a:lnTo>
                <a:lnTo>
                  <a:pt x="190039" y="62162"/>
                </a:lnTo>
                <a:close/>
              </a:path>
              <a:path w="297179" h="311784">
                <a:moveTo>
                  <a:pt x="248649" y="239008"/>
                </a:moveTo>
                <a:lnTo>
                  <a:pt x="220486" y="239008"/>
                </a:lnTo>
                <a:lnTo>
                  <a:pt x="220486" y="0"/>
                </a:lnTo>
                <a:lnTo>
                  <a:pt x="248649" y="0"/>
                </a:lnTo>
                <a:lnTo>
                  <a:pt x="248649" y="105041"/>
                </a:lnTo>
                <a:lnTo>
                  <a:pt x="296603" y="105041"/>
                </a:lnTo>
                <a:lnTo>
                  <a:pt x="296603" y="128891"/>
                </a:lnTo>
                <a:lnTo>
                  <a:pt x="248649" y="128891"/>
                </a:lnTo>
                <a:lnTo>
                  <a:pt x="248649" y="239008"/>
                </a:lnTo>
                <a:close/>
              </a:path>
              <a:path w="297179" h="311784">
                <a:moveTo>
                  <a:pt x="95146" y="198158"/>
                </a:moveTo>
                <a:lnTo>
                  <a:pt x="63617" y="193992"/>
                </a:lnTo>
                <a:lnTo>
                  <a:pt x="39295" y="182142"/>
                </a:lnTo>
                <a:lnTo>
                  <a:pt x="23679" y="163584"/>
                </a:lnTo>
                <a:lnTo>
                  <a:pt x="18268" y="139294"/>
                </a:lnTo>
                <a:lnTo>
                  <a:pt x="23679" y="114671"/>
                </a:lnTo>
                <a:lnTo>
                  <a:pt x="39295" y="95876"/>
                </a:lnTo>
                <a:lnTo>
                  <a:pt x="63617" y="83883"/>
                </a:lnTo>
                <a:lnTo>
                  <a:pt x="95146" y="79669"/>
                </a:lnTo>
                <a:lnTo>
                  <a:pt x="126243" y="83883"/>
                </a:lnTo>
                <a:lnTo>
                  <a:pt x="150395" y="95876"/>
                </a:lnTo>
                <a:lnTo>
                  <a:pt x="155290" y="101743"/>
                </a:lnTo>
                <a:lnTo>
                  <a:pt x="95146" y="101743"/>
                </a:lnTo>
                <a:lnTo>
                  <a:pt x="74563" y="104399"/>
                </a:lnTo>
                <a:lnTo>
                  <a:pt x="58737" y="111955"/>
                </a:lnTo>
                <a:lnTo>
                  <a:pt x="48619" y="123793"/>
                </a:lnTo>
                <a:lnTo>
                  <a:pt x="45162" y="139294"/>
                </a:lnTo>
                <a:lnTo>
                  <a:pt x="48619" y="154458"/>
                </a:lnTo>
                <a:lnTo>
                  <a:pt x="58737" y="166030"/>
                </a:lnTo>
                <a:lnTo>
                  <a:pt x="74563" y="173369"/>
                </a:lnTo>
                <a:lnTo>
                  <a:pt x="95146" y="175830"/>
                </a:lnTo>
                <a:lnTo>
                  <a:pt x="155728" y="175830"/>
                </a:lnTo>
                <a:lnTo>
                  <a:pt x="150395" y="182142"/>
                </a:lnTo>
                <a:lnTo>
                  <a:pt x="126243" y="193992"/>
                </a:lnTo>
                <a:lnTo>
                  <a:pt x="95146" y="198158"/>
                </a:lnTo>
                <a:close/>
              </a:path>
              <a:path w="297179" h="311784">
                <a:moveTo>
                  <a:pt x="155728" y="175830"/>
                </a:moveTo>
                <a:lnTo>
                  <a:pt x="95146" y="175830"/>
                </a:lnTo>
                <a:lnTo>
                  <a:pt x="115444" y="173369"/>
                </a:lnTo>
                <a:lnTo>
                  <a:pt x="131175" y="166030"/>
                </a:lnTo>
                <a:lnTo>
                  <a:pt x="141387" y="154458"/>
                </a:lnTo>
                <a:lnTo>
                  <a:pt x="145130" y="139294"/>
                </a:lnTo>
                <a:lnTo>
                  <a:pt x="141387" y="123793"/>
                </a:lnTo>
                <a:lnTo>
                  <a:pt x="131175" y="111955"/>
                </a:lnTo>
                <a:lnTo>
                  <a:pt x="115444" y="104399"/>
                </a:lnTo>
                <a:lnTo>
                  <a:pt x="95146" y="101743"/>
                </a:lnTo>
                <a:lnTo>
                  <a:pt x="155290" y="101743"/>
                </a:lnTo>
                <a:lnTo>
                  <a:pt x="166078" y="114671"/>
                </a:lnTo>
                <a:lnTo>
                  <a:pt x="171771" y="139294"/>
                </a:lnTo>
                <a:lnTo>
                  <a:pt x="166078" y="163584"/>
                </a:lnTo>
                <a:lnTo>
                  <a:pt x="155728" y="175830"/>
                </a:lnTo>
                <a:close/>
              </a:path>
              <a:path w="297179" h="311784">
                <a:moveTo>
                  <a:pt x="263365" y="311573"/>
                </a:moveTo>
                <a:lnTo>
                  <a:pt x="48968" y="311573"/>
                </a:lnTo>
                <a:lnTo>
                  <a:pt x="48968" y="219725"/>
                </a:lnTo>
                <a:lnTo>
                  <a:pt x="76878" y="219725"/>
                </a:lnTo>
                <a:lnTo>
                  <a:pt x="76878" y="288230"/>
                </a:lnTo>
                <a:lnTo>
                  <a:pt x="263365" y="288230"/>
                </a:lnTo>
                <a:lnTo>
                  <a:pt x="263365" y="311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6703448" y="8320381"/>
            <a:ext cx="290830" cy="320040"/>
          </a:xfrm>
          <a:custGeom>
            <a:avLst/>
            <a:gdLst/>
            <a:ahLst/>
            <a:cxnLst/>
            <a:rect l="l" t="t" r="r" b="b"/>
            <a:pathLst>
              <a:path w="290829" h="320040">
                <a:moveTo>
                  <a:pt x="159085" y="39834"/>
                </a:moveTo>
                <a:lnTo>
                  <a:pt x="131429" y="39834"/>
                </a:lnTo>
                <a:lnTo>
                  <a:pt x="131429" y="0"/>
                </a:lnTo>
                <a:lnTo>
                  <a:pt x="159085" y="0"/>
                </a:lnTo>
                <a:lnTo>
                  <a:pt x="159085" y="39834"/>
                </a:lnTo>
                <a:close/>
              </a:path>
              <a:path w="290829" h="320040">
                <a:moveTo>
                  <a:pt x="262604" y="62923"/>
                </a:moveTo>
                <a:lnTo>
                  <a:pt x="28163" y="62923"/>
                </a:lnTo>
                <a:lnTo>
                  <a:pt x="28163" y="39834"/>
                </a:lnTo>
                <a:lnTo>
                  <a:pt x="262604" y="39834"/>
                </a:lnTo>
                <a:lnTo>
                  <a:pt x="262604" y="62923"/>
                </a:lnTo>
                <a:close/>
              </a:path>
              <a:path w="290829" h="320040">
                <a:moveTo>
                  <a:pt x="28670" y="168472"/>
                </a:moveTo>
                <a:lnTo>
                  <a:pt x="18268" y="145637"/>
                </a:lnTo>
                <a:lnTo>
                  <a:pt x="59890" y="135179"/>
                </a:lnTo>
                <a:lnTo>
                  <a:pt x="96066" y="116586"/>
                </a:lnTo>
                <a:lnTo>
                  <a:pt x="121633" y="91903"/>
                </a:lnTo>
                <a:lnTo>
                  <a:pt x="131429" y="63177"/>
                </a:lnTo>
                <a:lnTo>
                  <a:pt x="131429" y="62923"/>
                </a:lnTo>
                <a:lnTo>
                  <a:pt x="159338" y="62923"/>
                </a:lnTo>
                <a:lnTo>
                  <a:pt x="159338" y="63177"/>
                </a:lnTo>
                <a:lnTo>
                  <a:pt x="168913" y="91796"/>
                </a:lnTo>
                <a:lnTo>
                  <a:pt x="178731" y="101362"/>
                </a:lnTo>
                <a:lnTo>
                  <a:pt x="145510" y="101362"/>
                </a:lnTo>
                <a:lnTo>
                  <a:pt x="125577" y="125603"/>
                </a:lnTo>
                <a:lnTo>
                  <a:pt x="97937" y="145241"/>
                </a:lnTo>
                <a:lnTo>
                  <a:pt x="64874" y="159717"/>
                </a:lnTo>
                <a:lnTo>
                  <a:pt x="28670" y="168472"/>
                </a:lnTo>
                <a:close/>
              </a:path>
              <a:path w="290829" h="320040">
                <a:moveTo>
                  <a:pt x="261589" y="168472"/>
                </a:moveTo>
                <a:lnTo>
                  <a:pt x="225487" y="159663"/>
                </a:lnTo>
                <a:lnTo>
                  <a:pt x="192656" y="145098"/>
                </a:lnTo>
                <a:lnTo>
                  <a:pt x="165271" y="125442"/>
                </a:lnTo>
                <a:lnTo>
                  <a:pt x="145510" y="101362"/>
                </a:lnTo>
                <a:lnTo>
                  <a:pt x="178731" y="101362"/>
                </a:lnTo>
                <a:lnTo>
                  <a:pt x="194257" y="116491"/>
                </a:lnTo>
                <a:lnTo>
                  <a:pt x="230306" y="135143"/>
                </a:lnTo>
                <a:lnTo>
                  <a:pt x="271992" y="145637"/>
                </a:lnTo>
                <a:lnTo>
                  <a:pt x="261589" y="168472"/>
                </a:lnTo>
                <a:close/>
              </a:path>
              <a:path w="290829" h="320040">
                <a:moveTo>
                  <a:pt x="290768" y="216680"/>
                </a:moveTo>
                <a:lnTo>
                  <a:pt x="0" y="216680"/>
                </a:lnTo>
                <a:lnTo>
                  <a:pt x="0" y="193084"/>
                </a:lnTo>
                <a:lnTo>
                  <a:pt x="290768" y="193084"/>
                </a:lnTo>
                <a:lnTo>
                  <a:pt x="290768" y="216680"/>
                </a:lnTo>
                <a:close/>
              </a:path>
              <a:path w="290829" h="320040">
                <a:moveTo>
                  <a:pt x="159085" y="319692"/>
                </a:moveTo>
                <a:lnTo>
                  <a:pt x="131429" y="319692"/>
                </a:lnTo>
                <a:lnTo>
                  <a:pt x="131429" y="216680"/>
                </a:lnTo>
                <a:lnTo>
                  <a:pt x="159085" y="216680"/>
                </a:lnTo>
                <a:lnTo>
                  <a:pt x="159085" y="319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7023141" y="832063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79" h="318770">
                <a:moveTo>
                  <a:pt x="244843" y="318677"/>
                </a:moveTo>
                <a:lnTo>
                  <a:pt x="216680" y="318677"/>
                </a:lnTo>
                <a:lnTo>
                  <a:pt x="216680" y="0"/>
                </a:lnTo>
                <a:lnTo>
                  <a:pt x="244843" y="0"/>
                </a:lnTo>
                <a:lnTo>
                  <a:pt x="244843" y="129653"/>
                </a:lnTo>
                <a:lnTo>
                  <a:pt x="296603" y="129653"/>
                </a:lnTo>
                <a:lnTo>
                  <a:pt x="296603" y="153503"/>
                </a:lnTo>
                <a:lnTo>
                  <a:pt x="244843" y="153503"/>
                </a:lnTo>
                <a:lnTo>
                  <a:pt x="244843" y="318677"/>
                </a:lnTo>
                <a:close/>
              </a:path>
              <a:path w="297179" h="318770">
                <a:moveTo>
                  <a:pt x="15730" y="258037"/>
                </a:moveTo>
                <a:lnTo>
                  <a:pt x="0" y="235963"/>
                </a:lnTo>
                <a:lnTo>
                  <a:pt x="44961" y="208975"/>
                </a:lnTo>
                <a:lnTo>
                  <a:pt x="80862" y="177377"/>
                </a:lnTo>
                <a:lnTo>
                  <a:pt x="107654" y="141462"/>
                </a:lnTo>
                <a:lnTo>
                  <a:pt x="125287" y="101522"/>
                </a:lnTo>
                <a:lnTo>
                  <a:pt x="133712" y="57849"/>
                </a:lnTo>
                <a:lnTo>
                  <a:pt x="14969" y="57849"/>
                </a:lnTo>
                <a:lnTo>
                  <a:pt x="14969" y="34252"/>
                </a:lnTo>
                <a:lnTo>
                  <a:pt x="162383" y="34252"/>
                </a:lnTo>
                <a:lnTo>
                  <a:pt x="158656" y="78633"/>
                </a:lnTo>
                <a:lnTo>
                  <a:pt x="147366" y="121026"/>
                </a:lnTo>
                <a:lnTo>
                  <a:pt x="127972" y="160797"/>
                </a:lnTo>
                <a:lnTo>
                  <a:pt x="99929" y="197312"/>
                </a:lnTo>
                <a:lnTo>
                  <a:pt x="62696" y="229937"/>
                </a:lnTo>
                <a:lnTo>
                  <a:pt x="15730" y="258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7445592" y="8320634"/>
            <a:ext cx="282575" cy="315595"/>
          </a:xfrm>
          <a:custGeom>
            <a:avLst/>
            <a:gdLst/>
            <a:ahLst/>
            <a:cxnLst/>
            <a:rect l="l" t="t" r="r" b="b"/>
            <a:pathLst>
              <a:path w="282575" h="315595">
                <a:moveTo>
                  <a:pt x="234441" y="166696"/>
                </a:moveTo>
                <a:lnTo>
                  <a:pt x="206277" y="166696"/>
                </a:lnTo>
                <a:lnTo>
                  <a:pt x="206277" y="0"/>
                </a:lnTo>
                <a:lnTo>
                  <a:pt x="234441" y="0"/>
                </a:lnTo>
                <a:lnTo>
                  <a:pt x="234441" y="69774"/>
                </a:lnTo>
                <a:lnTo>
                  <a:pt x="282395" y="69774"/>
                </a:lnTo>
                <a:lnTo>
                  <a:pt x="282395" y="93116"/>
                </a:lnTo>
                <a:lnTo>
                  <a:pt x="234441" y="93116"/>
                </a:lnTo>
                <a:lnTo>
                  <a:pt x="234441" y="166696"/>
                </a:lnTo>
                <a:close/>
              </a:path>
              <a:path w="282575" h="315595">
                <a:moveTo>
                  <a:pt x="24103" y="155279"/>
                </a:moveTo>
                <a:lnTo>
                  <a:pt x="0" y="155279"/>
                </a:lnTo>
                <a:lnTo>
                  <a:pt x="0" y="15984"/>
                </a:lnTo>
                <a:lnTo>
                  <a:pt x="146652" y="15984"/>
                </a:lnTo>
                <a:lnTo>
                  <a:pt x="146652" y="39073"/>
                </a:lnTo>
                <a:lnTo>
                  <a:pt x="28163" y="39073"/>
                </a:lnTo>
                <a:lnTo>
                  <a:pt x="28163" y="73326"/>
                </a:lnTo>
                <a:lnTo>
                  <a:pt x="140817" y="73326"/>
                </a:lnTo>
                <a:lnTo>
                  <a:pt x="140817" y="95400"/>
                </a:lnTo>
                <a:lnTo>
                  <a:pt x="28163" y="95400"/>
                </a:lnTo>
                <a:lnTo>
                  <a:pt x="28163" y="132190"/>
                </a:lnTo>
                <a:lnTo>
                  <a:pt x="169730" y="132190"/>
                </a:lnTo>
                <a:lnTo>
                  <a:pt x="171517" y="146652"/>
                </a:lnTo>
                <a:lnTo>
                  <a:pt x="139136" y="151104"/>
                </a:lnTo>
                <a:lnTo>
                  <a:pt x="106183" y="153725"/>
                </a:lnTo>
                <a:lnTo>
                  <a:pt x="69044" y="154966"/>
                </a:lnTo>
                <a:lnTo>
                  <a:pt x="24103" y="155279"/>
                </a:lnTo>
                <a:close/>
              </a:path>
              <a:path w="282575" h="315595">
                <a:moveTo>
                  <a:pt x="169730" y="132190"/>
                </a:moveTo>
                <a:lnTo>
                  <a:pt x="28163" y="132190"/>
                </a:lnTo>
                <a:lnTo>
                  <a:pt x="70910" y="131902"/>
                </a:lnTo>
                <a:lnTo>
                  <a:pt x="106294" y="130747"/>
                </a:lnTo>
                <a:lnTo>
                  <a:pt x="137754" y="128283"/>
                </a:lnTo>
                <a:lnTo>
                  <a:pt x="168726" y="124071"/>
                </a:lnTo>
                <a:lnTo>
                  <a:pt x="169730" y="132190"/>
                </a:lnTo>
                <a:close/>
              </a:path>
              <a:path w="282575" h="315595">
                <a:moveTo>
                  <a:pt x="246112" y="315379"/>
                </a:moveTo>
                <a:lnTo>
                  <a:pt x="31715" y="315379"/>
                </a:lnTo>
                <a:lnTo>
                  <a:pt x="31715" y="235709"/>
                </a:lnTo>
                <a:lnTo>
                  <a:pt x="206531" y="235709"/>
                </a:lnTo>
                <a:lnTo>
                  <a:pt x="206531" y="204755"/>
                </a:lnTo>
                <a:lnTo>
                  <a:pt x="30954" y="204755"/>
                </a:lnTo>
                <a:lnTo>
                  <a:pt x="30954" y="182174"/>
                </a:lnTo>
                <a:lnTo>
                  <a:pt x="234441" y="182174"/>
                </a:lnTo>
                <a:lnTo>
                  <a:pt x="234441" y="257022"/>
                </a:lnTo>
                <a:lnTo>
                  <a:pt x="59371" y="257022"/>
                </a:lnTo>
                <a:lnTo>
                  <a:pt x="59371" y="292797"/>
                </a:lnTo>
                <a:lnTo>
                  <a:pt x="246112" y="292797"/>
                </a:lnTo>
                <a:lnTo>
                  <a:pt x="246112" y="315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7748285" y="8332051"/>
            <a:ext cx="290830" cy="307975"/>
          </a:xfrm>
          <a:custGeom>
            <a:avLst/>
            <a:gdLst/>
            <a:ahLst/>
            <a:cxnLst/>
            <a:rect l="l" t="t" r="r" b="b"/>
            <a:pathLst>
              <a:path w="290829" h="307975">
                <a:moveTo>
                  <a:pt x="26641" y="133205"/>
                </a:moveTo>
                <a:lnTo>
                  <a:pt x="14969" y="110116"/>
                </a:lnTo>
                <a:lnTo>
                  <a:pt x="57385" y="98762"/>
                </a:lnTo>
                <a:lnTo>
                  <a:pt x="94544" y="78273"/>
                </a:lnTo>
                <a:lnTo>
                  <a:pt x="120903" y="50744"/>
                </a:lnTo>
                <a:lnTo>
                  <a:pt x="130921" y="18268"/>
                </a:lnTo>
                <a:lnTo>
                  <a:pt x="130921" y="0"/>
                </a:lnTo>
                <a:lnTo>
                  <a:pt x="160100" y="0"/>
                </a:lnTo>
                <a:lnTo>
                  <a:pt x="160100" y="18268"/>
                </a:lnTo>
                <a:lnTo>
                  <a:pt x="170157" y="50423"/>
                </a:lnTo>
                <a:lnTo>
                  <a:pt x="177525" y="58102"/>
                </a:lnTo>
                <a:lnTo>
                  <a:pt x="145637" y="58102"/>
                </a:lnTo>
                <a:lnTo>
                  <a:pt x="125456" y="85304"/>
                </a:lnTo>
                <a:lnTo>
                  <a:pt x="97128" y="107309"/>
                </a:lnTo>
                <a:lnTo>
                  <a:pt x="63306" y="123486"/>
                </a:lnTo>
                <a:lnTo>
                  <a:pt x="26641" y="133205"/>
                </a:lnTo>
                <a:close/>
              </a:path>
              <a:path w="290829" h="307975">
                <a:moveTo>
                  <a:pt x="264888" y="133205"/>
                </a:moveTo>
                <a:lnTo>
                  <a:pt x="228147" y="123450"/>
                </a:lnTo>
                <a:lnTo>
                  <a:pt x="194273" y="107214"/>
                </a:lnTo>
                <a:lnTo>
                  <a:pt x="165894" y="85197"/>
                </a:lnTo>
                <a:lnTo>
                  <a:pt x="145637" y="58102"/>
                </a:lnTo>
                <a:lnTo>
                  <a:pt x="177525" y="58102"/>
                </a:lnTo>
                <a:lnTo>
                  <a:pt x="196604" y="77988"/>
                </a:lnTo>
                <a:lnTo>
                  <a:pt x="233850" y="98655"/>
                </a:lnTo>
                <a:lnTo>
                  <a:pt x="276305" y="110116"/>
                </a:lnTo>
                <a:lnTo>
                  <a:pt x="264888" y="133205"/>
                </a:lnTo>
                <a:close/>
              </a:path>
              <a:path w="290829" h="307975">
                <a:moveTo>
                  <a:pt x="290768" y="191815"/>
                </a:moveTo>
                <a:lnTo>
                  <a:pt x="0" y="191815"/>
                </a:lnTo>
                <a:lnTo>
                  <a:pt x="0" y="168219"/>
                </a:lnTo>
                <a:lnTo>
                  <a:pt x="290768" y="168219"/>
                </a:lnTo>
                <a:lnTo>
                  <a:pt x="290768" y="191815"/>
                </a:lnTo>
                <a:close/>
              </a:path>
              <a:path w="290829" h="307975">
                <a:moveTo>
                  <a:pt x="158577" y="307513"/>
                </a:moveTo>
                <a:lnTo>
                  <a:pt x="130921" y="307513"/>
                </a:lnTo>
                <a:lnTo>
                  <a:pt x="130921" y="191815"/>
                </a:lnTo>
                <a:lnTo>
                  <a:pt x="158577" y="191815"/>
                </a:lnTo>
                <a:lnTo>
                  <a:pt x="158577" y="307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8158199" y="8336873"/>
            <a:ext cx="290830" cy="302260"/>
          </a:xfrm>
          <a:custGeom>
            <a:avLst/>
            <a:gdLst/>
            <a:ahLst/>
            <a:cxnLst/>
            <a:rect l="l" t="t" r="r" b="b"/>
            <a:pathLst>
              <a:path w="290829" h="302259">
                <a:moveTo>
                  <a:pt x="244336" y="111638"/>
                </a:moveTo>
                <a:lnTo>
                  <a:pt x="216680" y="108594"/>
                </a:lnTo>
                <a:lnTo>
                  <a:pt x="221667" y="85449"/>
                </a:lnTo>
                <a:lnTo>
                  <a:pt x="224228" y="64826"/>
                </a:lnTo>
                <a:lnTo>
                  <a:pt x="225172" y="45725"/>
                </a:lnTo>
                <a:lnTo>
                  <a:pt x="225307" y="27148"/>
                </a:lnTo>
                <a:lnTo>
                  <a:pt x="225307" y="23088"/>
                </a:lnTo>
                <a:lnTo>
                  <a:pt x="34506" y="23088"/>
                </a:lnTo>
                <a:lnTo>
                  <a:pt x="34506" y="0"/>
                </a:lnTo>
                <a:lnTo>
                  <a:pt x="253216" y="0"/>
                </a:lnTo>
                <a:lnTo>
                  <a:pt x="253216" y="27148"/>
                </a:lnTo>
                <a:lnTo>
                  <a:pt x="253078" y="46522"/>
                </a:lnTo>
                <a:lnTo>
                  <a:pt x="252106" y="66634"/>
                </a:lnTo>
                <a:lnTo>
                  <a:pt x="249470" y="88125"/>
                </a:lnTo>
                <a:lnTo>
                  <a:pt x="244336" y="111638"/>
                </a:lnTo>
                <a:close/>
              </a:path>
              <a:path w="290829" h="302259">
                <a:moveTo>
                  <a:pt x="147921" y="132444"/>
                </a:moveTo>
                <a:lnTo>
                  <a:pt x="120265" y="132444"/>
                </a:lnTo>
                <a:lnTo>
                  <a:pt x="120265" y="70789"/>
                </a:lnTo>
                <a:lnTo>
                  <a:pt x="147921" y="70789"/>
                </a:lnTo>
                <a:lnTo>
                  <a:pt x="147921" y="132444"/>
                </a:lnTo>
                <a:close/>
              </a:path>
              <a:path w="290829" h="302259">
                <a:moveTo>
                  <a:pt x="290260" y="155533"/>
                </a:moveTo>
                <a:lnTo>
                  <a:pt x="0" y="155533"/>
                </a:lnTo>
                <a:lnTo>
                  <a:pt x="0" y="132444"/>
                </a:lnTo>
                <a:lnTo>
                  <a:pt x="290260" y="132444"/>
                </a:lnTo>
                <a:lnTo>
                  <a:pt x="290260" y="155533"/>
                </a:lnTo>
                <a:close/>
              </a:path>
              <a:path w="290829" h="302259">
                <a:moveTo>
                  <a:pt x="143861" y="301931"/>
                </a:moveTo>
                <a:lnTo>
                  <a:pt x="97624" y="297991"/>
                </a:lnTo>
                <a:lnTo>
                  <a:pt x="62447" y="286581"/>
                </a:lnTo>
                <a:lnTo>
                  <a:pt x="40068" y="268321"/>
                </a:lnTo>
                <a:lnTo>
                  <a:pt x="32222" y="243829"/>
                </a:lnTo>
                <a:lnTo>
                  <a:pt x="40068" y="219043"/>
                </a:lnTo>
                <a:lnTo>
                  <a:pt x="62447" y="200632"/>
                </a:lnTo>
                <a:lnTo>
                  <a:pt x="97624" y="189167"/>
                </a:lnTo>
                <a:lnTo>
                  <a:pt x="143861" y="185218"/>
                </a:lnTo>
                <a:lnTo>
                  <a:pt x="190249" y="189167"/>
                </a:lnTo>
                <a:lnTo>
                  <a:pt x="225529" y="200632"/>
                </a:lnTo>
                <a:lnTo>
                  <a:pt x="233042" y="206785"/>
                </a:lnTo>
                <a:lnTo>
                  <a:pt x="143861" y="206785"/>
                </a:lnTo>
                <a:lnTo>
                  <a:pt x="109375" y="209469"/>
                </a:lnTo>
                <a:lnTo>
                  <a:pt x="82999" y="216839"/>
                </a:lnTo>
                <a:lnTo>
                  <a:pt x="66186" y="228443"/>
                </a:lnTo>
                <a:lnTo>
                  <a:pt x="60386" y="243829"/>
                </a:lnTo>
                <a:lnTo>
                  <a:pt x="66186" y="258731"/>
                </a:lnTo>
                <a:lnTo>
                  <a:pt x="82999" y="269994"/>
                </a:lnTo>
                <a:lnTo>
                  <a:pt x="109375" y="277118"/>
                </a:lnTo>
                <a:lnTo>
                  <a:pt x="143861" y="279604"/>
                </a:lnTo>
                <a:lnTo>
                  <a:pt x="234119" y="279604"/>
                </a:lnTo>
                <a:lnTo>
                  <a:pt x="225529" y="286581"/>
                </a:lnTo>
                <a:lnTo>
                  <a:pt x="190249" y="297991"/>
                </a:lnTo>
                <a:lnTo>
                  <a:pt x="143861" y="301931"/>
                </a:lnTo>
                <a:close/>
              </a:path>
              <a:path w="290829" h="302259">
                <a:moveTo>
                  <a:pt x="234119" y="279604"/>
                </a:moveTo>
                <a:lnTo>
                  <a:pt x="143861" y="279604"/>
                </a:lnTo>
                <a:lnTo>
                  <a:pt x="178463" y="277118"/>
                </a:lnTo>
                <a:lnTo>
                  <a:pt x="204882" y="269994"/>
                </a:lnTo>
                <a:lnTo>
                  <a:pt x="221786" y="258731"/>
                </a:lnTo>
                <a:lnTo>
                  <a:pt x="227844" y="243829"/>
                </a:lnTo>
                <a:lnTo>
                  <a:pt x="221786" y="228443"/>
                </a:lnTo>
                <a:lnTo>
                  <a:pt x="204882" y="216839"/>
                </a:lnTo>
                <a:lnTo>
                  <a:pt x="178463" y="209469"/>
                </a:lnTo>
                <a:lnTo>
                  <a:pt x="143861" y="206785"/>
                </a:lnTo>
                <a:lnTo>
                  <a:pt x="233042" y="206785"/>
                </a:lnTo>
                <a:lnTo>
                  <a:pt x="248011" y="219043"/>
                </a:lnTo>
                <a:lnTo>
                  <a:pt x="256007" y="243829"/>
                </a:lnTo>
                <a:lnTo>
                  <a:pt x="248011" y="268321"/>
                </a:lnTo>
                <a:lnTo>
                  <a:pt x="234119" y="279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8476877" y="8320634"/>
            <a:ext cx="264160" cy="318770"/>
          </a:xfrm>
          <a:custGeom>
            <a:avLst/>
            <a:gdLst/>
            <a:ahLst/>
            <a:cxnLst/>
            <a:rect l="l" t="t" r="r" b="b"/>
            <a:pathLst>
              <a:path w="264159" h="318770">
                <a:moveTo>
                  <a:pt x="263112" y="190039"/>
                </a:moveTo>
                <a:lnTo>
                  <a:pt x="234948" y="190039"/>
                </a:lnTo>
                <a:lnTo>
                  <a:pt x="234948" y="106564"/>
                </a:lnTo>
                <a:lnTo>
                  <a:pt x="170502" y="106564"/>
                </a:lnTo>
                <a:lnTo>
                  <a:pt x="170502" y="83221"/>
                </a:lnTo>
                <a:lnTo>
                  <a:pt x="234948" y="83221"/>
                </a:lnTo>
                <a:lnTo>
                  <a:pt x="234948" y="0"/>
                </a:lnTo>
                <a:lnTo>
                  <a:pt x="263112" y="0"/>
                </a:lnTo>
                <a:lnTo>
                  <a:pt x="263112" y="190039"/>
                </a:lnTo>
                <a:close/>
              </a:path>
              <a:path w="264159" h="318770">
                <a:moveTo>
                  <a:pt x="180905" y="46685"/>
                </a:moveTo>
                <a:lnTo>
                  <a:pt x="9134" y="46685"/>
                </a:lnTo>
                <a:lnTo>
                  <a:pt x="9134" y="23342"/>
                </a:lnTo>
                <a:lnTo>
                  <a:pt x="180905" y="23342"/>
                </a:lnTo>
                <a:lnTo>
                  <a:pt x="180905" y="46685"/>
                </a:lnTo>
                <a:close/>
              </a:path>
              <a:path w="264159" h="318770">
                <a:moveTo>
                  <a:pt x="14716" y="186994"/>
                </a:moveTo>
                <a:lnTo>
                  <a:pt x="0" y="164667"/>
                </a:lnTo>
                <a:lnTo>
                  <a:pt x="32702" y="147239"/>
                </a:lnTo>
                <a:lnTo>
                  <a:pt x="58388" y="122295"/>
                </a:lnTo>
                <a:lnTo>
                  <a:pt x="75177" y="92022"/>
                </a:lnTo>
                <a:lnTo>
                  <a:pt x="81191" y="58610"/>
                </a:lnTo>
                <a:lnTo>
                  <a:pt x="81191" y="46685"/>
                </a:lnTo>
                <a:lnTo>
                  <a:pt x="109608" y="46685"/>
                </a:lnTo>
                <a:lnTo>
                  <a:pt x="109656" y="58610"/>
                </a:lnTo>
                <a:lnTo>
                  <a:pt x="115333" y="88847"/>
                </a:lnTo>
                <a:lnTo>
                  <a:pt x="125036" y="105549"/>
                </a:lnTo>
                <a:lnTo>
                  <a:pt x="96034" y="105549"/>
                </a:lnTo>
                <a:lnTo>
                  <a:pt x="82900" y="131994"/>
                </a:lnTo>
                <a:lnTo>
                  <a:pt x="64509" y="154882"/>
                </a:lnTo>
                <a:lnTo>
                  <a:pt x="41551" y="173466"/>
                </a:lnTo>
                <a:lnTo>
                  <a:pt x="14716" y="186994"/>
                </a:lnTo>
                <a:close/>
              </a:path>
              <a:path w="264159" h="318770">
                <a:moveTo>
                  <a:pt x="173547" y="178114"/>
                </a:moveTo>
                <a:lnTo>
                  <a:pt x="148234" y="165937"/>
                </a:lnTo>
                <a:lnTo>
                  <a:pt x="126513" y="149300"/>
                </a:lnTo>
                <a:lnTo>
                  <a:pt x="108931" y="128929"/>
                </a:lnTo>
                <a:lnTo>
                  <a:pt x="96034" y="105549"/>
                </a:lnTo>
                <a:lnTo>
                  <a:pt x="125036" y="105549"/>
                </a:lnTo>
                <a:lnTo>
                  <a:pt x="131429" y="116554"/>
                </a:lnTo>
                <a:lnTo>
                  <a:pt x="156278" y="139457"/>
                </a:lnTo>
                <a:lnTo>
                  <a:pt x="188263" y="155533"/>
                </a:lnTo>
                <a:lnTo>
                  <a:pt x="173547" y="178114"/>
                </a:lnTo>
                <a:close/>
              </a:path>
              <a:path w="264159" h="318770">
                <a:moveTo>
                  <a:pt x="157309" y="318677"/>
                </a:moveTo>
                <a:lnTo>
                  <a:pt x="112538" y="314574"/>
                </a:lnTo>
                <a:lnTo>
                  <a:pt x="78876" y="302978"/>
                </a:lnTo>
                <a:lnTo>
                  <a:pt x="57726" y="284389"/>
                </a:lnTo>
                <a:lnTo>
                  <a:pt x="50491" y="259306"/>
                </a:lnTo>
                <a:lnTo>
                  <a:pt x="57726" y="234187"/>
                </a:lnTo>
                <a:lnTo>
                  <a:pt x="78876" y="215538"/>
                </a:lnTo>
                <a:lnTo>
                  <a:pt x="112538" y="203930"/>
                </a:lnTo>
                <a:lnTo>
                  <a:pt x="157309" y="199934"/>
                </a:lnTo>
                <a:lnTo>
                  <a:pt x="201936" y="203930"/>
                </a:lnTo>
                <a:lnTo>
                  <a:pt x="235551" y="215538"/>
                </a:lnTo>
                <a:lnTo>
                  <a:pt x="242905" y="222008"/>
                </a:lnTo>
                <a:lnTo>
                  <a:pt x="157309" y="222008"/>
                </a:lnTo>
                <a:lnTo>
                  <a:pt x="124285" y="224553"/>
                </a:lnTo>
                <a:lnTo>
                  <a:pt x="99396" y="231904"/>
                </a:lnTo>
                <a:lnTo>
                  <a:pt x="83736" y="243630"/>
                </a:lnTo>
                <a:lnTo>
                  <a:pt x="78400" y="259306"/>
                </a:lnTo>
                <a:lnTo>
                  <a:pt x="83736" y="274831"/>
                </a:lnTo>
                <a:lnTo>
                  <a:pt x="99396" y="286454"/>
                </a:lnTo>
                <a:lnTo>
                  <a:pt x="124285" y="293701"/>
                </a:lnTo>
                <a:lnTo>
                  <a:pt x="157309" y="296096"/>
                </a:lnTo>
                <a:lnTo>
                  <a:pt x="243399" y="296096"/>
                </a:lnTo>
                <a:lnTo>
                  <a:pt x="235551" y="302978"/>
                </a:lnTo>
                <a:lnTo>
                  <a:pt x="201936" y="314574"/>
                </a:lnTo>
                <a:lnTo>
                  <a:pt x="157309" y="318677"/>
                </a:lnTo>
                <a:close/>
              </a:path>
              <a:path w="264159" h="318770">
                <a:moveTo>
                  <a:pt x="243399" y="296096"/>
                </a:moveTo>
                <a:lnTo>
                  <a:pt x="157309" y="296096"/>
                </a:lnTo>
                <a:lnTo>
                  <a:pt x="190190" y="293701"/>
                </a:lnTo>
                <a:lnTo>
                  <a:pt x="215031" y="286454"/>
                </a:lnTo>
                <a:lnTo>
                  <a:pt x="230738" y="274831"/>
                </a:lnTo>
                <a:lnTo>
                  <a:pt x="236217" y="259306"/>
                </a:lnTo>
                <a:lnTo>
                  <a:pt x="230738" y="243630"/>
                </a:lnTo>
                <a:lnTo>
                  <a:pt x="215031" y="231904"/>
                </a:lnTo>
                <a:lnTo>
                  <a:pt x="190190" y="224553"/>
                </a:lnTo>
                <a:lnTo>
                  <a:pt x="157309" y="222008"/>
                </a:lnTo>
                <a:lnTo>
                  <a:pt x="242905" y="222008"/>
                </a:lnTo>
                <a:lnTo>
                  <a:pt x="256749" y="234187"/>
                </a:lnTo>
                <a:lnTo>
                  <a:pt x="264127" y="259306"/>
                </a:lnTo>
                <a:lnTo>
                  <a:pt x="256749" y="284389"/>
                </a:lnTo>
                <a:lnTo>
                  <a:pt x="243399" y="29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8792003" y="8320634"/>
            <a:ext cx="302260" cy="319405"/>
          </a:xfrm>
          <a:custGeom>
            <a:avLst/>
            <a:gdLst/>
            <a:ahLst/>
            <a:cxnLst/>
            <a:rect l="l" t="t" r="r" b="b"/>
            <a:pathLst>
              <a:path w="302259" h="319404">
                <a:moveTo>
                  <a:pt x="253724" y="318931"/>
                </a:moveTo>
                <a:lnTo>
                  <a:pt x="225560" y="318931"/>
                </a:lnTo>
                <a:lnTo>
                  <a:pt x="225560" y="0"/>
                </a:lnTo>
                <a:lnTo>
                  <a:pt x="253724" y="0"/>
                </a:lnTo>
                <a:lnTo>
                  <a:pt x="253724" y="131682"/>
                </a:lnTo>
                <a:lnTo>
                  <a:pt x="302185" y="131682"/>
                </a:lnTo>
                <a:lnTo>
                  <a:pt x="302185" y="155279"/>
                </a:lnTo>
                <a:lnTo>
                  <a:pt x="253724" y="155279"/>
                </a:lnTo>
                <a:lnTo>
                  <a:pt x="253724" y="318931"/>
                </a:lnTo>
                <a:close/>
              </a:path>
              <a:path w="302259" h="319404">
                <a:moveTo>
                  <a:pt x="22835" y="246620"/>
                </a:moveTo>
                <a:lnTo>
                  <a:pt x="0" y="230635"/>
                </a:lnTo>
                <a:lnTo>
                  <a:pt x="31029" y="191888"/>
                </a:lnTo>
                <a:lnTo>
                  <a:pt x="52425" y="149871"/>
                </a:lnTo>
                <a:lnTo>
                  <a:pt x="65401" y="105166"/>
                </a:lnTo>
                <a:lnTo>
                  <a:pt x="71169" y="58356"/>
                </a:lnTo>
                <a:lnTo>
                  <a:pt x="10148" y="58356"/>
                </a:lnTo>
                <a:lnTo>
                  <a:pt x="10148" y="34760"/>
                </a:lnTo>
                <a:lnTo>
                  <a:pt x="97937" y="34760"/>
                </a:lnTo>
                <a:lnTo>
                  <a:pt x="95583" y="80055"/>
                </a:lnTo>
                <a:lnTo>
                  <a:pt x="88052" y="124497"/>
                </a:lnTo>
                <a:lnTo>
                  <a:pt x="74188" y="167478"/>
                </a:lnTo>
                <a:lnTo>
                  <a:pt x="52835" y="208388"/>
                </a:lnTo>
                <a:lnTo>
                  <a:pt x="22835" y="246620"/>
                </a:lnTo>
                <a:close/>
              </a:path>
              <a:path w="302259" h="319404">
                <a:moveTo>
                  <a:pt x="114683" y="267932"/>
                </a:moveTo>
                <a:lnTo>
                  <a:pt x="91594" y="252202"/>
                </a:lnTo>
                <a:lnTo>
                  <a:pt x="122871" y="207445"/>
                </a:lnTo>
                <a:lnTo>
                  <a:pt x="143148" y="159037"/>
                </a:lnTo>
                <a:lnTo>
                  <a:pt x="154551" y="108750"/>
                </a:lnTo>
                <a:lnTo>
                  <a:pt x="159212" y="58356"/>
                </a:lnTo>
                <a:lnTo>
                  <a:pt x="108086" y="58356"/>
                </a:lnTo>
                <a:lnTo>
                  <a:pt x="108086" y="34760"/>
                </a:lnTo>
                <a:lnTo>
                  <a:pt x="185726" y="34760"/>
                </a:lnTo>
                <a:lnTo>
                  <a:pt x="183964" y="81370"/>
                </a:lnTo>
                <a:lnTo>
                  <a:pt x="177781" y="129478"/>
                </a:lnTo>
                <a:lnTo>
                  <a:pt x="165375" y="177598"/>
                </a:lnTo>
                <a:lnTo>
                  <a:pt x="144943" y="224245"/>
                </a:lnTo>
                <a:lnTo>
                  <a:pt x="114683" y="2679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9110934" y="8320634"/>
            <a:ext cx="262890" cy="319405"/>
          </a:xfrm>
          <a:custGeom>
            <a:avLst/>
            <a:gdLst/>
            <a:ahLst/>
            <a:cxnLst/>
            <a:rect l="l" t="t" r="r" b="b"/>
            <a:pathLst>
              <a:path w="262890" h="319404">
                <a:moveTo>
                  <a:pt x="262858" y="318931"/>
                </a:moveTo>
                <a:lnTo>
                  <a:pt x="234695" y="318931"/>
                </a:lnTo>
                <a:lnTo>
                  <a:pt x="234695" y="0"/>
                </a:lnTo>
                <a:lnTo>
                  <a:pt x="262858" y="0"/>
                </a:lnTo>
                <a:lnTo>
                  <a:pt x="262858" y="318931"/>
                </a:lnTo>
                <a:close/>
              </a:path>
              <a:path w="262890" h="319404">
                <a:moveTo>
                  <a:pt x="190039" y="56326"/>
                </a:moveTo>
                <a:lnTo>
                  <a:pt x="10402" y="56326"/>
                </a:lnTo>
                <a:lnTo>
                  <a:pt x="10402" y="32730"/>
                </a:lnTo>
                <a:lnTo>
                  <a:pt x="190039" y="32730"/>
                </a:lnTo>
                <a:lnTo>
                  <a:pt x="190039" y="56326"/>
                </a:lnTo>
                <a:close/>
              </a:path>
              <a:path w="262890" h="319404">
                <a:moveTo>
                  <a:pt x="16745" y="257530"/>
                </a:moveTo>
                <a:lnTo>
                  <a:pt x="0" y="235202"/>
                </a:lnTo>
                <a:lnTo>
                  <a:pt x="32631" y="212291"/>
                </a:lnTo>
                <a:lnTo>
                  <a:pt x="59910" y="179034"/>
                </a:lnTo>
                <a:lnTo>
                  <a:pt x="78674" y="139544"/>
                </a:lnTo>
                <a:lnTo>
                  <a:pt x="85758" y="97937"/>
                </a:lnTo>
                <a:lnTo>
                  <a:pt x="85758" y="56326"/>
                </a:lnTo>
                <a:lnTo>
                  <a:pt x="114175" y="56326"/>
                </a:lnTo>
                <a:lnTo>
                  <a:pt x="114175" y="97937"/>
                </a:lnTo>
                <a:lnTo>
                  <a:pt x="121054" y="138101"/>
                </a:lnTo>
                <a:lnTo>
                  <a:pt x="128015" y="151980"/>
                </a:lnTo>
                <a:lnTo>
                  <a:pt x="100347" y="151980"/>
                </a:lnTo>
                <a:lnTo>
                  <a:pt x="86089" y="185599"/>
                </a:lnTo>
                <a:lnTo>
                  <a:pt x="66586" y="215411"/>
                </a:lnTo>
                <a:lnTo>
                  <a:pt x="43063" y="239896"/>
                </a:lnTo>
                <a:lnTo>
                  <a:pt x="16745" y="257530"/>
                </a:lnTo>
                <a:close/>
              </a:path>
              <a:path w="262890" h="319404">
                <a:moveTo>
                  <a:pt x="184711" y="249664"/>
                </a:moveTo>
                <a:lnTo>
                  <a:pt x="157899" y="233420"/>
                </a:lnTo>
                <a:lnTo>
                  <a:pt x="134156" y="210955"/>
                </a:lnTo>
                <a:lnTo>
                  <a:pt x="114600" y="183424"/>
                </a:lnTo>
                <a:lnTo>
                  <a:pt x="100347" y="151980"/>
                </a:lnTo>
                <a:lnTo>
                  <a:pt x="128015" y="151980"/>
                </a:lnTo>
                <a:lnTo>
                  <a:pt x="139706" y="175291"/>
                </a:lnTo>
                <a:lnTo>
                  <a:pt x="167160" y="206155"/>
                </a:lnTo>
                <a:lnTo>
                  <a:pt x="200442" y="227337"/>
                </a:lnTo>
                <a:lnTo>
                  <a:pt x="184711" y="249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9521080" y="831809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79" h="317500">
                <a:moveTo>
                  <a:pt x="109101" y="36536"/>
                </a:moveTo>
                <a:lnTo>
                  <a:pt x="81191" y="36536"/>
                </a:lnTo>
                <a:lnTo>
                  <a:pt x="81191" y="0"/>
                </a:lnTo>
                <a:lnTo>
                  <a:pt x="109101" y="0"/>
                </a:lnTo>
                <a:lnTo>
                  <a:pt x="109101" y="36536"/>
                </a:lnTo>
                <a:close/>
              </a:path>
              <a:path w="297179" h="317500">
                <a:moveTo>
                  <a:pt x="190039" y="59625"/>
                </a:moveTo>
                <a:lnTo>
                  <a:pt x="0" y="59625"/>
                </a:lnTo>
                <a:lnTo>
                  <a:pt x="0" y="36536"/>
                </a:lnTo>
                <a:lnTo>
                  <a:pt x="190039" y="36536"/>
                </a:lnTo>
                <a:lnTo>
                  <a:pt x="190039" y="59625"/>
                </a:lnTo>
                <a:close/>
              </a:path>
              <a:path w="297179" h="317500">
                <a:moveTo>
                  <a:pt x="248649" y="194606"/>
                </a:moveTo>
                <a:lnTo>
                  <a:pt x="220486" y="194606"/>
                </a:lnTo>
                <a:lnTo>
                  <a:pt x="220486" y="2537"/>
                </a:lnTo>
                <a:lnTo>
                  <a:pt x="248649" y="2537"/>
                </a:lnTo>
                <a:lnTo>
                  <a:pt x="248649" y="87281"/>
                </a:lnTo>
                <a:lnTo>
                  <a:pt x="296603" y="87281"/>
                </a:lnTo>
                <a:lnTo>
                  <a:pt x="296603" y="111638"/>
                </a:lnTo>
                <a:lnTo>
                  <a:pt x="248649" y="111638"/>
                </a:lnTo>
                <a:lnTo>
                  <a:pt x="248649" y="194606"/>
                </a:lnTo>
                <a:close/>
              </a:path>
              <a:path w="297179" h="317500">
                <a:moveTo>
                  <a:pt x="95146" y="189278"/>
                </a:moveTo>
                <a:lnTo>
                  <a:pt x="63510" y="185250"/>
                </a:lnTo>
                <a:lnTo>
                  <a:pt x="39200" y="173801"/>
                </a:lnTo>
                <a:lnTo>
                  <a:pt x="23643" y="155881"/>
                </a:lnTo>
                <a:lnTo>
                  <a:pt x="18268" y="132444"/>
                </a:lnTo>
                <a:lnTo>
                  <a:pt x="23643" y="109113"/>
                </a:lnTo>
                <a:lnTo>
                  <a:pt x="39200" y="91182"/>
                </a:lnTo>
                <a:lnTo>
                  <a:pt x="63510" y="79673"/>
                </a:lnTo>
                <a:lnTo>
                  <a:pt x="95146" y="75609"/>
                </a:lnTo>
                <a:lnTo>
                  <a:pt x="126350" y="79673"/>
                </a:lnTo>
                <a:lnTo>
                  <a:pt x="150490" y="91182"/>
                </a:lnTo>
                <a:lnTo>
                  <a:pt x="155934" y="97430"/>
                </a:lnTo>
                <a:lnTo>
                  <a:pt x="95146" y="97430"/>
                </a:lnTo>
                <a:lnTo>
                  <a:pt x="74563" y="99939"/>
                </a:lnTo>
                <a:lnTo>
                  <a:pt x="58737" y="107039"/>
                </a:lnTo>
                <a:lnTo>
                  <a:pt x="48619" y="118088"/>
                </a:lnTo>
                <a:lnTo>
                  <a:pt x="45162" y="132444"/>
                </a:lnTo>
                <a:lnTo>
                  <a:pt x="48619" y="147017"/>
                </a:lnTo>
                <a:lnTo>
                  <a:pt x="58737" y="158070"/>
                </a:lnTo>
                <a:lnTo>
                  <a:pt x="74563" y="165126"/>
                </a:lnTo>
                <a:lnTo>
                  <a:pt x="95146" y="167711"/>
                </a:lnTo>
                <a:lnTo>
                  <a:pt x="155799" y="167711"/>
                </a:lnTo>
                <a:lnTo>
                  <a:pt x="150490" y="173801"/>
                </a:lnTo>
                <a:lnTo>
                  <a:pt x="126350" y="185250"/>
                </a:lnTo>
                <a:lnTo>
                  <a:pt x="95146" y="189278"/>
                </a:lnTo>
                <a:close/>
              </a:path>
              <a:path w="297179" h="317500">
                <a:moveTo>
                  <a:pt x="155799" y="167711"/>
                </a:moveTo>
                <a:lnTo>
                  <a:pt x="95146" y="167711"/>
                </a:lnTo>
                <a:lnTo>
                  <a:pt x="115444" y="165126"/>
                </a:lnTo>
                <a:lnTo>
                  <a:pt x="131175" y="158070"/>
                </a:lnTo>
                <a:lnTo>
                  <a:pt x="141387" y="147017"/>
                </a:lnTo>
                <a:lnTo>
                  <a:pt x="145130" y="132444"/>
                </a:lnTo>
                <a:lnTo>
                  <a:pt x="141387" y="118088"/>
                </a:lnTo>
                <a:lnTo>
                  <a:pt x="131175" y="107039"/>
                </a:lnTo>
                <a:lnTo>
                  <a:pt x="115444" y="99939"/>
                </a:lnTo>
                <a:lnTo>
                  <a:pt x="95146" y="97430"/>
                </a:lnTo>
                <a:lnTo>
                  <a:pt x="155934" y="97430"/>
                </a:lnTo>
                <a:lnTo>
                  <a:pt x="166114" y="109113"/>
                </a:lnTo>
                <a:lnTo>
                  <a:pt x="171771" y="132444"/>
                </a:lnTo>
                <a:lnTo>
                  <a:pt x="166114" y="155881"/>
                </a:lnTo>
                <a:lnTo>
                  <a:pt x="155799" y="167711"/>
                </a:lnTo>
                <a:close/>
              </a:path>
              <a:path w="297179" h="317500">
                <a:moveTo>
                  <a:pt x="248649" y="317155"/>
                </a:moveTo>
                <a:lnTo>
                  <a:pt x="47192" y="317155"/>
                </a:lnTo>
                <a:lnTo>
                  <a:pt x="47192" y="212874"/>
                </a:lnTo>
                <a:lnTo>
                  <a:pt x="248649" y="212874"/>
                </a:lnTo>
                <a:lnTo>
                  <a:pt x="248649" y="235456"/>
                </a:lnTo>
                <a:lnTo>
                  <a:pt x="74848" y="235456"/>
                </a:lnTo>
                <a:lnTo>
                  <a:pt x="74848" y="294066"/>
                </a:lnTo>
                <a:lnTo>
                  <a:pt x="248649" y="294066"/>
                </a:lnTo>
                <a:lnTo>
                  <a:pt x="248649" y="317155"/>
                </a:lnTo>
                <a:close/>
              </a:path>
              <a:path w="297179" h="317500">
                <a:moveTo>
                  <a:pt x="248649" y="294066"/>
                </a:moveTo>
                <a:lnTo>
                  <a:pt x="220740" y="294066"/>
                </a:lnTo>
                <a:lnTo>
                  <a:pt x="220740" y="235456"/>
                </a:lnTo>
                <a:lnTo>
                  <a:pt x="248649" y="235456"/>
                </a:lnTo>
                <a:lnTo>
                  <a:pt x="248649" y="294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9838742" y="8320634"/>
            <a:ext cx="273685" cy="319405"/>
          </a:xfrm>
          <a:custGeom>
            <a:avLst/>
            <a:gdLst/>
            <a:ahLst/>
            <a:cxnLst/>
            <a:rect l="l" t="t" r="r" b="b"/>
            <a:pathLst>
              <a:path w="273684" h="319404">
                <a:moveTo>
                  <a:pt x="273514" y="318931"/>
                </a:moveTo>
                <a:lnTo>
                  <a:pt x="246366" y="318931"/>
                </a:lnTo>
                <a:lnTo>
                  <a:pt x="246366" y="0"/>
                </a:lnTo>
                <a:lnTo>
                  <a:pt x="273514" y="0"/>
                </a:lnTo>
                <a:lnTo>
                  <a:pt x="273514" y="318931"/>
                </a:lnTo>
                <a:close/>
              </a:path>
              <a:path w="273684" h="319404">
                <a:moveTo>
                  <a:pt x="213889" y="125339"/>
                </a:moveTo>
                <a:lnTo>
                  <a:pt x="186994" y="125339"/>
                </a:lnTo>
                <a:lnTo>
                  <a:pt x="186994" y="8626"/>
                </a:lnTo>
                <a:lnTo>
                  <a:pt x="213889" y="8626"/>
                </a:lnTo>
                <a:lnTo>
                  <a:pt x="213889" y="125339"/>
                </a:lnTo>
                <a:close/>
              </a:path>
              <a:path w="273684" h="319404">
                <a:moveTo>
                  <a:pt x="22327" y="242814"/>
                </a:moveTo>
                <a:lnTo>
                  <a:pt x="0" y="229874"/>
                </a:lnTo>
                <a:lnTo>
                  <a:pt x="24908" y="190820"/>
                </a:lnTo>
                <a:lnTo>
                  <a:pt x="41039" y="149221"/>
                </a:lnTo>
                <a:lnTo>
                  <a:pt x="50130" y="105957"/>
                </a:lnTo>
                <a:lnTo>
                  <a:pt x="53916" y="61908"/>
                </a:lnTo>
                <a:lnTo>
                  <a:pt x="6343" y="61908"/>
                </a:lnTo>
                <a:lnTo>
                  <a:pt x="6343" y="38566"/>
                </a:lnTo>
                <a:lnTo>
                  <a:pt x="78400" y="38566"/>
                </a:lnTo>
                <a:lnTo>
                  <a:pt x="76061" y="90032"/>
                </a:lnTo>
                <a:lnTo>
                  <a:pt x="67680" y="142593"/>
                </a:lnTo>
                <a:lnTo>
                  <a:pt x="50641" y="194202"/>
                </a:lnTo>
                <a:lnTo>
                  <a:pt x="22327" y="242814"/>
                </a:lnTo>
                <a:close/>
              </a:path>
              <a:path w="273684" h="319404">
                <a:moveTo>
                  <a:pt x="93624" y="263873"/>
                </a:moveTo>
                <a:lnTo>
                  <a:pt x="71550" y="250679"/>
                </a:lnTo>
                <a:lnTo>
                  <a:pt x="98228" y="205823"/>
                </a:lnTo>
                <a:lnTo>
                  <a:pt x="114096" y="157578"/>
                </a:lnTo>
                <a:lnTo>
                  <a:pt x="121948" y="108691"/>
                </a:lnTo>
                <a:lnTo>
                  <a:pt x="124578" y="61908"/>
                </a:lnTo>
                <a:lnTo>
                  <a:pt x="88549" y="61908"/>
                </a:lnTo>
                <a:lnTo>
                  <a:pt x="88549" y="38566"/>
                </a:lnTo>
                <a:lnTo>
                  <a:pt x="149189" y="38566"/>
                </a:lnTo>
                <a:lnTo>
                  <a:pt x="148956" y="58743"/>
                </a:lnTo>
                <a:lnTo>
                  <a:pt x="148270" y="80097"/>
                </a:lnTo>
                <a:lnTo>
                  <a:pt x="146870" y="102379"/>
                </a:lnTo>
                <a:lnTo>
                  <a:pt x="144496" y="125339"/>
                </a:lnTo>
                <a:lnTo>
                  <a:pt x="213889" y="125339"/>
                </a:lnTo>
                <a:lnTo>
                  <a:pt x="213889" y="148682"/>
                </a:lnTo>
                <a:lnTo>
                  <a:pt x="140817" y="148682"/>
                </a:lnTo>
                <a:lnTo>
                  <a:pt x="133996" y="178562"/>
                </a:lnTo>
                <a:lnTo>
                  <a:pt x="124213" y="208085"/>
                </a:lnTo>
                <a:lnTo>
                  <a:pt x="110935" y="236705"/>
                </a:lnTo>
                <a:lnTo>
                  <a:pt x="93624" y="263873"/>
                </a:lnTo>
                <a:close/>
              </a:path>
              <a:path w="273684" h="319404">
                <a:moveTo>
                  <a:pt x="213889" y="302693"/>
                </a:moveTo>
                <a:lnTo>
                  <a:pt x="186994" y="302693"/>
                </a:lnTo>
                <a:lnTo>
                  <a:pt x="186994" y="148682"/>
                </a:lnTo>
                <a:lnTo>
                  <a:pt x="213889" y="148682"/>
                </a:lnTo>
                <a:lnTo>
                  <a:pt x="213889" y="302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10247239" y="8320634"/>
            <a:ext cx="276860" cy="314960"/>
          </a:xfrm>
          <a:custGeom>
            <a:avLst/>
            <a:gdLst/>
            <a:ahLst/>
            <a:cxnLst/>
            <a:rect l="l" t="t" r="r" b="b"/>
            <a:pathLst>
              <a:path w="276859" h="314959">
                <a:moveTo>
                  <a:pt x="264634" y="164920"/>
                </a:moveTo>
                <a:lnTo>
                  <a:pt x="236471" y="164920"/>
                </a:lnTo>
                <a:lnTo>
                  <a:pt x="236471" y="81952"/>
                </a:lnTo>
                <a:lnTo>
                  <a:pt x="165428" y="81952"/>
                </a:lnTo>
                <a:lnTo>
                  <a:pt x="165428" y="58610"/>
                </a:lnTo>
                <a:lnTo>
                  <a:pt x="236471" y="58610"/>
                </a:lnTo>
                <a:lnTo>
                  <a:pt x="236471" y="0"/>
                </a:lnTo>
                <a:lnTo>
                  <a:pt x="264634" y="0"/>
                </a:lnTo>
                <a:lnTo>
                  <a:pt x="264634" y="164920"/>
                </a:lnTo>
                <a:close/>
              </a:path>
              <a:path w="276859" h="314959">
                <a:moveTo>
                  <a:pt x="15223" y="165682"/>
                </a:moveTo>
                <a:lnTo>
                  <a:pt x="0" y="143100"/>
                </a:lnTo>
                <a:lnTo>
                  <a:pt x="32881" y="126866"/>
                </a:lnTo>
                <a:lnTo>
                  <a:pt x="58483" y="103234"/>
                </a:lnTo>
                <a:lnTo>
                  <a:pt x="75142" y="73845"/>
                </a:lnTo>
                <a:lnTo>
                  <a:pt x="81191" y="40342"/>
                </a:lnTo>
                <a:lnTo>
                  <a:pt x="81191" y="10148"/>
                </a:lnTo>
                <a:lnTo>
                  <a:pt x="108847" y="10148"/>
                </a:lnTo>
                <a:lnTo>
                  <a:pt x="108847" y="40342"/>
                </a:lnTo>
                <a:lnTo>
                  <a:pt x="114584" y="70769"/>
                </a:lnTo>
                <a:lnTo>
                  <a:pt x="124879" y="87915"/>
                </a:lnTo>
                <a:lnTo>
                  <a:pt x="95527" y="87915"/>
                </a:lnTo>
                <a:lnTo>
                  <a:pt x="82515" y="113464"/>
                </a:lnTo>
                <a:lnTo>
                  <a:pt x="64414" y="135314"/>
                </a:lnTo>
                <a:lnTo>
                  <a:pt x="41793" y="152906"/>
                </a:lnTo>
                <a:lnTo>
                  <a:pt x="15223" y="165682"/>
                </a:lnTo>
                <a:close/>
              </a:path>
              <a:path w="276859" h="314959">
                <a:moveTo>
                  <a:pt x="173040" y="157816"/>
                </a:moveTo>
                <a:lnTo>
                  <a:pt x="148030" y="146127"/>
                </a:lnTo>
                <a:lnTo>
                  <a:pt x="126338" y="130239"/>
                </a:lnTo>
                <a:lnTo>
                  <a:pt x="108619" y="110665"/>
                </a:lnTo>
                <a:lnTo>
                  <a:pt x="95527" y="87915"/>
                </a:lnTo>
                <a:lnTo>
                  <a:pt x="124879" y="87915"/>
                </a:lnTo>
                <a:lnTo>
                  <a:pt x="130953" y="98032"/>
                </a:lnTo>
                <a:lnTo>
                  <a:pt x="156123" y="120301"/>
                </a:lnTo>
                <a:lnTo>
                  <a:pt x="188263" y="135742"/>
                </a:lnTo>
                <a:lnTo>
                  <a:pt x="173040" y="157816"/>
                </a:lnTo>
                <a:close/>
              </a:path>
              <a:path w="276859" h="314959">
                <a:moveTo>
                  <a:pt x="276559" y="314618"/>
                </a:moveTo>
                <a:lnTo>
                  <a:pt x="58610" y="314618"/>
                </a:lnTo>
                <a:lnTo>
                  <a:pt x="58610" y="235456"/>
                </a:lnTo>
                <a:lnTo>
                  <a:pt x="236724" y="235456"/>
                </a:lnTo>
                <a:lnTo>
                  <a:pt x="236724" y="203740"/>
                </a:lnTo>
                <a:lnTo>
                  <a:pt x="57849" y="203740"/>
                </a:lnTo>
                <a:lnTo>
                  <a:pt x="57849" y="181159"/>
                </a:lnTo>
                <a:lnTo>
                  <a:pt x="264634" y="181159"/>
                </a:lnTo>
                <a:lnTo>
                  <a:pt x="264634" y="257022"/>
                </a:lnTo>
                <a:lnTo>
                  <a:pt x="86266" y="257022"/>
                </a:lnTo>
                <a:lnTo>
                  <a:pt x="86266" y="291783"/>
                </a:lnTo>
                <a:lnTo>
                  <a:pt x="276559" y="291783"/>
                </a:lnTo>
                <a:lnTo>
                  <a:pt x="276559" y="3146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10580125" y="8320634"/>
            <a:ext cx="250825" cy="318770"/>
          </a:xfrm>
          <a:custGeom>
            <a:avLst/>
            <a:gdLst/>
            <a:ahLst/>
            <a:cxnLst/>
            <a:rect l="l" t="t" r="r" b="b"/>
            <a:pathLst>
              <a:path w="250825" h="318770">
                <a:moveTo>
                  <a:pt x="249411" y="52013"/>
                </a:moveTo>
                <a:lnTo>
                  <a:pt x="221247" y="52013"/>
                </a:lnTo>
                <a:lnTo>
                  <a:pt x="221247" y="0"/>
                </a:lnTo>
                <a:lnTo>
                  <a:pt x="249411" y="0"/>
                </a:lnTo>
                <a:lnTo>
                  <a:pt x="249411" y="52013"/>
                </a:lnTo>
                <a:close/>
              </a:path>
              <a:path w="250825" h="318770">
                <a:moveTo>
                  <a:pt x="146398" y="165935"/>
                </a:moveTo>
                <a:lnTo>
                  <a:pt x="0" y="165935"/>
                </a:lnTo>
                <a:lnTo>
                  <a:pt x="0" y="24357"/>
                </a:lnTo>
                <a:lnTo>
                  <a:pt x="146398" y="24357"/>
                </a:lnTo>
                <a:lnTo>
                  <a:pt x="146398" y="47192"/>
                </a:lnTo>
                <a:lnTo>
                  <a:pt x="27909" y="47192"/>
                </a:lnTo>
                <a:lnTo>
                  <a:pt x="27909" y="142846"/>
                </a:lnTo>
                <a:lnTo>
                  <a:pt x="146398" y="142846"/>
                </a:lnTo>
                <a:lnTo>
                  <a:pt x="146398" y="165935"/>
                </a:lnTo>
                <a:close/>
              </a:path>
              <a:path w="250825" h="318770">
                <a:moveTo>
                  <a:pt x="146398" y="142846"/>
                </a:moveTo>
                <a:lnTo>
                  <a:pt x="118742" y="142846"/>
                </a:lnTo>
                <a:lnTo>
                  <a:pt x="118742" y="47192"/>
                </a:lnTo>
                <a:lnTo>
                  <a:pt x="146398" y="47192"/>
                </a:lnTo>
                <a:lnTo>
                  <a:pt x="146398" y="52013"/>
                </a:lnTo>
                <a:lnTo>
                  <a:pt x="249411" y="52013"/>
                </a:lnTo>
                <a:lnTo>
                  <a:pt x="249411" y="75102"/>
                </a:lnTo>
                <a:lnTo>
                  <a:pt x="146398" y="75102"/>
                </a:lnTo>
                <a:lnTo>
                  <a:pt x="146398" y="115190"/>
                </a:lnTo>
                <a:lnTo>
                  <a:pt x="249411" y="115190"/>
                </a:lnTo>
                <a:lnTo>
                  <a:pt x="249411" y="138533"/>
                </a:lnTo>
                <a:lnTo>
                  <a:pt x="146398" y="138533"/>
                </a:lnTo>
                <a:lnTo>
                  <a:pt x="146398" y="142846"/>
                </a:lnTo>
                <a:close/>
              </a:path>
              <a:path w="250825" h="318770">
                <a:moveTo>
                  <a:pt x="249411" y="115190"/>
                </a:moveTo>
                <a:lnTo>
                  <a:pt x="221247" y="115190"/>
                </a:lnTo>
                <a:lnTo>
                  <a:pt x="221247" y="75102"/>
                </a:lnTo>
                <a:lnTo>
                  <a:pt x="249411" y="75102"/>
                </a:lnTo>
                <a:lnTo>
                  <a:pt x="249411" y="115190"/>
                </a:lnTo>
                <a:close/>
              </a:path>
              <a:path w="250825" h="318770">
                <a:moveTo>
                  <a:pt x="249411" y="189024"/>
                </a:moveTo>
                <a:lnTo>
                  <a:pt x="221247" y="189024"/>
                </a:lnTo>
                <a:lnTo>
                  <a:pt x="221247" y="138533"/>
                </a:lnTo>
                <a:lnTo>
                  <a:pt x="249411" y="138533"/>
                </a:lnTo>
                <a:lnTo>
                  <a:pt x="249411" y="189024"/>
                </a:lnTo>
                <a:close/>
              </a:path>
              <a:path w="250825" h="318770">
                <a:moveTo>
                  <a:pt x="143607" y="318170"/>
                </a:moveTo>
                <a:lnTo>
                  <a:pt x="98837" y="314205"/>
                </a:lnTo>
                <a:lnTo>
                  <a:pt x="65175" y="302629"/>
                </a:lnTo>
                <a:lnTo>
                  <a:pt x="44025" y="283917"/>
                </a:lnTo>
                <a:lnTo>
                  <a:pt x="36790" y="258545"/>
                </a:lnTo>
                <a:lnTo>
                  <a:pt x="44025" y="232946"/>
                </a:lnTo>
                <a:lnTo>
                  <a:pt x="65175" y="213984"/>
                </a:lnTo>
                <a:lnTo>
                  <a:pt x="98837" y="202206"/>
                </a:lnTo>
                <a:lnTo>
                  <a:pt x="143607" y="198158"/>
                </a:lnTo>
                <a:lnTo>
                  <a:pt x="188235" y="202206"/>
                </a:lnTo>
                <a:lnTo>
                  <a:pt x="221850" y="213984"/>
                </a:lnTo>
                <a:lnTo>
                  <a:pt x="228834" y="220232"/>
                </a:lnTo>
                <a:lnTo>
                  <a:pt x="143607" y="220232"/>
                </a:lnTo>
                <a:lnTo>
                  <a:pt x="110584" y="222936"/>
                </a:lnTo>
                <a:lnTo>
                  <a:pt x="85695" y="230445"/>
                </a:lnTo>
                <a:lnTo>
                  <a:pt x="70035" y="242425"/>
                </a:lnTo>
                <a:lnTo>
                  <a:pt x="64699" y="258545"/>
                </a:lnTo>
                <a:lnTo>
                  <a:pt x="70035" y="274113"/>
                </a:lnTo>
                <a:lnTo>
                  <a:pt x="85695" y="285852"/>
                </a:lnTo>
                <a:lnTo>
                  <a:pt x="110584" y="293261"/>
                </a:lnTo>
                <a:lnTo>
                  <a:pt x="143607" y="295842"/>
                </a:lnTo>
                <a:lnTo>
                  <a:pt x="229538" y="295842"/>
                </a:lnTo>
                <a:lnTo>
                  <a:pt x="221850" y="302629"/>
                </a:lnTo>
                <a:lnTo>
                  <a:pt x="188235" y="314205"/>
                </a:lnTo>
                <a:lnTo>
                  <a:pt x="143607" y="318170"/>
                </a:lnTo>
                <a:close/>
              </a:path>
              <a:path w="250825" h="318770">
                <a:moveTo>
                  <a:pt x="229538" y="295842"/>
                </a:moveTo>
                <a:lnTo>
                  <a:pt x="143607" y="295842"/>
                </a:lnTo>
                <a:lnTo>
                  <a:pt x="176489" y="293261"/>
                </a:lnTo>
                <a:lnTo>
                  <a:pt x="201330" y="285852"/>
                </a:lnTo>
                <a:lnTo>
                  <a:pt x="217037" y="274113"/>
                </a:lnTo>
                <a:lnTo>
                  <a:pt x="222516" y="258545"/>
                </a:lnTo>
                <a:lnTo>
                  <a:pt x="217037" y="242425"/>
                </a:lnTo>
                <a:lnTo>
                  <a:pt x="201330" y="230445"/>
                </a:lnTo>
                <a:lnTo>
                  <a:pt x="176489" y="222936"/>
                </a:lnTo>
                <a:lnTo>
                  <a:pt x="143607" y="220232"/>
                </a:lnTo>
                <a:lnTo>
                  <a:pt x="228834" y="220232"/>
                </a:lnTo>
                <a:lnTo>
                  <a:pt x="243048" y="232946"/>
                </a:lnTo>
                <a:lnTo>
                  <a:pt x="250425" y="258545"/>
                </a:lnTo>
                <a:lnTo>
                  <a:pt x="243048" y="283917"/>
                </a:lnTo>
                <a:lnTo>
                  <a:pt x="229538" y="295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10976846" y="832063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79" h="318770">
                <a:moveTo>
                  <a:pt x="244843" y="318677"/>
                </a:moveTo>
                <a:lnTo>
                  <a:pt x="216680" y="318677"/>
                </a:lnTo>
                <a:lnTo>
                  <a:pt x="216680" y="0"/>
                </a:lnTo>
                <a:lnTo>
                  <a:pt x="244843" y="0"/>
                </a:lnTo>
                <a:lnTo>
                  <a:pt x="244843" y="129653"/>
                </a:lnTo>
                <a:lnTo>
                  <a:pt x="296603" y="129653"/>
                </a:lnTo>
                <a:lnTo>
                  <a:pt x="296603" y="153503"/>
                </a:lnTo>
                <a:lnTo>
                  <a:pt x="244843" y="153503"/>
                </a:lnTo>
                <a:lnTo>
                  <a:pt x="244843" y="318677"/>
                </a:lnTo>
                <a:close/>
              </a:path>
              <a:path w="297179" h="318770">
                <a:moveTo>
                  <a:pt x="15730" y="258037"/>
                </a:moveTo>
                <a:lnTo>
                  <a:pt x="0" y="235963"/>
                </a:lnTo>
                <a:lnTo>
                  <a:pt x="44961" y="208975"/>
                </a:lnTo>
                <a:lnTo>
                  <a:pt x="80862" y="177377"/>
                </a:lnTo>
                <a:lnTo>
                  <a:pt x="107654" y="141462"/>
                </a:lnTo>
                <a:lnTo>
                  <a:pt x="125287" y="101522"/>
                </a:lnTo>
                <a:lnTo>
                  <a:pt x="133712" y="57849"/>
                </a:lnTo>
                <a:lnTo>
                  <a:pt x="14969" y="57849"/>
                </a:lnTo>
                <a:lnTo>
                  <a:pt x="14969" y="34252"/>
                </a:lnTo>
                <a:lnTo>
                  <a:pt x="162383" y="34252"/>
                </a:lnTo>
                <a:lnTo>
                  <a:pt x="158656" y="78633"/>
                </a:lnTo>
                <a:lnTo>
                  <a:pt x="147366" y="121026"/>
                </a:lnTo>
                <a:lnTo>
                  <a:pt x="127972" y="160797"/>
                </a:lnTo>
                <a:lnTo>
                  <a:pt x="99929" y="197312"/>
                </a:lnTo>
                <a:lnTo>
                  <a:pt x="62696" y="229937"/>
                </a:lnTo>
                <a:lnTo>
                  <a:pt x="15730" y="2580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11292478" y="8326977"/>
            <a:ext cx="291465" cy="311150"/>
          </a:xfrm>
          <a:custGeom>
            <a:avLst/>
            <a:gdLst/>
            <a:ahLst/>
            <a:cxnLst/>
            <a:rect l="l" t="t" r="r" b="b"/>
            <a:pathLst>
              <a:path w="291465" h="311150">
                <a:moveTo>
                  <a:pt x="257530" y="106056"/>
                </a:moveTo>
                <a:lnTo>
                  <a:pt x="39834" y="106056"/>
                </a:lnTo>
                <a:lnTo>
                  <a:pt x="39834" y="0"/>
                </a:lnTo>
                <a:lnTo>
                  <a:pt x="67744" y="0"/>
                </a:lnTo>
                <a:lnTo>
                  <a:pt x="67744" y="82967"/>
                </a:lnTo>
                <a:lnTo>
                  <a:pt x="257530" y="82967"/>
                </a:lnTo>
                <a:lnTo>
                  <a:pt x="257530" y="106056"/>
                </a:lnTo>
                <a:close/>
              </a:path>
              <a:path w="291465" h="311150">
                <a:moveTo>
                  <a:pt x="291021" y="166696"/>
                </a:moveTo>
                <a:lnTo>
                  <a:pt x="0" y="166696"/>
                </a:lnTo>
                <a:lnTo>
                  <a:pt x="0" y="143354"/>
                </a:lnTo>
                <a:lnTo>
                  <a:pt x="291021" y="143354"/>
                </a:lnTo>
                <a:lnTo>
                  <a:pt x="291021" y="166696"/>
                </a:lnTo>
                <a:close/>
              </a:path>
              <a:path w="291465" h="311150">
                <a:moveTo>
                  <a:pt x="145130" y="311066"/>
                </a:moveTo>
                <a:lnTo>
                  <a:pt x="98916" y="307236"/>
                </a:lnTo>
                <a:lnTo>
                  <a:pt x="64287" y="296032"/>
                </a:lnTo>
                <a:lnTo>
                  <a:pt x="42550" y="277883"/>
                </a:lnTo>
                <a:lnTo>
                  <a:pt x="35013" y="253216"/>
                </a:lnTo>
                <a:lnTo>
                  <a:pt x="42550" y="228550"/>
                </a:lnTo>
                <a:lnTo>
                  <a:pt x="64287" y="210400"/>
                </a:lnTo>
                <a:lnTo>
                  <a:pt x="98916" y="199197"/>
                </a:lnTo>
                <a:lnTo>
                  <a:pt x="145130" y="195367"/>
                </a:lnTo>
                <a:lnTo>
                  <a:pt x="191161" y="199197"/>
                </a:lnTo>
                <a:lnTo>
                  <a:pt x="225656" y="210400"/>
                </a:lnTo>
                <a:lnTo>
                  <a:pt x="234376" y="217695"/>
                </a:lnTo>
                <a:lnTo>
                  <a:pt x="145130" y="217695"/>
                </a:lnTo>
                <a:lnTo>
                  <a:pt x="110853" y="220177"/>
                </a:lnTo>
                <a:lnTo>
                  <a:pt x="85187" y="227083"/>
                </a:lnTo>
                <a:lnTo>
                  <a:pt x="69131" y="238175"/>
                </a:lnTo>
                <a:lnTo>
                  <a:pt x="63684" y="253216"/>
                </a:lnTo>
                <a:lnTo>
                  <a:pt x="69131" y="268226"/>
                </a:lnTo>
                <a:lnTo>
                  <a:pt x="85187" y="279477"/>
                </a:lnTo>
                <a:lnTo>
                  <a:pt x="110853" y="286542"/>
                </a:lnTo>
                <a:lnTo>
                  <a:pt x="145130" y="288992"/>
                </a:lnTo>
                <a:lnTo>
                  <a:pt x="234073" y="288992"/>
                </a:lnTo>
                <a:lnTo>
                  <a:pt x="225656" y="296032"/>
                </a:lnTo>
                <a:lnTo>
                  <a:pt x="191161" y="307236"/>
                </a:lnTo>
                <a:lnTo>
                  <a:pt x="145130" y="311066"/>
                </a:lnTo>
                <a:close/>
              </a:path>
              <a:path w="291465" h="311150">
                <a:moveTo>
                  <a:pt x="234073" y="288992"/>
                </a:moveTo>
                <a:lnTo>
                  <a:pt x="145130" y="288992"/>
                </a:lnTo>
                <a:lnTo>
                  <a:pt x="179268" y="286542"/>
                </a:lnTo>
                <a:lnTo>
                  <a:pt x="204914" y="279477"/>
                </a:lnTo>
                <a:lnTo>
                  <a:pt x="221093" y="268226"/>
                </a:lnTo>
                <a:lnTo>
                  <a:pt x="226829" y="253216"/>
                </a:lnTo>
                <a:lnTo>
                  <a:pt x="221093" y="238175"/>
                </a:lnTo>
                <a:lnTo>
                  <a:pt x="204914" y="227083"/>
                </a:lnTo>
                <a:lnTo>
                  <a:pt x="179268" y="220177"/>
                </a:lnTo>
                <a:lnTo>
                  <a:pt x="145130" y="217695"/>
                </a:lnTo>
                <a:lnTo>
                  <a:pt x="234376" y="217695"/>
                </a:lnTo>
                <a:lnTo>
                  <a:pt x="247353" y="228550"/>
                </a:lnTo>
                <a:lnTo>
                  <a:pt x="254992" y="253216"/>
                </a:lnTo>
                <a:lnTo>
                  <a:pt x="247353" y="277883"/>
                </a:lnTo>
                <a:lnTo>
                  <a:pt x="234073" y="2889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67259" y="1525677"/>
            <a:ext cx="194945" cy="759460"/>
          </a:xfrm>
          <a:custGeom>
            <a:avLst/>
            <a:gdLst/>
            <a:ahLst/>
            <a:cxnLst/>
            <a:rect l="l" t="t" r="r" b="b"/>
            <a:pathLst>
              <a:path w="194945" h="759460">
                <a:moveTo>
                  <a:pt x="194690" y="307593"/>
                </a:moveTo>
                <a:lnTo>
                  <a:pt x="88010" y="307593"/>
                </a:lnTo>
                <a:lnTo>
                  <a:pt x="88010" y="0"/>
                </a:lnTo>
                <a:lnTo>
                  <a:pt x="0" y="0"/>
                </a:lnTo>
                <a:lnTo>
                  <a:pt x="0" y="759205"/>
                </a:lnTo>
                <a:lnTo>
                  <a:pt x="88010" y="759205"/>
                </a:lnTo>
                <a:lnTo>
                  <a:pt x="88010" y="392048"/>
                </a:lnTo>
                <a:lnTo>
                  <a:pt x="194690" y="392048"/>
                </a:lnTo>
                <a:lnTo>
                  <a:pt x="194690" y="307593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03633" y="1547902"/>
            <a:ext cx="422275" cy="692150"/>
          </a:xfrm>
          <a:custGeom>
            <a:avLst/>
            <a:gdLst/>
            <a:ahLst/>
            <a:cxnLst/>
            <a:rect l="l" t="t" r="r" b="b"/>
            <a:pathLst>
              <a:path w="422275" h="692150">
                <a:moveTo>
                  <a:pt x="335152" y="261365"/>
                </a:moveTo>
                <a:lnTo>
                  <a:pt x="87121" y="261365"/>
                </a:lnTo>
                <a:lnTo>
                  <a:pt x="87121" y="0"/>
                </a:lnTo>
                <a:lnTo>
                  <a:pt x="0" y="0"/>
                </a:lnTo>
                <a:lnTo>
                  <a:pt x="0" y="691641"/>
                </a:lnTo>
                <a:lnTo>
                  <a:pt x="422274" y="691641"/>
                </a:lnTo>
                <a:lnTo>
                  <a:pt x="422274" y="0"/>
                </a:lnTo>
                <a:lnTo>
                  <a:pt x="335152" y="0"/>
                </a:lnTo>
                <a:lnTo>
                  <a:pt x="335152" y="26136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90755" y="1890166"/>
            <a:ext cx="248285" cy="268605"/>
          </a:xfrm>
          <a:custGeom>
            <a:avLst/>
            <a:gdLst/>
            <a:ahLst/>
            <a:cxnLst/>
            <a:rect l="l" t="t" r="r" b="b"/>
            <a:pathLst>
              <a:path w="248285" h="268605">
                <a:moveTo>
                  <a:pt x="0" y="268477"/>
                </a:moveTo>
                <a:lnTo>
                  <a:pt x="0" y="0"/>
                </a:lnTo>
                <a:lnTo>
                  <a:pt x="248030" y="0"/>
                </a:lnTo>
                <a:lnTo>
                  <a:pt x="248030" y="268477"/>
                </a:lnTo>
                <a:lnTo>
                  <a:pt x="0" y="268477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43812" y="1525677"/>
            <a:ext cx="88900" cy="759460"/>
          </a:xfrm>
          <a:custGeom>
            <a:avLst/>
            <a:gdLst/>
            <a:ahLst/>
            <a:cxnLst/>
            <a:rect l="l" t="t" r="r" b="b"/>
            <a:pathLst>
              <a:path w="88900" h="759460">
                <a:moveTo>
                  <a:pt x="0" y="759205"/>
                </a:moveTo>
                <a:lnTo>
                  <a:pt x="88899" y="759205"/>
                </a:lnTo>
                <a:lnTo>
                  <a:pt x="88899" y="0"/>
                </a:lnTo>
                <a:lnTo>
                  <a:pt x="0" y="0"/>
                </a:lnTo>
                <a:lnTo>
                  <a:pt x="0" y="75920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55295" y="1543457"/>
            <a:ext cx="459740" cy="706120"/>
          </a:xfrm>
          <a:custGeom>
            <a:avLst/>
            <a:gdLst/>
            <a:ahLst/>
            <a:cxnLst/>
            <a:rect l="l" t="t" r="r" b="b"/>
            <a:pathLst>
              <a:path w="459739" h="706119">
                <a:moveTo>
                  <a:pt x="230250" y="705865"/>
                </a:moveTo>
                <a:lnTo>
                  <a:pt x="269293" y="702488"/>
                </a:lnTo>
                <a:lnTo>
                  <a:pt x="338992" y="675165"/>
                </a:lnTo>
                <a:lnTo>
                  <a:pt x="368977" y="651018"/>
                </a:lnTo>
                <a:lnTo>
                  <a:pt x="395271" y="619743"/>
                </a:lnTo>
                <a:lnTo>
                  <a:pt x="417538" y="581242"/>
                </a:lnTo>
                <a:lnTo>
                  <a:pt x="435441" y="535411"/>
                </a:lnTo>
                <a:lnTo>
                  <a:pt x="448646" y="482150"/>
                </a:lnTo>
                <a:lnTo>
                  <a:pt x="456815" y="421358"/>
                </a:lnTo>
                <a:lnTo>
                  <a:pt x="459612" y="352932"/>
                </a:lnTo>
                <a:lnTo>
                  <a:pt x="456815" y="284507"/>
                </a:lnTo>
                <a:lnTo>
                  <a:pt x="448646" y="223714"/>
                </a:lnTo>
                <a:lnTo>
                  <a:pt x="435441" y="170454"/>
                </a:lnTo>
                <a:lnTo>
                  <a:pt x="417538" y="124623"/>
                </a:lnTo>
                <a:lnTo>
                  <a:pt x="395271" y="86121"/>
                </a:lnTo>
                <a:lnTo>
                  <a:pt x="368977" y="54847"/>
                </a:lnTo>
                <a:lnTo>
                  <a:pt x="338992" y="30699"/>
                </a:lnTo>
                <a:lnTo>
                  <a:pt x="269293" y="3377"/>
                </a:lnTo>
                <a:lnTo>
                  <a:pt x="230250" y="0"/>
                </a:lnTo>
                <a:lnTo>
                  <a:pt x="190967" y="3377"/>
                </a:lnTo>
                <a:lnTo>
                  <a:pt x="120925" y="30699"/>
                </a:lnTo>
                <a:lnTo>
                  <a:pt x="90827" y="54847"/>
                </a:lnTo>
                <a:lnTo>
                  <a:pt x="64452" y="86121"/>
                </a:lnTo>
                <a:lnTo>
                  <a:pt x="42131" y="124623"/>
                </a:lnTo>
                <a:lnTo>
                  <a:pt x="24195" y="170454"/>
                </a:lnTo>
                <a:lnTo>
                  <a:pt x="10973" y="223714"/>
                </a:lnTo>
                <a:lnTo>
                  <a:pt x="2798" y="284507"/>
                </a:lnTo>
                <a:lnTo>
                  <a:pt x="0" y="352932"/>
                </a:lnTo>
                <a:lnTo>
                  <a:pt x="2798" y="421358"/>
                </a:lnTo>
                <a:lnTo>
                  <a:pt x="10973" y="482150"/>
                </a:lnTo>
                <a:lnTo>
                  <a:pt x="24195" y="535411"/>
                </a:lnTo>
                <a:lnTo>
                  <a:pt x="42131" y="581242"/>
                </a:lnTo>
                <a:lnTo>
                  <a:pt x="64452" y="619743"/>
                </a:lnTo>
                <a:lnTo>
                  <a:pt x="90827" y="651018"/>
                </a:lnTo>
                <a:lnTo>
                  <a:pt x="120925" y="675165"/>
                </a:lnTo>
                <a:lnTo>
                  <a:pt x="190967" y="702488"/>
                </a:lnTo>
                <a:lnTo>
                  <a:pt x="230250" y="70586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43306" y="1624355"/>
            <a:ext cx="283845" cy="544195"/>
          </a:xfrm>
          <a:custGeom>
            <a:avLst/>
            <a:gdLst/>
            <a:ahLst/>
            <a:cxnLst/>
            <a:rect l="l" t="t" r="r" b="b"/>
            <a:pathLst>
              <a:path w="283845" h="544194">
                <a:moveTo>
                  <a:pt x="142239" y="544067"/>
                </a:moveTo>
                <a:lnTo>
                  <a:pt x="78662" y="523882"/>
                </a:lnTo>
                <a:lnTo>
                  <a:pt x="30511" y="460092"/>
                </a:lnTo>
                <a:lnTo>
                  <a:pt x="14047" y="410329"/>
                </a:lnTo>
                <a:lnTo>
                  <a:pt x="3633" y="347845"/>
                </a:lnTo>
                <a:lnTo>
                  <a:pt x="0" y="272033"/>
                </a:lnTo>
                <a:lnTo>
                  <a:pt x="3633" y="196502"/>
                </a:lnTo>
                <a:lnTo>
                  <a:pt x="14047" y="134127"/>
                </a:lnTo>
                <a:lnTo>
                  <a:pt x="30511" y="84348"/>
                </a:lnTo>
                <a:lnTo>
                  <a:pt x="52292" y="46606"/>
                </a:lnTo>
                <a:lnTo>
                  <a:pt x="108888" y="4991"/>
                </a:lnTo>
                <a:lnTo>
                  <a:pt x="142239" y="0"/>
                </a:lnTo>
                <a:lnTo>
                  <a:pt x="174982" y="4991"/>
                </a:lnTo>
                <a:lnTo>
                  <a:pt x="231090" y="46606"/>
                </a:lnTo>
                <a:lnTo>
                  <a:pt x="252869" y="84348"/>
                </a:lnTo>
                <a:lnTo>
                  <a:pt x="269408" y="134127"/>
                </a:lnTo>
                <a:lnTo>
                  <a:pt x="279913" y="196502"/>
                </a:lnTo>
                <a:lnTo>
                  <a:pt x="283590" y="272033"/>
                </a:lnTo>
                <a:lnTo>
                  <a:pt x="279913" y="347845"/>
                </a:lnTo>
                <a:lnTo>
                  <a:pt x="269408" y="410329"/>
                </a:lnTo>
                <a:lnTo>
                  <a:pt x="252869" y="460092"/>
                </a:lnTo>
                <a:lnTo>
                  <a:pt x="231090" y="497741"/>
                </a:lnTo>
                <a:lnTo>
                  <a:pt x="174982" y="539122"/>
                </a:lnTo>
                <a:lnTo>
                  <a:pt x="142239" y="544067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78508" y="1539012"/>
            <a:ext cx="758825" cy="709930"/>
          </a:xfrm>
          <a:custGeom>
            <a:avLst/>
            <a:gdLst/>
            <a:ahLst/>
            <a:cxnLst/>
            <a:rect l="l" t="t" r="r" b="b"/>
            <a:pathLst>
              <a:path w="758825" h="709930">
                <a:moveTo>
                  <a:pt x="423163" y="626744"/>
                </a:moveTo>
                <a:lnTo>
                  <a:pt x="423163" y="464946"/>
                </a:lnTo>
                <a:lnTo>
                  <a:pt x="481141" y="457986"/>
                </a:lnTo>
                <a:lnTo>
                  <a:pt x="533887" y="445610"/>
                </a:lnTo>
                <a:lnTo>
                  <a:pt x="580977" y="428135"/>
                </a:lnTo>
                <a:lnTo>
                  <a:pt x="621987" y="405875"/>
                </a:lnTo>
                <a:lnTo>
                  <a:pt x="656492" y="379144"/>
                </a:lnTo>
                <a:lnTo>
                  <a:pt x="684068" y="348257"/>
                </a:lnTo>
                <a:lnTo>
                  <a:pt x="704291" y="313529"/>
                </a:lnTo>
                <a:lnTo>
                  <a:pt x="716736" y="275274"/>
                </a:lnTo>
                <a:lnTo>
                  <a:pt x="720978" y="233806"/>
                </a:lnTo>
                <a:lnTo>
                  <a:pt x="716964" y="193128"/>
                </a:lnTo>
                <a:lnTo>
                  <a:pt x="705182" y="155553"/>
                </a:lnTo>
                <a:lnTo>
                  <a:pt x="686030" y="121360"/>
                </a:lnTo>
                <a:lnTo>
                  <a:pt x="659900" y="90827"/>
                </a:lnTo>
                <a:lnTo>
                  <a:pt x="627189" y="64230"/>
                </a:lnTo>
                <a:lnTo>
                  <a:pt x="588290" y="41846"/>
                </a:lnTo>
                <a:lnTo>
                  <a:pt x="543598" y="23954"/>
                </a:lnTo>
                <a:lnTo>
                  <a:pt x="493508" y="10831"/>
                </a:lnTo>
                <a:lnTo>
                  <a:pt x="438415" y="2754"/>
                </a:lnTo>
                <a:lnTo>
                  <a:pt x="378713" y="0"/>
                </a:lnTo>
                <a:lnTo>
                  <a:pt x="319012" y="2754"/>
                </a:lnTo>
                <a:lnTo>
                  <a:pt x="263919" y="10831"/>
                </a:lnTo>
                <a:lnTo>
                  <a:pt x="213829" y="23954"/>
                </a:lnTo>
                <a:lnTo>
                  <a:pt x="169137" y="41846"/>
                </a:lnTo>
                <a:lnTo>
                  <a:pt x="130238" y="64230"/>
                </a:lnTo>
                <a:lnTo>
                  <a:pt x="97526" y="90827"/>
                </a:lnTo>
                <a:lnTo>
                  <a:pt x="71397" y="121360"/>
                </a:lnTo>
                <a:lnTo>
                  <a:pt x="52244" y="155553"/>
                </a:lnTo>
                <a:lnTo>
                  <a:pt x="40463" y="193128"/>
                </a:lnTo>
                <a:lnTo>
                  <a:pt x="36448" y="233806"/>
                </a:lnTo>
                <a:lnTo>
                  <a:pt x="40690" y="275274"/>
                </a:lnTo>
                <a:lnTo>
                  <a:pt x="53126" y="313529"/>
                </a:lnTo>
                <a:lnTo>
                  <a:pt x="73326" y="348257"/>
                </a:lnTo>
                <a:lnTo>
                  <a:pt x="100856" y="379144"/>
                </a:lnTo>
                <a:lnTo>
                  <a:pt x="135287" y="405875"/>
                </a:lnTo>
                <a:lnTo>
                  <a:pt x="176186" y="428135"/>
                </a:lnTo>
                <a:lnTo>
                  <a:pt x="223121" y="445610"/>
                </a:lnTo>
                <a:lnTo>
                  <a:pt x="275661" y="457986"/>
                </a:lnTo>
                <a:lnTo>
                  <a:pt x="333374" y="464946"/>
                </a:lnTo>
                <a:lnTo>
                  <a:pt x="333374" y="626744"/>
                </a:lnTo>
                <a:lnTo>
                  <a:pt x="0" y="626744"/>
                </a:lnTo>
                <a:lnTo>
                  <a:pt x="0" y="709421"/>
                </a:lnTo>
                <a:lnTo>
                  <a:pt x="758316" y="709421"/>
                </a:lnTo>
                <a:lnTo>
                  <a:pt x="758316" y="626744"/>
                </a:lnTo>
                <a:lnTo>
                  <a:pt x="423163" y="626744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08302" y="1619022"/>
            <a:ext cx="499109" cy="306705"/>
          </a:xfrm>
          <a:custGeom>
            <a:avLst/>
            <a:gdLst/>
            <a:ahLst/>
            <a:cxnLst/>
            <a:rect l="l" t="t" r="r" b="b"/>
            <a:pathLst>
              <a:path w="499109" h="306705">
                <a:moveTo>
                  <a:pt x="0" y="153796"/>
                </a:moveTo>
                <a:lnTo>
                  <a:pt x="23222" y="82873"/>
                </a:lnTo>
                <a:lnTo>
                  <a:pt x="50945" y="54449"/>
                </a:lnTo>
                <a:lnTo>
                  <a:pt x="88246" y="31420"/>
                </a:lnTo>
                <a:lnTo>
                  <a:pt x="134257" y="14317"/>
                </a:lnTo>
                <a:lnTo>
                  <a:pt x="188105" y="3667"/>
                </a:lnTo>
                <a:lnTo>
                  <a:pt x="248919" y="0"/>
                </a:lnTo>
                <a:lnTo>
                  <a:pt x="310063" y="3667"/>
                </a:lnTo>
                <a:lnTo>
                  <a:pt x="364147" y="14317"/>
                </a:lnTo>
                <a:lnTo>
                  <a:pt x="410316" y="31420"/>
                </a:lnTo>
                <a:lnTo>
                  <a:pt x="447713" y="54449"/>
                </a:lnTo>
                <a:lnTo>
                  <a:pt x="475485" y="82873"/>
                </a:lnTo>
                <a:lnTo>
                  <a:pt x="498728" y="153796"/>
                </a:lnTo>
                <a:lnTo>
                  <a:pt x="492775" y="191098"/>
                </a:lnTo>
                <a:lnTo>
                  <a:pt x="447713" y="252421"/>
                </a:lnTo>
                <a:lnTo>
                  <a:pt x="410316" y="275354"/>
                </a:lnTo>
                <a:lnTo>
                  <a:pt x="364147" y="292408"/>
                </a:lnTo>
                <a:lnTo>
                  <a:pt x="310063" y="303040"/>
                </a:lnTo>
                <a:lnTo>
                  <a:pt x="248919" y="306704"/>
                </a:lnTo>
                <a:lnTo>
                  <a:pt x="188105" y="303040"/>
                </a:lnTo>
                <a:lnTo>
                  <a:pt x="134257" y="292408"/>
                </a:lnTo>
                <a:lnTo>
                  <a:pt x="88246" y="275354"/>
                </a:lnTo>
                <a:lnTo>
                  <a:pt x="50945" y="252421"/>
                </a:lnTo>
                <a:lnTo>
                  <a:pt x="23222" y="224154"/>
                </a:lnTo>
                <a:lnTo>
                  <a:pt x="0" y="153796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0029" y="1525677"/>
            <a:ext cx="83820" cy="759460"/>
          </a:xfrm>
          <a:custGeom>
            <a:avLst/>
            <a:gdLst/>
            <a:ahLst/>
            <a:cxnLst/>
            <a:rect l="l" t="t" r="r" b="b"/>
            <a:pathLst>
              <a:path w="83820" h="759460">
                <a:moveTo>
                  <a:pt x="0" y="0"/>
                </a:moveTo>
                <a:lnTo>
                  <a:pt x="0" y="759205"/>
                </a:lnTo>
                <a:lnTo>
                  <a:pt x="83565" y="759205"/>
                </a:lnTo>
                <a:lnTo>
                  <a:pt x="83565" y="0"/>
                </a:lnTo>
                <a:lnTo>
                  <a:pt x="0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43505" y="1530122"/>
            <a:ext cx="536575" cy="741680"/>
          </a:xfrm>
          <a:custGeom>
            <a:avLst/>
            <a:gdLst/>
            <a:ahLst/>
            <a:cxnLst/>
            <a:rect l="l" t="t" r="r" b="b"/>
            <a:pathLst>
              <a:path w="536575" h="741680">
                <a:moveTo>
                  <a:pt x="453389" y="312038"/>
                </a:moveTo>
                <a:lnTo>
                  <a:pt x="352043" y="312038"/>
                </a:lnTo>
                <a:lnTo>
                  <a:pt x="346305" y="239732"/>
                </a:lnTo>
                <a:lnTo>
                  <a:pt x="335805" y="177980"/>
                </a:lnTo>
                <a:lnTo>
                  <a:pt x="320618" y="126500"/>
                </a:lnTo>
                <a:lnTo>
                  <a:pt x="300815" y="85010"/>
                </a:lnTo>
                <a:lnTo>
                  <a:pt x="276470" y="53230"/>
                </a:lnTo>
                <a:lnTo>
                  <a:pt x="214445" y="17674"/>
                </a:lnTo>
                <a:lnTo>
                  <a:pt x="176910" y="13334"/>
                </a:lnTo>
                <a:lnTo>
                  <a:pt x="144089" y="16592"/>
                </a:lnTo>
                <a:lnTo>
                  <a:pt x="88123" y="43194"/>
                </a:lnTo>
                <a:lnTo>
                  <a:pt x="45450" y="97789"/>
                </a:lnTo>
                <a:lnTo>
                  <a:pt x="29244" y="136038"/>
                </a:lnTo>
                <a:lnTo>
                  <a:pt x="16538" y="181828"/>
                </a:lnTo>
                <a:lnTo>
                  <a:pt x="7389" y="235343"/>
                </a:lnTo>
                <a:lnTo>
                  <a:pt x="1857" y="296762"/>
                </a:lnTo>
                <a:lnTo>
                  <a:pt x="0" y="366267"/>
                </a:lnTo>
                <a:lnTo>
                  <a:pt x="1857" y="435773"/>
                </a:lnTo>
                <a:lnTo>
                  <a:pt x="7389" y="497192"/>
                </a:lnTo>
                <a:lnTo>
                  <a:pt x="16538" y="550706"/>
                </a:lnTo>
                <a:lnTo>
                  <a:pt x="29244" y="596497"/>
                </a:lnTo>
                <a:lnTo>
                  <a:pt x="45450" y="634745"/>
                </a:lnTo>
                <a:lnTo>
                  <a:pt x="88123" y="689341"/>
                </a:lnTo>
                <a:lnTo>
                  <a:pt x="144089" y="715943"/>
                </a:lnTo>
                <a:lnTo>
                  <a:pt x="176910" y="719200"/>
                </a:lnTo>
                <a:lnTo>
                  <a:pt x="211805" y="715508"/>
                </a:lnTo>
                <a:lnTo>
                  <a:pt x="270354" y="685287"/>
                </a:lnTo>
                <a:lnTo>
                  <a:pt x="313626" y="623105"/>
                </a:lnTo>
                <a:lnTo>
                  <a:pt x="329423" y="579463"/>
                </a:lnTo>
                <a:lnTo>
                  <a:pt x="341269" y="527149"/>
                </a:lnTo>
                <a:lnTo>
                  <a:pt x="349120" y="465939"/>
                </a:lnTo>
                <a:lnTo>
                  <a:pt x="352932" y="395604"/>
                </a:lnTo>
                <a:lnTo>
                  <a:pt x="453389" y="395604"/>
                </a:lnTo>
                <a:lnTo>
                  <a:pt x="453389" y="741425"/>
                </a:lnTo>
                <a:lnTo>
                  <a:pt x="536066" y="741425"/>
                </a:lnTo>
                <a:lnTo>
                  <a:pt x="536066" y="0"/>
                </a:lnTo>
                <a:lnTo>
                  <a:pt x="453389" y="0"/>
                </a:lnTo>
                <a:lnTo>
                  <a:pt x="453389" y="312038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27071" y="1623466"/>
            <a:ext cx="186055" cy="546100"/>
          </a:xfrm>
          <a:custGeom>
            <a:avLst/>
            <a:gdLst/>
            <a:ahLst/>
            <a:cxnLst/>
            <a:rect l="l" t="t" r="r" b="b"/>
            <a:pathLst>
              <a:path w="186054" h="546100">
                <a:moveTo>
                  <a:pt x="93344" y="545845"/>
                </a:moveTo>
                <a:lnTo>
                  <a:pt x="47236" y="524395"/>
                </a:lnTo>
                <a:lnTo>
                  <a:pt x="16865" y="458718"/>
                </a:lnTo>
                <a:lnTo>
                  <a:pt x="7464" y="408672"/>
                </a:lnTo>
                <a:lnTo>
                  <a:pt x="1858" y="346823"/>
                </a:lnTo>
                <a:lnTo>
                  <a:pt x="0" y="272922"/>
                </a:lnTo>
                <a:lnTo>
                  <a:pt x="1858" y="199021"/>
                </a:lnTo>
                <a:lnTo>
                  <a:pt x="7464" y="137172"/>
                </a:lnTo>
                <a:lnTo>
                  <a:pt x="16865" y="87127"/>
                </a:lnTo>
                <a:lnTo>
                  <a:pt x="30106" y="48635"/>
                </a:lnTo>
                <a:lnTo>
                  <a:pt x="68300" y="5321"/>
                </a:lnTo>
                <a:lnTo>
                  <a:pt x="93344" y="0"/>
                </a:lnTo>
                <a:lnTo>
                  <a:pt x="118340" y="5321"/>
                </a:lnTo>
                <a:lnTo>
                  <a:pt x="156233" y="48635"/>
                </a:lnTo>
                <a:lnTo>
                  <a:pt x="169285" y="87127"/>
                </a:lnTo>
                <a:lnTo>
                  <a:pt x="178512" y="137172"/>
                </a:lnTo>
                <a:lnTo>
                  <a:pt x="183991" y="199021"/>
                </a:lnTo>
                <a:lnTo>
                  <a:pt x="185800" y="272922"/>
                </a:lnTo>
                <a:lnTo>
                  <a:pt x="183991" y="346823"/>
                </a:lnTo>
                <a:lnTo>
                  <a:pt x="178512" y="408672"/>
                </a:lnTo>
                <a:lnTo>
                  <a:pt x="169285" y="458718"/>
                </a:lnTo>
                <a:lnTo>
                  <a:pt x="156233" y="497210"/>
                </a:lnTo>
                <a:lnTo>
                  <a:pt x="118340" y="540524"/>
                </a:lnTo>
                <a:lnTo>
                  <a:pt x="93344" y="54584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88130" y="1525677"/>
            <a:ext cx="194945" cy="566420"/>
          </a:xfrm>
          <a:custGeom>
            <a:avLst/>
            <a:gdLst/>
            <a:ahLst/>
            <a:cxnLst/>
            <a:rect l="l" t="t" r="r" b="b"/>
            <a:pathLst>
              <a:path w="194945" h="566419">
                <a:moveTo>
                  <a:pt x="88010" y="198246"/>
                </a:moveTo>
                <a:lnTo>
                  <a:pt x="88010" y="0"/>
                </a:lnTo>
                <a:lnTo>
                  <a:pt x="0" y="0"/>
                </a:lnTo>
                <a:lnTo>
                  <a:pt x="0" y="566292"/>
                </a:lnTo>
                <a:lnTo>
                  <a:pt x="88010" y="566292"/>
                </a:lnTo>
                <a:lnTo>
                  <a:pt x="88010" y="282701"/>
                </a:lnTo>
                <a:lnTo>
                  <a:pt x="194690" y="282701"/>
                </a:lnTo>
                <a:lnTo>
                  <a:pt x="194690" y="198246"/>
                </a:lnTo>
                <a:lnTo>
                  <a:pt x="88010" y="198246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15613" y="1544346"/>
            <a:ext cx="517525" cy="441959"/>
          </a:xfrm>
          <a:custGeom>
            <a:avLst/>
            <a:gdLst/>
            <a:ahLst/>
            <a:cxnLst/>
            <a:rect l="l" t="t" r="r" b="b"/>
            <a:pathLst>
              <a:path w="517525" h="441960">
                <a:moveTo>
                  <a:pt x="517397" y="408050"/>
                </a:moveTo>
                <a:lnTo>
                  <a:pt x="517397" y="334263"/>
                </a:lnTo>
                <a:lnTo>
                  <a:pt x="483651" y="345536"/>
                </a:lnTo>
                <a:lnTo>
                  <a:pt x="441797" y="354675"/>
                </a:lnTo>
                <a:lnTo>
                  <a:pt x="392902" y="361467"/>
                </a:lnTo>
                <a:lnTo>
                  <a:pt x="338033" y="365698"/>
                </a:lnTo>
                <a:lnTo>
                  <a:pt x="278256" y="367156"/>
                </a:lnTo>
                <a:lnTo>
                  <a:pt x="87121" y="367156"/>
                </a:lnTo>
                <a:lnTo>
                  <a:pt x="87121" y="256031"/>
                </a:lnTo>
                <a:lnTo>
                  <a:pt x="448055" y="256031"/>
                </a:lnTo>
                <a:lnTo>
                  <a:pt x="448055" y="184022"/>
                </a:lnTo>
                <a:lnTo>
                  <a:pt x="87121" y="184022"/>
                </a:lnTo>
                <a:lnTo>
                  <a:pt x="87121" y="74675"/>
                </a:lnTo>
                <a:lnTo>
                  <a:pt x="463168" y="74675"/>
                </a:lnTo>
                <a:lnTo>
                  <a:pt x="463168" y="0"/>
                </a:lnTo>
                <a:lnTo>
                  <a:pt x="0" y="0"/>
                </a:lnTo>
                <a:lnTo>
                  <a:pt x="0" y="441832"/>
                </a:lnTo>
                <a:lnTo>
                  <a:pt x="271144" y="441832"/>
                </a:lnTo>
                <a:lnTo>
                  <a:pt x="333538" y="440282"/>
                </a:lnTo>
                <a:lnTo>
                  <a:pt x="390726" y="435830"/>
                </a:lnTo>
                <a:lnTo>
                  <a:pt x="441342" y="428775"/>
                </a:lnTo>
                <a:lnTo>
                  <a:pt x="484021" y="419415"/>
                </a:lnTo>
                <a:lnTo>
                  <a:pt x="517397" y="40805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41395" y="2056409"/>
            <a:ext cx="655320" cy="219075"/>
          </a:xfrm>
          <a:custGeom>
            <a:avLst/>
            <a:gdLst/>
            <a:ahLst/>
            <a:cxnLst/>
            <a:rect l="l" t="t" r="r" b="b"/>
            <a:pathLst>
              <a:path w="655320" h="219075">
                <a:moveTo>
                  <a:pt x="88899" y="0"/>
                </a:moveTo>
                <a:lnTo>
                  <a:pt x="0" y="0"/>
                </a:lnTo>
                <a:lnTo>
                  <a:pt x="0" y="218693"/>
                </a:lnTo>
                <a:lnTo>
                  <a:pt x="655192" y="218693"/>
                </a:lnTo>
                <a:lnTo>
                  <a:pt x="655192" y="140461"/>
                </a:lnTo>
                <a:lnTo>
                  <a:pt x="88899" y="140461"/>
                </a:lnTo>
                <a:lnTo>
                  <a:pt x="88899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44161" y="1523010"/>
            <a:ext cx="758825" cy="396875"/>
          </a:xfrm>
          <a:custGeom>
            <a:avLst/>
            <a:gdLst/>
            <a:ahLst/>
            <a:cxnLst/>
            <a:rect l="l" t="t" r="r" b="b"/>
            <a:pathLst>
              <a:path w="758825" h="396875">
                <a:moveTo>
                  <a:pt x="422274" y="328040"/>
                </a:moveTo>
                <a:lnTo>
                  <a:pt x="422274" y="275589"/>
                </a:lnTo>
                <a:lnTo>
                  <a:pt x="481436" y="271966"/>
                </a:lnTo>
                <a:lnTo>
                  <a:pt x="536191" y="264935"/>
                </a:lnTo>
                <a:lnTo>
                  <a:pt x="585467" y="254259"/>
                </a:lnTo>
                <a:lnTo>
                  <a:pt x="628189" y="239696"/>
                </a:lnTo>
                <a:lnTo>
                  <a:pt x="663285" y="221008"/>
                </a:lnTo>
                <a:lnTo>
                  <a:pt x="706308" y="170297"/>
                </a:lnTo>
                <a:lnTo>
                  <a:pt x="712088" y="137794"/>
                </a:lnTo>
                <a:lnTo>
                  <a:pt x="706685" y="106611"/>
                </a:lnTo>
                <a:lnTo>
                  <a:pt x="666354" y="57422"/>
                </a:lnTo>
                <a:lnTo>
                  <a:pt x="593098" y="24389"/>
                </a:lnTo>
                <a:lnTo>
                  <a:pt x="546537" y="13400"/>
                </a:lnTo>
                <a:lnTo>
                  <a:pt x="494642" y="5814"/>
                </a:lnTo>
                <a:lnTo>
                  <a:pt x="438379" y="1418"/>
                </a:lnTo>
                <a:lnTo>
                  <a:pt x="378713" y="0"/>
                </a:lnTo>
                <a:lnTo>
                  <a:pt x="319048" y="1418"/>
                </a:lnTo>
                <a:lnTo>
                  <a:pt x="262785" y="5814"/>
                </a:lnTo>
                <a:lnTo>
                  <a:pt x="210890" y="13400"/>
                </a:lnTo>
                <a:lnTo>
                  <a:pt x="164329" y="24389"/>
                </a:lnTo>
                <a:lnTo>
                  <a:pt x="124068" y="38992"/>
                </a:lnTo>
                <a:lnTo>
                  <a:pt x="66309" y="79891"/>
                </a:lnTo>
                <a:lnTo>
                  <a:pt x="45338" y="137794"/>
                </a:lnTo>
                <a:lnTo>
                  <a:pt x="51119" y="170297"/>
                </a:lnTo>
                <a:lnTo>
                  <a:pt x="94141" y="221008"/>
                </a:lnTo>
                <a:lnTo>
                  <a:pt x="129238" y="239696"/>
                </a:lnTo>
                <a:lnTo>
                  <a:pt x="171960" y="254259"/>
                </a:lnTo>
                <a:lnTo>
                  <a:pt x="221235" y="264935"/>
                </a:lnTo>
                <a:lnTo>
                  <a:pt x="275990" y="271966"/>
                </a:lnTo>
                <a:lnTo>
                  <a:pt x="335152" y="275589"/>
                </a:lnTo>
                <a:lnTo>
                  <a:pt x="335152" y="328040"/>
                </a:lnTo>
                <a:lnTo>
                  <a:pt x="0" y="328040"/>
                </a:lnTo>
                <a:lnTo>
                  <a:pt x="0" y="396493"/>
                </a:lnTo>
                <a:lnTo>
                  <a:pt x="758316" y="396493"/>
                </a:lnTo>
                <a:lnTo>
                  <a:pt x="758316" y="328040"/>
                </a:lnTo>
                <a:lnTo>
                  <a:pt x="422274" y="32804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080179" y="1589685"/>
            <a:ext cx="485775" cy="142240"/>
          </a:xfrm>
          <a:custGeom>
            <a:avLst/>
            <a:gdLst/>
            <a:ahLst/>
            <a:cxnLst/>
            <a:rect l="l" t="t" r="r" b="b"/>
            <a:pathLst>
              <a:path w="485775" h="142239">
                <a:moveTo>
                  <a:pt x="0" y="71119"/>
                </a:moveTo>
                <a:lnTo>
                  <a:pt x="33485" y="30555"/>
                </a:lnTo>
                <a:lnTo>
                  <a:pt x="71675" y="16890"/>
                </a:lnTo>
                <a:lnTo>
                  <a:pt x="120903" y="7375"/>
                </a:lnTo>
                <a:lnTo>
                  <a:pt x="178725" y="1810"/>
                </a:lnTo>
                <a:lnTo>
                  <a:pt x="242696" y="0"/>
                </a:lnTo>
                <a:lnTo>
                  <a:pt x="306667" y="1810"/>
                </a:lnTo>
                <a:lnTo>
                  <a:pt x="364489" y="7375"/>
                </a:lnTo>
                <a:lnTo>
                  <a:pt x="413718" y="16890"/>
                </a:lnTo>
                <a:lnTo>
                  <a:pt x="451908" y="30555"/>
                </a:lnTo>
                <a:lnTo>
                  <a:pt x="485393" y="71119"/>
                </a:lnTo>
                <a:lnTo>
                  <a:pt x="476614" y="93982"/>
                </a:lnTo>
                <a:lnTo>
                  <a:pt x="413718" y="125682"/>
                </a:lnTo>
                <a:lnTo>
                  <a:pt x="364489" y="135062"/>
                </a:lnTo>
                <a:lnTo>
                  <a:pt x="306667" y="140490"/>
                </a:lnTo>
                <a:lnTo>
                  <a:pt x="242696" y="142239"/>
                </a:lnTo>
                <a:lnTo>
                  <a:pt x="178725" y="140490"/>
                </a:lnTo>
                <a:lnTo>
                  <a:pt x="120903" y="135062"/>
                </a:lnTo>
                <a:lnTo>
                  <a:pt x="71675" y="125682"/>
                </a:lnTo>
                <a:lnTo>
                  <a:pt x="33485" y="112079"/>
                </a:lnTo>
                <a:lnTo>
                  <a:pt x="0" y="71119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94834" y="1974621"/>
            <a:ext cx="668655" cy="300990"/>
          </a:xfrm>
          <a:custGeom>
            <a:avLst/>
            <a:gdLst/>
            <a:ahLst/>
            <a:cxnLst/>
            <a:rect l="l" t="t" r="r" b="b"/>
            <a:pathLst>
              <a:path w="668654" h="300989">
                <a:moveTo>
                  <a:pt x="88010" y="181355"/>
                </a:moveTo>
                <a:lnTo>
                  <a:pt x="655192" y="181355"/>
                </a:lnTo>
                <a:lnTo>
                  <a:pt x="655192" y="0"/>
                </a:lnTo>
                <a:lnTo>
                  <a:pt x="0" y="0"/>
                </a:lnTo>
                <a:lnTo>
                  <a:pt x="0" y="65785"/>
                </a:lnTo>
                <a:lnTo>
                  <a:pt x="568959" y="65785"/>
                </a:lnTo>
                <a:lnTo>
                  <a:pt x="568959" y="119125"/>
                </a:lnTo>
                <a:lnTo>
                  <a:pt x="1777" y="119125"/>
                </a:lnTo>
                <a:lnTo>
                  <a:pt x="1777" y="300481"/>
                </a:lnTo>
                <a:lnTo>
                  <a:pt x="668527" y="300481"/>
                </a:lnTo>
                <a:lnTo>
                  <a:pt x="668527" y="234695"/>
                </a:lnTo>
                <a:lnTo>
                  <a:pt x="88010" y="234695"/>
                </a:lnTo>
                <a:lnTo>
                  <a:pt x="88010" y="18135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47098" y="1525677"/>
            <a:ext cx="194945" cy="388620"/>
          </a:xfrm>
          <a:custGeom>
            <a:avLst/>
            <a:gdLst/>
            <a:ahLst/>
            <a:cxnLst/>
            <a:rect l="l" t="t" r="r" b="b"/>
            <a:pathLst>
              <a:path w="194945" h="388619">
                <a:moveTo>
                  <a:pt x="88010" y="143128"/>
                </a:moveTo>
                <a:lnTo>
                  <a:pt x="88010" y="0"/>
                </a:lnTo>
                <a:lnTo>
                  <a:pt x="0" y="0"/>
                </a:lnTo>
                <a:lnTo>
                  <a:pt x="0" y="388492"/>
                </a:lnTo>
                <a:lnTo>
                  <a:pt x="88010" y="388492"/>
                </a:lnTo>
                <a:lnTo>
                  <a:pt x="88010" y="219582"/>
                </a:lnTo>
                <a:lnTo>
                  <a:pt x="194690" y="219582"/>
                </a:lnTo>
                <a:lnTo>
                  <a:pt x="194690" y="143128"/>
                </a:lnTo>
                <a:lnTo>
                  <a:pt x="88010" y="143128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074582" y="1544346"/>
            <a:ext cx="517525" cy="349885"/>
          </a:xfrm>
          <a:custGeom>
            <a:avLst/>
            <a:gdLst/>
            <a:ahLst/>
            <a:cxnLst/>
            <a:rect l="l" t="t" r="r" b="b"/>
            <a:pathLst>
              <a:path w="517525" h="349885">
                <a:moveTo>
                  <a:pt x="517397" y="316483"/>
                </a:moveTo>
                <a:lnTo>
                  <a:pt x="517397" y="250697"/>
                </a:lnTo>
                <a:lnTo>
                  <a:pt x="483651" y="261970"/>
                </a:lnTo>
                <a:lnTo>
                  <a:pt x="441797" y="271109"/>
                </a:lnTo>
                <a:lnTo>
                  <a:pt x="392902" y="277901"/>
                </a:lnTo>
                <a:lnTo>
                  <a:pt x="338033" y="282132"/>
                </a:lnTo>
                <a:lnTo>
                  <a:pt x="278256" y="283590"/>
                </a:lnTo>
                <a:lnTo>
                  <a:pt x="87121" y="283590"/>
                </a:lnTo>
                <a:lnTo>
                  <a:pt x="87121" y="205358"/>
                </a:lnTo>
                <a:lnTo>
                  <a:pt x="448055" y="205358"/>
                </a:lnTo>
                <a:lnTo>
                  <a:pt x="448055" y="142239"/>
                </a:lnTo>
                <a:lnTo>
                  <a:pt x="87121" y="142239"/>
                </a:lnTo>
                <a:lnTo>
                  <a:pt x="87121" y="65785"/>
                </a:lnTo>
                <a:lnTo>
                  <a:pt x="463168" y="65785"/>
                </a:lnTo>
                <a:lnTo>
                  <a:pt x="463168" y="0"/>
                </a:lnTo>
                <a:lnTo>
                  <a:pt x="0" y="0"/>
                </a:lnTo>
                <a:lnTo>
                  <a:pt x="0" y="349376"/>
                </a:lnTo>
                <a:lnTo>
                  <a:pt x="271144" y="349376"/>
                </a:lnTo>
                <a:lnTo>
                  <a:pt x="333538" y="347918"/>
                </a:lnTo>
                <a:lnTo>
                  <a:pt x="390726" y="343687"/>
                </a:lnTo>
                <a:lnTo>
                  <a:pt x="441342" y="336895"/>
                </a:lnTo>
                <a:lnTo>
                  <a:pt x="484021" y="327756"/>
                </a:lnTo>
                <a:lnTo>
                  <a:pt x="517397" y="316483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099474" y="1955952"/>
            <a:ext cx="654685" cy="319405"/>
          </a:xfrm>
          <a:custGeom>
            <a:avLst/>
            <a:gdLst/>
            <a:ahLst/>
            <a:cxnLst/>
            <a:rect l="l" t="t" r="r" b="b"/>
            <a:pathLst>
              <a:path w="654684" h="319405">
                <a:moveTo>
                  <a:pt x="88010" y="190245"/>
                </a:moveTo>
                <a:lnTo>
                  <a:pt x="635634" y="190245"/>
                </a:lnTo>
                <a:lnTo>
                  <a:pt x="635634" y="0"/>
                </a:lnTo>
                <a:lnTo>
                  <a:pt x="0" y="0"/>
                </a:lnTo>
                <a:lnTo>
                  <a:pt x="0" y="65785"/>
                </a:lnTo>
                <a:lnTo>
                  <a:pt x="549401" y="65785"/>
                </a:lnTo>
                <a:lnTo>
                  <a:pt x="549401" y="128015"/>
                </a:lnTo>
                <a:lnTo>
                  <a:pt x="1778" y="128015"/>
                </a:lnTo>
                <a:lnTo>
                  <a:pt x="1778" y="319150"/>
                </a:lnTo>
                <a:lnTo>
                  <a:pt x="654303" y="319150"/>
                </a:lnTo>
                <a:lnTo>
                  <a:pt x="654303" y="253364"/>
                </a:lnTo>
                <a:lnTo>
                  <a:pt x="88010" y="253364"/>
                </a:lnTo>
                <a:lnTo>
                  <a:pt x="88010" y="19024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920910" y="1520343"/>
            <a:ext cx="721360" cy="408305"/>
          </a:xfrm>
          <a:custGeom>
            <a:avLst/>
            <a:gdLst/>
            <a:ahLst/>
            <a:cxnLst/>
            <a:rect l="l" t="t" r="r" b="b"/>
            <a:pathLst>
              <a:path w="721359" h="408305">
                <a:moveTo>
                  <a:pt x="352932" y="220471"/>
                </a:moveTo>
                <a:lnTo>
                  <a:pt x="680084" y="407161"/>
                </a:lnTo>
                <a:lnTo>
                  <a:pt x="720978" y="333374"/>
                </a:lnTo>
                <a:lnTo>
                  <a:pt x="395604" y="152907"/>
                </a:lnTo>
                <a:lnTo>
                  <a:pt x="410578" y="120112"/>
                </a:lnTo>
                <a:lnTo>
                  <a:pt x="423386" y="85899"/>
                </a:lnTo>
                <a:lnTo>
                  <a:pt x="433859" y="50520"/>
                </a:lnTo>
                <a:lnTo>
                  <a:pt x="441832" y="14223"/>
                </a:lnTo>
                <a:lnTo>
                  <a:pt x="351154" y="0"/>
                </a:lnTo>
                <a:lnTo>
                  <a:pt x="339249" y="48053"/>
                </a:lnTo>
                <a:lnTo>
                  <a:pt x="321813" y="93922"/>
                </a:lnTo>
                <a:lnTo>
                  <a:pt x="299355" y="137098"/>
                </a:lnTo>
                <a:lnTo>
                  <a:pt x="272385" y="177073"/>
                </a:lnTo>
                <a:lnTo>
                  <a:pt x="241412" y="213336"/>
                </a:lnTo>
                <a:lnTo>
                  <a:pt x="206944" y="245379"/>
                </a:lnTo>
                <a:lnTo>
                  <a:pt x="169491" y="272694"/>
                </a:lnTo>
                <a:lnTo>
                  <a:pt x="129560" y="294771"/>
                </a:lnTo>
                <a:lnTo>
                  <a:pt x="87662" y="311101"/>
                </a:lnTo>
                <a:lnTo>
                  <a:pt x="44306" y="321175"/>
                </a:lnTo>
                <a:lnTo>
                  <a:pt x="0" y="324484"/>
                </a:lnTo>
                <a:lnTo>
                  <a:pt x="0" y="408050"/>
                </a:lnTo>
                <a:lnTo>
                  <a:pt x="51518" y="404439"/>
                </a:lnTo>
                <a:lnTo>
                  <a:pt x="101776" y="394493"/>
                </a:lnTo>
                <a:lnTo>
                  <a:pt x="150346" y="378547"/>
                </a:lnTo>
                <a:lnTo>
                  <a:pt x="196802" y="356933"/>
                </a:lnTo>
                <a:lnTo>
                  <a:pt x="240715" y="329985"/>
                </a:lnTo>
                <a:lnTo>
                  <a:pt x="281660" y="298037"/>
                </a:lnTo>
                <a:lnTo>
                  <a:pt x="319208" y="261421"/>
                </a:lnTo>
                <a:lnTo>
                  <a:pt x="352932" y="220471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903130" y="2008403"/>
            <a:ext cx="758825" cy="294640"/>
          </a:xfrm>
          <a:custGeom>
            <a:avLst/>
            <a:gdLst/>
            <a:ahLst/>
            <a:cxnLst/>
            <a:rect l="l" t="t" r="r" b="b"/>
            <a:pathLst>
              <a:path w="758825" h="294639">
                <a:moveTo>
                  <a:pt x="758316" y="0"/>
                </a:moveTo>
                <a:lnTo>
                  <a:pt x="0" y="0"/>
                </a:lnTo>
                <a:lnTo>
                  <a:pt x="0" y="81787"/>
                </a:lnTo>
                <a:lnTo>
                  <a:pt x="333374" y="81787"/>
                </a:lnTo>
                <a:lnTo>
                  <a:pt x="333374" y="294258"/>
                </a:lnTo>
                <a:lnTo>
                  <a:pt x="423163" y="294258"/>
                </a:lnTo>
                <a:lnTo>
                  <a:pt x="423163" y="81787"/>
                </a:lnTo>
                <a:lnTo>
                  <a:pt x="758316" y="81787"/>
                </a:lnTo>
                <a:lnTo>
                  <a:pt x="758316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057908" y="1534567"/>
            <a:ext cx="652145" cy="257810"/>
          </a:xfrm>
          <a:custGeom>
            <a:avLst/>
            <a:gdLst/>
            <a:ahLst/>
            <a:cxnLst/>
            <a:rect l="l" t="t" r="r" b="b"/>
            <a:pathLst>
              <a:path w="652145" h="257810">
                <a:moveTo>
                  <a:pt x="563625" y="257809"/>
                </a:moveTo>
                <a:lnTo>
                  <a:pt x="651636" y="257809"/>
                </a:lnTo>
                <a:lnTo>
                  <a:pt x="651636" y="0"/>
                </a:lnTo>
                <a:lnTo>
                  <a:pt x="0" y="0"/>
                </a:lnTo>
                <a:lnTo>
                  <a:pt x="0" y="74675"/>
                </a:lnTo>
                <a:lnTo>
                  <a:pt x="563625" y="74675"/>
                </a:lnTo>
                <a:lnTo>
                  <a:pt x="563625" y="257809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007234" y="1697253"/>
            <a:ext cx="758825" cy="221615"/>
          </a:xfrm>
          <a:custGeom>
            <a:avLst/>
            <a:gdLst/>
            <a:ahLst/>
            <a:cxnLst/>
            <a:rect l="l" t="t" r="r" b="b"/>
            <a:pathLst>
              <a:path w="758825" h="221614">
                <a:moveTo>
                  <a:pt x="373379" y="148462"/>
                </a:moveTo>
                <a:lnTo>
                  <a:pt x="373379" y="0"/>
                </a:lnTo>
                <a:lnTo>
                  <a:pt x="284479" y="0"/>
                </a:lnTo>
                <a:lnTo>
                  <a:pt x="284479" y="148462"/>
                </a:lnTo>
                <a:lnTo>
                  <a:pt x="0" y="148462"/>
                </a:lnTo>
                <a:lnTo>
                  <a:pt x="0" y="221360"/>
                </a:lnTo>
                <a:lnTo>
                  <a:pt x="758316" y="221360"/>
                </a:lnTo>
                <a:lnTo>
                  <a:pt x="758316" y="148462"/>
                </a:lnTo>
                <a:lnTo>
                  <a:pt x="373379" y="148462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052573" y="1989734"/>
            <a:ext cx="666750" cy="296545"/>
          </a:xfrm>
          <a:custGeom>
            <a:avLst/>
            <a:gdLst/>
            <a:ahLst/>
            <a:cxnLst/>
            <a:rect l="l" t="t" r="r" b="b"/>
            <a:pathLst>
              <a:path w="666750" h="296544">
                <a:moveTo>
                  <a:pt x="333374" y="0"/>
                </a:moveTo>
                <a:lnTo>
                  <a:pt x="274177" y="1460"/>
                </a:lnTo>
                <a:lnTo>
                  <a:pt x="218163" y="6024"/>
                </a:lnTo>
                <a:lnTo>
                  <a:pt x="166341" y="13960"/>
                </a:lnTo>
                <a:lnTo>
                  <a:pt x="119722" y="25540"/>
                </a:lnTo>
                <a:lnTo>
                  <a:pt x="79314" y="41035"/>
                </a:lnTo>
                <a:lnTo>
                  <a:pt x="46129" y="60715"/>
                </a:lnTo>
                <a:lnTo>
                  <a:pt x="5462" y="113713"/>
                </a:lnTo>
                <a:lnTo>
                  <a:pt x="0" y="147573"/>
                </a:lnTo>
                <a:lnTo>
                  <a:pt x="5462" y="180762"/>
                </a:lnTo>
                <a:lnTo>
                  <a:pt x="46129" y="233477"/>
                </a:lnTo>
                <a:lnTo>
                  <a:pt x="79314" y="253385"/>
                </a:lnTo>
                <a:lnTo>
                  <a:pt x="119722" y="269247"/>
                </a:lnTo>
                <a:lnTo>
                  <a:pt x="166341" y="281253"/>
                </a:lnTo>
                <a:lnTo>
                  <a:pt x="218163" y="289593"/>
                </a:lnTo>
                <a:lnTo>
                  <a:pt x="274177" y="294457"/>
                </a:lnTo>
                <a:lnTo>
                  <a:pt x="333374" y="296036"/>
                </a:lnTo>
                <a:lnTo>
                  <a:pt x="392572" y="294457"/>
                </a:lnTo>
                <a:lnTo>
                  <a:pt x="448586" y="289593"/>
                </a:lnTo>
                <a:lnTo>
                  <a:pt x="500408" y="281253"/>
                </a:lnTo>
                <a:lnTo>
                  <a:pt x="547027" y="269247"/>
                </a:lnTo>
                <a:lnTo>
                  <a:pt x="587434" y="253385"/>
                </a:lnTo>
                <a:lnTo>
                  <a:pt x="620620" y="233477"/>
                </a:lnTo>
                <a:lnTo>
                  <a:pt x="661287" y="180762"/>
                </a:lnTo>
                <a:lnTo>
                  <a:pt x="666749" y="147573"/>
                </a:lnTo>
                <a:lnTo>
                  <a:pt x="661287" y="114650"/>
                </a:lnTo>
                <a:lnTo>
                  <a:pt x="620620" y="62295"/>
                </a:lnTo>
                <a:lnTo>
                  <a:pt x="587434" y="42498"/>
                </a:lnTo>
                <a:lnTo>
                  <a:pt x="547027" y="26711"/>
                </a:lnTo>
                <a:lnTo>
                  <a:pt x="500408" y="14750"/>
                </a:lnTo>
                <a:lnTo>
                  <a:pt x="448586" y="6433"/>
                </a:lnTo>
                <a:lnTo>
                  <a:pt x="392572" y="1578"/>
                </a:lnTo>
                <a:lnTo>
                  <a:pt x="333374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145029" y="2059965"/>
            <a:ext cx="481965" cy="155575"/>
          </a:xfrm>
          <a:custGeom>
            <a:avLst/>
            <a:gdLst/>
            <a:ahLst/>
            <a:cxnLst/>
            <a:rect l="l" t="t" r="r" b="b"/>
            <a:pathLst>
              <a:path w="481965" h="155575">
                <a:moveTo>
                  <a:pt x="240918" y="155574"/>
                </a:moveTo>
                <a:lnTo>
                  <a:pt x="180475" y="153545"/>
                </a:lnTo>
                <a:lnTo>
                  <a:pt x="123933" y="147343"/>
                </a:lnTo>
                <a:lnTo>
                  <a:pt x="74453" y="136794"/>
                </a:lnTo>
                <a:lnTo>
                  <a:pt x="35197" y="121727"/>
                </a:lnTo>
                <a:lnTo>
                  <a:pt x="0" y="77342"/>
                </a:lnTo>
                <a:lnTo>
                  <a:pt x="9326" y="52166"/>
                </a:lnTo>
                <a:lnTo>
                  <a:pt x="74453" y="17668"/>
                </a:lnTo>
                <a:lnTo>
                  <a:pt x="123933" y="7605"/>
                </a:lnTo>
                <a:lnTo>
                  <a:pt x="180475" y="1839"/>
                </a:lnTo>
                <a:lnTo>
                  <a:pt x="240918" y="0"/>
                </a:lnTo>
                <a:lnTo>
                  <a:pt x="301362" y="2024"/>
                </a:lnTo>
                <a:lnTo>
                  <a:pt x="357904" y="8198"/>
                </a:lnTo>
                <a:lnTo>
                  <a:pt x="407384" y="18668"/>
                </a:lnTo>
                <a:lnTo>
                  <a:pt x="446640" y="33584"/>
                </a:lnTo>
                <a:lnTo>
                  <a:pt x="481837" y="77342"/>
                </a:lnTo>
                <a:lnTo>
                  <a:pt x="472511" y="101967"/>
                </a:lnTo>
                <a:lnTo>
                  <a:pt x="407384" y="136794"/>
                </a:lnTo>
                <a:lnTo>
                  <a:pt x="357904" y="147343"/>
                </a:lnTo>
                <a:lnTo>
                  <a:pt x="301362" y="153545"/>
                </a:lnTo>
                <a:lnTo>
                  <a:pt x="240918" y="155574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341622" y="1525677"/>
            <a:ext cx="235585" cy="426720"/>
          </a:xfrm>
          <a:custGeom>
            <a:avLst/>
            <a:gdLst/>
            <a:ahLst/>
            <a:cxnLst/>
            <a:rect l="l" t="t" r="r" b="b"/>
            <a:pathLst>
              <a:path w="235584" h="426719">
                <a:moveTo>
                  <a:pt x="0" y="143128"/>
                </a:moveTo>
                <a:lnTo>
                  <a:pt x="0" y="219582"/>
                </a:lnTo>
                <a:lnTo>
                  <a:pt x="147573" y="219582"/>
                </a:lnTo>
                <a:lnTo>
                  <a:pt x="147573" y="426719"/>
                </a:lnTo>
                <a:lnTo>
                  <a:pt x="235584" y="426719"/>
                </a:lnTo>
                <a:lnTo>
                  <a:pt x="235584" y="0"/>
                </a:lnTo>
                <a:lnTo>
                  <a:pt x="147573" y="0"/>
                </a:lnTo>
                <a:lnTo>
                  <a:pt x="147573" y="143128"/>
                </a:lnTo>
                <a:lnTo>
                  <a:pt x="0" y="143128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877565" y="1545235"/>
            <a:ext cx="519430" cy="385445"/>
          </a:xfrm>
          <a:custGeom>
            <a:avLst/>
            <a:gdLst/>
            <a:ahLst/>
            <a:cxnLst/>
            <a:rect l="l" t="t" r="r" b="b"/>
            <a:pathLst>
              <a:path w="519430" h="385444">
                <a:moveTo>
                  <a:pt x="252475" y="234695"/>
                </a:moveTo>
                <a:lnTo>
                  <a:pt x="475614" y="377824"/>
                </a:lnTo>
                <a:lnTo>
                  <a:pt x="519175" y="312038"/>
                </a:lnTo>
                <a:lnTo>
                  <a:pt x="285368" y="164464"/>
                </a:lnTo>
                <a:lnTo>
                  <a:pt x="291508" y="142948"/>
                </a:lnTo>
                <a:lnTo>
                  <a:pt x="296481" y="121015"/>
                </a:lnTo>
                <a:lnTo>
                  <a:pt x="300120" y="98581"/>
                </a:lnTo>
                <a:lnTo>
                  <a:pt x="302259" y="75564"/>
                </a:lnTo>
                <a:lnTo>
                  <a:pt x="494283" y="75564"/>
                </a:lnTo>
                <a:lnTo>
                  <a:pt x="494283" y="0"/>
                </a:lnTo>
                <a:lnTo>
                  <a:pt x="9779" y="0"/>
                </a:lnTo>
                <a:lnTo>
                  <a:pt x="9779" y="75564"/>
                </a:lnTo>
                <a:lnTo>
                  <a:pt x="214248" y="75564"/>
                </a:lnTo>
                <a:lnTo>
                  <a:pt x="205599" y="126341"/>
                </a:lnTo>
                <a:lnTo>
                  <a:pt x="189035" y="172297"/>
                </a:lnTo>
                <a:lnTo>
                  <a:pt x="164913" y="212748"/>
                </a:lnTo>
                <a:lnTo>
                  <a:pt x="133590" y="247009"/>
                </a:lnTo>
                <a:lnTo>
                  <a:pt x="95426" y="274397"/>
                </a:lnTo>
                <a:lnTo>
                  <a:pt x="50776" y="294227"/>
                </a:lnTo>
                <a:lnTo>
                  <a:pt x="0" y="305815"/>
                </a:lnTo>
                <a:lnTo>
                  <a:pt x="0" y="384936"/>
                </a:lnTo>
                <a:lnTo>
                  <a:pt x="53953" y="375845"/>
                </a:lnTo>
                <a:lnTo>
                  <a:pt x="103584" y="359616"/>
                </a:lnTo>
                <a:lnTo>
                  <a:pt x="148574" y="336819"/>
                </a:lnTo>
                <a:lnTo>
                  <a:pt x="188599" y="308021"/>
                </a:lnTo>
                <a:lnTo>
                  <a:pt x="223340" y="273791"/>
                </a:lnTo>
                <a:lnTo>
                  <a:pt x="252475" y="23469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927349" y="1977288"/>
            <a:ext cx="656590" cy="307975"/>
          </a:xfrm>
          <a:custGeom>
            <a:avLst/>
            <a:gdLst/>
            <a:ahLst/>
            <a:cxnLst/>
            <a:rect l="l" t="t" r="r" b="b"/>
            <a:pathLst>
              <a:path w="656590" h="307975">
                <a:moveTo>
                  <a:pt x="328040" y="0"/>
                </a:moveTo>
                <a:lnTo>
                  <a:pt x="268324" y="1615"/>
                </a:lnTo>
                <a:lnTo>
                  <a:pt x="212427" y="6604"/>
                </a:lnTo>
                <a:lnTo>
                  <a:pt x="161205" y="15178"/>
                </a:lnTo>
                <a:lnTo>
                  <a:pt x="115515" y="27550"/>
                </a:lnTo>
                <a:lnTo>
                  <a:pt x="76212" y="43931"/>
                </a:lnTo>
                <a:lnTo>
                  <a:pt x="44153" y="64534"/>
                </a:lnTo>
                <a:lnTo>
                  <a:pt x="5191" y="119255"/>
                </a:lnTo>
                <a:lnTo>
                  <a:pt x="0" y="153796"/>
                </a:lnTo>
                <a:lnTo>
                  <a:pt x="5191" y="188338"/>
                </a:lnTo>
                <a:lnTo>
                  <a:pt x="44153" y="243059"/>
                </a:lnTo>
                <a:lnTo>
                  <a:pt x="76212" y="263662"/>
                </a:lnTo>
                <a:lnTo>
                  <a:pt x="115515" y="280043"/>
                </a:lnTo>
                <a:lnTo>
                  <a:pt x="161205" y="292415"/>
                </a:lnTo>
                <a:lnTo>
                  <a:pt x="212427" y="300989"/>
                </a:lnTo>
                <a:lnTo>
                  <a:pt x="268324" y="305978"/>
                </a:lnTo>
                <a:lnTo>
                  <a:pt x="328040" y="307593"/>
                </a:lnTo>
                <a:lnTo>
                  <a:pt x="387757" y="305978"/>
                </a:lnTo>
                <a:lnTo>
                  <a:pt x="443654" y="300989"/>
                </a:lnTo>
                <a:lnTo>
                  <a:pt x="494876" y="292415"/>
                </a:lnTo>
                <a:lnTo>
                  <a:pt x="540566" y="280043"/>
                </a:lnTo>
                <a:lnTo>
                  <a:pt x="579869" y="263662"/>
                </a:lnTo>
                <a:lnTo>
                  <a:pt x="611928" y="243059"/>
                </a:lnTo>
                <a:lnTo>
                  <a:pt x="650890" y="188338"/>
                </a:lnTo>
                <a:lnTo>
                  <a:pt x="656081" y="153796"/>
                </a:lnTo>
                <a:lnTo>
                  <a:pt x="650890" y="119255"/>
                </a:lnTo>
                <a:lnTo>
                  <a:pt x="611928" y="64534"/>
                </a:lnTo>
                <a:lnTo>
                  <a:pt x="579869" y="43931"/>
                </a:lnTo>
                <a:lnTo>
                  <a:pt x="540566" y="27550"/>
                </a:lnTo>
                <a:lnTo>
                  <a:pt x="494876" y="15178"/>
                </a:lnTo>
                <a:lnTo>
                  <a:pt x="443654" y="6604"/>
                </a:lnTo>
                <a:lnTo>
                  <a:pt x="387757" y="1615"/>
                </a:lnTo>
                <a:lnTo>
                  <a:pt x="328040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020695" y="2049297"/>
            <a:ext cx="469900" cy="163830"/>
          </a:xfrm>
          <a:custGeom>
            <a:avLst/>
            <a:gdLst/>
            <a:ahLst/>
            <a:cxnLst/>
            <a:rect l="l" t="t" r="r" b="b"/>
            <a:pathLst>
              <a:path w="469900" h="163830">
                <a:moveTo>
                  <a:pt x="234695" y="163575"/>
                </a:moveTo>
                <a:lnTo>
                  <a:pt x="171935" y="161406"/>
                </a:lnTo>
                <a:lnTo>
                  <a:pt x="115767" y="154817"/>
                </a:lnTo>
                <a:lnTo>
                  <a:pt x="68341" y="143684"/>
                </a:lnTo>
                <a:lnTo>
                  <a:pt x="31806" y="127884"/>
                </a:lnTo>
                <a:lnTo>
                  <a:pt x="0" y="81787"/>
                </a:lnTo>
                <a:lnTo>
                  <a:pt x="8309" y="56282"/>
                </a:lnTo>
                <a:lnTo>
                  <a:pt x="68341" y="19891"/>
                </a:lnTo>
                <a:lnTo>
                  <a:pt x="115767" y="8758"/>
                </a:lnTo>
                <a:lnTo>
                  <a:pt x="171935" y="2168"/>
                </a:lnTo>
                <a:lnTo>
                  <a:pt x="234695" y="0"/>
                </a:lnTo>
                <a:lnTo>
                  <a:pt x="297456" y="2168"/>
                </a:lnTo>
                <a:lnTo>
                  <a:pt x="353624" y="8758"/>
                </a:lnTo>
                <a:lnTo>
                  <a:pt x="401049" y="19891"/>
                </a:lnTo>
                <a:lnTo>
                  <a:pt x="437585" y="35691"/>
                </a:lnTo>
                <a:lnTo>
                  <a:pt x="469391" y="81787"/>
                </a:lnTo>
                <a:lnTo>
                  <a:pt x="461082" y="107293"/>
                </a:lnTo>
                <a:lnTo>
                  <a:pt x="401049" y="143684"/>
                </a:lnTo>
                <a:lnTo>
                  <a:pt x="353624" y="154817"/>
                </a:lnTo>
                <a:lnTo>
                  <a:pt x="297456" y="161406"/>
                </a:lnTo>
                <a:lnTo>
                  <a:pt x="234695" y="16357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67259" y="1525269"/>
            <a:ext cx="88265" cy="308610"/>
          </a:xfrm>
          <a:custGeom>
            <a:avLst/>
            <a:gdLst/>
            <a:ahLst/>
            <a:cxnLst/>
            <a:rect l="l" t="t" r="r" b="b"/>
            <a:pathLst>
              <a:path w="88264" h="308610">
                <a:moveTo>
                  <a:pt x="0" y="0"/>
                </a:moveTo>
                <a:lnTo>
                  <a:pt x="88010" y="0"/>
                </a:lnTo>
                <a:lnTo>
                  <a:pt x="88010" y="308609"/>
                </a:lnTo>
                <a:lnTo>
                  <a:pt x="0" y="3086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67259" y="1833879"/>
            <a:ext cx="194945" cy="83820"/>
          </a:xfrm>
          <a:custGeom>
            <a:avLst/>
            <a:gdLst/>
            <a:ahLst/>
            <a:cxnLst/>
            <a:rect l="l" t="t" r="r" b="b"/>
            <a:pathLst>
              <a:path w="194945" h="83819">
                <a:moveTo>
                  <a:pt x="0" y="0"/>
                </a:moveTo>
                <a:lnTo>
                  <a:pt x="194690" y="0"/>
                </a:lnTo>
                <a:lnTo>
                  <a:pt x="194690" y="83820"/>
                </a:lnTo>
                <a:lnTo>
                  <a:pt x="0" y="838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67259" y="1917700"/>
            <a:ext cx="88265" cy="367030"/>
          </a:xfrm>
          <a:custGeom>
            <a:avLst/>
            <a:gdLst/>
            <a:ahLst/>
            <a:cxnLst/>
            <a:rect l="l" t="t" r="r" b="b"/>
            <a:pathLst>
              <a:path w="88264" h="367030">
                <a:moveTo>
                  <a:pt x="0" y="0"/>
                </a:moveTo>
                <a:lnTo>
                  <a:pt x="88010" y="0"/>
                </a:lnTo>
                <a:lnTo>
                  <a:pt x="88010" y="367030"/>
                </a:lnTo>
                <a:lnTo>
                  <a:pt x="0" y="3670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03633" y="1548130"/>
            <a:ext cx="87630" cy="261620"/>
          </a:xfrm>
          <a:custGeom>
            <a:avLst/>
            <a:gdLst/>
            <a:ahLst/>
            <a:cxnLst/>
            <a:rect l="l" t="t" r="r" b="b"/>
            <a:pathLst>
              <a:path w="87629" h="261619">
                <a:moveTo>
                  <a:pt x="0" y="0"/>
                </a:moveTo>
                <a:lnTo>
                  <a:pt x="87121" y="0"/>
                </a:lnTo>
                <a:lnTo>
                  <a:pt x="87121" y="261620"/>
                </a:lnTo>
                <a:lnTo>
                  <a:pt x="0" y="261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03633" y="1809750"/>
            <a:ext cx="422275" cy="80010"/>
          </a:xfrm>
          <a:custGeom>
            <a:avLst/>
            <a:gdLst/>
            <a:ahLst/>
            <a:cxnLst/>
            <a:rect l="l" t="t" r="r" b="b"/>
            <a:pathLst>
              <a:path w="422275" h="80010">
                <a:moveTo>
                  <a:pt x="0" y="0"/>
                </a:moveTo>
                <a:lnTo>
                  <a:pt x="422274" y="0"/>
                </a:lnTo>
                <a:lnTo>
                  <a:pt x="422274" y="80010"/>
                </a:lnTo>
                <a:lnTo>
                  <a:pt x="0" y="80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703633" y="1889760"/>
            <a:ext cx="87630" cy="269240"/>
          </a:xfrm>
          <a:custGeom>
            <a:avLst/>
            <a:gdLst/>
            <a:ahLst/>
            <a:cxnLst/>
            <a:rect l="l" t="t" r="r" b="b"/>
            <a:pathLst>
              <a:path w="87629" h="269239">
                <a:moveTo>
                  <a:pt x="0" y="0"/>
                </a:moveTo>
                <a:lnTo>
                  <a:pt x="87121" y="0"/>
                </a:lnTo>
                <a:lnTo>
                  <a:pt x="87121" y="269240"/>
                </a:lnTo>
                <a:lnTo>
                  <a:pt x="0" y="269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703633" y="2159000"/>
            <a:ext cx="422275" cy="80010"/>
          </a:xfrm>
          <a:custGeom>
            <a:avLst/>
            <a:gdLst/>
            <a:ahLst/>
            <a:cxnLst/>
            <a:rect l="l" t="t" r="r" b="b"/>
            <a:pathLst>
              <a:path w="422275" h="80010">
                <a:moveTo>
                  <a:pt x="0" y="0"/>
                </a:moveTo>
                <a:lnTo>
                  <a:pt x="422274" y="0"/>
                </a:lnTo>
                <a:lnTo>
                  <a:pt x="422274" y="80010"/>
                </a:lnTo>
                <a:lnTo>
                  <a:pt x="0" y="800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38786" y="1547902"/>
            <a:ext cx="87630" cy="261620"/>
          </a:xfrm>
          <a:custGeom>
            <a:avLst/>
            <a:gdLst/>
            <a:ahLst/>
            <a:cxnLst/>
            <a:rect l="l" t="t" r="r" b="b"/>
            <a:pathLst>
              <a:path w="87629" h="261619">
                <a:moveTo>
                  <a:pt x="87121" y="261365"/>
                </a:moveTo>
                <a:lnTo>
                  <a:pt x="0" y="261365"/>
                </a:lnTo>
                <a:lnTo>
                  <a:pt x="0" y="0"/>
                </a:lnTo>
                <a:lnTo>
                  <a:pt x="87121" y="0"/>
                </a:lnTo>
                <a:lnTo>
                  <a:pt x="87121" y="26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38786" y="1890166"/>
            <a:ext cx="87630" cy="268605"/>
          </a:xfrm>
          <a:custGeom>
            <a:avLst/>
            <a:gdLst/>
            <a:ahLst/>
            <a:cxnLst/>
            <a:rect l="l" t="t" r="r" b="b"/>
            <a:pathLst>
              <a:path w="87629" h="268605">
                <a:moveTo>
                  <a:pt x="87121" y="268477"/>
                </a:moveTo>
                <a:lnTo>
                  <a:pt x="0" y="268477"/>
                </a:lnTo>
                <a:lnTo>
                  <a:pt x="0" y="0"/>
                </a:lnTo>
                <a:lnTo>
                  <a:pt x="87121" y="0"/>
                </a:lnTo>
                <a:lnTo>
                  <a:pt x="87121" y="268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67259" y="1525677"/>
            <a:ext cx="194945" cy="759460"/>
          </a:xfrm>
          <a:custGeom>
            <a:avLst/>
            <a:gdLst/>
            <a:ahLst/>
            <a:cxnLst/>
            <a:rect l="l" t="t" r="r" b="b"/>
            <a:pathLst>
              <a:path w="194945" h="759460">
                <a:moveTo>
                  <a:pt x="194690" y="307593"/>
                </a:moveTo>
                <a:lnTo>
                  <a:pt x="88010" y="307593"/>
                </a:lnTo>
                <a:lnTo>
                  <a:pt x="88010" y="0"/>
                </a:lnTo>
                <a:lnTo>
                  <a:pt x="0" y="0"/>
                </a:lnTo>
                <a:lnTo>
                  <a:pt x="0" y="759205"/>
                </a:lnTo>
                <a:lnTo>
                  <a:pt x="88010" y="759205"/>
                </a:lnTo>
                <a:lnTo>
                  <a:pt x="88010" y="392048"/>
                </a:lnTo>
                <a:lnTo>
                  <a:pt x="194690" y="392048"/>
                </a:lnTo>
                <a:lnTo>
                  <a:pt x="194690" y="307593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03633" y="1547902"/>
            <a:ext cx="422275" cy="692150"/>
          </a:xfrm>
          <a:custGeom>
            <a:avLst/>
            <a:gdLst/>
            <a:ahLst/>
            <a:cxnLst/>
            <a:rect l="l" t="t" r="r" b="b"/>
            <a:pathLst>
              <a:path w="422275" h="692150">
                <a:moveTo>
                  <a:pt x="335152" y="261365"/>
                </a:moveTo>
                <a:lnTo>
                  <a:pt x="87121" y="261365"/>
                </a:lnTo>
                <a:lnTo>
                  <a:pt x="87121" y="0"/>
                </a:lnTo>
                <a:lnTo>
                  <a:pt x="0" y="0"/>
                </a:lnTo>
                <a:lnTo>
                  <a:pt x="0" y="691641"/>
                </a:lnTo>
                <a:lnTo>
                  <a:pt x="422274" y="691641"/>
                </a:lnTo>
                <a:lnTo>
                  <a:pt x="422274" y="0"/>
                </a:lnTo>
                <a:lnTo>
                  <a:pt x="335152" y="0"/>
                </a:lnTo>
                <a:lnTo>
                  <a:pt x="335152" y="26136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790755" y="1890166"/>
            <a:ext cx="248285" cy="268605"/>
          </a:xfrm>
          <a:custGeom>
            <a:avLst/>
            <a:gdLst/>
            <a:ahLst/>
            <a:cxnLst/>
            <a:rect l="l" t="t" r="r" b="b"/>
            <a:pathLst>
              <a:path w="248285" h="268605">
                <a:moveTo>
                  <a:pt x="0" y="268477"/>
                </a:moveTo>
                <a:lnTo>
                  <a:pt x="0" y="0"/>
                </a:lnTo>
                <a:lnTo>
                  <a:pt x="248030" y="0"/>
                </a:lnTo>
                <a:lnTo>
                  <a:pt x="248030" y="268477"/>
                </a:lnTo>
                <a:lnTo>
                  <a:pt x="0" y="268477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55295" y="1525677"/>
            <a:ext cx="677545" cy="759460"/>
          </a:xfrm>
          <a:custGeom>
            <a:avLst/>
            <a:gdLst/>
            <a:ahLst/>
            <a:cxnLst/>
            <a:rect l="l" t="t" r="r" b="b"/>
            <a:pathLst>
              <a:path w="677545" h="759460">
                <a:moveTo>
                  <a:pt x="677417" y="759205"/>
                </a:moveTo>
                <a:lnTo>
                  <a:pt x="588517" y="759205"/>
                </a:lnTo>
                <a:lnTo>
                  <a:pt x="588517" y="0"/>
                </a:lnTo>
                <a:lnTo>
                  <a:pt x="677417" y="0"/>
                </a:lnTo>
                <a:lnTo>
                  <a:pt x="677417" y="759205"/>
                </a:lnTo>
                <a:close/>
              </a:path>
              <a:path w="677545" h="759460">
                <a:moveTo>
                  <a:pt x="230250" y="723645"/>
                </a:moveTo>
                <a:lnTo>
                  <a:pt x="190967" y="720268"/>
                </a:lnTo>
                <a:lnTo>
                  <a:pt x="120925" y="692945"/>
                </a:lnTo>
                <a:lnTo>
                  <a:pt x="90827" y="668798"/>
                </a:lnTo>
                <a:lnTo>
                  <a:pt x="64452" y="637523"/>
                </a:lnTo>
                <a:lnTo>
                  <a:pt x="42131" y="599022"/>
                </a:lnTo>
                <a:lnTo>
                  <a:pt x="24195" y="553191"/>
                </a:lnTo>
                <a:lnTo>
                  <a:pt x="10973" y="499930"/>
                </a:lnTo>
                <a:lnTo>
                  <a:pt x="2798" y="439138"/>
                </a:lnTo>
                <a:lnTo>
                  <a:pt x="0" y="370712"/>
                </a:lnTo>
                <a:lnTo>
                  <a:pt x="2798" y="302287"/>
                </a:lnTo>
                <a:lnTo>
                  <a:pt x="10973" y="241494"/>
                </a:lnTo>
                <a:lnTo>
                  <a:pt x="24195" y="188234"/>
                </a:lnTo>
                <a:lnTo>
                  <a:pt x="42131" y="142403"/>
                </a:lnTo>
                <a:lnTo>
                  <a:pt x="64452" y="103901"/>
                </a:lnTo>
                <a:lnTo>
                  <a:pt x="90827" y="72627"/>
                </a:lnTo>
                <a:lnTo>
                  <a:pt x="120925" y="48479"/>
                </a:lnTo>
                <a:lnTo>
                  <a:pt x="190967" y="21157"/>
                </a:lnTo>
                <a:lnTo>
                  <a:pt x="230250" y="17779"/>
                </a:lnTo>
                <a:lnTo>
                  <a:pt x="269293" y="21157"/>
                </a:lnTo>
                <a:lnTo>
                  <a:pt x="305652" y="31356"/>
                </a:lnTo>
                <a:lnTo>
                  <a:pt x="338992" y="48479"/>
                </a:lnTo>
                <a:lnTo>
                  <a:pt x="368977" y="72627"/>
                </a:lnTo>
                <a:lnTo>
                  <a:pt x="390880" y="98678"/>
                </a:lnTo>
                <a:lnTo>
                  <a:pt x="230250" y="98678"/>
                </a:lnTo>
                <a:lnTo>
                  <a:pt x="196899" y="103670"/>
                </a:lnTo>
                <a:lnTo>
                  <a:pt x="140303" y="145285"/>
                </a:lnTo>
                <a:lnTo>
                  <a:pt x="118522" y="183027"/>
                </a:lnTo>
                <a:lnTo>
                  <a:pt x="102058" y="232806"/>
                </a:lnTo>
                <a:lnTo>
                  <a:pt x="91644" y="295181"/>
                </a:lnTo>
                <a:lnTo>
                  <a:pt x="88010" y="370712"/>
                </a:lnTo>
                <a:lnTo>
                  <a:pt x="91644" y="446524"/>
                </a:lnTo>
                <a:lnTo>
                  <a:pt x="102058" y="509008"/>
                </a:lnTo>
                <a:lnTo>
                  <a:pt x="118522" y="558771"/>
                </a:lnTo>
                <a:lnTo>
                  <a:pt x="140303" y="596420"/>
                </a:lnTo>
                <a:lnTo>
                  <a:pt x="196899" y="637801"/>
                </a:lnTo>
                <a:lnTo>
                  <a:pt x="230250" y="642746"/>
                </a:lnTo>
                <a:lnTo>
                  <a:pt x="390880" y="642746"/>
                </a:lnTo>
                <a:lnTo>
                  <a:pt x="368977" y="668798"/>
                </a:lnTo>
                <a:lnTo>
                  <a:pt x="338992" y="692945"/>
                </a:lnTo>
                <a:lnTo>
                  <a:pt x="305652" y="710068"/>
                </a:lnTo>
                <a:lnTo>
                  <a:pt x="269293" y="720268"/>
                </a:lnTo>
                <a:lnTo>
                  <a:pt x="230250" y="723645"/>
                </a:lnTo>
                <a:close/>
              </a:path>
              <a:path w="677545" h="759460">
                <a:moveTo>
                  <a:pt x="390880" y="642746"/>
                </a:moveTo>
                <a:lnTo>
                  <a:pt x="230250" y="642746"/>
                </a:lnTo>
                <a:lnTo>
                  <a:pt x="262993" y="637801"/>
                </a:lnTo>
                <a:lnTo>
                  <a:pt x="292874" y="622561"/>
                </a:lnTo>
                <a:lnTo>
                  <a:pt x="340880" y="558771"/>
                </a:lnTo>
                <a:lnTo>
                  <a:pt x="357419" y="509008"/>
                </a:lnTo>
                <a:lnTo>
                  <a:pt x="367924" y="446524"/>
                </a:lnTo>
                <a:lnTo>
                  <a:pt x="371601" y="370712"/>
                </a:lnTo>
                <a:lnTo>
                  <a:pt x="367924" y="295181"/>
                </a:lnTo>
                <a:lnTo>
                  <a:pt x="357419" y="232806"/>
                </a:lnTo>
                <a:lnTo>
                  <a:pt x="340880" y="183027"/>
                </a:lnTo>
                <a:lnTo>
                  <a:pt x="319101" y="145285"/>
                </a:lnTo>
                <a:lnTo>
                  <a:pt x="262993" y="103670"/>
                </a:lnTo>
                <a:lnTo>
                  <a:pt x="230250" y="98678"/>
                </a:lnTo>
                <a:lnTo>
                  <a:pt x="390880" y="98678"/>
                </a:lnTo>
                <a:lnTo>
                  <a:pt x="417538" y="142403"/>
                </a:lnTo>
                <a:lnTo>
                  <a:pt x="435441" y="188234"/>
                </a:lnTo>
                <a:lnTo>
                  <a:pt x="448646" y="241494"/>
                </a:lnTo>
                <a:lnTo>
                  <a:pt x="456815" y="302287"/>
                </a:lnTo>
                <a:lnTo>
                  <a:pt x="459612" y="370712"/>
                </a:lnTo>
                <a:lnTo>
                  <a:pt x="456815" y="439138"/>
                </a:lnTo>
                <a:lnTo>
                  <a:pt x="448646" y="499930"/>
                </a:lnTo>
                <a:lnTo>
                  <a:pt x="435441" y="553191"/>
                </a:lnTo>
                <a:lnTo>
                  <a:pt x="417538" y="599022"/>
                </a:lnTo>
                <a:lnTo>
                  <a:pt x="395271" y="637523"/>
                </a:lnTo>
                <a:lnTo>
                  <a:pt x="390880" y="642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43812" y="1525677"/>
            <a:ext cx="88900" cy="759460"/>
          </a:xfrm>
          <a:custGeom>
            <a:avLst/>
            <a:gdLst/>
            <a:ahLst/>
            <a:cxnLst/>
            <a:rect l="l" t="t" r="r" b="b"/>
            <a:pathLst>
              <a:path w="88900" h="759460">
                <a:moveTo>
                  <a:pt x="0" y="759205"/>
                </a:moveTo>
                <a:lnTo>
                  <a:pt x="88899" y="759205"/>
                </a:lnTo>
                <a:lnTo>
                  <a:pt x="88899" y="0"/>
                </a:lnTo>
                <a:lnTo>
                  <a:pt x="0" y="0"/>
                </a:lnTo>
                <a:lnTo>
                  <a:pt x="0" y="75920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555295" y="1543457"/>
            <a:ext cx="459740" cy="706120"/>
          </a:xfrm>
          <a:custGeom>
            <a:avLst/>
            <a:gdLst/>
            <a:ahLst/>
            <a:cxnLst/>
            <a:rect l="l" t="t" r="r" b="b"/>
            <a:pathLst>
              <a:path w="459739" h="706119">
                <a:moveTo>
                  <a:pt x="230250" y="705865"/>
                </a:moveTo>
                <a:lnTo>
                  <a:pt x="269293" y="702488"/>
                </a:lnTo>
                <a:lnTo>
                  <a:pt x="338992" y="675165"/>
                </a:lnTo>
                <a:lnTo>
                  <a:pt x="368977" y="651018"/>
                </a:lnTo>
                <a:lnTo>
                  <a:pt x="395271" y="619743"/>
                </a:lnTo>
                <a:lnTo>
                  <a:pt x="417538" y="581242"/>
                </a:lnTo>
                <a:lnTo>
                  <a:pt x="435441" y="535411"/>
                </a:lnTo>
                <a:lnTo>
                  <a:pt x="448646" y="482150"/>
                </a:lnTo>
                <a:lnTo>
                  <a:pt x="456815" y="421358"/>
                </a:lnTo>
                <a:lnTo>
                  <a:pt x="459612" y="352932"/>
                </a:lnTo>
                <a:lnTo>
                  <a:pt x="456815" y="284507"/>
                </a:lnTo>
                <a:lnTo>
                  <a:pt x="448646" y="223714"/>
                </a:lnTo>
                <a:lnTo>
                  <a:pt x="435441" y="170454"/>
                </a:lnTo>
                <a:lnTo>
                  <a:pt x="417538" y="124623"/>
                </a:lnTo>
                <a:lnTo>
                  <a:pt x="395271" y="86121"/>
                </a:lnTo>
                <a:lnTo>
                  <a:pt x="368977" y="54847"/>
                </a:lnTo>
                <a:lnTo>
                  <a:pt x="338992" y="30699"/>
                </a:lnTo>
                <a:lnTo>
                  <a:pt x="269293" y="3377"/>
                </a:lnTo>
                <a:lnTo>
                  <a:pt x="230250" y="0"/>
                </a:lnTo>
                <a:lnTo>
                  <a:pt x="190967" y="3377"/>
                </a:lnTo>
                <a:lnTo>
                  <a:pt x="120925" y="30699"/>
                </a:lnTo>
                <a:lnTo>
                  <a:pt x="90827" y="54847"/>
                </a:lnTo>
                <a:lnTo>
                  <a:pt x="64452" y="86121"/>
                </a:lnTo>
                <a:lnTo>
                  <a:pt x="42131" y="124623"/>
                </a:lnTo>
                <a:lnTo>
                  <a:pt x="24195" y="170454"/>
                </a:lnTo>
                <a:lnTo>
                  <a:pt x="10973" y="223714"/>
                </a:lnTo>
                <a:lnTo>
                  <a:pt x="2798" y="284507"/>
                </a:lnTo>
                <a:lnTo>
                  <a:pt x="0" y="352932"/>
                </a:lnTo>
                <a:lnTo>
                  <a:pt x="2798" y="421358"/>
                </a:lnTo>
                <a:lnTo>
                  <a:pt x="10973" y="482150"/>
                </a:lnTo>
                <a:lnTo>
                  <a:pt x="24195" y="535411"/>
                </a:lnTo>
                <a:lnTo>
                  <a:pt x="42131" y="581242"/>
                </a:lnTo>
                <a:lnTo>
                  <a:pt x="64452" y="619743"/>
                </a:lnTo>
                <a:lnTo>
                  <a:pt x="90827" y="651018"/>
                </a:lnTo>
                <a:lnTo>
                  <a:pt x="120925" y="675165"/>
                </a:lnTo>
                <a:lnTo>
                  <a:pt x="190967" y="702488"/>
                </a:lnTo>
                <a:lnTo>
                  <a:pt x="230250" y="70586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43306" y="1624355"/>
            <a:ext cx="283845" cy="544195"/>
          </a:xfrm>
          <a:custGeom>
            <a:avLst/>
            <a:gdLst/>
            <a:ahLst/>
            <a:cxnLst/>
            <a:rect l="l" t="t" r="r" b="b"/>
            <a:pathLst>
              <a:path w="283845" h="544194">
                <a:moveTo>
                  <a:pt x="142239" y="544067"/>
                </a:moveTo>
                <a:lnTo>
                  <a:pt x="78662" y="523882"/>
                </a:lnTo>
                <a:lnTo>
                  <a:pt x="30511" y="460092"/>
                </a:lnTo>
                <a:lnTo>
                  <a:pt x="14047" y="410329"/>
                </a:lnTo>
                <a:lnTo>
                  <a:pt x="3633" y="347845"/>
                </a:lnTo>
                <a:lnTo>
                  <a:pt x="0" y="272033"/>
                </a:lnTo>
                <a:lnTo>
                  <a:pt x="3633" y="196502"/>
                </a:lnTo>
                <a:lnTo>
                  <a:pt x="14047" y="134127"/>
                </a:lnTo>
                <a:lnTo>
                  <a:pt x="30511" y="84348"/>
                </a:lnTo>
                <a:lnTo>
                  <a:pt x="52292" y="46606"/>
                </a:lnTo>
                <a:lnTo>
                  <a:pt x="108888" y="4991"/>
                </a:lnTo>
                <a:lnTo>
                  <a:pt x="142239" y="0"/>
                </a:lnTo>
                <a:lnTo>
                  <a:pt x="174982" y="4991"/>
                </a:lnTo>
                <a:lnTo>
                  <a:pt x="231090" y="46606"/>
                </a:lnTo>
                <a:lnTo>
                  <a:pt x="252869" y="84348"/>
                </a:lnTo>
                <a:lnTo>
                  <a:pt x="269408" y="134127"/>
                </a:lnTo>
                <a:lnTo>
                  <a:pt x="279913" y="196502"/>
                </a:lnTo>
                <a:lnTo>
                  <a:pt x="283590" y="272033"/>
                </a:lnTo>
                <a:lnTo>
                  <a:pt x="279913" y="347845"/>
                </a:lnTo>
                <a:lnTo>
                  <a:pt x="269408" y="410329"/>
                </a:lnTo>
                <a:lnTo>
                  <a:pt x="252869" y="460092"/>
                </a:lnTo>
                <a:lnTo>
                  <a:pt x="231090" y="497741"/>
                </a:lnTo>
                <a:lnTo>
                  <a:pt x="174982" y="539122"/>
                </a:lnTo>
                <a:lnTo>
                  <a:pt x="142239" y="544067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78509" y="1539012"/>
            <a:ext cx="758825" cy="709930"/>
          </a:xfrm>
          <a:custGeom>
            <a:avLst/>
            <a:gdLst/>
            <a:ahLst/>
            <a:cxnLst/>
            <a:rect l="l" t="t" r="r" b="b"/>
            <a:pathLst>
              <a:path w="758825" h="709930">
                <a:moveTo>
                  <a:pt x="423163" y="626744"/>
                </a:moveTo>
                <a:lnTo>
                  <a:pt x="333374" y="626744"/>
                </a:lnTo>
                <a:lnTo>
                  <a:pt x="333374" y="464946"/>
                </a:lnTo>
                <a:lnTo>
                  <a:pt x="275661" y="457986"/>
                </a:lnTo>
                <a:lnTo>
                  <a:pt x="223121" y="445610"/>
                </a:lnTo>
                <a:lnTo>
                  <a:pt x="176186" y="428135"/>
                </a:lnTo>
                <a:lnTo>
                  <a:pt x="135287" y="405875"/>
                </a:lnTo>
                <a:lnTo>
                  <a:pt x="100856" y="379144"/>
                </a:lnTo>
                <a:lnTo>
                  <a:pt x="73326" y="348257"/>
                </a:lnTo>
                <a:lnTo>
                  <a:pt x="53126" y="313529"/>
                </a:lnTo>
                <a:lnTo>
                  <a:pt x="40690" y="275274"/>
                </a:lnTo>
                <a:lnTo>
                  <a:pt x="36448" y="233806"/>
                </a:lnTo>
                <a:lnTo>
                  <a:pt x="40463" y="193128"/>
                </a:lnTo>
                <a:lnTo>
                  <a:pt x="52244" y="155553"/>
                </a:lnTo>
                <a:lnTo>
                  <a:pt x="71397" y="121360"/>
                </a:lnTo>
                <a:lnTo>
                  <a:pt x="97526" y="90827"/>
                </a:lnTo>
                <a:lnTo>
                  <a:pt x="130238" y="64230"/>
                </a:lnTo>
                <a:lnTo>
                  <a:pt x="169137" y="41846"/>
                </a:lnTo>
                <a:lnTo>
                  <a:pt x="213829" y="23954"/>
                </a:lnTo>
                <a:lnTo>
                  <a:pt x="263919" y="10831"/>
                </a:lnTo>
                <a:lnTo>
                  <a:pt x="319012" y="2754"/>
                </a:lnTo>
                <a:lnTo>
                  <a:pt x="378713" y="0"/>
                </a:lnTo>
                <a:lnTo>
                  <a:pt x="438415" y="2754"/>
                </a:lnTo>
                <a:lnTo>
                  <a:pt x="493508" y="10831"/>
                </a:lnTo>
                <a:lnTo>
                  <a:pt x="543598" y="23954"/>
                </a:lnTo>
                <a:lnTo>
                  <a:pt x="588290" y="41846"/>
                </a:lnTo>
                <a:lnTo>
                  <a:pt x="627189" y="64230"/>
                </a:lnTo>
                <a:lnTo>
                  <a:pt x="646596" y="80009"/>
                </a:lnTo>
                <a:lnTo>
                  <a:pt x="378713" y="80009"/>
                </a:lnTo>
                <a:lnTo>
                  <a:pt x="317899" y="83677"/>
                </a:lnTo>
                <a:lnTo>
                  <a:pt x="264051" y="94327"/>
                </a:lnTo>
                <a:lnTo>
                  <a:pt x="218040" y="111430"/>
                </a:lnTo>
                <a:lnTo>
                  <a:pt x="180739" y="134459"/>
                </a:lnTo>
                <a:lnTo>
                  <a:pt x="153016" y="162883"/>
                </a:lnTo>
                <a:lnTo>
                  <a:pt x="129793" y="233806"/>
                </a:lnTo>
                <a:lnTo>
                  <a:pt x="135744" y="271108"/>
                </a:lnTo>
                <a:lnTo>
                  <a:pt x="180739" y="332431"/>
                </a:lnTo>
                <a:lnTo>
                  <a:pt x="218040" y="355364"/>
                </a:lnTo>
                <a:lnTo>
                  <a:pt x="264051" y="372418"/>
                </a:lnTo>
                <a:lnTo>
                  <a:pt x="317899" y="383050"/>
                </a:lnTo>
                <a:lnTo>
                  <a:pt x="378713" y="386714"/>
                </a:lnTo>
                <a:lnTo>
                  <a:pt x="646720" y="386714"/>
                </a:lnTo>
                <a:lnTo>
                  <a:pt x="621987" y="405875"/>
                </a:lnTo>
                <a:lnTo>
                  <a:pt x="580977" y="428135"/>
                </a:lnTo>
                <a:lnTo>
                  <a:pt x="533887" y="445610"/>
                </a:lnTo>
                <a:lnTo>
                  <a:pt x="481141" y="457986"/>
                </a:lnTo>
                <a:lnTo>
                  <a:pt x="423163" y="464946"/>
                </a:lnTo>
                <a:lnTo>
                  <a:pt x="423163" y="626744"/>
                </a:lnTo>
                <a:close/>
              </a:path>
              <a:path w="758825" h="709930">
                <a:moveTo>
                  <a:pt x="646720" y="386714"/>
                </a:moveTo>
                <a:lnTo>
                  <a:pt x="378713" y="386714"/>
                </a:lnTo>
                <a:lnTo>
                  <a:pt x="439857" y="383050"/>
                </a:lnTo>
                <a:lnTo>
                  <a:pt x="493941" y="372418"/>
                </a:lnTo>
                <a:lnTo>
                  <a:pt x="540110" y="355364"/>
                </a:lnTo>
                <a:lnTo>
                  <a:pt x="577507" y="332431"/>
                </a:lnTo>
                <a:lnTo>
                  <a:pt x="605279" y="304164"/>
                </a:lnTo>
                <a:lnTo>
                  <a:pt x="628522" y="233806"/>
                </a:lnTo>
                <a:lnTo>
                  <a:pt x="622569" y="196176"/>
                </a:lnTo>
                <a:lnTo>
                  <a:pt x="577507" y="134459"/>
                </a:lnTo>
                <a:lnTo>
                  <a:pt x="540110" y="111430"/>
                </a:lnTo>
                <a:lnTo>
                  <a:pt x="493941" y="94327"/>
                </a:lnTo>
                <a:lnTo>
                  <a:pt x="439857" y="83677"/>
                </a:lnTo>
                <a:lnTo>
                  <a:pt x="378713" y="80009"/>
                </a:lnTo>
                <a:lnTo>
                  <a:pt x="646596" y="80009"/>
                </a:lnTo>
                <a:lnTo>
                  <a:pt x="686030" y="121360"/>
                </a:lnTo>
                <a:lnTo>
                  <a:pt x="705183" y="155553"/>
                </a:lnTo>
                <a:lnTo>
                  <a:pt x="716964" y="193128"/>
                </a:lnTo>
                <a:lnTo>
                  <a:pt x="720978" y="233806"/>
                </a:lnTo>
                <a:lnTo>
                  <a:pt x="716736" y="275274"/>
                </a:lnTo>
                <a:lnTo>
                  <a:pt x="704291" y="313529"/>
                </a:lnTo>
                <a:lnTo>
                  <a:pt x="684068" y="348257"/>
                </a:lnTo>
                <a:lnTo>
                  <a:pt x="656492" y="379144"/>
                </a:lnTo>
                <a:lnTo>
                  <a:pt x="646720" y="386714"/>
                </a:lnTo>
                <a:close/>
              </a:path>
              <a:path w="758825" h="709930">
                <a:moveTo>
                  <a:pt x="758316" y="709421"/>
                </a:moveTo>
                <a:lnTo>
                  <a:pt x="0" y="709421"/>
                </a:lnTo>
                <a:lnTo>
                  <a:pt x="0" y="626744"/>
                </a:lnTo>
                <a:lnTo>
                  <a:pt x="758316" y="626744"/>
                </a:lnTo>
                <a:lnTo>
                  <a:pt x="758316" y="7094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78508" y="1539012"/>
            <a:ext cx="758825" cy="709930"/>
          </a:xfrm>
          <a:custGeom>
            <a:avLst/>
            <a:gdLst/>
            <a:ahLst/>
            <a:cxnLst/>
            <a:rect l="l" t="t" r="r" b="b"/>
            <a:pathLst>
              <a:path w="758825" h="709930">
                <a:moveTo>
                  <a:pt x="423163" y="626744"/>
                </a:moveTo>
                <a:lnTo>
                  <a:pt x="423163" y="464946"/>
                </a:lnTo>
                <a:lnTo>
                  <a:pt x="481141" y="457986"/>
                </a:lnTo>
                <a:lnTo>
                  <a:pt x="533887" y="445610"/>
                </a:lnTo>
                <a:lnTo>
                  <a:pt x="580977" y="428135"/>
                </a:lnTo>
                <a:lnTo>
                  <a:pt x="621987" y="405875"/>
                </a:lnTo>
                <a:lnTo>
                  <a:pt x="656492" y="379144"/>
                </a:lnTo>
                <a:lnTo>
                  <a:pt x="684068" y="348257"/>
                </a:lnTo>
                <a:lnTo>
                  <a:pt x="704291" y="313529"/>
                </a:lnTo>
                <a:lnTo>
                  <a:pt x="716736" y="275274"/>
                </a:lnTo>
                <a:lnTo>
                  <a:pt x="720978" y="233806"/>
                </a:lnTo>
                <a:lnTo>
                  <a:pt x="716964" y="193128"/>
                </a:lnTo>
                <a:lnTo>
                  <a:pt x="705182" y="155553"/>
                </a:lnTo>
                <a:lnTo>
                  <a:pt x="686030" y="121360"/>
                </a:lnTo>
                <a:lnTo>
                  <a:pt x="659900" y="90827"/>
                </a:lnTo>
                <a:lnTo>
                  <a:pt x="627189" y="64230"/>
                </a:lnTo>
                <a:lnTo>
                  <a:pt x="588290" y="41846"/>
                </a:lnTo>
                <a:lnTo>
                  <a:pt x="543598" y="23954"/>
                </a:lnTo>
                <a:lnTo>
                  <a:pt x="493508" y="10831"/>
                </a:lnTo>
                <a:lnTo>
                  <a:pt x="438415" y="2754"/>
                </a:lnTo>
                <a:lnTo>
                  <a:pt x="378713" y="0"/>
                </a:lnTo>
                <a:lnTo>
                  <a:pt x="319012" y="2754"/>
                </a:lnTo>
                <a:lnTo>
                  <a:pt x="263919" y="10831"/>
                </a:lnTo>
                <a:lnTo>
                  <a:pt x="213829" y="23954"/>
                </a:lnTo>
                <a:lnTo>
                  <a:pt x="169137" y="41846"/>
                </a:lnTo>
                <a:lnTo>
                  <a:pt x="130238" y="64230"/>
                </a:lnTo>
                <a:lnTo>
                  <a:pt x="97526" y="90827"/>
                </a:lnTo>
                <a:lnTo>
                  <a:pt x="71397" y="121360"/>
                </a:lnTo>
                <a:lnTo>
                  <a:pt x="52244" y="155553"/>
                </a:lnTo>
                <a:lnTo>
                  <a:pt x="40463" y="193128"/>
                </a:lnTo>
                <a:lnTo>
                  <a:pt x="36448" y="233806"/>
                </a:lnTo>
                <a:lnTo>
                  <a:pt x="40690" y="275274"/>
                </a:lnTo>
                <a:lnTo>
                  <a:pt x="53126" y="313529"/>
                </a:lnTo>
                <a:lnTo>
                  <a:pt x="73326" y="348257"/>
                </a:lnTo>
                <a:lnTo>
                  <a:pt x="100856" y="379144"/>
                </a:lnTo>
                <a:lnTo>
                  <a:pt x="135287" y="405875"/>
                </a:lnTo>
                <a:lnTo>
                  <a:pt x="176186" y="428135"/>
                </a:lnTo>
                <a:lnTo>
                  <a:pt x="223121" y="445610"/>
                </a:lnTo>
                <a:lnTo>
                  <a:pt x="275661" y="457986"/>
                </a:lnTo>
                <a:lnTo>
                  <a:pt x="333374" y="464946"/>
                </a:lnTo>
                <a:lnTo>
                  <a:pt x="333374" y="626744"/>
                </a:lnTo>
                <a:lnTo>
                  <a:pt x="0" y="626744"/>
                </a:lnTo>
                <a:lnTo>
                  <a:pt x="0" y="709421"/>
                </a:lnTo>
                <a:lnTo>
                  <a:pt x="758316" y="709421"/>
                </a:lnTo>
                <a:lnTo>
                  <a:pt x="758316" y="626744"/>
                </a:lnTo>
                <a:lnTo>
                  <a:pt x="423163" y="626744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508302" y="1619022"/>
            <a:ext cx="499109" cy="306705"/>
          </a:xfrm>
          <a:custGeom>
            <a:avLst/>
            <a:gdLst/>
            <a:ahLst/>
            <a:cxnLst/>
            <a:rect l="l" t="t" r="r" b="b"/>
            <a:pathLst>
              <a:path w="499109" h="306705">
                <a:moveTo>
                  <a:pt x="0" y="153796"/>
                </a:moveTo>
                <a:lnTo>
                  <a:pt x="23222" y="82873"/>
                </a:lnTo>
                <a:lnTo>
                  <a:pt x="50945" y="54449"/>
                </a:lnTo>
                <a:lnTo>
                  <a:pt x="88246" y="31420"/>
                </a:lnTo>
                <a:lnTo>
                  <a:pt x="134257" y="14317"/>
                </a:lnTo>
                <a:lnTo>
                  <a:pt x="188105" y="3667"/>
                </a:lnTo>
                <a:lnTo>
                  <a:pt x="248919" y="0"/>
                </a:lnTo>
                <a:lnTo>
                  <a:pt x="310063" y="3667"/>
                </a:lnTo>
                <a:lnTo>
                  <a:pt x="364147" y="14317"/>
                </a:lnTo>
                <a:lnTo>
                  <a:pt x="410316" y="31420"/>
                </a:lnTo>
                <a:lnTo>
                  <a:pt x="447713" y="54449"/>
                </a:lnTo>
                <a:lnTo>
                  <a:pt x="475485" y="82873"/>
                </a:lnTo>
                <a:lnTo>
                  <a:pt x="498728" y="153796"/>
                </a:lnTo>
                <a:lnTo>
                  <a:pt x="492775" y="191098"/>
                </a:lnTo>
                <a:lnTo>
                  <a:pt x="447713" y="252421"/>
                </a:lnTo>
                <a:lnTo>
                  <a:pt x="410316" y="275354"/>
                </a:lnTo>
                <a:lnTo>
                  <a:pt x="364147" y="292408"/>
                </a:lnTo>
                <a:lnTo>
                  <a:pt x="310063" y="303040"/>
                </a:lnTo>
                <a:lnTo>
                  <a:pt x="248919" y="306704"/>
                </a:lnTo>
                <a:lnTo>
                  <a:pt x="188105" y="303040"/>
                </a:lnTo>
                <a:lnTo>
                  <a:pt x="134257" y="292408"/>
                </a:lnTo>
                <a:lnTo>
                  <a:pt x="88246" y="275354"/>
                </a:lnTo>
                <a:lnTo>
                  <a:pt x="50945" y="252421"/>
                </a:lnTo>
                <a:lnTo>
                  <a:pt x="23222" y="224154"/>
                </a:lnTo>
                <a:lnTo>
                  <a:pt x="0" y="153796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43505" y="1525677"/>
            <a:ext cx="720090" cy="759460"/>
          </a:xfrm>
          <a:custGeom>
            <a:avLst/>
            <a:gdLst/>
            <a:ahLst/>
            <a:cxnLst/>
            <a:rect l="l" t="t" r="r" b="b"/>
            <a:pathLst>
              <a:path w="720090" h="759460">
                <a:moveTo>
                  <a:pt x="720089" y="759205"/>
                </a:moveTo>
                <a:lnTo>
                  <a:pt x="636523" y="759205"/>
                </a:lnTo>
                <a:lnTo>
                  <a:pt x="636523" y="0"/>
                </a:lnTo>
                <a:lnTo>
                  <a:pt x="720089" y="0"/>
                </a:lnTo>
                <a:lnTo>
                  <a:pt x="720089" y="759205"/>
                </a:lnTo>
                <a:close/>
              </a:path>
              <a:path w="720090" h="759460">
                <a:moveTo>
                  <a:pt x="536066" y="316483"/>
                </a:moveTo>
                <a:lnTo>
                  <a:pt x="453389" y="316483"/>
                </a:lnTo>
                <a:lnTo>
                  <a:pt x="453389" y="4445"/>
                </a:lnTo>
                <a:lnTo>
                  <a:pt x="536066" y="4445"/>
                </a:lnTo>
                <a:lnTo>
                  <a:pt x="536066" y="316483"/>
                </a:lnTo>
                <a:close/>
              </a:path>
              <a:path w="720090" h="759460">
                <a:moveTo>
                  <a:pt x="176910" y="723645"/>
                </a:moveTo>
                <a:lnTo>
                  <a:pt x="114474" y="710495"/>
                </a:lnTo>
                <a:lnTo>
                  <a:pt x="65096" y="670078"/>
                </a:lnTo>
                <a:lnTo>
                  <a:pt x="29244" y="600942"/>
                </a:lnTo>
                <a:lnTo>
                  <a:pt x="16538" y="555151"/>
                </a:lnTo>
                <a:lnTo>
                  <a:pt x="7389" y="501637"/>
                </a:lnTo>
                <a:lnTo>
                  <a:pt x="1857" y="440218"/>
                </a:lnTo>
                <a:lnTo>
                  <a:pt x="0" y="370712"/>
                </a:lnTo>
                <a:lnTo>
                  <a:pt x="1857" y="301207"/>
                </a:lnTo>
                <a:lnTo>
                  <a:pt x="7389" y="239788"/>
                </a:lnTo>
                <a:lnTo>
                  <a:pt x="16538" y="186273"/>
                </a:lnTo>
                <a:lnTo>
                  <a:pt x="29244" y="140483"/>
                </a:lnTo>
                <a:lnTo>
                  <a:pt x="45450" y="102234"/>
                </a:lnTo>
                <a:lnTo>
                  <a:pt x="88123" y="47639"/>
                </a:lnTo>
                <a:lnTo>
                  <a:pt x="144089" y="21037"/>
                </a:lnTo>
                <a:lnTo>
                  <a:pt x="176910" y="17779"/>
                </a:lnTo>
                <a:lnTo>
                  <a:pt x="214445" y="22119"/>
                </a:lnTo>
                <a:lnTo>
                  <a:pt x="247655" y="35323"/>
                </a:lnTo>
                <a:lnTo>
                  <a:pt x="276470" y="57675"/>
                </a:lnTo>
                <a:lnTo>
                  <a:pt x="300815" y="89455"/>
                </a:lnTo>
                <a:lnTo>
                  <a:pt x="304793" y="97789"/>
                </a:lnTo>
                <a:lnTo>
                  <a:pt x="176910" y="97789"/>
                </a:lnTo>
                <a:lnTo>
                  <a:pt x="151866" y="103111"/>
                </a:lnTo>
                <a:lnTo>
                  <a:pt x="113672" y="146425"/>
                </a:lnTo>
                <a:lnTo>
                  <a:pt x="100431" y="184917"/>
                </a:lnTo>
                <a:lnTo>
                  <a:pt x="91030" y="234962"/>
                </a:lnTo>
                <a:lnTo>
                  <a:pt x="85424" y="296811"/>
                </a:lnTo>
                <a:lnTo>
                  <a:pt x="83565" y="370712"/>
                </a:lnTo>
                <a:lnTo>
                  <a:pt x="85424" y="444613"/>
                </a:lnTo>
                <a:lnTo>
                  <a:pt x="91030" y="506462"/>
                </a:lnTo>
                <a:lnTo>
                  <a:pt x="100431" y="556508"/>
                </a:lnTo>
                <a:lnTo>
                  <a:pt x="113672" y="594999"/>
                </a:lnTo>
                <a:lnTo>
                  <a:pt x="151866" y="638314"/>
                </a:lnTo>
                <a:lnTo>
                  <a:pt x="176910" y="643635"/>
                </a:lnTo>
                <a:lnTo>
                  <a:pt x="304622" y="643635"/>
                </a:lnTo>
                <a:lnTo>
                  <a:pt x="293922" y="662749"/>
                </a:lnTo>
                <a:lnTo>
                  <a:pt x="270354" y="689732"/>
                </a:lnTo>
                <a:lnTo>
                  <a:pt x="242967" y="708724"/>
                </a:lnTo>
                <a:lnTo>
                  <a:pt x="211805" y="719953"/>
                </a:lnTo>
                <a:lnTo>
                  <a:pt x="176910" y="723645"/>
                </a:lnTo>
                <a:close/>
              </a:path>
              <a:path w="720090" h="759460">
                <a:moveTo>
                  <a:pt x="304622" y="643635"/>
                </a:moveTo>
                <a:lnTo>
                  <a:pt x="176910" y="643635"/>
                </a:lnTo>
                <a:lnTo>
                  <a:pt x="201906" y="638314"/>
                </a:lnTo>
                <a:lnTo>
                  <a:pt x="222843" y="622185"/>
                </a:lnTo>
                <a:lnTo>
                  <a:pt x="252851" y="556508"/>
                </a:lnTo>
                <a:lnTo>
                  <a:pt x="262078" y="506462"/>
                </a:lnTo>
                <a:lnTo>
                  <a:pt x="267557" y="444613"/>
                </a:lnTo>
                <a:lnTo>
                  <a:pt x="269366" y="370712"/>
                </a:lnTo>
                <a:lnTo>
                  <a:pt x="267557" y="296811"/>
                </a:lnTo>
                <a:lnTo>
                  <a:pt x="262078" y="234962"/>
                </a:lnTo>
                <a:lnTo>
                  <a:pt x="252851" y="184917"/>
                </a:lnTo>
                <a:lnTo>
                  <a:pt x="239799" y="146425"/>
                </a:lnTo>
                <a:lnTo>
                  <a:pt x="201906" y="103111"/>
                </a:lnTo>
                <a:lnTo>
                  <a:pt x="176910" y="97789"/>
                </a:lnTo>
                <a:lnTo>
                  <a:pt x="304793" y="97789"/>
                </a:lnTo>
                <a:lnTo>
                  <a:pt x="320618" y="130945"/>
                </a:lnTo>
                <a:lnTo>
                  <a:pt x="335805" y="182425"/>
                </a:lnTo>
                <a:lnTo>
                  <a:pt x="346305" y="244178"/>
                </a:lnTo>
                <a:lnTo>
                  <a:pt x="352043" y="316483"/>
                </a:lnTo>
                <a:lnTo>
                  <a:pt x="536066" y="316483"/>
                </a:lnTo>
                <a:lnTo>
                  <a:pt x="536066" y="400049"/>
                </a:lnTo>
                <a:lnTo>
                  <a:pt x="352932" y="400049"/>
                </a:lnTo>
                <a:lnTo>
                  <a:pt x="349120" y="470384"/>
                </a:lnTo>
                <a:lnTo>
                  <a:pt x="341269" y="531594"/>
                </a:lnTo>
                <a:lnTo>
                  <a:pt x="329423" y="583908"/>
                </a:lnTo>
                <a:lnTo>
                  <a:pt x="313626" y="627550"/>
                </a:lnTo>
                <a:lnTo>
                  <a:pt x="304622" y="643635"/>
                </a:lnTo>
                <a:close/>
              </a:path>
              <a:path w="720090" h="759460">
                <a:moveTo>
                  <a:pt x="536066" y="745870"/>
                </a:moveTo>
                <a:lnTo>
                  <a:pt x="453389" y="745870"/>
                </a:lnTo>
                <a:lnTo>
                  <a:pt x="453389" y="400049"/>
                </a:lnTo>
                <a:lnTo>
                  <a:pt x="536066" y="400049"/>
                </a:lnTo>
                <a:lnTo>
                  <a:pt x="536066" y="7458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80029" y="1525677"/>
            <a:ext cx="83820" cy="759460"/>
          </a:xfrm>
          <a:custGeom>
            <a:avLst/>
            <a:gdLst/>
            <a:ahLst/>
            <a:cxnLst/>
            <a:rect l="l" t="t" r="r" b="b"/>
            <a:pathLst>
              <a:path w="83820" h="759460">
                <a:moveTo>
                  <a:pt x="0" y="0"/>
                </a:moveTo>
                <a:lnTo>
                  <a:pt x="0" y="759205"/>
                </a:lnTo>
                <a:lnTo>
                  <a:pt x="83565" y="759205"/>
                </a:lnTo>
                <a:lnTo>
                  <a:pt x="83565" y="0"/>
                </a:lnTo>
                <a:lnTo>
                  <a:pt x="0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43505" y="1530122"/>
            <a:ext cx="536575" cy="741680"/>
          </a:xfrm>
          <a:custGeom>
            <a:avLst/>
            <a:gdLst/>
            <a:ahLst/>
            <a:cxnLst/>
            <a:rect l="l" t="t" r="r" b="b"/>
            <a:pathLst>
              <a:path w="536575" h="741680">
                <a:moveTo>
                  <a:pt x="453389" y="312038"/>
                </a:moveTo>
                <a:lnTo>
                  <a:pt x="352043" y="312038"/>
                </a:lnTo>
                <a:lnTo>
                  <a:pt x="346305" y="239732"/>
                </a:lnTo>
                <a:lnTo>
                  <a:pt x="335805" y="177980"/>
                </a:lnTo>
                <a:lnTo>
                  <a:pt x="320618" y="126500"/>
                </a:lnTo>
                <a:lnTo>
                  <a:pt x="300815" y="85010"/>
                </a:lnTo>
                <a:lnTo>
                  <a:pt x="276470" y="53230"/>
                </a:lnTo>
                <a:lnTo>
                  <a:pt x="214445" y="17674"/>
                </a:lnTo>
                <a:lnTo>
                  <a:pt x="176910" y="13334"/>
                </a:lnTo>
                <a:lnTo>
                  <a:pt x="144089" y="16592"/>
                </a:lnTo>
                <a:lnTo>
                  <a:pt x="88123" y="43194"/>
                </a:lnTo>
                <a:lnTo>
                  <a:pt x="45450" y="97789"/>
                </a:lnTo>
                <a:lnTo>
                  <a:pt x="29244" y="136038"/>
                </a:lnTo>
                <a:lnTo>
                  <a:pt x="16538" y="181828"/>
                </a:lnTo>
                <a:lnTo>
                  <a:pt x="7389" y="235343"/>
                </a:lnTo>
                <a:lnTo>
                  <a:pt x="1857" y="296762"/>
                </a:lnTo>
                <a:lnTo>
                  <a:pt x="0" y="366267"/>
                </a:lnTo>
                <a:lnTo>
                  <a:pt x="1857" y="435773"/>
                </a:lnTo>
                <a:lnTo>
                  <a:pt x="7389" y="497192"/>
                </a:lnTo>
                <a:lnTo>
                  <a:pt x="16538" y="550706"/>
                </a:lnTo>
                <a:lnTo>
                  <a:pt x="29244" y="596497"/>
                </a:lnTo>
                <a:lnTo>
                  <a:pt x="45450" y="634745"/>
                </a:lnTo>
                <a:lnTo>
                  <a:pt x="88123" y="689341"/>
                </a:lnTo>
                <a:lnTo>
                  <a:pt x="144089" y="715943"/>
                </a:lnTo>
                <a:lnTo>
                  <a:pt x="176910" y="719200"/>
                </a:lnTo>
                <a:lnTo>
                  <a:pt x="211805" y="715508"/>
                </a:lnTo>
                <a:lnTo>
                  <a:pt x="270354" y="685287"/>
                </a:lnTo>
                <a:lnTo>
                  <a:pt x="313626" y="623105"/>
                </a:lnTo>
                <a:lnTo>
                  <a:pt x="329423" y="579463"/>
                </a:lnTo>
                <a:lnTo>
                  <a:pt x="341269" y="527149"/>
                </a:lnTo>
                <a:lnTo>
                  <a:pt x="349120" y="465939"/>
                </a:lnTo>
                <a:lnTo>
                  <a:pt x="352932" y="395604"/>
                </a:lnTo>
                <a:lnTo>
                  <a:pt x="453389" y="395604"/>
                </a:lnTo>
                <a:lnTo>
                  <a:pt x="453389" y="741425"/>
                </a:lnTo>
                <a:lnTo>
                  <a:pt x="536066" y="741425"/>
                </a:lnTo>
                <a:lnTo>
                  <a:pt x="536066" y="0"/>
                </a:lnTo>
                <a:lnTo>
                  <a:pt x="453389" y="0"/>
                </a:lnTo>
                <a:lnTo>
                  <a:pt x="453389" y="312038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327071" y="1623466"/>
            <a:ext cx="186055" cy="546100"/>
          </a:xfrm>
          <a:custGeom>
            <a:avLst/>
            <a:gdLst/>
            <a:ahLst/>
            <a:cxnLst/>
            <a:rect l="l" t="t" r="r" b="b"/>
            <a:pathLst>
              <a:path w="186054" h="546100">
                <a:moveTo>
                  <a:pt x="93344" y="545845"/>
                </a:moveTo>
                <a:lnTo>
                  <a:pt x="47236" y="524395"/>
                </a:lnTo>
                <a:lnTo>
                  <a:pt x="16865" y="458718"/>
                </a:lnTo>
                <a:lnTo>
                  <a:pt x="7464" y="408672"/>
                </a:lnTo>
                <a:lnTo>
                  <a:pt x="1858" y="346823"/>
                </a:lnTo>
                <a:lnTo>
                  <a:pt x="0" y="272922"/>
                </a:lnTo>
                <a:lnTo>
                  <a:pt x="1858" y="199021"/>
                </a:lnTo>
                <a:lnTo>
                  <a:pt x="7464" y="137172"/>
                </a:lnTo>
                <a:lnTo>
                  <a:pt x="16865" y="87127"/>
                </a:lnTo>
                <a:lnTo>
                  <a:pt x="30106" y="48635"/>
                </a:lnTo>
                <a:lnTo>
                  <a:pt x="68300" y="5321"/>
                </a:lnTo>
                <a:lnTo>
                  <a:pt x="93344" y="0"/>
                </a:lnTo>
                <a:lnTo>
                  <a:pt x="118340" y="5321"/>
                </a:lnTo>
                <a:lnTo>
                  <a:pt x="156233" y="48635"/>
                </a:lnTo>
                <a:lnTo>
                  <a:pt x="169285" y="87127"/>
                </a:lnTo>
                <a:lnTo>
                  <a:pt x="178512" y="137172"/>
                </a:lnTo>
                <a:lnTo>
                  <a:pt x="183991" y="199021"/>
                </a:lnTo>
                <a:lnTo>
                  <a:pt x="185800" y="272922"/>
                </a:lnTo>
                <a:lnTo>
                  <a:pt x="183991" y="346823"/>
                </a:lnTo>
                <a:lnTo>
                  <a:pt x="178512" y="408672"/>
                </a:lnTo>
                <a:lnTo>
                  <a:pt x="169285" y="458718"/>
                </a:lnTo>
                <a:lnTo>
                  <a:pt x="156233" y="497210"/>
                </a:lnTo>
                <a:lnTo>
                  <a:pt x="118340" y="540524"/>
                </a:lnTo>
                <a:lnTo>
                  <a:pt x="93344" y="54584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115614" y="1525677"/>
            <a:ext cx="767715" cy="749935"/>
          </a:xfrm>
          <a:custGeom>
            <a:avLst/>
            <a:gdLst/>
            <a:ahLst/>
            <a:cxnLst/>
            <a:rect l="l" t="t" r="r" b="b"/>
            <a:pathLst>
              <a:path w="767715" h="749935">
                <a:moveTo>
                  <a:pt x="660526" y="566292"/>
                </a:moveTo>
                <a:lnTo>
                  <a:pt x="572515" y="566292"/>
                </a:lnTo>
                <a:lnTo>
                  <a:pt x="572515" y="0"/>
                </a:lnTo>
                <a:lnTo>
                  <a:pt x="660526" y="0"/>
                </a:lnTo>
                <a:lnTo>
                  <a:pt x="660526" y="198246"/>
                </a:lnTo>
                <a:lnTo>
                  <a:pt x="767206" y="198246"/>
                </a:lnTo>
                <a:lnTo>
                  <a:pt x="767206" y="282701"/>
                </a:lnTo>
                <a:lnTo>
                  <a:pt x="660526" y="282701"/>
                </a:lnTo>
                <a:lnTo>
                  <a:pt x="660526" y="566292"/>
                </a:lnTo>
                <a:close/>
              </a:path>
              <a:path w="767715" h="749935">
                <a:moveTo>
                  <a:pt x="271144" y="460501"/>
                </a:moveTo>
                <a:lnTo>
                  <a:pt x="0" y="460501"/>
                </a:lnTo>
                <a:lnTo>
                  <a:pt x="0" y="18669"/>
                </a:lnTo>
                <a:lnTo>
                  <a:pt x="463168" y="18669"/>
                </a:lnTo>
                <a:lnTo>
                  <a:pt x="463168" y="93344"/>
                </a:lnTo>
                <a:lnTo>
                  <a:pt x="87121" y="93344"/>
                </a:lnTo>
                <a:lnTo>
                  <a:pt x="87121" y="202691"/>
                </a:lnTo>
                <a:lnTo>
                  <a:pt x="448055" y="202691"/>
                </a:lnTo>
                <a:lnTo>
                  <a:pt x="448055" y="274700"/>
                </a:lnTo>
                <a:lnTo>
                  <a:pt x="87121" y="274700"/>
                </a:lnTo>
                <a:lnTo>
                  <a:pt x="87121" y="385825"/>
                </a:lnTo>
                <a:lnTo>
                  <a:pt x="517397" y="385825"/>
                </a:lnTo>
                <a:lnTo>
                  <a:pt x="517397" y="426719"/>
                </a:lnTo>
                <a:lnTo>
                  <a:pt x="484021" y="438084"/>
                </a:lnTo>
                <a:lnTo>
                  <a:pt x="441342" y="447444"/>
                </a:lnTo>
                <a:lnTo>
                  <a:pt x="390726" y="454499"/>
                </a:lnTo>
                <a:lnTo>
                  <a:pt x="333538" y="458951"/>
                </a:lnTo>
                <a:lnTo>
                  <a:pt x="271144" y="460501"/>
                </a:lnTo>
                <a:close/>
              </a:path>
              <a:path w="767715" h="749935">
                <a:moveTo>
                  <a:pt x="517397" y="385825"/>
                </a:moveTo>
                <a:lnTo>
                  <a:pt x="278256" y="385825"/>
                </a:lnTo>
                <a:lnTo>
                  <a:pt x="338033" y="384367"/>
                </a:lnTo>
                <a:lnTo>
                  <a:pt x="392902" y="380136"/>
                </a:lnTo>
                <a:lnTo>
                  <a:pt x="441797" y="373344"/>
                </a:lnTo>
                <a:lnTo>
                  <a:pt x="483651" y="364205"/>
                </a:lnTo>
                <a:lnTo>
                  <a:pt x="517397" y="352932"/>
                </a:lnTo>
                <a:lnTo>
                  <a:pt x="517397" y="385825"/>
                </a:lnTo>
                <a:close/>
              </a:path>
              <a:path w="767715" h="749935">
                <a:moveTo>
                  <a:pt x="680973" y="749426"/>
                </a:moveTo>
                <a:lnTo>
                  <a:pt x="25780" y="749426"/>
                </a:lnTo>
                <a:lnTo>
                  <a:pt x="25780" y="530732"/>
                </a:lnTo>
                <a:lnTo>
                  <a:pt x="114680" y="530732"/>
                </a:lnTo>
                <a:lnTo>
                  <a:pt x="114680" y="671194"/>
                </a:lnTo>
                <a:lnTo>
                  <a:pt x="680973" y="671194"/>
                </a:lnTo>
                <a:lnTo>
                  <a:pt x="680973" y="749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688130" y="1525677"/>
            <a:ext cx="194945" cy="566420"/>
          </a:xfrm>
          <a:custGeom>
            <a:avLst/>
            <a:gdLst/>
            <a:ahLst/>
            <a:cxnLst/>
            <a:rect l="l" t="t" r="r" b="b"/>
            <a:pathLst>
              <a:path w="194945" h="566419">
                <a:moveTo>
                  <a:pt x="88010" y="198246"/>
                </a:moveTo>
                <a:lnTo>
                  <a:pt x="88010" y="0"/>
                </a:lnTo>
                <a:lnTo>
                  <a:pt x="0" y="0"/>
                </a:lnTo>
                <a:lnTo>
                  <a:pt x="0" y="566292"/>
                </a:lnTo>
                <a:lnTo>
                  <a:pt x="88010" y="566292"/>
                </a:lnTo>
                <a:lnTo>
                  <a:pt x="88010" y="282701"/>
                </a:lnTo>
                <a:lnTo>
                  <a:pt x="194690" y="282701"/>
                </a:lnTo>
                <a:lnTo>
                  <a:pt x="194690" y="198246"/>
                </a:lnTo>
                <a:lnTo>
                  <a:pt x="88010" y="198246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115613" y="1544346"/>
            <a:ext cx="517525" cy="441959"/>
          </a:xfrm>
          <a:custGeom>
            <a:avLst/>
            <a:gdLst/>
            <a:ahLst/>
            <a:cxnLst/>
            <a:rect l="l" t="t" r="r" b="b"/>
            <a:pathLst>
              <a:path w="517525" h="441960">
                <a:moveTo>
                  <a:pt x="517397" y="408050"/>
                </a:moveTo>
                <a:lnTo>
                  <a:pt x="517397" y="334263"/>
                </a:lnTo>
                <a:lnTo>
                  <a:pt x="483651" y="345536"/>
                </a:lnTo>
                <a:lnTo>
                  <a:pt x="441797" y="354675"/>
                </a:lnTo>
                <a:lnTo>
                  <a:pt x="392902" y="361467"/>
                </a:lnTo>
                <a:lnTo>
                  <a:pt x="338033" y="365698"/>
                </a:lnTo>
                <a:lnTo>
                  <a:pt x="278256" y="367156"/>
                </a:lnTo>
                <a:lnTo>
                  <a:pt x="87121" y="367156"/>
                </a:lnTo>
                <a:lnTo>
                  <a:pt x="87121" y="256031"/>
                </a:lnTo>
                <a:lnTo>
                  <a:pt x="448055" y="256031"/>
                </a:lnTo>
                <a:lnTo>
                  <a:pt x="448055" y="184022"/>
                </a:lnTo>
                <a:lnTo>
                  <a:pt x="87121" y="184022"/>
                </a:lnTo>
                <a:lnTo>
                  <a:pt x="87121" y="74675"/>
                </a:lnTo>
                <a:lnTo>
                  <a:pt x="463168" y="74675"/>
                </a:lnTo>
                <a:lnTo>
                  <a:pt x="463168" y="0"/>
                </a:lnTo>
                <a:lnTo>
                  <a:pt x="0" y="0"/>
                </a:lnTo>
                <a:lnTo>
                  <a:pt x="0" y="441832"/>
                </a:lnTo>
                <a:lnTo>
                  <a:pt x="271144" y="441832"/>
                </a:lnTo>
                <a:lnTo>
                  <a:pt x="333538" y="440282"/>
                </a:lnTo>
                <a:lnTo>
                  <a:pt x="390726" y="435830"/>
                </a:lnTo>
                <a:lnTo>
                  <a:pt x="441342" y="428775"/>
                </a:lnTo>
                <a:lnTo>
                  <a:pt x="484021" y="419415"/>
                </a:lnTo>
                <a:lnTo>
                  <a:pt x="517397" y="40805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141395" y="2056409"/>
            <a:ext cx="655320" cy="219075"/>
          </a:xfrm>
          <a:custGeom>
            <a:avLst/>
            <a:gdLst/>
            <a:ahLst/>
            <a:cxnLst/>
            <a:rect l="l" t="t" r="r" b="b"/>
            <a:pathLst>
              <a:path w="655320" h="219075">
                <a:moveTo>
                  <a:pt x="88899" y="0"/>
                </a:moveTo>
                <a:lnTo>
                  <a:pt x="0" y="0"/>
                </a:lnTo>
                <a:lnTo>
                  <a:pt x="0" y="218693"/>
                </a:lnTo>
                <a:lnTo>
                  <a:pt x="655192" y="218693"/>
                </a:lnTo>
                <a:lnTo>
                  <a:pt x="655192" y="140461"/>
                </a:lnTo>
                <a:lnTo>
                  <a:pt x="88899" y="140461"/>
                </a:lnTo>
                <a:lnTo>
                  <a:pt x="88899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944162" y="1523010"/>
            <a:ext cx="758825" cy="752475"/>
          </a:xfrm>
          <a:custGeom>
            <a:avLst/>
            <a:gdLst/>
            <a:ahLst/>
            <a:cxnLst/>
            <a:rect l="l" t="t" r="r" b="b"/>
            <a:pathLst>
              <a:path w="758825" h="752475">
                <a:moveTo>
                  <a:pt x="422274" y="328040"/>
                </a:moveTo>
                <a:lnTo>
                  <a:pt x="335152" y="328040"/>
                </a:lnTo>
                <a:lnTo>
                  <a:pt x="335152" y="275589"/>
                </a:lnTo>
                <a:lnTo>
                  <a:pt x="275991" y="271966"/>
                </a:lnTo>
                <a:lnTo>
                  <a:pt x="221235" y="264935"/>
                </a:lnTo>
                <a:lnTo>
                  <a:pt x="171960" y="254259"/>
                </a:lnTo>
                <a:lnTo>
                  <a:pt x="129238" y="239696"/>
                </a:lnTo>
                <a:lnTo>
                  <a:pt x="94141" y="221008"/>
                </a:lnTo>
                <a:lnTo>
                  <a:pt x="51119" y="170297"/>
                </a:lnTo>
                <a:lnTo>
                  <a:pt x="45338" y="137794"/>
                </a:lnTo>
                <a:lnTo>
                  <a:pt x="50742" y="106611"/>
                </a:lnTo>
                <a:lnTo>
                  <a:pt x="91073" y="57422"/>
                </a:lnTo>
                <a:lnTo>
                  <a:pt x="164329" y="24389"/>
                </a:lnTo>
                <a:lnTo>
                  <a:pt x="210890" y="13400"/>
                </a:lnTo>
                <a:lnTo>
                  <a:pt x="262785" y="5814"/>
                </a:lnTo>
                <a:lnTo>
                  <a:pt x="319048" y="1418"/>
                </a:lnTo>
                <a:lnTo>
                  <a:pt x="378713" y="0"/>
                </a:lnTo>
                <a:lnTo>
                  <a:pt x="438379" y="1418"/>
                </a:lnTo>
                <a:lnTo>
                  <a:pt x="494642" y="5814"/>
                </a:lnTo>
                <a:lnTo>
                  <a:pt x="546537" y="13400"/>
                </a:lnTo>
                <a:lnTo>
                  <a:pt x="593098" y="24389"/>
                </a:lnTo>
                <a:lnTo>
                  <a:pt x="633359" y="38992"/>
                </a:lnTo>
                <a:lnTo>
                  <a:pt x="676551" y="66674"/>
                </a:lnTo>
                <a:lnTo>
                  <a:pt x="378713" y="66674"/>
                </a:lnTo>
                <a:lnTo>
                  <a:pt x="314742" y="68485"/>
                </a:lnTo>
                <a:lnTo>
                  <a:pt x="256920" y="74050"/>
                </a:lnTo>
                <a:lnTo>
                  <a:pt x="207692" y="83565"/>
                </a:lnTo>
                <a:lnTo>
                  <a:pt x="169502" y="97230"/>
                </a:lnTo>
                <a:lnTo>
                  <a:pt x="136016" y="137794"/>
                </a:lnTo>
                <a:lnTo>
                  <a:pt x="144795" y="160657"/>
                </a:lnTo>
                <a:lnTo>
                  <a:pt x="207692" y="192357"/>
                </a:lnTo>
                <a:lnTo>
                  <a:pt x="256920" y="201737"/>
                </a:lnTo>
                <a:lnTo>
                  <a:pt x="314742" y="207165"/>
                </a:lnTo>
                <a:lnTo>
                  <a:pt x="378713" y="208914"/>
                </a:lnTo>
                <a:lnTo>
                  <a:pt x="677133" y="208914"/>
                </a:lnTo>
                <a:lnTo>
                  <a:pt x="663285" y="221008"/>
                </a:lnTo>
                <a:lnTo>
                  <a:pt x="628189" y="239696"/>
                </a:lnTo>
                <a:lnTo>
                  <a:pt x="585467" y="254259"/>
                </a:lnTo>
                <a:lnTo>
                  <a:pt x="536191" y="264935"/>
                </a:lnTo>
                <a:lnTo>
                  <a:pt x="481436" y="271966"/>
                </a:lnTo>
                <a:lnTo>
                  <a:pt x="422274" y="275589"/>
                </a:lnTo>
                <a:lnTo>
                  <a:pt x="422274" y="328040"/>
                </a:lnTo>
                <a:close/>
              </a:path>
              <a:path w="758825" h="752475">
                <a:moveTo>
                  <a:pt x="677133" y="208914"/>
                </a:moveTo>
                <a:lnTo>
                  <a:pt x="378713" y="208914"/>
                </a:lnTo>
                <a:lnTo>
                  <a:pt x="442684" y="207165"/>
                </a:lnTo>
                <a:lnTo>
                  <a:pt x="500506" y="201737"/>
                </a:lnTo>
                <a:lnTo>
                  <a:pt x="549735" y="192357"/>
                </a:lnTo>
                <a:lnTo>
                  <a:pt x="587925" y="178754"/>
                </a:lnTo>
                <a:lnTo>
                  <a:pt x="612631" y="160657"/>
                </a:lnTo>
                <a:lnTo>
                  <a:pt x="621410" y="137794"/>
                </a:lnTo>
                <a:lnTo>
                  <a:pt x="612631" y="115240"/>
                </a:lnTo>
                <a:lnTo>
                  <a:pt x="549735" y="83565"/>
                </a:lnTo>
                <a:lnTo>
                  <a:pt x="500506" y="74050"/>
                </a:lnTo>
                <a:lnTo>
                  <a:pt x="442684" y="68485"/>
                </a:lnTo>
                <a:lnTo>
                  <a:pt x="378713" y="66674"/>
                </a:lnTo>
                <a:lnTo>
                  <a:pt x="676551" y="66674"/>
                </a:lnTo>
                <a:lnTo>
                  <a:pt x="691118" y="79891"/>
                </a:lnTo>
                <a:lnTo>
                  <a:pt x="706685" y="106611"/>
                </a:lnTo>
                <a:lnTo>
                  <a:pt x="712088" y="137794"/>
                </a:lnTo>
                <a:lnTo>
                  <a:pt x="706308" y="170297"/>
                </a:lnTo>
                <a:lnTo>
                  <a:pt x="689683" y="197955"/>
                </a:lnTo>
                <a:lnTo>
                  <a:pt x="677133" y="208914"/>
                </a:lnTo>
                <a:close/>
              </a:path>
              <a:path w="758825" h="752475">
                <a:moveTo>
                  <a:pt x="758316" y="396493"/>
                </a:moveTo>
                <a:lnTo>
                  <a:pt x="0" y="396493"/>
                </a:lnTo>
                <a:lnTo>
                  <a:pt x="0" y="328040"/>
                </a:lnTo>
                <a:lnTo>
                  <a:pt x="758316" y="328040"/>
                </a:lnTo>
                <a:lnTo>
                  <a:pt x="758316" y="396493"/>
                </a:lnTo>
                <a:close/>
              </a:path>
              <a:path w="758825" h="752475">
                <a:moveTo>
                  <a:pt x="719200" y="752093"/>
                </a:moveTo>
                <a:lnTo>
                  <a:pt x="52450" y="752093"/>
                </a:lnTo>
                <a:lnTo>
                  <a:pt x="52450" y="570737"/>
                </a:lnTo>
                <a:lnTo>
                  <a:pt x="619632" y="570737"/>
                </a:lnTo>
                <a:lnTo>
                  <a:pt x="619632" y="517397"/>
                </a:lnTo>
                <a:lnTo>
                  <a:pt x="50672" y="517397"/>
                </a:lnTo>
                <a:lnTo>
                  <a:pt x="50672" y="451611"/>
                </a:lnTo>
                <a:lnTo>
                  <a:pt x="705865" y="451611"/>
                </a:lnTo>
                <a:lnTo>
                  <a:pt x="705865" y="632967"/>
                </a:lnTo>
                <a:lnTo>
                  <a:pt x="138683" y="632967"/>
                </a:lnTo>
                <a:lnTo>
                  <a:pt x="138683" y="686307"/>
                </a:lnTo>
                <a:lnTo>
                  <a:pt x="719200" y="686307"/>
                </a:lnTo>
                <a:lnTo>
                  <a:pt x="719200" y="7520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944161" y="1523010"/>
            <a:ext cx="758825" cy="396875"/>
          </a:xfrm>
          <a:custGeom>
            <a:avLst/>
            <a:gdLst/>
            <a:ahLst/>
            <a:cxnLst/>
            <a:rect l="l" t="t" r="r" b="b"/>
            <a:pathLst>
              <a:path w="758825" h="396875">
                <a:moveTo>
                  <a:pt x="422274" y="328040"/>
                </a:moveTo>
                <a:lnTo>
                  <a:pt x="422274" y="275589"/>
                </a:lnTo>
                <a:lnTo>
                  <a:pt x="481436" y="271966"/>
                </a:lnTo>
                <a:lnTo>
                  <a:pt x="536191" y="264935"/>
                </a:lnTo>
                <a:lnTo>
                  <a:pt x="585467" y="254259"/>
                </a:lnTo>
                <a:lnTo>
                  <a:pt x="628189" y="239696"/>
                </a:lnTo>
                <a:lnTo>
                  <a:pt x="663285" y="221008"/>
                </a:lnTo>
                <a:lnTo>
                  <a:pt x="706308" y="170297"/>
                </a:lnTo>
                <a:lnTo>
                  <a:pt x="712088" y="137794"/>
                </a:lnTo>
                <a:lnTo>
                  <a:pt x="706685" y="106611"/>
                </a:lnTo>
                <a:lnTo>
                  <a:pt x="666354" y="57422"/>
                </a:lnTo>
                <a:lnTo>
                  <a:pt x="593098" y="24389"/>
                </a:lnTo>
                <a:lnTo>
                  <a:pt x="546537" y="13400"/>
                </a:lnTo>
                <a:lnTo>
                  <a:pt x="494642" y="5814"/>
                </a:lnTo>
                <a:lnTo>
                  <a:pt x="438379" y="1418"/>
                </a:lnTo>
                <a:lnTo>
                  <a:pt x="378713" y="0"/>
                </a:lnTo>
                <a:lnTo>
                  <a:pt x="319048" y="1418"/>
                </a:lnTo>
                <a:lnTo>
                  <a:pt x="262785" y="5814"/>
                </a:lnTo>
                <a:lnTo>
                  <a:pt x="210890" y="13400"/>
                </a:lnTo>
                <a:lnTo>
                  <a:pt x="164329" y="24389"/>
                </a:lnTo>
                <a:lnTo>
                  <a:pt x="124068" y="38992"/>
                </a:lnTo>
                <a:lnTo>
                  <a:pt x="66309" y="79891"/>
                </a:lnTo>
                <a:lnTo>
                  <a:pt x="45338" y="137794"/>
                </a:lnTo>
                <a:lnTo>
                  <a:pt x="51119" y="170297"/>
                </a:lnTo>
                <a:lnTo>
                  <a:pt x="94141" y="221008"/>
                </a:lnTo>
                <a:lnTo>
                  <a:pt x="129238" y="239696"/>
                </a:lnTo>
                <a:lnTo>
                  <a:pt x="171960" y="254259"/>
                </a:lnTo>
                <a:lnTo>
                  <a:pt x="221235" y="264935"/>
                </a:lnTo>
                <a:lnTo>
                  <a:pt x="275990" y="271966"/>
                </a:lnTo>
                <a:lnTo>
                  <a:pt x="335152" y="275589"/>
                </a:lnTo>
                <a:lnTo>
                  <a:pt x="335152" y="328040"/>
                </a:lnTo>
                <a:lnTo>
                  <a:pt x="0" y="328040"/>
                </a:lnTo>
                <a:lnTo>
                  <a:pt x="0" y="396493"/>
                </a:lnTo>
                <a:lnTo>
                  <a:pt x="758316" y="396493"/>
                </a:lnTo>
                <a:lnTo>
                  <a:pt x="758316" y="328040"/>
                </a:lnTo>
                <a:lnTo>
                  <a:pt x="422274" y="32804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080179" y="1589685"/>
            <a:ext cx="485775" cy="142240"/>
          </a:xfrm>
          <a:custGeom>
            <a:avLst/>
            <a:gdLst/>
            <a:ahLst/>
            <a:cxnLst/>
            <a:rect l="l" t="t" r="r" b="b"/>
            <a:pathLst>
              <a:path w="485775" h="142239">
                <a:moveTo>
                  <a:pt x="0" y="71119"/>
                </a:moveTo>
                <a:lnTo>
                  <a:pt x="33485" y="30555"/>
                </a:lnTo>
                <a:lnTo>
                  <a:pt x="71675" y="16890"/>
                </a:lnTo>
                <a:lnTo>
                  <a:pt x="120903" y="7375"/>
                </a:lnTo>
                <a:lnTo>
                  <a:pt x="178725" y="1810"/>
                </a:lnTo>
                <a:lnTo>
                  <a:pt x="242696" y="0"/>
                </a:lnTo>
                <a:lnTo>
                  <a:pt x="306667" y="1810"/>
                </a:lnTo>
                <a:lnTo>
                  <a:pt x="364489" y="7375"/>
                </a:lnTo>
                <a:lnTo>
                  <a:pt x="413718" y="16890"/>
                </a:lnTo>
                <a:lnTo>
                  <a:pt x="451908" y="30555"/>
                </a:lnTo>
                <a:lnTo>
                  <a:pt x="485393" y="71119"/>
                </a:lnTo>
                <a:lnTo>
                  <a:pt x="476614" y="93982"/>
                </a:lnTo>
                <a:lnTo>
                  <a:pt x="413718" y="125682"/>
                </a:lnTo>
                <a:lnTo>
                  <a:pt x="364489" y="135062"/>
                </a:lnTo>
                <a:lnTo>
                  <a:pt x="306667" y="140490"/>
                </a:lnTo>
                <a:lnTo>
                  <a:pt x="242696" y="142239"/>
                </a:lnTo>
                <a:lnTo>
                  <a:pt x="178725" y="140490"/>
                </a:lnTo>
                <a:lnTo>
                  <a:pt x="120903" y="135062"/>
                </a:lnTo>
                <a:lnTo>
                  <a:pt x="71675" y="125682"/>
                </a:lnTo>
                <a:lnTo>
                  <a:pt x="33485" y="112079"/>
                </a:lnTo>
                <a:lnTo>
                  <a:pt x="0" y="71119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994834" y="1974621"/>
            <a:ext cx="668655" cy="300990"/>
          </a:xfrm>
          <a:custGeom>
            <a:avLst/>
            <a:gdLst/>
            <a:ahLst/>
            <a:cxnLst/>
            <a:rect l="l" t="t" r="r" b="b"/>
            <a:pathLst>
              <a:path w="668654" h="300989">
                <a:moveTo>
                  <a:pt x="88010" y="181355"/>
                </a:moveTo>
                <a:lnTo>
                  <a:pt x="655192" y="181355"/>
                </a:lnTo>
                <a:lnTo>
                  <a:pt x="655192" y="0"/>
                </a:lnTo>
                <a:lnTo>
                  <a:pt x="0" y="0"/>
                </a:lnTo>
                <a:lnTo>
                  <a:pt x="0" y="65785"/>
                </a:lnTo>
                <a:lnTo>
                  <a:pt x="568959" y="65785"/>
                </a:lnTo>
                <a:lnTo>
                  <a:pt x="568959" y="119125"/>
                </a:lnTo>
                <a:lnTo>
                  <a:pt x="1777" y="119125"/>
                </a:lnTo>
                <a:lnTo>
                  <a:pt x="1777" y="300481"/>
                </a:lnTo>
                <a:lnTo>
                  <a:pt x="668527" y="300481"/>
                </a:lnTo>
                <a:lnTo>
                  <a:pt x="668527" y="234695"/>
                </a:lnTo>
                <a:lnTo>
                  <a:pt x="88010" y="234695"/>
                </a:lnTo>
                <a:lnTo>
                  <a:pt x="88010" y="18135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074582" y="1525677"/>
            <a:ext cx="767715" cy="749935"/>
          </a:xfrm>
          <a:custGeom>
            <a:avLst/>
            <a:gdLst/>
            <a:ahLst/>
            <a:cxnLst/>
            <a:rect l="l" t="t" r="r" b="b"/>
            <a:pathLst>
              <a:path w="767715" h="749935">
                <a:moveTo>
                  <a:pt x="660526" y="388492"/>
                </a:moveTo>
                <a:lnTo>
                  <a:pt x="572515" y="388492"/>
                </a:lnTo>
                <a:lnTo>
                  <a:pt x="572515" y="0"/>
                </a:lnTo>
                <a:lnTo>
                  <a:pt x="660526" y="0"/>
                </a:lnTo>
                <a:lnTo>
                  <a:pt x="660526" y="143128"/>
                </a:lnTo>
                <a:lnTo>
                  <a:pt x="767206" y="143128"/>
                </a:lnTo>
                <a:lnTo>
                  <a:pt x="767206" y="219582"/>
                </a:lnTo>
                <a:lnTo>
                  <a:pt x="660526" y="219582"/>
                </a:lnTo>
                <a:lnTo>
                  <a:pt x="660526" y="388492"/>
                </a:lnTo>
                <a:close/>
              </a:path>
              <a:path w="767715" h="749935">
                <a:moveTo>
                  <a:pt x="271144" y="368045"/>
                </a:moveTo>
                <a:lnTo>
                  <a:pt x="0" y="368045"/>
                </a:lnTo>
                <a:lnTo>
                  <a:pt x="0" y="18669"/>
                </a:lnTo>
                <a:lnTo>
                  <a:pt x="463168" y="18669"/>
                </a:lnTo>
                <a:lnTo>
                  <a:pt x="463168" y="84454"/>
                </a:lnTo>
                <a:lnTo>
                  <a:pt x="87121" y="84454"/>
                </a:lnTo>
                <a:lnTo>
                  <a:pt x="87121" y="160908"/>
                </a:lnTo>
                <a:lnTo>
                  <a:pt x="448055" y="160908"/>
                </a:lnTo>
                <a:lnTo>
                  <a:pt x="448055" y="224027"/>
                </a:lnTo>
                <a:lnTo>
                  <a:pt x="87121" y="224027"/>
                </a:lnTo>
                <a:lnTo>
                  <a:pt x="87121" y="302259"/>
                </a:lnTo>
                <a:lnTo>
                  <a:pt x="517397" y="302259"/>
                </a:lnTo>
                <a:lnTo>
                  <a:pt x="517397" y="335152"/>
                </a:lnTo>
                <a:lnTo>
                  <a:pt x="484021" y="346425"/>
                </a:lnTo>
                <a:lnTo>
                  <a:pt x="441342" y="355564"/>
                </a:lnTo>
                <a:lnTo>
                  <a:pt x="390726" y="362356"/>
                </a:lnTo>
                <a:lnTo>
                  <a:pt x="333538" y="366587"/>
                </a:lnTo>
                <a:lnTo>
                  <a:pt x="271144" y="368045"/>
                </a:lnTo>
                <a:close/>
              </a:path>
              <a:path w="767715" h="749935">
                <a:moveTo>
                  <a:pt x="517397" y="302259"/>
                </a:moveTo>
                <a:lnTo>
                  <a:pt x="278256" y="302259"/>
                </a:lnTo>
                <a:lnTo>
                  <a:pt x="338033" y="300801"/>
                </a:lnTo>
                <a:lnTo>
                  <a:pt x="392902" y="296570"/>
                </a:lnTo>
                <a:lnTo>
                  <a:pt x="441797" y="289778"/>
                </a:lnTo>
                <a:lnTo>
                  <a:pt x="483651" y="280639"/>
                </a:lnTo>
                <a:lnTo>
                  <a:pt x="517397" y="269366"/>
                </a:lnTo>
                <a:lnTo>
                  <a:pt x="517397" y="302259"/>
                </a:lnTo>
                <a:close/>
              </a:path>
              <a:path w="767715" h="749935">
                <a:moveTo>
                  <a:pt x="679195" y="749426"/>
                </a:moveTo>
                <a:lnTo>
                  <a:pt x="26669" y="749426"/>
                </a:lnTo>
                <a:lnTo>
                  <a:pt x="26669" y="558291"/>
                </a:lnTo>
                <a:lnTo>
                  <a:pt x="574293" y="558291"/>
                </a:lnTo>
                <a:lnTo>
                  <a:pt x="574293" y="496061"/>
                </a:lnTo>
                <a:lnTo>
                  <a:pt x="24891" y="496061"/>
                </a:lnTo>
                <a:lnTo>
                  <a:pt x="24891" y="430275"/>
                </a:lnTo>
                <a:lnTo>
                  <a:pt x="660526" y="430275"/>
                </a:lnTo>
                <a:lnTo>
                  <a:pt x="660526" y="620521"/>
                </a:lnTo>
                <a:lnTo>
                  <a:pt x="112902" y="620521"/>
                </a:lnTo>
                <a:lnTo>
                  <a:pt x="112902" y="683640"/>
                </a:lnTo>
                <a:lnTo>
                  <a:pt x="679195" y="683640"/>
                </a:lnTo>
                <a:lnTo>
                  <a:pt x="679195" y="749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647098" y="1525677"/>
            <a:ext cx="194945" cy="388620"/>
          </a:xfrm>
          <a:custGeom>
            <a:avLst/>
            <a:gdLst/>
            <a:ahLst/>
            <a:cxnLst/>
            <a:rect l="l" t="t" r="r" b="b"/>
            <a:pathLst>
              <a:path w="194945" h="388619">
                <a:moveTo>
                  <a:pt x="88010" y="143128"/>
                </a:moveTo>
                <a:lnTo>
                  <a:pt x="88010" y="0"/>
                </a:lnTo>
                <a:lnTo>
                  <a:pt x="0" y="0"/>
                </a:lnTo>
                <a:lnTo>
                  <a:pt x="0" y="388492"/>
                </a:lnTo>
                <a:lnTo>
                  <a:pt x="88010" y="388492"/>
                </a:lnTo>
                <a:lnTo>
                  <a:pt x="88010" y="219582"/>
                </a:lnTo>
                <a:lnTo>
                  <a:pt x="194690" y="219582"/>
                </a:lnTo>
                <a:lnTo>
                  <a:pt x="194690" y="143128"/>
                </a:lnTo>
                <a:lnTo>
                  <a:pt x="88010" y="143128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0074582" y="1544346"/>
            <a:ext cx="517525" cy="349885"/>
          </a:xfrm>
          <a:custGeom>
            <a:avLst/>
            <a:gdLst/>
            <a:ahLst/>
            <a:cxnLst/>
            <a:rect l="l" t="t" r="r" b="b"/>
            <a:pathLst>
              <a:path w="517525" h="349885">
                <a:moveTo>
                  <a:pt x="517397" y="316483"/>
                </a:moveTo>
                <a:lnTo>
                  <a:pt x="517397" y="250697"/>
                </a:lnTo>
                <a:lnTo>
                  <a:pt x="483651" y="261970"/>
                </a:lnTo>
                <a:lnTo>
                  <a:pt x="441797" y="271109"/>
                </a:lnTo>
                <a:lnTo>
                  <a:pt x="392902" y="277901"/>
                </a:lnTo>
                <a:lnTo>
                  <a:pt x="338033" y="282132"/>
                </a:lnTo>
                <a:lnTo>
                  <a:pt x="278256" y="283590"/>
                </a:lnTo>
                <a:lnTo>
                  <a:pt x="87121" y="283590"/>
                </a:lnTo>
                <a:lnTo>
                  <a:pt x="87121" y="205358"/>
                </a:lnTo>
                <a:lnTo>
                  <a:pt x="448055" y="205358"/>
                </a:lnTo>
                <a:lnTo>
                  <a:pt x="448055" y="142239"/>
                </a:lnTo>
                <a:lnTo>
                  <a:pt x="87121" y="142239"/>
                </a:lnTo>
                <a:lnTo>
                  <a:pt x="87121" y="65785"/>
                </a:lnTo>
                <a:lnTo>
                  <a:pt x="463168" y="65785"/>
                </a:lnTo>
                <a:lnTo>
                  <a:pt x="463168" y="0"/>
                </a:lnTo>
                <a:lnTo>
                  <a:pt x="0" y="0"/>
                </a:lnTo>
                <a:lnTo>
                  <a:pt x="0" y="349376"/>
                </a:lnTo>
                <a:lnTo>
                  <a:pt x="271144" y="349376"/>
                </a:lnTo>
                <a:lnTo>
                  <a:pt x="333538" y="347918"/>
                </a:lnTo>
                <a:lnTo>
                  <a:pt x="390726" y="343687"/>
                </a:lnTo>
                <a:lnTo>
                  <a:pt x="441342" y="336895"/>
                </a:lnTo>
                <a:lnTo>
                  <a:pt x="484021" y="327756"/>
                </a:lnTo>
                <a:lnTo>
                  <a:pt x="517397" y="316483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0099474" y="1955952"/>
            <a:ext cx="654685" cy="319405"/>
          </a:xfrm>
          <a:custGeom>
            <a:avLst/>
            <a:gdLst/>
            <a:ahLst/>
            <a:cxnLst/>
            <a:rect l="l" t="t" r="r" b="b"/>
            <a:pathLst>
              <a:path w="654684" h="319405">
                <a:moveTo>
                  <a:pt x="88010" y="190245"/>
                </a:moveTo>
                <a:lnTo>
                  <a:pt x="635634" y="190245"/>
                </a:lnTo>
                <a:lnTo>
                  <a:pt x="635634" y="0"/>
                </a:lnTo>
                <a:lnTo>
                  <a:pt x="0" y="0"/>
                </a:lnTo>
                <a:lnTo>
                  <a:pt x="0" y="65785"/>
                </a:lnTo>
                <a:lnTo>
                  <a:pt x="549401" y="65785"/>
                </a:lnTo>
                <a:lnTo>
                  <a:pt x="549401" y="128015"/>
                </a:lnTo>
                <a:lnTo>
                  <a:pt x="1778" y="128015"/>
                </a:lnTo>
                <a:lnTo>
                  <a:pt x="1778" y="319150"/>
                </a:lnTo>
                <a:lnTo>
                  <a:pt x="654303" y="319150"/>
                </a:lnTo>
                <a:lnTo>
                  <a:pt x="654303" y="253364"/>
                </a:lnTo>
                <a:lnTo>
                  <a:pt x="88010" y="253364"/>
                </a:lnTo>
                <a:lnTo>
                  <a:pt x="88010" y="19024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0903130" y="1520343"/>
            <a:ext cx="758825" cy="782320"/>
          </a:xfrm>
          <a:custGeom>
            <a:avLst/>
            <a:gdLst/>
            <a:ahLst/>
            <a:cxnLst/>
            <a:rect l="l" t="t" r="r" b="b"/>
            <a:pathLst>
              <a:path w="758825" h="782319">
                <a:moveTo>
                  <a:pt x="17779" y="408050"/>
                </a:moveTo>
                <a:lnTo>
                  <a:pt x="17779" y="324484"/>
                </a:lnTo>
                <a:lnTo>
                  <a:pt x="62086" y="321175"/>
                </a:lnTo>
                <a:lnTo>
                  <a:pt x="105442" y="311101"/>
                </a:lnTo>
                <a:lnTo>
                  <a:pt x="147340" y="294771"/>
                </a:lnTo>
                <a:lnTo>
                  <a:pt x="187271" y="272694"/>
                </a:lnTo>
                <a:lnTo>
                  <a:pt x="224724" y="245379"/>
                </a:lnTo>
                <a:lnTo>
                  <a:pt x="259192" y="213336"/>
                </a:lnTo>
                <a:lnTo>
                  <a:pt x="290165" y="177073"/>
                </a:lnTo>
                <a:lnTo>
                  <a:pt x="317135" y="137098"/>
                </a:lnTo>
                <a:lnTo>
                  <a:pt x="339593" y="93922"/>
                </a:lnTo>
                <a:lnTo>
                  <a:pt x="357029" y="48053"/>
                </a:lnTo>
                <a:lnTo>
                  <a:pt x="368934" y="0"/>
                </a:lnTo>
                <a:lnTo>
                  <a:pt x="459612" y="14223"/>
                </a:lnTo>
                <a:lnTo>
                  <a:pt x="451639" y="50520"/>
                </a:lnTo>
                <a:lnTo>
                  <a:pt x="441166" y="85899"/>
                </a:lnTo>
                <a:lnTo>
                  <a:pt x="428358" y="120112"/>
                </a:lnTo>
                <a:lnTo>
                  <a:pt x="413384" y="152907"/>
                </a:lnTo>
                <a:lnTo>
                  <a:pt x="535199" y="220471"/>
                </a:lnTo>
                <a:lnTo>
                  <a:pt x="370712" y="220471"/>
                </a:lnTo>
                <a:lnTo>
                  <a:pt x="336988" y="261421"/>
                </a:lnTo>
                <a:lnTo>
                  <a:pt x="299440" y="298037"/>
                </a:lnTo>
                <a:lnTo>
                  <a:pt x="258495" y="329985"/>
                </a:lnTo>
                <a:lnTo>
                  <a:pt x="214582" y="356933"/>
                </a:lnTo>
                <a:lnTo>
                  <a:pt x="168126" y="378547"/>
                </a:lnTo>
                <a:lnTo>
                  <a:pt x="119556" y="394493"/>
                </a:lnTo>
                <a:lnTo>
                  <a:pt x="69298" y="404439"/>
                </a:lnTo>
                <a:lnTo>
                  <a:pt x="17779" y="408050"/>
                </a:lnTo>
                <a:close/>
              </a:path>
              <a:path w="758825" h="782319">
                <a:moveTo>
                  <a:pt x="697864" y="407161"/>
                </a:moveTo>
                <a:lnTo>
                  <a:pt x="370712" y="220471"/>
                </a:lnTo>
                <a:lnTo>
                  <a:pt x="535199" y="220471"/>
                </a:lnTo>
                <a:lnTo>
                  <a:pt x="738758" y="333374"/>
                </a:lnTo>
                <a:lnTo>
                  <a:pt x="697864" y="407161"/>
                </a:lnTo>
                <a:close/>
              </a:path>
              <a:path w="758825" h="782319">
                <a:moveTo>
                  <a:pt x="758316" y="569848"/>
                </a:moveTo>
                <a:lnTo>
                  <a:pt x="0" y="569848"/>
                </a:lnTo>
                <a:lnTo>
                  <a:pt x="0" y="488060"/>
                </a:lnTo>
                <a:lnTo>
                  <a:pt x="758316" y="488060"/>
                </a:lnTo>
                <a:lnTo>
                  <a:pt x="758316" y="569848"/>
                </a:lnTo>
                <a:close/>
              </a:path>
              <a:path w="758825" h="782319">
                <a:moveTo>
                  <a:pt x="423163" y="782319"/>
                </a:moveTo>
                <a:lnTo>
                  <a:pt x="333374" y="782319"/>
                </a:lnTo>
                <a:lnTo>
                  <a:pt x="333374" y="569848"/>
                </a:lnTo>
                <a:lnTo>
                  <a:pt x="423163" y="569848"/>
                </a:lnTo>
                <a:lnTo>
                  <a:pt x="423163" y="782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0920910" y="1520343"/>
            <a:ext cx="721360" cy="408305"/>
          </a:xfrm>
          <a:custGeom>
            <a:avLst/>
            <a:gdLst/>
            <a:ahLst/>
            <a:cxnLst/>
            <a:rect l="l" t="t" r="r" b="b"/>
            <a:pathLst>
              <a:path w="721359" h="408305">
                <a:moveTo>
                  <a:pt x="352932" y="220471"/>
                </a:moveTo>
                <a:lnTo>
                  <a:pt x="680084" y="407161"/>
                </a:lnTo>
                <a:lnTo>
                  <a:pt x="720978" y="333374"/>
                </a:lnTo>
                <a:lnTo>
                  <a:pt x="395604" y="152907"/>
                </a:lnTo>
                <a:lnTo>
                  <a:pt x="410578" y="120112"/>
                </a:lnTo>
                <a:lnTo>
                  <a:pt x="423386" y="85899"/>
                </a:lnTo>
                <a:lnTo>
                  <a:pt x="433859" y="50520"/>
                </a:lnTo>
                <a:lnTo>
                  <a:pt x="441832" y="14223"/>
                </a:lnTo>
                <a:lnTo>
                  <a:pt x="351154" y="0"/>
                </a:lnTo>
                <a:lnTo>
                  <a:pt x="339249" y="48053"/>
                </a:lnTo>
                <a:lnTo>
                  <a:pt x="321813" y="93922"/>
                </a:lnTo>
                <a:lnTo>
                  <a:pt x="299355" y="137098"/>
                </a:lnTo>
                <a:lnTo>
                  <a:pt x="272385" y="177073"/>
                </a:lnTo>
                <a:lnTo>
                  <a:pt x="241412" y="213336"/>
                </a:lnTo>
                <a:lnTo>
                  <a:pt x="206944" y="245379"/>
                </a:lnTo>
                <a:lnTo>
                  <a:pt x="169491" y="272694"/>
                </a:lnTo>
                <a:lnTo>
                  <a:pt x="129560" y="294771"/>
                </a:lnTo>
                <a:lnTo>
                  <a:pt x="87662" y="311101"/>
                </a:lnTo>
                <a:lnTo>
                  <a:pt x="44306" y="321175"/>
                </a:lnTo>
                <a:lnTo>
                  <a:pt x="0" y="324484"/>
                </a:lnTo>
                <a:lnTo>
                  <a:pt x="0" y="408050"/>
                </a:lnTo>
                <a:lnTo>
                  <a:pt x="51518" y="404439"/>
                </a:lnTo>
                <a:lnTo>
                  <a:pt x="101776" y="394493"/>
                </a:lnTo>
                <a:lnTo>
                  <a:pt x="150346" y="378547"/>
                </a:lnTo>
                <a:lnTo>
                  <a:pt x="196802" y="356933"/>
                </a:lnTo>
                <a:lnTo>
                  <a:pt x="240715" y="329985"/>
                </a:lnTo>
                <a:lnTo>
                  <a:pt x="281660" y="298037"/>
                </a:lnTo>
                <a:lnTo>
                  <a:pt x="319208" y="261421"/>
                </a:lnTo>
                <a:lnTo>
                  <a:pt x="352932" y="220471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903130" y="2008403"/>
            <a:ext cx="758825" cy="294640"/>
          </a:xfrm>
          <a:custGeom>
            <a:avLst/>
            <a:gdLst/>
            <a:ahLst/>
            <a:cxnLst/>
            <a:rect l="l" t="t" r="r" b="b"/>
            <a:pathLst>
              <a:path w="758825" h="294639">
                <a:moveTo>
                  <a:pt x="758316" y="0"/>
                </a:moveTo>
                <a:lnTo>
                  <a:pt x="0" y="0"/>
                </a:lnTo>
                <a:lnTo>
                  <a:pt x="0" y="81787"/>
                </a:lnTo>
                <a:lnTo>
                  <a:pt x="333374" y="81787"/>
                </a:lnTo>
                <a:lnTo>
                  <a:pt x="333374" y="294258"/>
                </a:lnTo>
                <a:lnTo>
                  <a:pt x="423163" y="294258"/>
                </a:lnTo>
                <a:lnTo>
                  <a:pt x="423163" y="81787"/>
                </a:lnTo>
                <a:lnTo>
                  <a:pt x="758316" y="81787"/>
                </a:lnTo>
                <a:lnTo>
                  <a:pt x="758316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007235" y="1534567"/>
            <a:ext cx="758825" cy="751205"/>
          </a:xfrm>
          <a:custGeom>
            <a:avLst/>
            <a:gdLst/>
            <a:ahLst/>
            <a:cxnLst/>
            <a:rect l="l" t="t" r="r" b="b"/>
            <a:pathLst>
              <a:path w="758825" h="751205">
                <a:moveTo>
                  <a:pt x="702309" y="257809"/>
                </a:moveTo>
                <a:lnTo>
                  <a:pt x="614298" y="257809"/>
                </a:lnTo>
                <a:lnTo>
                  <a:pt x="614298" y="74675"/>
                </a:lnTo>
                <a:lnTo>
                  <a:pt x="50672" y="74675"/>
                </a:lnTo>
                <a:lnTo>
                  <a:pt x="50672" y="0"/>
                </a:lnTo>
                <a:lnTo>
                  <a:pt x="702309" y="0"/>
                </a:lnTo>
                <a:lnTo>
                  <a:pt x="702309" y="257809"/>
                </a:lnTo>
                <a:close/>
              </a:path>
              <a:path w="758825" h="751205">
                <a:moveTo>
                  <a:pt x="373379" y="311149"/>
                </a:moveTo>
                <a:lnTo>
                  <a:pt x="284479" y="311149"/>
                </a:lnTo>
                <a:lnTo>
                  <a:pt x="284479" y="162686"/>
                </a:lnTo>
                <a:lnTo>
                  <a:pt x="373379" y="162686"/>
                </a:lnTo>
                <a:lnTo>
                  <a:pt x="373379" y="311149"/>
                </a:lnTo>
                <a:close/>
              </a:path>
              <a:path w="758825" h="751205">
                <a:moveTo>
                  <a:pt x="758316" y="384047"/>
                </a:moveTo>
                <a:lnTo>
                  <a:pt x="0" y="384047"/>
                </a:lnTo>
                <a:lnTo>
                  <a:pt x="0" y="311149"/>
                </a:lnTo>
                <a:lnTo>
                  <a:pt x="758316" y="311149"/>
                </a:lnTo>
                <a:lnTo>
                  <a:pt x="758316" y="384047"/>
                </a:lnTo>
                <a:close/>
              </a:path>
              <a:path w="758825" h="751205">
                <a:moveTo>
                  <a:pt x="378713" y="751204"/>
                </a:moveTo>
                <a:lnTo>
                  <a:pt x="319516" y="749625"/>
                </a:lnTo>
                <a:lnTo>
                  <a:pt x="263502" y="744761"/>
                </a:lnTo>
                <a:lnTo>
                  <a:pt x="211680" y="736421"/>
                </a:lnTo>
                <a:lnTo>
                  <a:pt x="165061" y="724415"/>
                </a:lnTo>
                <a:lnTo>
                  <a:pt x="124653" y="708553"/>
                </a:lnTo>
                <a:lnTo>
                  <a:pt x="91468" y="688645"/>
                </a:lnTo>
                <a:lnTo>
                  <a:pt x="50801" y="635929"/>
                </a:lnTo>
                <a:lnTo>
                  <a:pt x="45338" y="602741"/>
                </a:lnTo>
                <a:lnTo>
                  <a:pt x="50801" y="568881"/>
                </a:lnTo>
                <a:lnTo>
                  <a:pt x="91468" y="515883"/>
                </a:lnTo>
                <a:lnTo>
                  <a:pt x="124653" y="496203"/>
                </a:lnTo>
                <a:lnTo>
                  <a:pt x="165061" y="480708"/>
                </a:lnTo>
                <a:lnTo>
                  <a:pt x="211680" y="469128"/>
                </a:lnTo>
                <a:lnTo>
                  <a:pt x="263502" y="461192"/>
                </a:lnTo>
                <a:lnTo>
                  <a:pt x="319516" y="456628"/>
                </a:lnTo>
                <a:lnTo>
                  <a:pt x="378713" y="455167"/>
                </a:lnTo>
                <a:lnTo>
                  <a:pt x="437911" y="456745"/>
                </a:lnTo>
                <a:lnTo>
                  <a:pt x="493925" y="461601"/>
                </a:lnTo>
                <a:lnTo>
                  <a:pt x="545747" y="469918"/>
                </a:lnTo>
                <a:lnTo>
                  <a:pt x="592366" y="481879"/>
                </a:lnTo>
                <a:lnTo>
                  <a:pt x="632773" y="497666"/>
                </a:lnTo>
                <a:lnTo>
                  <a:pt x="665959" y="517463"/>
                </a:lnTo>
                <a:lnTo>
                  <a:pt x="674213" y="525398"/>
                </a:lnTo>
                <a:lnTo>
                  <a:pt x="378713" y="525398"/>
                </a:lnTo>
                <a:lnTo>
                  <a:pt x="318270" y="527238"/>
                </a:lnTo>
                <a:lnTo>
                  <a:pt x="261728" y="533004"/>
                </a:lnTo>
                <a:lnTo>
                  <a:pt x="212248" y="543067"/>
                </a:lnTo>
                <a:lnTo>
                  <a:pt x="172992" y="557797"/>
                </a:lnTo>
                <a:lnTo>
                  <a:pt x="137794" y="602741"/>
                </a:lnTo>
                <a:lnTo>
                  <a:pt x="147121" y="627366"/>
                </a:lnTo>
                <a:lnTo>
                  <a:pt x="212248" y="662193"/>
                </a:lnTo>
                <a:lnTo>
                  <a:pt x="261728" y="672742"/>
                </a:lnTo>
                <a:lnTo>
                  <a:pt x="318270" y="678944"/>
                </a:lnTo>
                <a:lnTo>
                  <a:pt x="378713" y="680973"/>
                </a:lnTo>
                <a:lnTo>
                  <a:pt x="673888" y="680973"/>
                </a:lnTo>
                <a:lnTo>
                  <a:pt x="665959" y="688645"/>
                </a:lnTo>
                <a:lnTo>
                  <a:pt x="632773" y="708553"/>
                </a:lnTo>
                <a:lnTo>
                  <a:pt x="592366" y="724415"/>
                </a:lnTo>
                <a:lnTo>
                  <a:pt x="545747" y="736421"/>
                </a:lnTo>
                <a:lnTo>
                  <a:pt x="493925" y="744761"/>
                </a:lnTo>
                <a:lnTo>
                  <a:pt x="437911" y="749625"/>
                </a:lnTo>
                <a:lnTo>
                  <a:pt x="378713" y="751204"/>
                </a:lnTo>
                <a:close/>
              </a:path>
              <a:path w="758825" h="751205">
                <a:moveTo>
                  <a:pt x="673888" y="680973"/>
                </a:moveTo>
                <a:lnTo>
                  <a:pt x="378713" y="680973"/>
                </a:lnTo>
                <a:lnTo>
                  <a:pt x="439157" y="678944"/>
                </a:lnTo>
                <a:lnTo>
                  <a:pt x="495699" y="672742"/>
                </a:lnTo>
                <a:lnTo>
                  <a:pt x="545179" y="662193"/>
                </a:lnTo>
                <a:lnTo>
                  <a:pt x="584434" y="647125"/>
                </a:lnTo>
                <a:lnTo>
                  <a:pt x="610306" y="627366"/>
                </a:lnTo>
                <a:lnTo>
                  <a:pt x="619632" y="602741"/>
                </a:lnTo>
                <a:lnTo>
                  <a:pt x="610306" y="578491"/>
                </a:lnTo>
                <a:lnTo>
                  <a:pt x="545179" y="544067"/>
                </a:lnTo>
                <a:lnTo>
                  <a:pt x="495699" y="533597"/>
                </a:lnTo>
                <a:lnTo>
                  <a:pt x="439157" y="527423"/>
                </a:lnTo>
                <a:lnTo>
                  <a:pt x="378713" y="525398"/>
                </a:lnTo>
                <a:lnTo>
                  <a:pt x="674213" y="525398"/>
                </a:lnTo>
                <a:lnTo>
                  <a:pt x="690913" y="541453"/>
                </a:lnTo>
                <a:lnTo>
                  <a:pt x="706626" y="569818"/>
                </a:lnTo>
                <a:lnTo>
                  <a:pt x="712088" y="602741"/>
                </a:lnTo>
                <a:lnTo>
                  <a:pt x="706626" y="635929"/>
                </a:lnTo>
                <a:lnTo>
                  <a:pt x="690913" y="664501"/>
                </a:lnTo>
                <a:lnTo>
                  <a:pt x="673888" y="680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2057908" y="1534567"/>
            <a:ext cx="652145" cy="257810"/>
          </a:xfrm>
          <a:custGeom>
            <a:avLst/>
            <a:gdLst/>
            <a:ahLst/>
            <a:cxnLst/>
            <a:rect l="l" t="t" r="r" b="b"/>
            <a:pathLst>
              <a:path w="652145" h="257810">
                <a:moveTo>
                  <a:pt x="563625" y="257809"/>
                </a:moveTo>
                <a:lnTo>
                  <a:pt x="651636" y="257809"/>
                </a:lnTo>
                <a:lnTo>
                  <a:pt x="651636" y="0"/>
                </a:lnTo>
                <a:lnTo>
                  <a:pt x="0" y="0"/>
                </a:lnTo>
                <a:lnTo>
                  <a:pt x="0" y="74675"/>
                </a:lnTo>
                <a:lnTo>
                  <a:pt x="563625" y="74675"/>
                </a:lnTo>
                <a:lnTo>
                  <a:pt x="563625" y="257809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2007234" y="1697253"/>
            <a:ext cx="758825" cy="221615"/>
          </a:xfrm>
          <a:custGeom>
            <a:avLst/>
            <a:gdLst/>
            <a:ahLst/>
            <a:cxnLst/>
            <a:rect l="l" t="t" r="r" b="b"/>
            <a:pathLst>
              <a:path w="758825" h="221614">
                <a:moveTo>
                  <a:pt x="373379" y="148462"/>
                </a:moveTo>
                <a:lnTo>
                  <a:pt x="373379" y="0"/>
                </a:lnTo>
                <a:lnTo>
                  <a:pt x="284479" y="0"/>
                </a:lnTo>
                <a:lnTo>
                  <a:pt x="284479" y="148462"/>
                </a:lnTo>
                <a:lnTo>
                  <a:pt x="0" y="148462"/>
                </a:lnTo>
                <a:lnTo>
                  <a:pt x="0" y="221360"/>
                </a:lnTo>
                <a:lnTo>
                  <a:pt x="758316" y="221360"/>
                </a:lnTo>
                <a:lnTo>
                  <a:pt x="758316" y="148462"/>
                </a:lnTo>
                <a:lnTo>
                  <a:pt x="373379" y="148462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2052573" y="1989734"/>
            <a:ext cx="666750" cy="296545"/>
          </a:xfrm>
          <a:custGeom>
            <a:avLst/>
            <a:gdLst/>
            <a:ahLst/>
            <a:cxnLst/>
            <a:rect l="l" t="t" r="r" b="b"/>
            <a:pathLst>
              <a:path w="666750" h="296544">
                <a:moveTo>
                  <a:pt x="333374" y="0"/>
                </a:moveTo>
                <a:lnTo>
                  <a:pt x="274177" y="1460"/>
                </a:lnTo>
                <a:lnTo>
                  <a:pt x="218163" y="6024"/>
                </a:lnTo>
                <a:lnTo>
                  <a:pt x="166341" y="13960"/>
                </a:lnTo>
                <a:lnTo>
                  <a:pt x="119722" y="25540"/>
                </a:lnTo>
                <a:lnTo>
                  <a:pt x="79314" y="41035"/>
                </a:lnTo>
                <a:lnTo>
                  <a:pt x="46129" y="60715"/>
                </a:lnTo>
                <a:lnTo>
                  <a:pt x="5462" y="113713"/>
                </a:lnTo>
                <a:lnTo>
                  <a:pt x="0" y="147573"/>
                </a:lnTo>
                <a:lnTo>
                  <a:pt x="5462" y="180762"/>
                </a:lnTo>
                <a:lnTo>
                  <a:pt x="46129" y="233477"/>
                </a:lnTo>
                <a:lnTo>
                  <a:pt x="79314" y="253385"/>
                </a:lnTo>
                <a:lnTo>
                  <a:pt x="119722" y="269247"/>
                </a:lnTo>
                <a:lnTo>
                  <a:pt x="166341" y="281253"/>
                </a:lnTo>
                <a:lnTo>
                  <a:pt x="218163" y="289593"/>
                </a:lnTo>
                <a:lnTo>
                  <a:pt x="274177" y="294457"/>
                </a:lnTo>
                <a:lnTo>
                  <a:pt x="333374" y="296036"/>
                </a:lnTo>
                <a:lnTo>
                  <a:pt x="392572" y="294457"/>
                </a:lnTo>
                <a:lnTo>
                  <a:pt x="448586" y="289593"/>
                </a:lnTo>
                <a:lnTo>
                  <a:pt x="500408" y="281253"/>
                </a:lnTo>
                <a:lnTo>
                  <a:pt x="547027" y="269247"/>
                </a:lnTo>
                <a:lnTo>
                  <a:pt x="587434" y="253385"/>
                </a:lnTo>
                <a:lnTo>
                  <a:pt x="620620" y="233477"/>
                </a:lnTo>
                <a:lnTo>
                  <a:pt x="661287" y="180762"/>
                </a:lnTo>
                <a:lnTo>
                  <a:pt x="666749" y="147573"/>
                </a:lnTo>
                <a:lnTo>
                  <a:pt x="661287" y="114650"/>
                </a:lnTo>
                <a:lnTo>
                  <a:pt x="620620" y="62295"/>
                </a:lnTo>
                <a:lnTo>
                  <a:pt x="587434" y="42498"/>
                </a:lnTo>
                <a:lnTo>
                  <a:pt x="547027" y="26711"/>
                </a:lnTo>
                <a:lnTo>
                  <a:pt x="500408" y="14750"/>
                </a:lnTo>
                <a:lnTo>
                  <a:pt x="448586" y="6433"/>
                </a:lnTo>
                <a:lnTo>
                  <a:pt x="392572" y="1578"/>
                </a:lnTo>
                <a:lnTo>
                  <a:pt x="333374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2145029" y="2059965"/>
            <a:ext cx="481965" cy="155575"/>
          </a:xfrm>
          <a:custGeom>
            <a:avLst/>
            <a:gdLst/>
            <a:ahLst/>
            <a:cxnLst/>
            <a:rect l="l" t="t" r="r" b="b"/>
            <a:pathLst>
              <a:path w="481965" h="155575">
                <a:moveTo>
                  <a:pt x="240918" y="155574"/>
                </a:moveTo>
                <a:lnTo>
                  <a:pt x="180475" y="153545"/>
                </a:lnTo>
                <a:lnTo>
                  <a:pt x="123933" y="147343"/>
                </a:lnTo>
                <a:lnTo>
                  <a:pt x="74453" y="136794"/>
                </a:lnTo>
                <a:lnTo>
                  <a:pt x="35197" y="121727"/>
                </a:lnTo>
                <a:lnTo>
                  <a:pt x="0" y="77342"/>
                </a:lnTo>
                <a:lnTo>
                  <a:pt x="9326" y="52166"/>
                </a:lnTo>
                <a:lnTo>
                  <a:pt x="74453" y="17668"/>
                </a:lnTo>
                <a:lnTo>
                  <a:pt x="123933" y="7605"/>
                </a:lnTo>
                <a:lnTo>
                  <a:pt x="180475" y="1839"/>
                </a:lnTo>
                <a:lnTo>
                  <a:pt x="240918" y="0"/>
                </a:lnTo>
                <a:lnTo>
                  <a:pt x="301362" y="2024"/>
                </a:lnTo>
                <a:lnTo>
                  <a:pt x="357904" y="8198"/>
                </a:lnTo>
                <a:lnTo>
                  <a:pt x="407384" y="18668"/>
                </a:lnTo>
                <a:lnTo>
                  <a:pt x="446640" y="33584"/>
                </a:lnTo>
                <a:lnTo>
                  <a:pt x="481837" y="77342"/>
                </a:lnTo>
                <a:lnTo>
                  <a:pt x="472511" y="101967"/>
                </a:lnTo>
                <a:lnTo>
                  <a:pt x="407384" y="136794"/>
                </a:lnTo>
                <a:lnTo>
                  <a:pt x="357904" y="147343"/>
                </a:lnTo>
                <a:lnTo>
                  <a:pt x="301362" y="153545"/>
                </a:lnTo>
                <a:lnTo>
                  <a:pt x="240918" y="155574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2877565" y="1525677"/>
            <a:ext cx="706120" cy="759460"/>
          </a:xfrm>
          <a:custGeom>
            <a:avLst/>
            <a:gdLst/>
            <a:ahLst/>
            <a:cxnLst/>
            <a:rect l="l" t="t" r="r" b="b"/>
            <a:pathLst>
              <a:path w="706119" h="759460">
                <a:moveTo>
                  <a:pt x="699642" y="426719"/>
                </a:moveTo>
                <a:lnTo>
                  <a:pt x="611631" y="426719"/>
                </a:lnTo>
                <a:lnTo>
                  <a:pt x="611631" y="219582"/>
                </a:lnTo>
                <a:lnTo>
                  <a:pt x="464057" y="219582"/>
                </a:lnTo>
                <a:lnTo>
                  <a:pt x="464057" y="143128"/>
                </a:lnTo>
                <a:lnTo>
                  <a:pt x="611631" y="143128"/>
                </a:lnTo>
                <a:lnTo>
                  <a:pt x="611631" y="0"/>
                </a:lnTo>
                <a:lnTo>
                  <a:pt x="699642" y="0"/>
                </a:lnTo>
                <a:lnTo>
                  <a:pt x="699642" y="426719"/>
                </a:lnTo>
                <a:close/>
              </a:path>
              <a:path w="706119" h="759460">
                <a:moveTo>
                  <a:pt x="494283" y="95122"/>
                </a:moveTo>
                <a:lnTo>
                  <a:pt x="9779" y="95122"/>
                </a:lnTo>
                <a:lnTo>
                  <a:pt x="9779" y="19557"/>
                </a:lnTo>
                <a:lnTo>
                  <a:pt x="494283" y="19557"/>
                </a:lnTo>
                <a:lnTo>
                  <a:pt x="494283" y="95122"/>
                </a:lnTo>
                <a:close/>
              </a:path>
              <a:path w="706119" h="759460">
                <a:moveTo>
                  <a:pt x="0" y="404494"/>
                </a:moveTo>
                <a:lnTo>
                  <a:pt x="0" y="325373"/>
                </a:lnTo>
                <a:lnTo>
                  <a:pt x="50776" y="313785"/>
                </a:lnTo>
                <a:lnTo>
                  <a:pt x="95426" y="293955"/>
                </a:lnTo>
                <a:lnTo>
                  <a:pt x="133591" y="266567"/>
                </a:lnTo>
                <a:lnTo>
                  <a:pt x="164913" y="232306"/>
                </a:lnTo>
                <a:lnTo>
                  <a:pt x="189035" y="191855"/>
                </a:lnTo>
                <a:lnTo>
                  <a:pt x="205599" y="145899"/>
                </a:lnTo>
                <a:lnTo>
                  <a:pt x="214248" y="95122"/>
                </a:lnTo>
                <a:lnTo>
                  <a:pt x="302259" y="95122"/>
                </a:lnTo>
                <a:lnTo>
                  <a:pt x="300120" y="118139"/>
                </a:lnTo>
                <a:lnTo>
                  <a:pt x="296481" y="140573"/>
                </a:lnTo>
                <a:lnTo>
                  <a:pt x="291508" y="162506"/>
                </a:lnTo>
                <a:lnTo>
                  <a:pt x="285368" y="184022"/>
                </a:lnTo>
                <a:lnTo>
                  <a:pt x="396638" y="254253"/>
                </a:lnTo>
                <a:lnTo>
                  <a:pt x="252475" y="254253"/>
                </a:lnTo>
                <a:lnTo>
                  <a:pt x="223340" y="293349"/>
                </a:lnTo>
                <a:lnTo>
                  <a:pt x="188599" y="327579"/>
                </a:lnTo>
                <a:lnTo>
                  <a:pt x="148574" y="356377"/>
                </a:lnTo>
                <a:lnTo>
                  <a:pt x="103584" y="379174"/>
                </a:lnTo>
                <a:lnTo>
                  <a:pt x="53953" y="395403"/>
                </a:lnTo>
                <a:lnTo>
                  <a:pt x="0" y="404494"/>
                </a:lnTo>
                <a:close/>
              </a:path>
              <a:path w="706119" h="759460">
                <a:moveTo>
                  <a:pt x="475614" y="397382"/>
                </a:moveTo>
                <a:lnTo>
                  <a:pt x="252475" y="254253"/>
                </a:lnTo>
                <a:lnTo>
                  <a:pt x="396638" y="254253"/>
                </a:lnTo>
                <a:lnTo>
                  <a:pt x="519175" y="331596"/>
                </a:lnTo>
                <a:lnTo>
                  <a:pt x="475614" y="397382"/>
                </a:lnTo>
                <a:close/>
              </a:path>
              <a:path w="706119" h="759460">
                <a:moveTo>
                  <a:pt x="377824" y="759205"/>
                </a:moveTo>
                <a:lnTo>
                  <a:pt x="318108" y="757589"/>
                </a:lnTo>
                <a:lnTo>
                  <a:pt x="262211" y="752601"/>
                </a:lnTo>
                <a:lnTo>
                  <a:pt x="210989" y="744026"/>
                </a:lnTo>
                <a:lnTo>
                  <a:pt x="165299" y="731655"/>
                </a:lnTo>
                <a:lnTo>
                  <a:pt x="125996" y="715274"/>
                </a:lnTo>
                <a:lnTo>
                  <a:pt x="93937" y="694670"/>
                </a:lnTo>
                <a:lnTo>
                  <a:pt x="54975" y="639950"/>
                </a:lnTo>
                <a:lnTo>
                  <a:pt x="49783" y="605408"/>
                </a:lnTo>
                <a:lnTo>
                  <a:pt x="54975" y="570867"/>
                </a:lnTo>
                <a:lnTo>
                  <a:pt x="93937" y="516146"/>
                </a:lnTo>
                <a:lnTo>
                  <a:pt x="125996" y="495543"/>
                </a:lnTo>
                <a:lnTo>
                  <a:pt x="165299" y="479162"/>
                </a:lnTo>
                <a:lnTo>
                  <a:pt x="210989" y="466790"/>
                </a:lnTo>
                <a:lnTo>
                  <a:pt x="262211" y="458216"/>
                </a:lnTo>
                <a:lnTo>
                  <a:pt x="318108" y="453227"/>
                </a:lnTo>
                <a:lnTo>
                  <a:pt x="377824" y="451611"/>
                </a:lnTo>
                <a:lnTo>
                  <a:pt x="437541" y="453227"/>
                </a:lnTo>
                <a:lnTo>
                  <a:pt x="493438" y="458216"/>
                </a:lnTo>
                <a:lnTo>
                  <a:pt x="544660" y="466790"/>
                </a:lnTo>
                <a:lnTo>
                  <a:pt x="590350" y="479162"/>
                </a:lnTo>
                <a:lnTo>
                  <a:pt x="629653" y="495543"/>
                </a:lnTo>
                <a:lnTo>
                  <a:pt x="661712" y="516146"/>
                </a:lnTo>
                <a:lnTo>
                  <a:pt x="668864" y="523620"/>
                </a:lnTo>
                <a:lnTo>
                  <a:pt x="377824" y="523620"/>
                </a:lnTo>
                <a:lnTo>
                  <a:pt x="315063" y="525789"/>
                </a:lnTo>
                <a:lnTo>
                  <a:pt x="258896" y="532379"/>
                </a:lnTo>
                <a:lnTo>
                  <a:pt x="211470" y="543512"/>
                </a:lnTo>
                <a:lnTo>
                  <a:pt x="174935" y="559312"/>
                </a:lnTo>
                <a:lnTo>
                  <a:pt x="143128" y="605408"/>
                </a:lnTo>
                <a:lnTo>
                  <a:pt x="151438" y="630914"/>
                </a:lnTo>
                <a:lnTo>
                  <a:pt x="211470" y="667305"/>
                </a:lnTo>
                <a:lnTo>
                  <a:pt x="258896" y="678438"/>
                </a:lnTo>
                <a:lnTo>
                  <a:pt x="315063" y="685027"/>
                </a:lnTo>
                <a:lnTo>
                  <a:pt x="377824" y="687196"/>
                </a:lnTo>
                <a:lnTo>
                  <a:pt x="668864" y="687196"/>
                </a:lnTo>
                <a:lnTo>
                  <a:pt x="661712" y="694670"/>
                </a:lnTo>
                <a:lnTo>
                  <a:pt x="629653" y="715274"/>
                </a:lnTo>
                <a:lnTo>
                  <a:pt x="590350" y="731655"/>
                </a:lnTo>
                <a:lnTo>
                  <a:pt x="544660" y="744026"/>
                </a:lnTo>
                <a:lnTo>
                  <a:pt x="493438" y="752601"/>
                </a:lnTo>
                <a:lnTo>
                  <a:pt x="437541" y="757589"/>
                </a:lnTo>
                <a:lnTo>
                  <a:pt x="377824" y="759205"/>
                </a:lnTo>
                <a:close/>
              </a:path>
              <a:path w="706119" h="759460">
                <a:moveTo>
                  <a:pt x="668864" y="687196"/>
                </a:moveTo>
                <a:lnTo>
                  <a:pt x="377824" y="687196"/>
                </a:lnTo>
                <a:lnTo>
                  <a:pt x="440585" y="685027"/>
                </a:lnTo>
                <a:lnTo>
                  <a:pt x="496753" y="678438"/>
                </a:lnTo>
                <a:lnTo>
                  <a:pt x="544178" y="667305"/>
                </a:lnTo>
                <a:lnTo>
                  <a:pt x="580714" y="651505"/>
                </a:lnTo>
                <a:lnTo>
                  <a:pt x="604211" y="630914"/>
                </a:lnTo>
                <a:lnTo>
                  <a:pt x="612520" y="605408"/>
                </a:lnTo>
                <a:lnTo>
                  <a:pt x="604211" y="579903"/>
                </a:lnTo>
                <a:lnTo>
                  <a:pt x="544178" y="543512"/>
                </a:lnTo>
                <a:lnTo>
                  <a:pt x="496753" y="532379"/>
                </a:lnTo>
                <a:lnTo>
                  <a:pt x="440585" y="525789"/>
                </a:lnTo>
                <a:lnTo>
                  <a:pt x="377824" y="523620"/>
                </a:lnTo>
                <a:lnTo>
                  <a:pt x="668864" y="523620"/>
                </a:lnTo>
                <a:lnTo>
                  <a:pt x="685671" y="541183"/>
                </a:lnTo>
                <a:lnTo>
                  <a:pt x="700674" y="570867"/>
                </a:lnTo>
                <a:lnTo>
                  <a:pt x="705865" y="605408"/>
                </a:lnTo>
                <a:lnTo>
                  <a:pt x="700674" y="639950"/>
                </a:lnTo>
                <a:lnTo>
                  <a:pt x="685671" y="669633"/>
                </a:lnTo>
                <a:lnTo>
                  <a:pt x="668864" y="687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3341622" y="1525677"/>
            <a:ext cx="235585" cy="426720"/>
          </a:xfrm>
          <a:custGeom>
            <a:avLst/>
            <a:gdLst/>
            <a:ahLst/>
            <a:cxnLst/>
            <a:rect l="l" t="t" r="r" b="b"/>
            <a:pathLst>
              <a:path w="235584" h="426719">
                <a:moveTo>
                  <a:pt x="0" y="143128"/>
                </a:moveTo>
                <a:lnTo>
                  <a:pt x="0" y="219582"/>
                </a:lnTo>
                <a:lnTo>
                  <a:pt x="147573" y="219582"/>
                </a:lnTo>
                <a:lnTo>
                  <a:pt x="147573" y="426719"/>
                </a:lnTo>
                <a:lnTo>
                  <a:pt x="235584" y="426719"/>
                </a:lnTo>
                <a:lnTo>
                  <a:pt x="235584" y="0"/>
                </a:lnTo>
                <a:lnTo>
                  <a:pt x="147573" y="0"/>
                </a:lnTo>
                <a:lnTo>
                  <a:pt x="147573" y="143128"/>
                </a:lnTo>
                <a:lnTo>
                  <a:pt x="0" y="143128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877565" y="1545235"/>
            <a:ext cx="519430" cy="385445"/>
          </a:xfrm>
          <a:custGeom>
            <a:avLst/>
            <a:gdLst/>
            <a:ahLst/>
            <a:cxnLst/>
            <a:rect l="l" t="t" r="r" b="b"/>
            <a:pathLst>
              <a:path w="519430" h="385444">
                <a:moveTo>
                  <a:pt x="252475" y="234695"/>
                </a:moveTo>
                <a:lnTo>
                  <a:pt x="475614" y="377824"/>
                </a:lnTo>
                <a:lnTo>
                  <a:pt x="519175" y="312038"/>
                </a:lnTo>
                <a:lnTo>
                  <a:pt x="285368" y="164464"/>
                </a:lnTo>
                <a:lnTo>
                  <a:pt x="291508" y="142948"/>
                </a:lnTo>
                <a:lnTo>
                  <a:pt x="296481" y="121015"/>
                </a:lnTo>
                <a:lnTo>
                  <a:pt x="300120" y="98581"/>
                </a:lnTo>
                <a:lnTo>
                  <a:pt x="302259" y="75564"/>
                </a:lnTo>
                <a:lnTo>
                  <a:pt x="494283" y="75564"/>
                </a:lnTo>
                <a:lnTo>
                  <a:pt x="494283" y="0"/>
                </a:lnTo>
                <a:lnTo>
                  <a:pt x="9779" y="0"/>
                </a:lnTo>
                <a:lnTo>
                  <a:pt x="9779" y="75564"/>
                </a:lnTo>
                <a:lnTo>
                  <a:pt x="214248" y="75564"/>
                </a:lnTo>
                <a:lnTo>
                  <a:pt x="205599" y="126341"/>
                </a:lnTo>
                <a:lnTo>
                  <a:pt x="189035" y="172297"/>
                </a:lnTo>
                <a:lnTo>
                  <a:pt x="164913" y="212748"/>
                </a:lnTo>
                <a:lnTo>
                  <a:pt x="133590" y="247009"/>
                </a:lnTo>
                <a:lnTo>
                  <a:pt x="95426" y="274397"/>
                </a:lnTo>
                <a:lnTo>
                  <a:pt x="50776" y="294227"/>
                </a:lnTo>
                <a:lnTo>
                  <a:pt x="0" y="305815"/>
                </a:lnTo>
                <a:lnTo>
                  <a:pt x="0" y="384936"/>
                </a:lnTo>
                <a:lnTo>
                  <a:pt x="53953" y="375845"/>
                </a:lnTo>
                <a:lnTo>
                  <a:pt x="103584" y="359616"/>
                </a:lnTo>
                <a:lnTo>
                  <a:pt x="148574" y="336819"/>
                </a:lnTo>
                <a:lnTo>
                  <a:pt x="188599" y="308021"/>
                </a:lnTo>
                <a:lnTo>
                  <a:pt x="223340" y="273791"/>
                </a:lnTo>
                <a:lnTo>
                  <a:pt x="252475" y="23469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2927349" y="1977288"/>
            <a:ext cx="656590" cy="307975"/>
          </a:xfrm>
          <a:custGeom>
            <a:avLst/>
            <a:gdLst/>
            <a:ahLst/>
            <a:cxnLst/>
            <a:rect l="l" t="t" r="r" b="b"/>
            <a:pathLst>
              <a:path w="656590" h="307975">
                <a:moveTo>
                  <a:pt x="328040" y="0"/>
                </a:moveTo>
                <a:lnTo>
                  <a:pt x="268324" y="1615"/>
                </a:lnTo>
                <a:lnTo>
                  <a:pt x="212427" y="6604"/>
                </a:lnTo>
                <a:lnTo>
                  <a:pt x="161205" y="15178"/>
                </a:lnTo>
                <a:lnTo>
                  <a:pt x="115515" y="27550"/>
                </a:lnTo>
                <a:lnTo>
                  <a:pt x="76212" y="43931"/>
                </a:lnTo>
                <a:lnTo>
                  <a:pt x="44153" y="64534"/>
                </a:lnTo>
                <a:lnTo>
                  <a:pt x="5191" y="119255"/>
                </a:lnTo>
                <a:lnTo>
                  <a:pt x="0" y="153796"/>
                </a:lnTo>
                <a:lnTo>
                  <a:pt x="5191" y="188338"/>
                </a:lnTo>
                <a:lnTo>
                  <a:pt x="44153" y="243059"/>
                </a:lnTo>
                <a:lnTo>
                  <a:pt x="76212" y="263662"/>
                </a:lnTo>
                <a:lnTo>
                  <a:pt x="115515" y="280043"/>
                </a:lnTo>
                <a:lnTo>
                  <a:pt x="161205" y="292415"/>
                </a:lnTo>
                <a:lnTo>
                  <a:pt x="212427" y="300989"/>
                </a:lnTo>
                <a:lnTo>
                  <a:pt x="268324" y="305978"/>
                </a:lnTo>
                <a:lnTo>
                  <a:pt x="328040" y="307593"/>
                </a:lnTo>
                <a:lnTo>
                  <a:pt x="387757" y="305978"/>
                </a:lnTo>
                <a:lnTo>
                  <a:pt x="443654" y="300989"/>
                </a:lnTo>
                <a:lnTo>
                  <a:pt x="494876" y="292415"/>
                </a:lnTo>
                <a:lnTo>
                  <a:pt x="540566" y="280043"/>
                </a:lnTo>
                <a:lnTo>
                  <a:pt x="579869" y="263662"/>
                </a:lnTo>
                <a:lnTo>
                  <a:pt x="611928" y="243059"/>
                </a:lnTo>
                <a:lnTo>
                  <a:pt x="650890" y="188338"/>
                </a:lnTo>
                <a:lnTo>
                  <a:pt x="656081" y="153796"/>
                </a:lnTo>
                <a:lnTo>
                  <a:pt x="650890" y="119255"/>
                </a:lnTo>
                <a:lnTo>
                  <a:pt x="611928" y="64534"/>
                </a:lnTo>
                <a:lnTo>
                  <a:pt x="579869" y="43931"/>
                </a:lnTo>
                <a:lnTo>
                  <a:pt x="540566" y="27550"/>
                </a:lnTo>
                <a:lnTo>
                  <a:pt x="494876" y="15178"/>
                </a:lnTo>
                <a:lnTo>
                  <a:pt x="443654" y="6604"/>
                </a:lnTo>
                <a:lnTo>
                  <a:pt x="387757" y="1615"/>
                </a:lnTo>
                <a:lnTo>
                  <a:pt x="328040" y="0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3020695" y="2049297"/>
            <a:ext cx="469900" cy="163830"/>
          </a:xfrm>
          <a:custGeom>
            <a:avLst/>
            <a:gdLst/>
            <a:ahLst/>
            <a:cxnLst/>
            <a:rect l="l" t="t" r="r" b="b"/>
            <a:pathLst>
              <a:path w="469900" h="163830">
                <a:moveTo>
                  <a:pt x="234695" y="163575"/>
                </a:moveTo>
                <a:lnTo>
                  <a:pt x="171935" y="161406"/>
                </a:lnTo>
                <a:lnTo>
                  <a:pt x="115767" y="154817"/>
                </a:lnTo>
                <a:lnTo>
                  <a:pt x="68341" y="143684"/>
                </a:lnTo>
                <a:lnTo>
                  <a:pt x="31806" y="127884"/>
                </a:lnTo>
                <a:lnTo>
                  <a:pt x="0" y="81787"/>
                </a:lnTo>
                <a:lnTo>
                  <a:pt x="8309" y="56282"/>
                </a:lnTo>
                <a:lnTo>
                  <a:pt x="68341" y="19891"/>
                </a:lnTo>
                <a:lnTo>
                  <a:pt x="115767" y="8758"/>
                </a:lnTo>
                <a:lnTo>
                  <a:pt x="171935" y="2168"/>
                </a:lnTo>
                <a:lnTo>
                  <a:pt x="234695" y="0"/>
                </a:lnTo>
                <a:lnTo>
                  <a:pt x="297456" y="2168"/>
                </a:lnTo>
                <a:lnTo>
                  <a:pt x="353624" y="8758"/>
                </a:lnTo>
                <a:lnTo>
                  <a:pt x="401049" y="19891"/>
                </a:lnTo>
                <a:lnTo>
                  <a:pt x="437585" y="35691"/>
                </a:lnTo>
                <a:lnTo>
                  <a:pt x="469391" y="81787"/>
                </a:lnTo>
                <a:lnTo>
                  <a:pt x="461082" y="107293"/>
                </a:lnTo>
                <a:lnTo>
                  <a:pt x="401049" y="143684"/>
                </a:lnTo>
                <a:lnTo>
                  <a:pt x="353624" y="154817"/>
                </a:lnTo>
                <a:lnTo>
                  <a:pt x="297456" y="161406"/>
                </a:lnTo>
                <a:lnTo>
                  <a:pt x="234695" y="163575"/>
                </a:lnTo>
                <a:close/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563195" y="2958917"/>
            <a:ext cx="8056880" cy="5763895"/>
          </a:xfrm>
          <a:custGeom>
            <a:avLst/>
            <a:gdLst/>
            <a:ahLst/>
            <a:cxnLst/>
            <a:rect l="l" t="t" r="r" b="b"/>
            <a:pathLst>
              <a:path w="8056880" h="5763895">
                <a:moveTo>
                  <a:pt x="7192228" y="5763463"/>
                </a:moveTo>
                <a:lnTo>
                  <a:pt x="864519" y="5763463"/>
                </a:lnTo>
                <a:lnTo>
                  <a:pt x="817086" y="5762184"/>
                </a:lnTo>
                <a:lnTo>
                  <a:pt x="770321" y="5758390"/>
                </a:lnTo>
                <a:lnTo>
                  <a:pt x="724291" y="5752148"/>
                </a:lnTo>
                <a:lnTo>
                  <a:pt x="679061" y="5743523"/>
                </a:lnTo>
                <a:lnTo>
                  <a:pt x="634698" y="5732582"/>
                </a:lnTo>
                <a:lnTo>
                  <a:pt x="591267" y="5719390"/>
                </a:lnTo>
                <a:lnTo>
                  <a:pt x="548834" y="5704013"/>
                </a:lnTo>
                <a:lnTo>
                  <a:pt x="507465" y="5686517"/>
                </a:lnTo>
                <a:lnTo>
                  <a:pt x="467226" y="5666968"/>
                </a:lnTo>
                <a:lnTo>
                  <a:pt x="428183" y="5645433"/>
                </a:lnTo>
                <a:lnTo>
                  <a:pt x="390401" y="5621975"/>
                </a:lnTo>
                <a:lnTo>
                  <a:pt x="353948" y="5596663"/>
                </a:lnTo>
                <a:lnTo>
                  <a:pt x="318888" y="5569562"/>
                </a:lnTo>
                <a:lnTo>
                  <a:pt x="285288" y="5540737"/>
                </a:lnTo>
                <a:lnTo>
                  <a:pt x="253214" y="5510254"/>
                </a:lnTo>
                <a:lnTo>
                  <a:pt x="222731" y="5478180"/>
                </a:lnTo>
                <a:lnTo>
                  <a:pt x="193906" y="5444580"/>
                </a:lnTo>
                <a:lnTo>
                  <a:pt x="166804" y="5409521"/>
                </a:lnTo>
                <a:lnTo>
                  <a:pt x="141491" y="5373068"/>
                </a:lnTo>
                <a:lnTo>
                  <a:pt x="118033" y="5335287"/>
                </a:lnTo>
                <a:lnTo>
                  <a:pt x="96497" y="5296244"/>
                </a:lnTo>
                <a:lnTo>
                  <a:pt x="76948" y="5256004"/>
                </a:lnTo>
                <a:lnTo>
                  <a:pt x="59451" y="5214635"/>
                </a:lnTo>
                <a:lnTo>
                  <a:pt x="44074" y="5172202"/>
                </a:lnTo>
                <a:lnTo>
                  <a:pt x="30881" y="5128770"/>
                </a:lnTo>
                <a:lnTo>
                  <a:pt x="19940" y="5084406"/>
                </a:lnTo>
                <a:lnTo>
                  <a:pt x="11315" y="5039175"/>
                </a:lnTo>
                <a:lnTo>
                  <a:pt x="5072" y="4993144"/>
                </a:lnTo>
                <a:lnTo>
                  <a:pt x="1279" y="4946378"/>
                </a:lnTo>
                <a:lnTo>
                  <a:pt x="0" y="4898943"/>
                </a:lnTo>
                <a:lnTo>
                  <a:pt x="0" y="864519"/>
                </a:lnTo>
                <a:lnTo>
                  <a:pt x="1279" y="817086"/>
                </a:lnTo>
                <a:lnTo>
                  <a:pt x="5072" y="770321"/>
                </a:lnTo>
                <a:lnTo>
                  <a:pt x="11314" y="724291"/>
                </a:lnTo>
                <a:lnTo>
                  <a:pt x="19939" y="679061"/>
                </a:lnTo>
                <a:lnTo>
                  <a:pt x="30880" y="634698"/>
                </a:lnTo>
                <a:lnTo>
                  <a:pt x="44072" y="591267"/>
                </a:lnTo>
                <a:lnTo>
                  <a:pt x="59449" y="548834"/>
                </a:lnTo>
                <a:lnTo>
                  <a:pt x="76945" y="507465"/>
                </a:lnTo>
                <a:lnTo>
                  <a:pt x="96494" y="467226"/>
                </a:lnTo>
                <a:lnTo>
                  <a:pt x="118030" y="428183"/>
                </a:lnTo>
                <a:lnTo>
                  <a:pt x="141487" y="390401"/>
                </a:lnTo>
                <a:lnTo>
                  <a:pt x="166799" y="353948"/>
                </a:lnTo>
                <a:lnTo>
                  <a:pt x="193901" y="318888"/>
                </a:lnTo>
                <a:lnTo>
                  <a:pt x="222726" y="285288"/>
                </a:lnTo>
                <a:lnTo>
                  <a:pt x="253208" y="253214"/>
                </a:lnTo>
                <a:lnTo>
                  <a:pt x="285282" y="222731"/>
                </a:lnTo>
                <a:lnTo>
                  <a:pt x="318882" y="193906"/>
                </a:lnTo>
                <a:lnTo>
                  <a:pt x="353941" y="166804"/>
                </a:lnTo>
                <a:lnTo>
                  <a:pt x="390395" y="141491"/>
                </a:lnTo>
                <a:lnTo>
                  <a:pt x="428176" y="118033"/>
                </a:lnTo>
                <a:lnTo>
                  <a:pt x="467219" y="96497"/>
                </a:lnTo>
                <a:lnTo>
                  <a:pt x="507458" y="76948"/>
                </a:lnTo>
                <a:lnTo>
                  <a:pt x="548827" y="59451"/>
                </a:lnTo>
                <a:lnTo>
                  <a:pt x="591261" y="44074"/>
                </a:lnTo>
                <a:lnTo>
                  <a:pt x="634693" y="30881"/>
                </a:lnTo>
                <a:lnTo>
                  <a:pt x="679057" y="19940"/>
                </a:lnTo>
                <a:lnTo>
                  <a:pt x="724287" y="11315"/>
                </a:lnTo>
                <a:lnTo>
                  <a:pt x="770319" y="5072"/>
                </a:lnTo>
                <a:lnTo>
                  <a:pt x="817084" y="1279"/>
                </a:lnTo>
                <a:lnTo>
                  <a:pt x="864519" y="0"/>
                </a:lnTo>
                <a:lnTo>
                  <a:pt x="7192228" y="0"/>
                </a:lnTo>
                <a:lnTo>
                  <a:pt x="7239661" y="1279"/>
                </a:lnTo>
                <a:lnTo>
                  <a:pt x="7286426" y="5072"/>
                </a:lnTo>
                <a:lnTo>
                  <a:pt x="7332456" y="11314"/>
                </a:lnTo>
                <a:lnTo>
                  <a:pt x="7377686" y="19939"/>
                </a:lnTo>
                <a:lnTo>
                  <a:pt x="7422049" y="30880"/>
                </a:lnTo>
                <a:lnTo>
                  <a:pt x="7465481" y="44072"/>
                </a:lnTo>
                <a:lnTo>
                  <a:pt x="7507914" y="59449"/>
                </a:lnTo>
                <a:lnTo>
                  <a:pt x="7549283" y="76945"/>
                </a:lnTo>
                <a:lnTo>
                  <a:pt x="7589522" y="96494"/>
                </a:lnTo>
                <a:lnTo>
                  <a:pt x="7628565" y="118030"/>
                </a:lnTo>
                <a:lnTo>
                  <a:pt x="7666346" y="141487"/>
                </a:lnTo>
                <a:lnTo>
                  <a:pt x="7702799" y="166799"/>
                </a:lnTo>
                <a:lnTo>
                  <a:pt x="7737859" y="193901"/>
                </a:lnTo>
                <a:lnTo>
                  <a:pt x="7771459" y="222726"/>
                </a:lnTo>
                <a:lnTo>
                  <a:pt x="7803533" y="253208"/>
                </a:lnTo>
                <a:lnTo>
                  <a:pt x="7834016" y="285282"/>
                </a:lnTo>
                <a:lnTo>
                  <a:pt x="7862842" y="318882"/>
                </a:lnTo>
                <a:lnTo>
                  <a:pt x="7889944" y="353941"/>
                </a:lnTo>
                <a:lnTo>
                  <a:pt x="7915256" y="390395"/>
                </a:lnTo>
                <a:lnTo>
                  <a:pt x="7938714" y="428176"/>
                </a:lnTo>
                <a:lnTo>
                  <a:pt x="7960250" y="467219"/>
                </a:lnTo>
                <a:lnTo>
                  <a:pt x="7979800" y="507458"/>
                </a:lnTo>
                <a:lnTo>
                  <a:pt x="7997296" y="548827"/>
                </a:lnTo>
                <a:lnTo>
                  <a:pt x="8012673" y="591261"/>
                </a:lnTo>
                <a:lnTo>
                  <a:pt x="8025866" y="634693"/>
                </a:lnTo>
                <a:lnTo>
                  <a:pt x="8036807" y="679057"/>
                </a:lnTo>
                <a:lnTo>
                  <a:pt x="8045432" y="724287"/>
                </a:lnTo>
                <a:lnTo>
                  <a:pt x="8051675" y="770319"/>
                </a:lnTo>
                <a:lnTo>
                  <a:pt x="8055469" y="817084"/>
                </a:lnTo>
                <a:lnTo>
                  <a:pt x="8056748" y="864519"/>
                </a:lnTo>
                <a:lnTo>
                  <a:pt x="8056748" y="4898943"/>
                </a:lnTo>
                <a:lnTo>
                  <a:pt x="8055469" y="4946377"/>
                </a:lnTo>
                <a:lnTo>
                  <a:pt x="8051675" y="4993141"/>
                </a:lnTo>
                <a:lnTo>
                  <a:pt x="8045433" y="5039171"/>
                </a:lnTo>
                <a:lnTo>
                  <a:pt x="8036808" y="5084401"/>
                </a:lnTo>
                <a:lnTo>
                  <a:pt x="8025867" y="5128765"/>
                </a:lnTo>
                <a:lnTo>
                  <a:pt x="8012675" y="5172196"/>
                </a:lnTo>
                <a:lnTo>
                  <a:pt x="7997298" y="5214629"/>
                </a:lnTo>
                <a:lnTo>
                  <a:pt x="7979802" y="5255998"/>
                </a:lnTo>
                <a:lnTo>
                  <a:pt x="7960253" y="5296237"/>
                </a:lnTo>
                <a:lnTo>
                  <a:pt x="7938717" y="5335280"/>
                </a:lnTo>
                <a:lnTo>
                  <a:pt x="7915260" y="5373061"/>
                </a:lnTo>
                <a:lnTo>
                  <a:pt x="7889948" y="5409514"/>
                </a:lnTo>
                <a:lnTo>
                  <a:pt x="7862846" y="5444574"/>
                </a:lnTo>
                <a:lnTo>
                  <a:pt x="7834021" y="5478174"/>
                </a:lnTo>
                <a:lnTo>
                  <a:pt x="7803539" y="5510248"/>
                </a:lnTo>
                <a:lnTo>
                  <a:pt x="7771465" y="5540731"/>
                </a:lnTo>
                <a:lnTo>
                  <a:pt x="7737865" y="5569557"/>
                </a:lnTo>
                <a:lnTo>
                  <a:pt x="7702806" y="5596659"/>
                </a:lnTo>
                <a:lnTo>
                  <a:pt x="7666353" y="5621972"/>
                </a:lnTo>
                <a:lnTo>
                  <a:pt x="7628571" y="5645429"/>
                </a:lnTo>
                <a:lnTo>
                  <a:pt x="7589528" y="5666966"/>
                </a:lnTo>
                <a:lnTo>
                  <a:pt x="7549289" y="5686515"/>
                </a:lnTo>
                <a:lnTo>
                  <a:pt x="7507920" y="5704011"/>
                </a:lnTo>
                <a:lnTo>
                  <a:pt x="7465486" y="5719388"/>
                </a:lnTo>
                <a:lnTo>
                  <a:pt x="7422055" y="5732581"/>
                </a:lnTo>
                <a:lnTo>
                  <a:pt x="7377690" y="5743523"/>
                </a:lnTo>
                <a:lnTo>
                  <a:pt x="7332460" y="5752148"/>
                </a:lnTo>
                <a:lnTo>
                  <a:pt x="7286429" y="5758390"/>
                </a:lnTo>
                <a:lnTo>
                  <a:pt x="7239663" y="5762184"/>
                </a:lnTo>
                <a:lnTo>
                  <a:pt x="7192228" y="5763463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563195" y="2958917"/>
            <a:ext cx="8056880" cy="5763895"/>
          </a:xfrm>
          <a:custGeom>
            <a:avLst/>
            <a:gdLst/>
            <a:ahLst/>
            <a:cxnLst/>
            <a:rect l="l" t="t" r="r" b="b"/>
            <a:pathLst>
              <a:path w="8056880" h="5763895">
                <a:moveTo>
                  <a:pt x="864519" y="5763463"/>
                </a:moveTo>
                <a:lnTo>
                  <a:pt x="817086" y="5762184"/>
                </a:lnTo>
                <a:lnTo>
                  <a:pt x="770321" y="5758390"/>
                </a:lnTo>
                <a:lnTo>
                  <a:pt x="724291" y="5752148"/>
                </a:lnTo>
                <a:lnTo>
                  <a:pt x="679061" y="5743523"/>
                </a:lnTo>
                <a:lnTo>
                  <a:pt x="634698" y="5732582"/>
                </a:lnTo>
                <a:lnTo>
                  <a:pt x="591267" y="5719390"/>
                </a:lnTo>
                <a:lnTo>
                  <a:pt x="548834" y="5704013"/>
                </a:lnTo>
                <a:lnTo>
                  <a:pt x="507465" y="5686517"/>
                </a:lnTo>
                <a:lnTo>
                  <a:pt x="467226" y="5666968"/>
                </a:lnTo>
                <a:lnTo>
                  <a:pt x="428183" y="5645433"/>
                </a:lnTo>
                <a:lnTo>
                  <a:pt x="390401" y="5621975"/>
                </a:lnTo>
                <a:lnTo>
                  <a:pt x="353948" y="5596663"/>
                </a:lnTo>
                <a:lnTo>
                  <a:pt x="318888" y="5569562"/>
                </a:lnTo>
                <a:lnTo>
                  <a:pt x="285288" y="5540737"/>
                </a:lnTo>
                <a:lnTo>
                  <a:pt x="253214" y="5510254"/>
                </a:lnTo>
                <a:lnTo>
                  <a:pt x="222731" y="5478180"/>
                </a:lnTo>
                <a:lnTo>
                  <a:pt x="193906" y="5444580"/>
                </a:lnTo>
                <a:lnTo>
                  <a:pt x="166804" y="5409521"/>
                </a:lnTo>
                <a:lnTo>
                  <a:pt x="141491" y="5373068"/>
                </a:lnTo>
                <a:lnTo>
                  <a:pt x="118033" y="5335287"/>
                </a:lnTo>
                <a:lnTo>
                  <a:pt x="96497" y="5296244"/>
                </a:lnTo>
                <a:lnTo>
                  <a:pt x="76948" y="5256004"/>
                </a:lnTo>
                <a:lnTo>
                  <a:pt x="59451" y="5214635"/>
                </a:lnTo>
                <a:lnTo>
                  <a:pt x="44074" y="5172202"/>
                </a:lnTo>
                <a:lnTo>
                  <a:pt x="30881" y="5128770"/>
                </a:lnTo>
                <a:lnTo>
                  <a:pt x="19940" y="5084406"/>
                </a:lnTo>
                <a:lnTo>
                  <a:pt x="11315" y="5039175"/>
                </a:lnTo>
                <a:lnTo>
                  <a:pt x="5072" y="4993144"/>
                </a:lnTo>
                <a:lnTo>
                  <a:pt x="1279" y="4946378"/>
                </a:lnTo>
                <a:lnTo>
                  <a:pt x="0" y="4898943"/>
                </a:lnTo>
                <a:lnTo>
                  <a:pt x="0" y="2881731"/>
                </a:lnTo>
                <a:lnTo>
                  <a:pt x="0" y="864519"/>
                </a:lnTo>
                <a:lnTo>
                  <a:pt x="1279" y="817086"/>
                </a:lnTo>
                <a:lnTo>
                  <a:pt x="5072" y="770321"/>
                </a:lnTo>
                <a:lnTo>
                  <a:pt x="11314" y="724291"/>
                </a:lnTo>
                <a:lnTo>
                  <a:pt x="19939" y="679061"/>
                </a:lnTo>
                <a:lnTo>
                  <a:pt x="30880" y="634698"/>
                </a:lnTo>
                <a:lnTo>
                  <a:pt x="44072" y="591267"/>
                </a:lnTo>
                <a:lnTo>
                  <a:pt x="59449" y="548834"/>
                </a:lnTo>
                <a:lnTo>
                  <a:pt x="76945" y="507465"/>
                </a:lnTo>
                <a:lnTo>
                  <a:pt x="96494" y="467226"/>
                </a:lnTo>
                <a:lnTo>
                  <a:pt x="118030" y="428183"/>
                </a:lnTo>
                <a:lnTo>
                  <a:pt x="141487" y="390401"/>
                </a:lnTo>
                <a:lnTo>
                  <a:pt x="166799" y="353948"/>
                </a:lnTo>
                <a:lnTo>
                  <a:pt x="193901" y="318888"/>
                </a:lnTo>
                <a:lnTo>
                  <a:pt x="222726" y="285288"/>
                </a:lnTo>
                <a:lnTo>
                  <a:pt x="253208" y="253214"/>
                </a:lnTo>
                <a:lnTo>
                  <a:pt x="285282" y="222731"/>
                </a:lnTo>
                <a:lnTo>
                  <a:pt x="318882" y="193906"/>
                </a:lnTo>
                <a:lnTo>
                  <a:pt x="353941" y="166804"/>
                </a:lnTo>
                <a:lnTo>
                  <a:pt x="390395" y="141491"/>
                </a:lnTo>
                <a:lnTo>
                  <a:pt x="428176" y="118033"/>
                </a:lnTo>
                <a:lnTo>
                  <a:pt x="467219" y="96497"/>
                </a:lnTo>
                <a:lnTo>
                  <a:pt x="507458" y="76948"/>
                </a:lnTo>
                <a:lnTo>
                  <a:pt x="548827" y="59451"/>
                </a:lnTo>
                <a:lnTo>
                  <a:pt x="591261" y="44074"/>
                </a:lnTo>
                <a:lnTo>
                  <a:pt x="634693" y="30881"/>
                </a:lnTo>
                <a:lnTo>
                  <a:pt x="679057" y="19940"/>
                </a:lnTo>
                <a:lnTo>
                  <a:pt x="724287" y="11315"/>
                </a:lnTo>
                <a:lnTo>
                  <a:pt x="770319" y="5072"/>
                </a:lnTo>
                <a:lnTo>
                  <a:pt x="817084" y="1279"/>
                </a:lnTo>
                <a:lnTo>
                  <a:pt x="864519" y="0"/>
                </a:lnTo>
                <a:lnTo>
                  <a:pt x="4028374" y="0"/>
                </a:lnTo>
                <a:lnTo>
                  <a:pt x="7192228" y="0"/>
                </a:lnTo>
                <a:lnTo>
                  <a:pt x="7239661" y="1279"/>
                </a:lnTo>
                <a:lnTo>
                  <a:pt x="7286426" y="5072"/>
                </a:lnTo>
                <a:lnTo>
                  <a:pt x="7332456" y="11314"/>
                </a:lnTo>
                <a:lnTo>
                  <a:pt x="7377686" y="19939"/>
                </a:lnTo>
                <a:lnTo>
                  <a:pt x="7422049" y="30880"/>
                </a:lnTo>
                <a:lnTo>
                  <a:pt x="7465481" y="44072"/>
                </a:lnTo>
                <a:lnTo>
                  <a:pt x="7507914" y="59449"/>
                </a:lnTo>
                <a:lnTo>
                  <a:pt x="7549283" y="76945"/>
                </a:lnTo>
                <a:lnTo>
                  <a:pt x="7589522" y="96494"/>
                </a:lnTo>
                <a:lnTo>
                  <a:pt x="7628565" y="118030"/>
                </a:lnTo>
                <a:lnTo>
                  <a:pt x="7666346" y="141487"/>
                </a:lnTo>
                <a:lnTo>
                  <a:pt x="7702799" y="166799"/>
                </a:lnTo>
                <a:lnTo>
                  <a:pt x="7737859" y="193901"/>
                </a:lnTo>
                <a:lnTo>
                  <a:pt x="7771459" y="222726"/>
                </a:lnTo>
                <a:lnTo>
                  <a:pt x="7803533" y="253208"/>
                </a:lnTo>
                <a:lnTo>
                  <a:pt x="7834016" y="285282"/>
                </a:lnTo>
                <a:lnTo>
                  <a:pt x="7862842" y="318882"/>
                </a:lnTo>
                <a:lnTo>
                  <a:pt x="7889944" y="353941"/>
                </a:lnTo>
                <a:lnTo>
                  <a:pt x="7915256" y="390395"/>
                </a:lnTo>
                <a:lnTo>
                  <a:pt x="7938714" y="428176"/>
                </a:lnTo>
                <a:lnTo>
                  <a:pt x="7960250" y="467219"/>
                </a:lnTo>
                <a:lnTo>
                  <a:pt x="7979800" y="507458"/>
                </a:lnTo>
                <a:lnTo>
                  <a:pt x="7997296" y="548827"/>
                </a:lnTo>
                <a:lnTo>
                  <a:pt x="8012673" y="591261"/>
                </a:lnTo>
                <a:lnTo>
                  <a:pt x="8025866" y="634693"/>
                </a:lnTo>
                <a:lnTo>
                  <a:pt x="8036807" y="679057"/>
                </a:lnTo>
                <a:lnTo>
                  <a:pt x="8045432" y="724287"/>
                </a:lnTo>
                <a:lnTo>
                  <a:pt x="8051675" y="770319"/>
                </a:lnTo>
                <a:lnTo>
                  <a:pt x="8055469" y="817084"/>
                </a:lnTo>
                <a:lnTo>
                  <a:pt x="8056748" y="864519"/>
                </a:lnTo>
                <a:lnTo>
                  <a:pt x="8056748" y="2881731"/>
                </a:lnTo>
                <a:lnTo>
                  <a:pt x="8056748" y="4898943"/>
                </a:lnTo>
                <a:lnTo>
                  <a:pt x="8055469" y="4946377"/>
                </a:lnTo>
                <a:lnTo>
                  <a:pt x="8051675" y="4993141"/>
                </a:lnTo>
                <a:lnTo>
                  <a:pt x="8045433" y="5039171"/>
                </a:lnTo>
                <a:lnTo>
                  <a:pt x="8036808" y="5084401"/>
                </a:lnTo>
                <a:lnTo>
                  <a:pt x="8025867" y="5128765"/>
                </a:lnTo>
                <a:lnTo>
                  <a:pt x="8012675" y="5172196"/>
                </a:lnTo>
                <a:lnTo>
                  <a:pt x="7997298" y="5214629"/>
                </a:lnTo>
                <a:lnTo>
                  <a:pt x="7979802" y="5255998"/>
                </a:lnTo>
                <a:lnTo>
                  <a:pt x="7960253" y="5296237"/>
                </a:lnTo>
                <a:lnTo>
                  <a:pt x="7938717" y="5335280"/>
                </a:lnTo>
                <a:lnTo>
                  <a:pt x="7915260" y="5373061"/>
                </a:lnTo>
                <a:lnTo>
                  <a:pt x="7889948" y="5409514"/>
                </a:lnTo>
                <a:lnTo>
                  <a:pt x="7862846" y="5444574"/>
                </a:lnTo>
                <a:lnTo>
                  <a:pt x="7834021" y="5478174"/>
                </a:lnTo>
                <a:lnTo>
                  <a:pt x="7803539" y="5510248"/>
                </a:lnTo>
                <a:lnTo>
                  <a:pt x="7771465" y="5540731"/>
                </a:lnTo>
                <a:lnTo>
                  <a:pt x="7737865" y="5569557"/>
                </a:lnTo>
                <a:lnTo>
                  <a:pt x="7702806" y="5596659"/>
                </a:lnTo>
                <a:lnTo>
                  <a:pt x="7666353" y="5621972"/>
                </a:lnTo>
                <a:lnTo>
                  <a:pt x="7628571" y="5645429"/>
                </a:lnTo>
                <a:lnTo>
                  <a:pt x="7589528" y="5666966"/>
                </a:lnTo>
                <a:lnTo>
                  <a:pt x="7549289" y="5686515"/>
                </a:lnTo>
                <a:lnTo>
                  <a:pt x="7507920" y="5704011"/>
                </a:lnTo>
                <a:lnTo>
                  <a:pt x="7465486" y="5719388"/>
                </a:lnTo>
                <a:lnTo>
                  <a:pt x="7422055" y="5732581"/>
                </a:lnTo>
                <a:lnTo>
                  <a:pt x="7377690" y="5743523"/>
                </a:lnTo>
                <a:lnTo>
                  <a:pt x="7332460" y="5752148"/>
                </a:lnTo>
                <a:lnTo>
                  <a:pt x="7286429" y="5758390"/>
                </a:lnTo>
                <a:lnTo>
                  <a:pt x="7239663" y="5762184"/>
                </a:lnTo>
                <a:lnTo>
                  <a:pt x="7192228" y="5763463"/>
                </a:lnTo>
                <a:lnTo>
                  <a:pt x="4028374" y="5763463"/>
                </a:lnTo>
                <a:lnTo>
                  <a:pt x="864519" y="5763463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059853" y="3761713"/>
            <a:ext cx="411480" cy="434340"/>
          </a:xfrm>
          <a:custGeom>
            <a:avLst/>
            <a:gdLst/>
            <a:ahLst/>
            <a:cxnLst/>
            <a:rect l="l" t="t" r="r" b="b"/>
            <a:pathLst>
              <a:path w="411479" h="434339">
                <a:moveTo>
                  <a:pt x="411480" y="433832"/>
                </a:moveTo>
                <a:lnTo>
                  <a:pt x="363728" y="433832"/>
                </a:lnTo>
                <a:lnTo>
                  <a:pt x="363728" y="0"/>
                </a:lnTo>
                <a:lnTo>
                  <a:pt x="411480" y="0"/>
                </a:lnTo>
                <a:lnTo>
                  <a:pt x="411480" y="433832"/>
                </a:lnTo>
                <a:close/>
              </a:path>
              <a:path w="411479" h="434339">
                <a:moveTo>
                  <a:pt x="306324" y="180848"/>
                </a:moveTo>
                <a:lnTo>
                  <a:pt x="259080" y="180848"/>
                </a:lnTo>
                <a:lnTo>
                  <a:pt x="259080" y="2540"/>
                </a:lnTo>
                <a:lnTo>
                  <a:pt x="306324" y="2540"/>
                </a:lnTo>
                <a:lnTo>
                  <a:pt x="306324" y="180848"/>
                </a:lnTo>
                <a:close/>
              </a:path>
              <a:path w="411479" h="434339">
                <a:moveTo>
                  <a:pt x="101091" y="413512"/>
                </a:moveTo>
                <a:lnTo>
                  <a:pt x="37197" y="382901"/>
                </a:lnTo>
                <a:lnTo>
                  <a:pt x="16711" y="343395"/>
                </a:lnTo>
                <a:lnTo>
                  <a:pt x="4222" y="286650"/>
                </a:lnTo>
                <a:lnTo>
                  <a:pt x="0" y="211836"/>
                </a:lnTo>
                <a:lnTo>
                  <a:pt x="4222" y="137021"/>
                </a:lnTo>
                <a:lnTo>
                  <a:pt x="16711" y="80276"/>
                </a:lnTo>
                <a:lnTo>
                  <a:pt x="37197" y="40770"/>
                </a:lnTo>
                <a:lnTo>
                  <a:pt x="65414" y="17674"/>
                </a:lnTo>
                <a:lnTo>
                  <a:pt x="101091" y="10160"/>
                </a:lnTo>
                <a:lnTo>
                  <a:pt x="134225" y="16548"/>
                </a:lnTo>
                <a:lnTo>
                  <a:pt x="160970" y="36153"/>
                </a:lnTo>
                <a:lnTo>
                  <a:pt x="172864" y="55880"/>
                </a:lnTo>
                <a:lnTo>
                  <a:pt x="101091" y="55880"/>
                </a:lnTo>
                <a:lnTo>
                  <a:pt x="77541" y="65246"/>
                </a:lnTo>
                <a:lnTo>
                  <a:pt x="60896" y="93853"/>
                </a:lnTo>
                <a:lnTo>
                  <a:pt x="51014" y="142462"/>
                </a:lnTo>
                <a:lnTo>
                  <a:pt x="47751" y="211836"/>
                </a:lnTo>
                <a:lnTo>
                  <a:pt x="51014" y="281209"/>
                </a:lnTo>
                <a:lnTo>
                  <a:pt x="60896" y="329819"/>
                </a:lnTo>
                <a:lnTo>
                  <a:pt x="77541" y="358425"/>
                </a:lnTo>
                <a:lnTo>
                  <a:pt x="101091" y="367792"/>
                </a:lnTo>
                <a:lnTo>
                  <a:pt x="172702" y="367792"/>
                </a:lnTo>
                <a:lnTo>
                  <a:pt x="162832" y="385437"/>
                </a:lnTo>
                <a:lnTo>
                  <a:pt x="135449" y="406619"/>
                </a:lnTo>
                <a:lnTo>
                  <a:pt x="101091" y="413512"/>
                </a:lnTo>
                <a:close/>
              </a:path>
              <a:path w="411479" h="434339">
                <a:moveTo>
                  <a:pt x="172702" y="367792"/>
                </a:moveTo>
                <a:lnTo>
                  <a:pt x="101091" y="367792"/>
                </a:lnTo>
                <a:lnTo>
                  <a:pt x="124563" y="358425"/>
                </a:lnTo>
                <a:lnTo>
                  <a:pt x="141033" y="329819"/>
                </a:lnTo>
                <a:lnTo>
                  <a:pt x="150741" y="281209"/>
                </a:lnTo>
                <a:lnTo>
                  <a:pt x="153924" y="211836"/>
                </a:lnTo>
                <a:lnTo>
                  <a:pt x="150741" y="142462"/>
                </a:lnTo>
                <a:lnTo>
                  <a:pt x="141033" y="93853"/>
                </a:lnTo>
                <a:lnTo>
                  <a:pt x="124563" y="65246"/>
                </a:lnTo>
                <a:lnTo>
                  <a:pt x="101091" y="55880"/>
                </a:lnTo>
                <a:lnTo>
                  <a:pt x="172864" y="55880"/>
                </a:lnTo>
                <a:lnTo>
                  <a:pt x="181156" y="69632"/>
                </a:lnTo>
                <a:lnTo>
                  <a:pt x="194612" y="117644"/>
                </a:lnTo>
                <a:lnTo>
                  <a:pt x="201168" y="180848"/>
                </a:lnTo>
                <a:lnTo>
                  <a:pt x="306324" y="180848"/>
                </a:lnTo>
                <a:lnTo>
                  <a:pt x="306324" y="228600"/>
                </a:lnTo>
                <a:lnTo>
                  <a:pt x="201676" y="228600"/>
                </a:lnTo>
                <a:lnTo>
                  <a:pt x="196092" y="297184"/>
                </a:lnTo>
                <a:lnTo>
                  <a:pt x="183095" y="349211"/>
                </a:lnTo>
                <a:lnTo>
                  <a:pt x="172702" y="367792"/>
                </a:lnTo>
                <a:close/>
              </a:path>
              <a:path w="411479" h="434339">
                <a:moveTo>
                  <a:pt x="306324" y="426212"/>
                </a:moveTo>
                <a:lnTo>
                  <a:pt x="259080" y="426212"/>
                </a:lnTo>
                <a:lnTo>
                  <a:pt x="259080" y="228600"/>
                </a:lnTo>
                <a:lnTo>
                  <a:pt x="306324" y="228600"/>
                </a:lnTo>
                <a:lnTo>
                  <a:pt x="306324" y="42621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542961" y="3761713"/>
            <a:ext cx="438784" cy="428625"/>
          </a:xfrm>
          <a:custGeom>
            <a:avLst/>
            <a:gdLst/>
            <a:ahLst/>
            <a:cxnLst/>
            <a:rect l="l" t="t" r="r" b="b"/>
            <a:pathLst>
              <a:path w="438784" h="428625">
                <a:moveTo>
                  <a:pt x="377444" y="323596"/>
                </a:moveTo>
                <a:lnTo>
                  <a:pt x="327152" y="323596"/>
                </a:lnTo>
                <a:lnTo>
                  <a:pt x="327152" y="0"/>
                </a:lnTo>
                <a:lnTo>
                  <a:pt x="377444" y="0"/>
                </a:lnTo>
                <a:lnTo>
                  <a:pt x="377444" y="113284"/>
                </a:lnTo>
                <a:lnTo>
                  <a:pt x="438404" y="113284"/>
                </a:lnTo>
                <a:lnTo>
                  <a:pt x="438404" y="161544"/>
                </a:lnTo>
                <a:lnTo>
                  <a:pt x="377444" y="161544"/>
                </a:lnTo>
                <a:lnTo>
                  <a:pt x="377444" y="323596"/>
                </a:lnTo>
                <a:close/>
              </a:path>
              <a:path w="438784" h="428625">
                <a:moveTo>
                  <a:pt x="154939" y="263144"/>
                </a:moveTo>
                <a:lnTo>
                  <a:pt x="0" y="263144"/>
                </a:lnTo>
                <a:lnTo>
                  <a:pt x="0" y="10668"/>
                </a:lnTo>
                <a:lnTo>
                  <a:pt x="264668" y="10668"/>
                </a:lnTo>
                <a:lnTo>
                  <a:pt x="264668" y="53340"/>
                </a:lnTo>
                <a:lnTo>
                  <a:pt x="49783" y="53340"/>
                </a:lnTo>
                <a:lnTo>
                  <a:pt x="49783" y="115824"/>
                </a:lnTo>
                <a:lnTo>
                  <a:pt x="256032" y="115824"/>
                </a:lnTo>
                <a:lnTo>
                  <a:pt x="256032" y="156972"/>
                </a:lnTo>
                <a:lnTo>
                  <a:pt x="49783" y="156972"/>
                </a:lnTo>
                <a:lnTo>
                  <a:pt x="49783" y="220472"/>
                </a:lnTo>
                <a:lnTo>
                  <a:pt x="295656" y="220472"/>
                </a:lnTo>
                <a:lnTo>
                  <a:pt x="295656" y="243840"/>
                </a:lnTo>
                <a:lnTo>
                  <a:pt x="270954" y="251785"/>
                </a:lnTo>
                <a:lnTo>
                  <a:pt x="238252" y="257873"/>
                </a:lnTo>
                <a:lnTo>
                  <a:pt x="199072" y="261770"/>
                </a:lnTo>
                <a:lnTo>
                  <a:pt x="154939" y="263144"/>
                </a:lnTo>
                <a:close/>
              </a:path>
              <a:path w="438784" h="428625">
                <a:moveTo>
                  <a:pt x="295656" y="220472"/>
                </a:moveTo>
                <a:lnTo>
                  <a:pt x="159004" y="220472"/>
                </a:lnTo>
                <a:lnTo>
                  <a:pt x="201287" y="219178"/>
                </a:lnTo>
                <a:lnTo>
                  <a:pt x="238950" y="215455"/>
                </a:lnTo>
                <a:lnTo>
                  <a:pt x="270803" y="209542"/>
                </a:lnTo>
                <a:lnTo>
                  <a:pt x="295656" y="201676"/>
                </a:lnTo>
                <a:lnTo>
                  <a:pt x="295656" y="220472"/>
                </a:lnTo>
                <a:close/>
              </a:path>
              <a:path w="438784" h="428625">
                <a:moveTo>
                  <a:pt x="389128" y="428244"/>
                </a:moveTo>
                <a:lnTo>
                  <a:pt x="14731" y="428244"/>
                </a:lnTo>
                <a:lnTo>
                  <a:pt x="14731" y="303276"/>
                </a:lnTo>
                <a:lnTo>
                  <a:pt x="65532" y="303276"/>
                </a:lnTo>
                <a:lnTo>
                  <a:pt x="65532" y="383540"/>
                </a:lnTo>
                <a:lnTo>
                  <a:pt x="389128" y="383540"/>
                </a:lnTo>
                <a:lnTo>
                  <a:pt x="389128" y="42824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001177" y="3760189"/>
            <a:ext cx="433705" cy="429895"/>
          </a:xfrm>
          <a:custGeom>
            <a:avLst/>
            <a:gdLst/>
            <a:ahLst/>
            <a:cxnLst/>
            <a:rect l="l" t="t" r="r" b="b"/>
            <a:pathLst>
              <a:path w="433704" h="429895">
                <a:moveTo>
                  <a:pt x="241300" y="187452"/>
                </a:moveTo>
                <a:lnTo>
                  <a:pt x="191516" y="187452"/>
                </a:lnTo>
                <a:lnTo>
                  <a:pt x="191516" y="157480"/>
                </a:lnTo>
                <a:lnTo>
                  <a:pt x="126420" y="151391"/>
                </a:lnTo>
                <a:lnTo>
                  <a:pt x="73850" y="136969"/>
                </a:lnTo>
                <a:lnTo>
                  <a:pt x="38711" y="113117"/>
                </a:lnTo>
                <a:lnTo>
                  <a:pt x="25908" y="78740"/>
                </a:lnTo>
                <a:lnTo>
                  <a:pt x="35673" y="48507"/>
                </a:lnTo>
                <a:lnTo>
                  <a:pt x="62825" y="26224"/>
                </a:lnTo>
                <a:lnTo>
                  <a:pt x="104144" y="11184"/>
                </a:lnTo>
                <a:lnTo>
                  <a:pt x="156411" y="2678"/>
                </a:lnTo>
                <a:lnTo>
                  <a:pt x="216408" y="0"/>
                </a:lnTo>
                <a:lnTo>
                  <a:pt x="276404" y="2678"/>
                </a:lnTo>
                <a:lnTo>
                  <a:pt x="328671" y="11184"/>
                </a:lnTo>
                <a:lnTo>
                  <a:pt x="369990" y="26224"/>
                </a:lnTo>
                <a:lnTo>
                  <a:pt x="384460" y="38100"/>
                </a:lnTo>
                <a:lnTo>
                  <a:pt x="216408" y="38100"/>
                </a:lnTo>
                <a:lnTo>
                  <a:pt x="162806" y="40449"/>
                </a:lnTo>
                <a:lnTo>
                  <a:pt x="118681" y="47752"/>
                </a:lnTo>
                <a:lnTo>
                  <a:pt x="88749" y="60388"/>
                </a:lnTo>
                <a:lnTo>
                  <a:pt x="77724" y="78740"/>
                </a:lnTo>
                <a:lnTo>
                  <a:pt x="88749" y="97305"/>
                </a:lnTo>
                <a:lnTo>
                  <a:pt x="118681" y="109918"/>
                </a:lnTo>
                <a:lnTo>
                  <a:pt x="162806" y="117101"/>
                </a:lnTo>
                <a:lnTo>
                  <a:pt x="216408" y="119380"/>
                </a:lnTo>
                <a:lnTo>
                  <a:pt x="384878" y="119380"/>
                </a:lnTo>
                <a:lnTo>
                  <a:pt x="358965" y="136969"/>
                </a:lnTo>
                <a:lnTo>
                  <a:pt x="306395" y="151391"/>
                </a:lnTo>
                <a:lnTo>
                  <a:pt x="241300" y="157480"/>
                </a:lnTo>
                <a:lnTo>
                  <a:pt x="241300" y="187452"/>
                </a:lnTo>
                <a:close/>
              </a:path>
              <a:path w="433704" h="429895">
                <a:moveTo>
                  <a:pt x="384878" y="119380"/>
                </a:moveTo>
                <a:lnTo>
                  <a:pt x="216408" y="119380"/>
                </a:lnTo>
                <a:lnTo>
                  <a:pt x="270009" y="117101"/>
                </a:lnTo>
                <a:lnTo>
                  <a:pt x="314134" y="109918"/>
                </a:lnTo>
                <a:lnTo>
                  <a:pt x="344066" y="97305"/>
                </a:lnTo>
                <a:lnTo>
                  <a:pt x="355092" y="78740"/>
                </a:lnTo>
                <a:lnTo>
                  <a:pt x="344066" y="60388"/>
                </a:lnTo>
                <a:lnTo>
                  <a:pt x="314134" y="47752"/>
                </a:lnTo>
                <a:lnTo>
                  <a:pt x="270009" y="40449"/>
                </a:lnTo>
                <a:lnTo>
                  <a:pt x="216408" y="38100"/>
                </a:lnTo>
                <a:lnTo>
                  <a:pt x="384460" y="38100"/>
                </a:lnTo>
                <a:lnTo>
                  <a:pt x="397142" y="48507"/>
                </a:lnTo>
                <a:lnTo>
                  <a:pt x="406908" y="78740"/>
                </a:lnTo>
                <a:lnTo>
                  <a:pt x="394104" y="113117"/>
                </a:lnTo>
                <a:lnTo>
                  <a:pt x="384878" y="119380"/>
                </a:lnTo>
                <a:close/>
              </a:path>
              <a:path w="433704" h="429895">
                <a:moveTo>
                  <a:pt x="433324" y="226568"/>
                </a:moveTo>
                <a:lnTo>
                  <a:pt x="0" y="226568"/>
                </a:lnTo>
                <a:lnTo>
                  <a:pt x="0" y="187452"/>
                </a:lnTo>
                <a:lnTo>
                  <a:pt x="433324" y="187452"/>
                </a:lnTo>
                <a:lnTo>
                  <a:pt x="433324" y="226568"/>
                </a:lnTo>
                <a:close/>
              </a:path>
              <a:path w="433704" h="429895">
                <a:moveTo>
                  <a:pt x="410972" y="429768"/>
                </a:moveTo>
                <a:lnTo>
                  <a:pt x="29972" y="429768"/>
                </a:lnTo>
                <a:lnTo>
                  <a:pt x="29972" y="326136"/>
                </a:lnTo>
                <a:lnTo>
                  <a:pt x="354076" y="326136"/>
                </a:lnTo>
                <a:lnTo>
                  <a:pt x="354076" y="295656"/>
                </a:lnTo>
                <a:lnTo>
                  <a:pt x="28956" y="295656"/>
                </a:lnTo>
                <a:lnTo>
                  <a:pt x="28956" y="258064"/>
                </a:lnTo>
                <a:lnTo>
                  <a:pt x="403352" y="258064"/>
                </a:lnTo>
                <a:lnTo>
                  <a:pt x="403352" y="361696"/>
                </a:lnTo>
                <a:lnTo>
                  <a:pt x="79248" y="361696"/>
                </a:lnTo>
                <a:lnTo>
                  <a:pt x="79248" y="392176"/>
                </a:lnTo>
                <a:lnTo>
                  <a:pt x="410972" y="392176"/>
                </a:lnTo>
                <a:lnTo>
                  <a:pt x="410972" y="4297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2475141" y="3966944"/>
            <a:ext cx="177800" cy="45720"/>
          </a:xfrm>
          <a:custGeom>
            <a:avLst/>
            <a:gdLst/>
            <a:ahLst/>
            <a:cxnLst/>
            <a:rect l="l" t="t" r="r" b="b"/>
            <a:pathLst>
              <a:path w="177800" h="45720">
                <a:moveTo>
                  <a:pt x="177800" y="45720"/>
                </a:moveTo>
                <a:lnTo>
                  <a:pt x="0" y="45720"/>
                </a:lnTo>
                <a:lnTo>
                  <a:pt x="0" y="0"/>
                </a:lnTo>
                <a:lnTo>
                  <a:pt x="177800" y="0"/>
                </a:lnTo>
                <a:lnTo>
                  <a:pt x="177800" y="4572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725077" y="3766820"/>
            <a:ext cx="370840" cy="38100"/>
          </a:xfrm>
          <a:custGeom>
            <a:avLst/>
            <a:gdLst/>
            <a:ahLst/>
            <a:cxnLst/>
            <a:rect l="l" t="t" r="r" b="b"/>
            <a:pathLst>
              <a:path w="370840" h="38100">
                <a:moveTo>
                  <a:pt x="0" y="0"/>
                </a:moveTo>
                <a:lnTo>
                  <a:pt x="370840" y="0"/>
                </a:lnTo>
                <a:lnTo>
                  <a:pt x="37084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2725077" y="3804920"/>
            <a:ext cx="50800" cy="63500"/>
          </a:xfrm>
          <a:custGeom>
            <a:avLst/>
            <a:gdLst/>
            <a:ahLst/>
            <a:cxnLst/>
            <a:rect l="l" t="t" r="r" b="b"/>
            <a:pathLst>
              <a:path w="50800" h="63500">
                <a:moveTo>
                  <a:pt x="0" y="0"/>
                </a:moveTo>
                <a:lnTo>
                  <a:pt x="50292" y="0"/>
                </a:lnTo>
                <a:lnTo>
                  <a:pt x="50292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2725077" y="3868420"/>
            <a:ext cx="370840" cy="39370"/>
          </a:xfrm>
          <a:custGeom>
            <a:avLst/>
            <a:gdLst/>
            <a:ahLst/>
            <a:cxnLst/>
            <a:rect l="l" t="t" r="r" b="b"/>
            <a:pathLst>
              <a:path w="370840" h="39370">
                <a:moveTo>
                  <a:pt x="0" y="0"/>
                </a:moveTo>
                <a:lnTo>
                  <a:pt x="370840" y="0"/>
                </a:lnTo>
                <a:lnTo>
                  <a:pt x="370840" y="39369"/>
                </a:lnTo>
                <a:lnTo>
                  <a:pt x="0" y="393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3046133" y="3805401"/>
            <a:ext cx="50165" cy="63500"/>
          </a:xfrm>
          <a:custGeom>
            <a:avLst/>
            <a:gdLst/>
            <a:ahLst/>
            <a:cxnLst/>
            <a:rect l="l" t="t" r="r" b="b"/>
            <a:pathLst>
              <a:path w="50165" h="63500">
                <a:moveTo>
                  <a:pt x="49784" y="63499"/>
                </a:moveTo>
                <a:lnTo>
                  <a:pt x="0" y="63499"/>
                </a:lnTo>
                <a:lnTo>
                  <a:pt x="0" y="0"/>
                </a:lnTo>
                <a:lnTo>
                  <a:pt x="49784" y="0"/>
                </a:lnTo>
                <a:lnTo>
                  <a:pt x="49784" y="6349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694089" y="3940528"/>
            <a:ext cx="433705" cy="39370"/>
          </a:xfrm>
          <a:custGeom>
            <a:avLst/>
            <a:gdLst/>
            <a:ahLst/>
            <a:cxnLst/>
            <a:rect l="l" t="t" r="r" b="b"/>
            <a:pathLst>
              <a:path w="433705" h="39370">
                <a:moveTo>
                  <a:pt x="433324" y="39116"/>
                </a:moveTo>
                <a:lnTo>
                  <a:pt x="0" y="39116"/>
                </a:lnTo>
                <a:lnTo>
                  <a:pt x="0" y="0"/>
                </a:lnTo>
                <a:lnTo>
                  <a:pt x="433324" y="0"/>
                </a:lnTo>
                <a:lnTo>
                  <a:pt x="433324" y="3911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885605" y="3979645"/>
            <a:ext cx="50165" cy="39370"/>
          </a:xfrm>
          <a:custGeom>
            <a:avLst/>
            <a:gdLst/>
            <a:ahLst/>
            <a:cxnLst/>
            <a:rect l="l" t="t" r="r" b="b"/>
            <a:pathLst>
              <a:path w="50165" h="39370">
                <a:moveTo>
                  <a:pt x="49783" y="39116"/>
                </a:moveTo>
                <a:lnTo>
                  <a:pt x="0" y="39116"/>
                </a:lnTo>
                <a:lnTo>
                  <a:pt x="0" y="0"/>
                </a:lnTo>
                <a:lnTo>
                  <a:pt x="49783" y="0"/>
                </a:lnTo>
                <a:lnTo>
                  <a:pt x="49783" y="3911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723045" y="4018279"/>
            <a:ext cx="374650" cy="38100"/>
          </a:xfrm>
          <a:custGeom>
            <a:avLst/>
            <a:gdLst/>
            <a:ahLst/>
            <a:cxnLst/>
            <a:rect l="l" t="t" r="r" b="b"/>
            <a:pathLst>
              <a:path w="374650" h="38100">
                <a:moveTo>
                  <a:pt x="0" y="0"/>
                </a:moveTo>
                <a:lnTo>
                  <a:pt x="374396" y="0"/>
                </a:lnTo>
                <a:lnTo>
                  <a:pt x="374396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3048166" y="4056379"/>
            <a:ext cx="49530" cy="30480"/>
          </a:xfrm>
          <a:custGeom>
            <a:avLst/>
            <a:gdLst/>
            <a:ahLst/>
            <a:cxnLst/>
            <a:rect l="l" t="t" r="r" b="b"/>
            <a:pathLst>
              <a:path w="49530" h="30479">
                <a:moveTo>
                  <a:pt x="0" y="0"/>
                </a:moveTo>
                <a:lnTo>
                  <a:pt x="49276" y="0"/>
                </a:lnTo>
                <a:lnTo>
                  <a:pt x="49276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724061" y="4086859"/>
            <a:ext cx="373380" cy="35560"/>
          </a:xfrm>
          <a:custGeom>
            <a:avLst/>
            <a:gdLst/>
            <a:ahLst/>
            <a:cxnLst/>
            <a:rect l="l" t="t" r="r" b="b"/>
            <a:pathLst>
              <a:path w="373380" h="35560">
                <a:moveTo>
                  <a:pt x="0" y="0"/>
                </a:moveTo>
                <a:lnTo>
                  <a:pt x="373380" y="0"/>
                </a:lnTo>
                <a:lnTo>
                  <a:pt x="373380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724061" y="4122420"/>
            <a:ext cx="49530" cy="30480"/>
          </a:xfrm>
          <a:custGeom>
            <a:avLst/>
            <a:gdLst/>
            <a:ahLst/>
            <a:cxnLst/>
            <a:rect l="l" t="t" r="r" b="b"/>
            <a:pathLst>
              <a:path w="49529" h="30479">
                <a:moveTo>
                  <a:pt x="0" y="0"/>
                </a:moveTo>
                <a:lnTo>
                  <a:pt x="49275" y="0"/>
                </a:lnTo>
                <a:lnTo>
                  <a:pt x="49275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2724061" y="41529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3294276" y="3766792"/>
            <a:ext cx="433705" cy="429259"/>
          </a:xfrm>
          <a:custGeom>
            <a:avLst/>
            <a:gdLst/>
            <a:ahLst/>
            <a:cxnLst/>
            <a:rect l="l" t="t" r="r" b="b"/>
            <a:pathLst>
              <a:path w="433705" h="429260">
                <a:moveTo>
                  <a:pt x="401320" y="147320"/>
                </a:moveTo>
                <a:lnTo>
                  <a:pt x="351028" y="147320"/>
                </a:lnTo>
                <a:lnTo>
                  <a:pt x="351028" y="42672"/>
                </a:lnTo>
                <a:lnTo>
                  <a:pt x="28956" y="42672"/>
                </a:lnTo>
                <a:lnTo>
                  <a:pt x="28956" y="0"/>
                </a:lnTo>
                <a:lnTo>
                  <a:pt x="401320" y="0"/>
                </a:lnTo>
                <a:lnTo>
                  <a:pt x="401320" y="147320"/>
                </a:lnTo>
                <a:close/>
              </a:path>
              <a:path w="433705" h="429260">
                <a:moveTo>
                  <a:pt x="213360" y="177800"/>
                </a:moveTo>
                <a:lnTo>
                  <a:pt x="162559" y="177800"/>
                </a:lnTo>
                <a:lnTo>
                  <a:pt x="162559" y="92964"/>
                </a:lnTo>
                <a:lnTo>
                  <a:pt x="213360" y="92964"/>
                </a:lnTo>
                <a:lnTo>
                  <a:pt x="213360" y="177800"/>
                </a:lnTo>
                <a:close/>
              </a:path>
              <a:path w="433705" h="429260">
                <a:moveTo>
                  <a:pt x="433324" y="219456"/>
                </a:moveTo>
                <a:lnTo>
                  <a:pt x="0" y="219456"/>
                </a:lnTo>
                <a:lnTo>
                  <a:pt x="0" y="177800"/>
                </a:lnTo>
                <a:lnTo>
                  <a:pt x="433324" y="177800"/>
                </a:lnTo>
                <a:lnTo>
                  <a:pt x="433324" y="219456"/>
                </a:lnTo>
                <a:close/>
              </a:path>
              <a:path w="433705" h="429260">
                <a:moveTo>
                  <a:pt x="216408" y="429260"/>
                </a:moveTo>
                <a:lnTo>
                  <a:pt x="156801" y="426289"/>
                </a:lnTo>
                <a:lnTo>
                  <a:pt x="104582" y="416954"/>
                </a:lnTo>
                <a:lnTo>
                  <a:pt x="63117" y="400621"/>
                </a:lnTo>
                <a:lnTo>
                  <a:pt x="25908" y="344424"/>
                </a:lnTo>
                <a:lnTo>
                  <a:pt x="35771" y="311660"/>
                </a:lnTo>
                <a:lnTo>
                  <a:pt x="63117" y="287747"/>
                </a:lnTo>
                <a:lnTo>
                  <a:pt x="104582" y="271784"/>
                </a:lnTo>
                <a:lnTo>
                  <a:pt x="156801" y="262867"/>
                </a:lnTo>
                <a:lnTo>
                  <a:pt x="216408" y="260096"/>
                </a:lnTo>
                <a:lnTo>
                  <a:pt x="276014" y="263062"/>
                </a:lnTo>
                <a:lnTo>
                  <a:pt x="328233" y="272369"/>
                </a:lnTo>
                <a:lnTo>
                  <a:pt x="369698" y="288625"/>
                </a:lnTo>
                <a:lnTo>
                  <a:pt x="383021" y="300228"/>
                </a:lnTo>
                <a:lnTo>
                  <a:pt x="216408" y="300228"/>
                </a:lnTo>
                <a:lnTo>
                  <a:pt x="165322" y="302633"/>
                </a:lnTo>
                <a:lnTo>
                  <a:pt x="121285" y="310324"/>
                </a:lnTo>
                <a:lnTo>
                  <a:pt x="90392" y="324016"/>
                </a:lnTo>
                <a:lnTo>
                  <a:pt x="78739" y="344424"/>
                </a:lnTo>
                <a:lnTo>
                  <a:pt x="90392" y="364482"/>
                </a:lnTo>
                <a:lnTo>
                  <a:pt x="121285" y="378396"/>
                </a:lnTo>
                <a:lnTo>
                  <a:pt x="165322" y="386500"/>
                </a:lnTo>
                <a:lnTo>
                  <a:pt x="216408" y="389128"/>
                </a:lnTo>
                <a:lnTo>
                  <a:pt x="382812" y="389128"/>
                </a:lnTo>
                <a:lnTo>
                  <a:pt x="369698" y="400621"/>
                </a:lnTo>
                <a:lnTo>
                  <a:pt x="328233" y="416954"/>
                </a:lnTo>
                <a:lnTo>
                  <a:pt x="276014" y="426289"/>
                </a:lnTo>
                <a:lnTo>
                  <a:pt x="216408" y="429260"/>
                </a:lnTo>
                <a:close/>
              </a:path>
              <a:path w="433705" h="429260">
                <a:moveTo>
                  <a:pt x="382812" y="389128"/>
                </a:moveTo>
                <a:lnTo>
                  <a:pt x="216408" y="389128"/>
                </a:lnTo>
                <a:lnTo>
                  <a:pt x="267493" y="386500"/>
                </a:lnTo>
                <a:lnTo>
                  <a:pt x="311531" y="378396"/>
                </a:lnTo>
                <a:lnTo>
                  <a:pt x="342423" y="364482"/>
                </a:lnTo>
                <a:lnTo>
                  <a:pt x="354076" y="344424"/>
                </a:lnTo>
                <a:lnTo>
                  <a:pt x="342423" y="324659"/>
                </a:lnTo>
                <a:lnTo>
                  <a:pt x="311531" y="310896"/>
                </a:lnTo>
                <a:lnTo>
                  <a:pt x="267493" y="302847"/>
                </a:lnTo>
                <a:lnTo>
                  <a:pt x="216408" y="300228"/>
                </a:lnTo>
                <a:lnTo>
                  <a:pt x="383021" y="300228"/>
                </a:lnTo>
                <a:lnTo>
                  <a:pt x="397044" y="312440"/>
                </a:lnTo>
                <a:lnTo>
                  <a:pt x="406908" y="344424"/>
                </a:lnTo>
                <a:lnTo>
                  <a:pt x="397044" y="376655"/>
                </a:lnTo>
                <a:lnTo>
                  <a:pt x="382812" y="3891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4122317" y="3761713"/>
            <a:ext cx="50800" cy="434340"/>
          </a:xfrm>
          <a:custGeom>
            <a:avLst/>
            <a:gdLst/>
            <a:ahLst/>
            <a:cxnLst/>
            <a:rect l="l" t="t" r="r" b="b"/>
            <a:pathLst>
              <a:path w="50800" h="434339">
                <a:moveTo>
                  <a:pt x="50292" y="433832"/>
                </a:moveTo>
                <a:lnTo>
                  <a:pt x="0" y="433832"/>
                </a:lnTo>
                <a:lnTo>
                  <a:pt x="0" y="0"/>
                </a:lnTo>
                <a:lnTo>
                  <a:pt x="50292" y="0"/>
                </a:lnTo>
                <a:lnTo>
                  <a:pt x="50292" y="43383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3792626" y="3774440"/>
            <a:ext cx="50165" cy="149860"/>
          </a:xfrm>
          <a:custGeom>
            <a:avLst/>
            <a:gdLst/>
            <a:ahLst/>
            <a:cxnLst/>
            <a:rect l="l" t="t" r="r" b="b"/>
            <a:pathLst>
              <a:path w="50165" h="149860">
                <a:moveTo>
                  <a:pt x="0" y="0"/>
                </a:moveTo>
                <a:lnTo>
                  <a:pt x="49783" y="0"/>
                </a:lnTo>
                <a:lnTo>
                  <a:pt x="49783" y="149859"/>
                </a:lnTo>
                <a:lnTo>
                  <a:pt x="0" y="1498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3792626" y="3924300"/>
            <a:ext cx="246379" cy="45720"/>
          </a:xfrm>
          <a:custGeom>
            <a:avLst/>
            <a:gdLst/>
            <a:ahLst/>
            <a:cxnLst/>
            <a:rect l="l" t="t" r="r" b="b"/>
            <a:pathLst>
              <a:path w="246380" h="45720">
                <a:moveTo>
                  <a:pt x="0" y="0"/>
                </a:moveTo>
                <a:lnTo>
                  <a:pt x="245872" y="0"/>
                </a:lnTo>
                <a:lnTo>
                  <a:pt x="245872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3792626" y="3970020"/>
            <a:ext cx="50165" cy="153670"/>
          </a:xfrm>
          <a:custGeom>
            <a:avLst/>
            <a:gdLst/>
            <a:ahLst/>
            <a:cxnLst/>
            <a:rect l="l" t="t" r="r" b="b"/>
            <a:pathLst>
              <a:path w="50165" h="153670">
                <a:moveTo>
                  <a:pt x="0" y="0"/>
                </a:moveTo>
                <a:lnTo>
                  <a:pt x="49783" y="0"/>
                </a:lnTo>
                <a:lnTo>
                  <a:pt x="49783" y="153669"/>
                </a:lnTo>
                <a:lnTo>
                  <a:pt x="0" y="1536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3792626" y="4123690"/>
            <a:ext cx="246379" cy="45720"/>
          </a:xfrm>
          <a:custGeom>
            <a:avLst/>
            <a:gdLst/>
            <a:ahLst/>
            <a:cxnLst/>
            <a:rect l="l" t="t" r="r" b="b"/>
            <a:pathLst>
              <a:path w="246380" h="45720">
                <a:moveTo>
                  <a:pt x="0" y="0"/>
                </a:moveTo>
                <a:lnTo>
                  <a:pt x="245872" y="0"/>
                </a:lnTo>
                <a:lnTo>
                  <a:pt x="245872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3988713" y="3774413"/>
            <a:ext cx="50165" cy="149860"/>
          </a:xfrm>
          <a:custGeom>
            <a:avLst/>
            <a:gdLst/>
            <a:ahLst/>
            <a:cxnLst/>
            <a:rect l="l" t="t" r="r" b="b"/>
            <a:pathLst>
              <a:path w="50165" h="149860">
                <a:moveTo>
                  <a:pt x="49784" y="149352"/>
                </a:moveTo>
                <a:lnTo>
                  <a:pt x="0" y="149352"/>
                </a:lnTo>
                <a:lnTo>
                  <a:pt x="0" y="0"/>
                </a:lnTo>
                <a:lnTo>
                  <a:pt x="49784" y="0"/>
                </a:lnTo>
                <a:lnTo>
                  <a:pt x="49784" y="1493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3988713" y="3969992"/>
            <a:ext cx="50165" cy="153670"/>
          </a:xfrm>
          <a:custGeom>
            <a:avLst/>
            <a:gdLst/>
            <a:ahLst/>
            <a:cxnLst/>
            <a:rect l="l" t="t" r="r" b="b"/>
            <a:pathLst>
              <a:path w="50165" h="153670">
                <a:moveTo>
                  <a:pt x="49784" y="153415"/>
                </a:moveTo>
                <a:lnTo>
                  <a:pt x="0" y="153415"/>
                </a:lnTo>
                <a:lnTo>
                  <a:pt x="0" y="0"/>
                </a:lnTo>
                <a:lnTo>
                  <a:pt x="49784" y="0"/>
                </a:lnTo>
                <a:lnTo>
                  <a:pt x="49784" y="15341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124950" y="4759206"/>
            <a:ext cx="7005320" cy="0"/>
          </a:xfrm>
          <a:custGeom>
            <a:avLst/>
            <a:gdLst/>
            <a:ahLst/>
            <a:cxnLst/>
            <a:rect l="l" t="t" r="r" b="b"/>
            <a:pathLst>
              <a:path w="7005319">
                <a:moveTo>
                  <a:pt x="0" y="0"/>
                </a:moveTo>
                <a:lnTo>
                  <a:pt x="7005055" y="0"/>
                </a:lnTo>
              </a:path>
            </a:pathLst>
          </a:custGeom>
          <a:ln w="14287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0438580" y="5272811"/>
            <a:ext cx="274955" cy="320675"/>
          </a:xfrm>
          <a:custGeom>
            <a:avLst/>
            <a:gdLst/>
            <a:ahLst/>
            <a:cxnLst/>
            <a:rect l="l" t="t" r="r" b="b"/>
            <a:pathLst>
              <a:path w="274954" h="320675">
                <a:moveTo>
                  <a:pt x="264963" y="53150"/>
                </a:moveTo>
                <a:lnTo>
                  <a:pt x="241414" y="53150"/>
                </a:lnTo>
                <a:lnTo>
                  <a:pt x="241414" y="0"/>
                </a:lnTo>
                <a:lnTo>
                  <a:pt x="264963" y="0"/>
                </a:lnTo>
                <a:lnTo>
                  <a:pt x="264963" y="53150"/>
                </a:lnTo>
                <a:close/>
              </a:path>
              <a:path w="274954" h="320675">
                <a:moveTo>
                  <a:pt x="84330" y="183395"/>
                </a:moveTo>
                <a:lnTo>
                  <a:pt x="50525" y="177504"/>
                </a:lnTo>
                <a:lnTo>
                  <a:pt x="23763" y="160833"/>
                </a:lnTo>
                <a:lnTo>
                  <a:pt x="6201" y="135182"/>
                </a:lnTo>
                <a:lnTo>
                  <a:pt x="0" y="102354"/>
                </a:lnTo>
                <a:lnTo>
                  <a:pt x="6201" y="69595"/>
                </a:lnTo>
                <a:lnTo>
                  <a:pt x="23763" y="43941"/>
                </a:lnTo>
                <a:lnTo>
                  <a:pt x="50525" y="27167"/>
                </a:lnTo>
                <a:lnTo>
                  <a:pt x="84330" y="21049"/>
                </a:lnTo>
                <a:lnTo>
                  <a:pt x="105024" y="23327"/>
                </a:lnTo>
                <a:lnTo>
                  <a:pt x="123584" y="29699"/>
                </a:lnTo>
                <a:lnTo>
                  <a:pt x="139555" y="39772"/>
                </a:lnTo>
                <a:lnTo>
                  <a:pt x="141803" y="42099"/>
                </a:lnTo>
                <a:lnTo>
                  <a:pt x="84330" y="42099"/>
                </a:lnTo>
                <a:lnTo>
                  <a:pt x="59498" y="46796"/>
                </a:lnTo>
                <a:lnTo>
                  <a:pt x="39895" y="59449"/>
                </a:lnTo>
                <a:lnTo>
                  <a:pt x="27052" y="78490"/>
                </a:lnTo>
                <a:lnTo>
                  <a:pt x="22496" y="102354"/>
                </a:lnTo>
                <a:lnTo>
                  <a:pt x="27052" y="126440"/>
                </a:lnTo>
                <a:lnTo>
                  <a:pt x="39895" y="145555"/>
                </a:lnTo>
                <a:lnTo>
                  <a:pt x="59498" y="158134"/>
                </a:lnTo>
                <a:lnTo>
                  <a:pt x="84330" y="162609"/>
                </a:lnTo>
                <a:lnTo>
                  <a:pt x="141983" y="162609"/>
                </a:lnTo>
                <a:lnTo>
                  <a:pt x="140036" y="164654"/>
                </a:lnTo>
                <a:lnTo>
                  <a:pt x="123946" y="174860"/>
                </a:lnTo>
                <a:lnTo>
                  <a:pt x="105217" y="181243"/>
                </a:lnTo>
                <a:lnTo>
                  <a:pt x="84330" y="183395"/>
                </a:lnTo>
                <a:close/>
              </a:path>
              <a:path w="274954" h="320675">
                <a:moveTo>
                  <a:pt x="141983" y="162609"/>
                </a:moveTo>
                <a:lnTo>
                  <a:pt x="84330" y="162609"/>
                </a:lnTo>
                <a:lnTo>
                  <a:pt x="108714" y="158134"/>
                </a:lnTo>
                <a:lnTo>
                  <a:pt x="128238" y="145555"/>
                </a:lnTo>
                <a:lnTo>
                  <a:pt x="141201" y="126440"/>
                </a:lnTo>
                <a:lnTo>
                  <a:pt x="145900" y="102354"/>
                </a:lnTo>
                <a:lnTo>
                  <a:pt x="141201" y="78490"/>
                </a:lnTo>
                <a:lnTo>
                  <a:pt x="128238" y="59449"/>
                </a:lnTo>
                <a:lnTo>
                  <a:pt x="108714" y="46796"/>
                </a:lnTo>
                <a:lnTo>
                  <a:pt x="84330" y="42099"/>
                </a:lnTo>
                <a:lnTo>
                  <a:pt x="141803" y="42099"/>
                </a:lnTo>
                <a:lnTo>
                  <a:pt x="152478" y="53150"/>
                </a:lnTo>
                <a:lnTo>
                  <a:pt x="264963" y="53150"/>
                </a:lnTo>
                <a:lnTo>
                  <a:pt x="264963" y="73016"/>
                </a:lnTo>
                <a:lnTo>
                  <a:pt x="163398" y="73016"/>
                </a:lnTo>
                <a:lnTo>
                  <a:pt x="165587" y="79894"/>
                </a:lnTo>
                <a:lnTo>
                  <a:pt x="167197" y="87093"/>
                </a:lnTo>
                <a:lnTo>
                  <a:pt x="168190" y="94588"/>
                </a:lnTo>
                <a:lnTo>
                  <a:pt x="168529" y="102354"/>
                </a:lnTo>
                <a:lnTo>
                  <a:pt x="168192" y="110001"/>
                </a:lnTo>
                <a:lnTo>
                  <a:pt x="167213" y="117352"/>
                </a:lnTo>
                <a:lnTo>
                  <a:pt x="165643" y="124407"/>
                </a:lnTo>
                <a:lnTo>
                  <a:pt x="163530" y="131166"/>
                </a:lnTo>
                <a:lnTo>
                  <a:pt x="264963" y="131166"/>
                </a:lnTo>
                <a:lnTo>
                  <a:pt x="264963" y="151031"/>
                </a:lnTo>
                <a:lnTo>
                  <a:pt x="153005" y="151031"/>
                </a:lnTo>
                <a:lnTo>
                  <a:pt x="141983" y="162609"/>
                </a:lnTo>
                <a:close/>
              </a:path>
              <a:path w="274954" h="320675">
                <a:moveTo>
                  <a:pt x="264963" y="131166"/>
                </a:moveTo>
                <a:lnTo>
                  <a:pt x="241414" y="131166"/>
                </a:lnTo>
                <a:lnTo>
                  <a:pt x="241414" y="73016"/>
                </a:lnTo>
                <a:lnTo>
                  <a:pt x="264963" y="73016"/>
                </a:lnTo>
                <a:lnTo>
                  <a:pt x="264963" y="131166"/>
                </a:lnTo>
                <a:close/>
              </a:path>
              <a:path w="274954" h="320675">
                <a:moveTo>
                  <a:pt x="264963" y="243387"/>
                </a:moveTo>
                <a:lnTo>
                  <a:pt x="241414" y="243387"/>
                </a:lnTo>
                <a:lnTo>
                  <a:pt x="241414" y="151031"/>
                </a:lnTo>
                <a:lnTo>
                  <a:pt x="264963" y="151031"/>
                </a:lnTo>
                <a:lnTo>
                  <a:pt x="264963" y="243387"/>
                </a:lnTo>
                <a:close/>
              </a:path>
              <a:path w="274954" h="320675">
                <a:moveTo>
                  <a:pt x="274698" y="320087"/>
                </a:moveTo>
                <a:lnTo>
                  <a:pt x="56439" y="320087"/>
                </a:lnTo>
                <a:lnTo>
                  <a:pt x="56439" y="217601"/>
                </a:lnTo>
                <a:lnTo>
                  <a:pt x="79857" y="217601"/>
                </a:lnTo>
                <a:lnTo>
                  <a:pt x="79857" y="300221"/>
                </a:lnTo>
                <a:lnTo>
                  <a:pt x="274698" y="300221"/>
                </a:lnTo>
                <a:lnTo>
                  <a:pt x="274698" y="32008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0788548" y="5298440"/>
            <a:ext cx="224154" cy="19050"/>
          </a:xfrm>
          <a:custGeom>
            <a:avLst/>
            <a:gdLst/>
            <a:ahLst/>
            <a:cxnLst/>
            <a:rect l="l" t="t" r="r" b="b"/>
            <a:pathLst>
              <a:path w="224154" h="19050">
                <a:moveTo>
                  <a:pt x="0" y="0"/>
                </a:moveTo>
                <a:lnTo>
                  <a:pt x="224047" y="0"/>
                </a:lnTo>
                <a:lnTo>
                  <a:pt x="22404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0989441" y="5317490"/>
            <a:ext cx="23495" cy="55880"/>
          </a:xfrm>
          <a:custGeom>
            <a:avLst/>
            <a:gdLst/>
            <a:ahLst/>
            <a:cxnLst/>
            <a:rect l="l" t="t" r="r" b="b"/>
            <a:pathLst>
              <a:path w="23495" h="55879">
                <a:moveTo>
                  <a:pt x="0" y="0"/>
                </a:moveTo>
                <a:lnTo>
                  <a:pt x="23154" y="0"/>
                </a:lnTo>
                <a:lnTo>
                  <a:pt x="23154" y="55880"/>
                </a:lnTo>
                <a:lnTo>
                  <a:pt x="0" y="558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0789601" y="5373370"/>
            <a:ext cx="223520" cy="20320"/>
          </a:xfrm>
          <a:custGeom>
            <a:avLst/>
            <a:gdLst/>
            <a:ahLst/>
            <a:cxnLst/>
            <a:rect l="l" t="t" r="r" b="b"/>
            <a:pathLst>
              <a:path w="223520" h="20320">
                <a:moveTo>
                  <a:pt x="0" y="0"/>
                </a:moveTo>
                <a:lnTo>
                  <a:pt x="222995" y="0"/>
                </a:lnTo>
                <a:lnTo>
                  <a:pt x="222995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0789601" y="5393690"/>
            <a:ext cx="23495" cy="58419"/>
          </a:xfrm>
          <a:custGeom>
            <a:avLst/>
            <a:gdLst/>
            <a:ahLst/>
            <a:cxnLst/>
            <a:rect l="l" t="t" r="r" b="b"/>
            <a:pathLst>
              <a:path w="23495" h="58420">
                <a:moveTo>
                  <a:pt x="0" y="0"/>
                </a:moveTo>
                <a:lnTo>
                  <a:pt x="23154" y="0"/>
                </a:lnTo>
                <a:lnTo>
                  <a:pt x="23154" y="58419"/>
                </a:lnTo>
                <a:lnTo>
                  <a:pt x="0" y="584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0789601" y="5452109"/>
            <a:ext cx="231140" cy="20320"/>
          </a:xfrm>
          <a:custGeom>
            <a:avLst/>
            <a:gdLst/>
            <a:ahLst/>
            <a:cxnLst/>
            <a:rect l="l" t="t" r="r" b="b"/>
            <a:pathLst>
              <a:path w="231140" h="20320">
                <a:moveTo>
                  <a:pt x="0" y="0"/>
                </a:moveTo>
                <a:lnTo>
                  <a:pt x="230626" y="0"/>
                </a:lnTo>
                <a:lnTo>
                  <a:pt x="23062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0837883" y="5472257"/>
            <a:ext cx="23495" cy="66675"/>
          </a:xfrm>
          <a:custGeom>
            <a:avLst/>
            <a:gdLst/>
            <a:ahLst/>
            <a:cxnLst/>
            <a:rect l="l" t="t" r="r" b="b"/>
            <a:pathLst>
              <a:path w="23495" h="66675">
                <a:moveTo>
                  <a:pt x="23023" y="66175"/>
                </a:moveTo>
                <a:lnTo>
                  <a:pt x="0" y="66175"/>
                </a:lnTo>
                <a:lnTo>
                  <a:pt x="0" y="0"/>
                </a:lnTo>
                <a:lnTo>
                  <a:pt x="23023" y="0"/>
                </a:lnTo>
                <a:lnTo>
                  <a:pt x="23023" y="6617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0944184" y="5472257"/>
            <a:ext cx="23495" cy="66675"/>
          </a:xfrm>
          <a:custGeom>
            <a:avLst/>
            <a:gdLst/>
            <a:ahLst/>
            <a:cxnLst/>
            <a:rect l="l" t="t" r="r" b="b"/>
            <a:pathLst>
              <a:path w="23495" h="66675">
                <a:moveTo>
                  <a:pt x="22891" y="66175"/>
                </a:moveTo>
                <a:lnTo>
                  <a:pt x="0" y="66175"/>
                </a:lnTo>
                <a:lnTo>
                  <a:pt x="0" y="0"/>
                </a:lnTo>
                <a:lnTo>
                  <a:pt x="22891" y="0"/>
                </a:lnTo>
                <a:lnTo>
                  <a:pt x="22891" y="6617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0750922" y="5538432"/>
            <a:ext cx="300990" cy="20320"/>
          </a:xfrm>
          <a:custGeom>
            <a:avLst/>
            <a:gdLst/>
            <a:ahLst/>
            <a:cxnLst/>
            <a:rect l="l" t="t" r="r" b="b"/>
            <a:pathLst>
              <a:path w="300990" h="20320">
                <a:moveTo>
                  <a:pt x="300616" y="20128"/>
                </a:moveTo>
                <a:lnTo>
                  <a:pt x="0" y="20128"/>
                </a:lnTo>
                <a:lnTo>
                  <a:pt x="0" y="0"/>
                </a:lnTo>
                <a:lnTo>
                  <a:pt x="300616" y="0"/>
                </a:lnTo>
                <a:lnTo>
                  <a:pt x="300616" y="201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1060631" y="5289651"/>
            <a:ext cx="110489" cy="323215"/>
          </a:xfrm>
          <a:custGeom>
            <a:avLst/>
            <a:gdLst/>
            <a:ahLst/>
            <a:cxnLst/>
            <a:rect l="l" t="t" r="r" b="b"/>
            <a:pathLst>
              <a:path w="110490" h="323214">
                <a:moveTo>
                  <a:pt x="23549" y="322587"/>
                </a:moveTo>
                <a:lnTo>
                  <a:pt x="0" y="322587"/>
                </a:lnTo>
                <a:lnTo>
                  <a:pt x="86830" y="0"/>
                </a:lnTo>
                <a:lnTo>
                  <a:pt x="110379" y="0"/>
                </a:lnTo>
                <a:lnTo>
                  <a:pt x="23549" y="32258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1180236" y="5289782"/>
            <a:ext cx="299085" cy="310515"/>
          </a:xfrm>
          <a:custGeom>
            <a:avLst/>
            <a:gdLst/>
            <a:ahLst/>
            <a:cxnLst/>
            <a:rect l="l" t="t" r="r" b="b"/>
            <a:pathLst>
              <a:path w="299084" h="310514">
                <a:moveTo>
                  <a:pt x="250886" y="114984"/>
                </a:moveTo>
                <a:lnTo>
                  <a:pt x="227994" y="112221"/>
                </a:lnTo>
                <a:lnTo>
                  <a:pt x="233092" y="88394"/>
                </a:lnTo>
                <a:lnTo>
                  <a:pt x="235724" y="67145"/>
                </a:lnTo>
                <a:lnTo>
                  <a:pt x="236727" y="47450"/>
                </a:lnTo>
                <a:lnTo>
                  <a:pt x="236940" y="28285"/>
                </a:lnTo>
                <a:lnTo>
                  <a:pt x="236940" y="19734"/>
                </a:lnTo>
                <a:lnTo>
                  <a:pt x="36179" y="19734"/>
                </a:lnTo>
                <a:lnTo>
                  <a:pt x="36179" y="0"/>
                </a:lnTo>
                <a:lnTo>
                  <a:pt x="259964" y="0"/>
                </a:lnTo>
                <a:lnTo>
                  <a:pt x="259964" y="28285"/>
                </a:lnTo>
                <a:lnTo>
                  <a:pt x="259748" y="48270"/>
                </a:lnTo>
                <a:lnTo>
                  <a:pt x="258730" y="68872"/>
                </a:lnTo>
                <a:lnTo>
                  <a:pt x="256060" y="90855"/>
                </a:lnTo>
                <a:lnTo>
                  <a:pt x="250886" y="114984"/>
                </a:lnTo>
                <a:close/>
              </a:path>
              <a:path w="299084" h="310514">
                <a:moveTo>
                  <a:pt x="150637" y="137744"/>
                </a:moveTo>
                <a:lnTo>
                  <a:pt x="127613" y="137744"/>
                </a:lnTo>
                <a:lnTo>
                  <a:pt x="127613" y="72358"/>
                </a:lnTo>
                <a:lnTo>
                  <a:pt x="150637" y="72358"/>
                </a:lnTo>
                <a:lnTo>
                  <a:pt x="150637" y="137744"/>
                </a:lnTo>
                <a:close/>
              </a:path>
              <a:path w="299084" h="310514">
                <a:moveTo>
                  <a:pt x="298906" y="157346"/>
                </a:moveTo>
                <a:lnTo>
                  <a:pt x="0" y="157346"/>
                </a:lnTo>
                <a:lnTo>
                  <a:pt x="0" y="137744"/>
                </a:lnTo>
                <a:lnTo>
                  <a:pt x="298906" y="137744"/>
                </a:lnTo>
                <a:lnTo>
                  <a:pt x="298906" y="157346"/>
                </a:lnTo>
                <a:close/>
              </a:path>
              <a:path w="299084" h="310514">
                <a:moveTo>
                  <a:pt x="148400" y="309957"/>
                </a:moveTo>
                <a:lnTo>
                  <a:pt x="101009" y="305942"/>
                </a:lnTo>
                <a:lnTo>
                  <a:pt x="64991" y="294317"/>
                </a:lnTo>
                <a:lnTo>
                  <a:pt x="42095" y="275712"/>
                </a:lnTo>
                <a:lnTo>
                  <a:pt x="34074" y="250754"/>
                </a:lnTo>
                <a:lnTo>
                  <a:pt x="42095" y="225470"/>
                </a:lnTo>
                <a:lnTo>
                  <a:pt x="64991" y="206649"/>
                </a:lnTo>
                <a:lnTo>
                  <a:pt x="101009" y="194882"/>
                </a:lnTo>
                <a:lnTo>
                  <a:pt x="148400" y="190763"/>
                </a:lnTo>
                <a:lnTo>
                  <a:pt x="195871" y="194882"/>
                </a:lnTo>
                <a:lnTo>
                  <a:pt x="231958" y="206649"/>
                </a:lnTo>
                <a:lnTo>
                  <a:pt x="235211" y="209313"/>
                </a:lnTo>
                <a:lnTo>
                  <a:pt x="148400" y="209313"/>
                </a:lnTo>
                <a:lnTo>
                  <a:pt x="111125" y="212347"/>
                </a:lnTo>
                <a:lnTo>
                  <a:pt x="82373" y="220660"/>
                </a:lnTo>
                <a:lnTo>
                  <a:pt x="63907" y="233660"/>
                </a:lnTo>
                <a:lnTo>
                  <a:pt x="57492" y="250754"/>
                </a:lnTo>
                <a:lnTo>
                  <a:pt x="63907" y="267292"/>
                </a:lnTo>
                <a:lnTo>
                  <a:pt x="82373" y="279944"/>
                </a:lnTo>
                <a:lnTo>
                  <a:pt x="111125" y="288033"/>
                </a:lnTo>
                <a:lnTo>
                  <a:pt x="148400" y="290880"/>
                </a:lnTo>
                <a:lnTo>
                  <a:pt x="236204" y="290880"/>
                </a:lnTo>
                <a:lnTo>
                  <a:pt x="231958" y="294317"/>
                </a:lnTo>
                <a:lnTo>
                  <a:pt x="195871" y="305942"/>
                </a:lnTo>
                <a:lnTo>
                  <a:pt x="148400" y="309957"/>
                </a:lnTo>
                <a:close/>
              </a:path>
              <a:path w="299084" h="310514">
                <a:moveTo>
                  <a:pt x="236204" y="290880"/>
                </a:moveTo>
                <a:lnTo>
                  <a:pt x="148400" y="290880"/>
                </a:lnTo>
                <a:lnTo>
                  <a:pt x="185718" y="288033"/>
                </a:lnTo>
                <a:lnTo>
                  <a:pt x="214476" y="279944"/>
                </a:lnTo>
                <a:lnTo>
                  <a:pt x="233022" y="267292"/>
                </a:lnTo>
                <a:lnTo>
                  <a:pt x="239703" y="250754"/>
                </a:lnTo>
                <a:lnTo>
                  <a:pt x="233022" y="233660"/>
                </a:lnTo>
                <a:lnTo>
                  <a:pt x="214476" y="220660"/>
                </a:lnTo>
                <a:lnTo>
                  <a:pt x="185718" y="212347"/>
                </a:lnTo>
                <a:lnTo>
                  <a:pt x="148400" y="209313"/>
                </a:lnTo>
                <a:lnTo>
                  <a:pt x="235211" y="209313"/>
                </a:lnTo>
                <a:lnTo>
                  <a:pt x="254946" y="225470"/>
                </a:lnTo>
                <a:lnTo>
                  <a:pt x="263121" y="250754"/>
                </a:lnTo>
                <a:lnTo>
                  <a:pt x="254946" y="275712"/>
                </a:lnTo>
                <a:lnTo>
                  <a:pt x="236204" y="2908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1503759" y="5272416"/>
            <a:ext cx="265430" cy="323850"/>
          </a:xfrm>
          <a:custGeom>
            <a:avLst/>
            <a:gdLst/>
            <a:ahLst/>
            <a:cxnLst/>
            <a:rect l="l" t="t" r="r" b="b"/>
            <a:pathLst>
              <a:path w="265429" h="323850">
                <a:moveTo>
                  <a:pt x="264963" y="80515"/>
                </a:moveTo>
                <a:lnTo>
                  <a:pt x="241414" y="80515"/>
                </a:lnTo>
                <a:lnTo>
                  <a:pt x="241414" y="0"/>
                </a:lnTo>
                <a:lnTo>
                  <a:pt x="264963" y="0"/>
                </a:lnTo>
                <a:lnTo>
                  <a:pt x="264963" y="80515"/>
                </a:lnTo>
                <a:close/>
              </a:path>
              <a:path w="265429" h="323850">
                <a:moveTo>
                  <a:pt x="84330" y="166161"/>
                </a:moveTo>
                <a:lnTo>
                  <a:pt x="50192" y="160695"/>
                </a:lnTo>
                <a:lnTo>
                  <a:pt x="23467" y="145325"/>
                </a:lnTo>
                <a:lnTo>
                  <a:pt x="6090" y="121592"/>
                </a:lnTo>
                <a:lnTo>
                  <a:pt x="0" y="91040"/>
                </a:lnTo>
                <a:lnTo>
                  <a:pt x="6090" y="60448"/>
                </a:lnTo>
                <a:lnTo>
                  <a:pt x="23467" y="36639"/>
                </a:lnTo>
                <a:lnTo>
                  <a:pt x="50192" y="21218"/>
                </a:lnTo>
                <a:lnTo>
                  <a:pt x="84330" y="15787"/>
                </a:lnTo>
                <a:lnTo>
                  <a:pt x="115549" y="20387"/>
                </a:lnTo>
                <a:lnTo>
                  <a:pt x="140885" y="33547"/>
                </a:lnTo>
                <a:lnTo>
                  <a:pt x="142958" y="35916"/>
                </a:lnTo>
                <a:lnTo>
                  <a:pt x="84330" y="35916"/>
                </a:lnTo>
                <a:lnTo>
                  <a:pt x="59331" y="39959"/>
                </a:lnTo>
                <a:lnTo>
                  <a:pt x="39747" y="51390"/>
                </a:lnTo>
                <a:lnTo>
                  <a:pt x="26996" y="68865"/>
                </a:lnTo>
                <a:lnTo>
                  <a:pt x="22496" y="91040"/>
                </a:lnTo>
                <a:lnTo>
                  <a:pt x="26996" y="112916"/>
                </a:lnTo>
                <a:lnTo>
                  <a:pt x="39747" y="130376"/>
                </a:lnTo>
                <a:lnTo>
                  <a:pt x="59331" y="141917"/>
                </a:lnTo>
                <a:lnTo>
                  <a:pt x="84330" y="146032"/>
                </a:lnTo>
                <a:lnTo>
                  <a:pt x="143073" y="146032"/>
                </a:lnTo>
                <a:lnTo>
                  <a:pt x="141312" y="148071"/>
                </a:lnTo>
                <a:lnTo>
                  <a:pt x="115812" y="161433"/>
                </a:lnTo>
                <a:lnTo>
                  <a:pt x="84330" y="166161"/>
                </a:lnTo>
                <a:close/>
              </a:path>
              <a:path w="265429" h="323850">
                <a:moveTo>
                  <a:pt x="143073" y="146032"/>
                </a:moveTo>
                <a:lnTo>
                  <a:pt x="84330" y="146032"/>
                </a:lnTo>
                <a:lnTo>
                  <a:pt x="109047" y="141917"/>
                </a:lnTo>
                <a:lnTo>
                  <a:pt x="128534" y="130376"/>
                </a:lnTo>
                <a:lnTo>
                  <a:pt x="141312" y="112916"/>
                </a:lnTo>
                <a:lnTo>
                  <a:pt x="145900" y="91040"/>
                </a:lnTo>
                <a:lnTo>
                  <a:pt x="141312" y="68865"/>
                </a:lnTo>
                <a:lnTo>
                  <a:pt x="128534" y="51390"/>
                </a:lnTo>
                <a:lnTo>
                  <a:pt x="109047" y="39959"/>
                </a:lnTo>
                <a:lnTo>
                  <a:pt x="84330" y="35916"/>
                </a:lnTo>
                <a:lnTo>
                  <a:pt x="142958" y="35916"/>
                </a:lnTo>
                <a:lnTo>
                  <a:pt x="158795" y="54009"/>
                </a:lnTo>
                <a:lnTo>
                  <a:pt x="167739" y="80515"/>
                </a:lnTo>
                <a:lnTo>
                  <a:pt x="264963" y="80515"/>
                </a:lnTo>
                <a:lnTo>
                  <a:pt x="264963" y="100380"/>
                </a:lnTo>
                <a:lnTo>
                  <a:pt x="168003" y="100380"/>
                </a:lnTo>
                <a:lnTo>
                  <a:pt x="159239" y="127309"/>
                </a:lnTo>
                <a:lnTo>
                  <a:pt x="143073" y="146032"/>
                </a:lnTo>
                <a:close/>
              </a:path>
              <a:path w="265429" h="323850">
                <a:moveTo>
                  <a:pt x="264963" y="175896"/>
                </a:moveTo>
                <a:lnTo>
                  <a:pt x="241414" y="175896"/>
                </a:lnTo>
                <a:lnTo>
                  <a:pt x="241414" y="100380"/>
                </a:lnTo>
                <a:lnTo>
                  <a:pt x="264963" y="100380"/>
                </a:lnTo>
                <a:lnTo>
                  <a:pt x="264963" y="175896"/>
                </a:lnTo>
                <a:close/>
              </a:path>
              <a:path w="265429" h="323850">
                <a:moveTo>
                  <a:pt x="264963" y="323639"/>
                </a:moveTo>
                <a:lnTo>
                  <a:pt x="55913" y="323639"/>
                </a:lnTo>
                <a:lnTo>
                  <a:pt x="55913" y="193262"/>
                </a:lnTo>
                <a:lnTo>
                  <a:pt x="79462" y="193262"/>
                </a:lnTo>
                <a:lnTo>
                  <a:pt x="79462" y="238125"/>
                </a:lnTo>
                <a:lnTo>
                  <a:pt x="264963" y="238125"/>
                </a:lnTo>
                <a:lnTo>
                  <a:pt x="264963" y="257332"/>
                </a:lnTo>
                <a:lnTo>
                  <a:pt x="79462" y="257332"/>
                </a:lnTo>
                <a:lnTo>
                  <a:pt x="79462" y="304168"/>
                </a:lnTo>
                <a:lnTo>
                  <a:pt x="264963" y="304168"/>
                </a:lnTo>
                <a:lnTo>
                  <a:pt x="264963" y="323639"/>
                </a:lnTo>
                <a:close/>
              </a:path>
              <a:path w="265429" h="323850">
                <a:moveTo>
                  <a:pt x="264963" y="238125"/>
                </a:moveTo>
                <a:lnTo>
                  <a:pt x="241414" y="238125"/>
                </a:lnTo>
                <a:lnTo>
                  <a:pt x="241414" y="193262"/>
                </a:lnTo>
                <a:lnTo>
                  <a:pt x="264963" y="193262"/>
                </a:lnTo>
                <a:lnTo>
                  <a:pt x="264963" y="238125"/>
                </a:lnTo>
                <a:close/>
              </a:path>
              <a:path w="265429" h="323850">
                <a:moveTo>
                  <a:pt x="264963" y="304168"/>
                </a:moveTo>
                <a:lnTo>
                  <a:pt x="241414" y="304168"/>
                </a:lnTo>
                <a:lnTo>
                  <a:pt x="241414" y="257332"/>
                </a:lnTo>
                <a:lnTo>
                  <a:pt x="264963" y="257332"/>
                </a:lnTo>
                <a:lnTo>
                  <a:pt x="264963" y="3041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1816101" y="5279126"/>
            <a:ext cx="299720" cy="321310"/>
          </a:xfrm>
          <a:custGeom>
            <a:avLst/>
            <a:gdLst/>
            <a:ahLst/>
            <a:cxnLst/>
            <a:rect l="l" t="t" r="r" b="b"/>
            <a:pathLst>
              <a:path w="299720" h="321310">
                <a:moveTo>
                  <a:pt x="99591" y="158004"/>
                </a:moveTo>
                <a:lnTo>
                  <a:pt x="76305" y="158004"/>
                </a:lnTo>
                <a:lnTo>
                  <a:pt x="76305" y="109327"/>
                </a:lnTo>
                <a:lnTo>
                  <a:pt x="58349" y="100584"/>
                </a:lnTo>
                <a:lnTo>
                  <a:pt x="45141" y="89411"/>
                </a:lnTo>
                <a:lnTo>
                  <a:pt x="36991" y="75896"/>
                </a:lnTo>
                <a:lnTo>
                  <a:pt x="34205" y="60123"/>
                </a:lnTo>
                <a:lnTo>
                  <a:pt x="42146" y="34577"/>
                </a:lnTo>
                <a:lnTo>
                  <a:pt x="64974" y="15705"/>
                </a:lnTo>
                <a:lnTo>
                  <a:pt x="101196" y="4010"/>
                </a:lnTo>
                <a:lnTo>
                  <a:pt x="149321" y="0"/>
                </a:lnTo>
                <a:lnTo>
                  <a:pt x="197314" y="4010"/>
                </a:lnTo>
                <a:lnTo>
                  <a:pt x="233503" y="15705"/>
                </a:lnTo>
                <a:lnTo>
                  <a:pt x="237106" y="18681"/>
                </a:lnTo>
                <a:lnTo>
                  <a:pt x="149321" y="18681"/>
                </a:lnTo>
                <a:lnTo>
                  <a:pt x="111547" y="21567"/>
                </a:lnTo>
                <a:lnTo>
                  <a:pt x="82850" y="29831"/>
                </a:lnTo>
                <a:lnTo>
                  <a:pt x="64662" y="42880"/>
                </a:lnTo>
                <a:lnTo>
                  <a:pt x="58412" y="60123"/>
                </a:lnTo>
                <a:lnTo>
                  <a:pt x="64662" y="77456"/>
                </a:lnTo>
                <a:lnTo>
                  <a:pt x="82850" y="90448"/>
                </a:lnTo>
                <a:lnTo>
                  <a:pt x="111547" y="98604"/>
                </a:lnTo>
                <a:lnTo>
                  <a:pt x="149321" y="101433"/>
                </a:lnTo>
                <a:lnTo>
                  <a:pt x="238143" y="101433"/>
                </a:lnTo>
                <a:lnTo>
                  <a:pt x="222995" y="108932"/>
                </a:lnTo>
                <a:lnTo>
                  <a:pt x="222995" y="115510"/>
                </a:lnTo>
                <a:lnTo>
                  <a:pt x="199840" y="115510"/>
                </a:lnTo>
                <a:lnTo>
                  <a:pt x="199046" y="115641"/>
                </a:lnTo>
                <a:lnTo>
                  <a:pt x="99591" y="115641"/>
                </a:lnTo>
                <a:lnTo>
                  <a:pt x="99591" y="158004"/>
                </a:lnTo>
                <a:close/>
              </a:path>
              <a:path w="299720" h="321310">
                <a:moveTo>
                  <a:pt x="238143" y="101433"/>
                </a:moveTo>
                <a:lnTo>
                  <a:pt x="149321" y="101433"/>
                </a:lnTo>
                <a:lnTo>
                  <a:pt x="187044" y="98604"/>
                </a:lnTo>
                <a:lnTo>
                  <a:pt x="215776" y="90448"/>
                </a:lnTo>
                <a:lnTo>
                  <a:pt x="234073" y="77456"/>
                </a:lnTo>
                <a:lnTo>
                  <a:pt x="240493" y="60123"/>
                </a:lnTo>
                <a:lnTo>
                  <a:pt x="234073" y="42880"/>
                </a:lnTo>
                <a:lnTo>
                  <a:pt x="215776" y="29831"/>
                </a:lnTo>
                <a:lnTo>
                  <a:pt x="187044" y="21567"/>
                </a:lnTo>
                <a:lnTo>
                  <a:pt x="149321" y="18681"/>
                </a:lnTo>
                <a:lnTo>
                  <a:pt x="237106" y="18681"/>
                </a:lnTo>
                <a:lnTo>
                  <a:pt x="256348" y="34577"/>
                </a:lnTo>
                <a:lnTo>
                  <a:pt x="264305" y="60123"/>
                </a:lnTo>
                <a:lnTo>
                  <a:pt x="261569" y="75723"/>
                </a:lnTo>
                <a:lnTo>
                  <a:pt x="253566" y="89115"/>
                </a:lnTo>
                <a:lnTo>
                  <a:pt x="240606" y="100214"/>
                </a:lnTo>
                <a:lnTo>
                  <a:pt x="238143" y="101433"/>
                </a:lnTo>
                <a:close/>
              </a:path>
              <a:path w="299720" h="321310">
                <a:moveTo>
                  <a:pt x="222995" y="158004"/>
                </a:moveTo>
                <a:lnTo>
                  <a:pt x="199840" y="158004"/>
                </a:lnTo>
                <a:lnTo>
                  <a:pt x="199840" y="115510"/>
                </a:lnTo>
                <a:lnTo>
                  <a:pt x="222995" y="115510"/>
                </a:lnTo>
                <a:lnTo>
                  <a:pt x="222995" y="158004"/>
                </a:lnTo>
                <a:close/>
              </a:path>
              <a:path w="299720" h="321310">
                <a:moveTo>
                  <a:pt x="149321" y="119851"/>
                </a:moveTo>
                <a:lnTo>
                  <a:pt x="135727" y="119580"/>
                </a:lnTo>
                <a:lnTo>
                  <a:pt x="122927" y="118782"/>
                </a:lnTo>
                <a:lnTo>
                  <a:pt x="110858" y="117465"/>
                </a:lnTo>
                <a:lnTo>
                  <a:pt x="99591" y="115641"/>
                </a:lnTo>
                <a:lnTo>
                  <a:pt x="199046" y="115641"/>
                </a:lnTo>
                <a:lnTo>
                  <a:pt x="188376" y="117409"/>
                </a:lnTo>
                <a:lnTo>
                  <a:pt x="176110" y="118766"/>
                </a:lnTo>
                <a:lnTo>
                  <a:pt x="162975" y="119582"/>
                </a:lnTo>
                <a:lnTo>
                  <a:pt x="149321" y="119851"/>
                </a:lnTo>
                <a:close/>
              </a:path>
              <a:path w="299720" h="321310">
                <a:moveTo>
                  <a:pt x="299169" y="177475"/>
                </a:moveTo>
                <a:lnTo>
                  <a:pt x="0" y="177475"/>
                </a:lnTo>
                <a:lnTo>
                  <a:pt x="0" y="158004"/>
                </a:lnTo>
                <a:lnTo>
                  <a:pt x="299169" y="158004"/>
                </a:lnTo>
                <a:lnTo>
                  <a:pt x="299169" y="177475"/>
                </a:lnTo>
                <a:close/>
              </a:path>
              <a:path w="299720" h="321310">
                <a:moveTo>
                  <a:pt x="149453" y="320745"/>
                </a:moveTo>
                <a:lnTo>
                  <a:pt x="101955" y="316934"/>
                </a:lnTo>
                <a:lnTo>
                  <a:pt x="66471" y="305747"/>
                </a:lnTo>
                <a:lnTo>
                  <a:pt x="44257" y="287554"/>
                </a:lnTo>
                <a:lnTo>
                  <a:pt x="36573" y="262726"/>
                </a:lnTo>
                <a:lnTo>
                  <a:pt x="44257" y="238149"/>
                </a:lnTo>
                <a:lnTo>
                  <a:pt x="66471" y="220134"/>
                </a:lnTo>
                <a:lnTo>
                  <a:pt x="101955" y="209074"/>
                </a:lnTo>
                <a:lnTo>
                  <a:pt x="149453" y="205366"/>
                </a:lnTo>
                <a:lnTo>
                  <a:pt x="196724" y="209074"/>
                </a:lnTo>
                <a:lnTo>
                  <a:pt x="232106" y="220134"/>
                </a:lnTo>
                <a:lnTo>
                  <a:pt x="236606" y="223784"/>
                </a:lnTo>
                <a:lnTo>
                  <a:pt x="149453" y="223784"/>
                </a:lnTo>
                <a:lnTo>
                  <a:pt x="112375" y="226557"/>
                </a:lnTo>
                <a:lnTo>
                  <a:pt x="84314" y="234326"/>
                </a:lnTo>
                <a:lnTo>
                  <a:pt x="66588" y="246559"/>
                </a:lnTo>
                <a:lnTo>
                  <a:pt x="60517" y="262726"/>
                </a:lnTo>
                <a:lnTo>
                  <a:pt x="66588" y="279192"/>
                </a:lnTo>
                <a:lnTo>
                  <a:pt x="84314" y="291538"/>
                </a:lnTo>
                <a:lnTo>
                  <a:pt x="112375" y="299247"/>
                </a:lnTo>
                <a:lnTo>
                  <a:pt x="149453" y="301800"/>
                </a:lnTo>
                <a:lnTo>
                  <a:pt x="236924" y="301800"/>
                </a:lnTo>
                <a:lnTo>
                  <a:pt x="232106" y="305747"/>
                </a:lnTo>
                <a:lnTo>
                  <a:pt x="196724" y="316934"/>
                </a:lnTo>
                <a:lnTo>
                  <a:pt x="149453" y="320745"/>
                </a:lnTo>
                <a:close/>
              </a:path>
              <a:path w="299720" h="321310">
                <a:moveTo>
                  <a:pt x="236924" y="301800"/>
                </a:moveTo>
                <a:lnTo>
                  <a:pt x="149453" y="301800"/>
                </a:lnTo>
                <a:lnTo>
                  <a:pt x="186386" y="299247"/>
                </a:lnTo>
                <a:lnTo>
                  <a:pt x="214427" y="291538"/>
                </a:lnTo>
                <a:lnTo>
                  <a:pt x="232280" y="279192"/>
                </a:lnTo>
                <a:lnTo>
                  <a:pt x="238651" y="262726"/>
                </a:lnTo>
                <a:lnTo>
                  <a:pt x="232280" y="246559"/>
                </a:lnTo>
                <a:lnTo>
                  <a:pt x="214427" y="234326"/>
                </a:lnTo>
                <a:lnTo>
                  <a:pt x="186386" y="226557"/>
                </a:lnTo>
                <a:lnTo>
                  <a:pt x="149453" y="223784"/>
                </a:lnTo>
                <a:lnTo>
                  <a:pt x="236606" y="223784"/>
                </a:lnTo>
                <a:lnTo>
                  <a:pt x="254315" y="238149"/>
                </a:lnTo>
                <a:lnTo>
                  <a:pt x="262069" y="262726"/>
                </a:lnTo>
                <a:lnTo>
                  <a:pt x="254315" y="287554"/>
                </a:lnTo>
                <a:lnTo>
                  <a:pt x="236924" y="30180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2134099" y="5295045"/>
            <a:ext cx="300990" cy="260985"/>
          </a:xfrm>
          <a:custGeom>
            <a:avLst/>
            <a:gdLst/>
            <a:ahLst/>
            <a:cxnLst/>
            <a:rect l="l" t="t" r="r" b="b"/>
            <a:pathLst>
              <a:path w="300990" h="260985">
                <a:moveTo>
                  <a:pt x="149321" y="177738"/>
                </a:moveTo>
                <a:lnTo>
                  <a:pt x="102008" y="171540"/>
                </a:lnTo>
                <a:lnTo>
                  <a:pt x="64366" y="153613"/>
                </a:lnTo>
                <a:lnTo>
                  <a:pt x="39501" y="125548"/>
                </a:lnTo>
                <a:lnTo>
                  <a:pt x="30522" y="88935"/>
                </a:lnTo>
                <a:lnTo>
                  <a:pt x="39501" y="52542"/>
                </a:lnTo>
                <a:lnTo>
                  <a:pt x="64366" y="24536"/>
                </a:lnTo>
                <a:lnTo>
                  <a:pt x="102008" y="6495"/>
                </a:lnTo>
                <a:lnTo>
                  <a:pt x="149321" y="0"/>
                </a:lnTo>
                <a:lnTo>
                  <a:pt x="196767" y="6495"/>
                </a:lnTo>
                <a:lnTo>
                  <a:pt x="223600" y="19339"/>
                </a:lnTo>
                <a:lnTo>
                  <a:pt x="149321" y="19339"/>
                </a:lnTo>
                <a:lnTo>
                  <a:pt x="110975" y="24423"/>
                </a:lnTo>
                <a:lnTo>
                  <a:pt x="80252" y="38793"/>
                </a:lnTo>
                <a:lnTo>
                  <a:pt x="59888" y="60836"/>
                </a:lnTo>
                <a:lnTo>
                  <a:pt x="52624" y="88935"/>
                </a:lnTo>
                <a:lnTo>
                  <a:pt x="59888" y="117124"/>
                </a:lnTo>
                <a:lnTo>
                  <a:pt x="80252" y="139109"/>
                </a:lnTo>
                <a:lnTo>
                  <a:pt x="110975" y="153373"/>
                </a:lnTo>
                <a:lnTo>
                  <a:pt x="149321" y="158399"/>
                </a:lnTo>
                <a:lnTo>
                  <a:pt x="224396" y="158399"/>
                </a:lnTo>
                <a:lnTo>
                  <a:pt x="196767" y="171540"/>
                </a:lnTo>
                <a:lnTo>
                  <a:pt x="149321" y="177738"/>
                </a:lnTo>
                <a:close/>
              </a:path>
              <a:path w="300990" h="260985">
                <a:moveTo>
                  <a:pt x="224396" y="158399"/>
                </a:moveTo>
                <a:lnTo>
                  <a:pt x="149321" y="158399"/>
                </a:lnTo>
                <a:lnTo>
                  <a:pt x="187685" y="153373"/>
                </a:lnTo>
                <a:lnTo>
                  <a:pt x="218341" y="139109"/>
                </a:lnTo>
                <a:lnTo>
                  <a:pt x="238661" y="117124"/>
                </a:lnTo>
                <a:lnTo>
                  <a:pt x="246018" y="88935"/>
                </a:lnTo>
                <a:lnTo>
                  <a:pt x="238661" y="60836"/>
                </a:lnTo>
                <a:lnTo>
                  <a:pt x="218341" y="38793"/>
                </a:lnTo>
                <a:lnTo>
                  <a:pt x="187685" y="24423"/>
                </a:lnTo>
                <a:lnTo>
                  <a:pt x="149321" y="19339"/>
                </a:lnTo>
                <a:lnTo>
                  <a:pt x="223600" y="19339"/>
                </a:lnTo>
                <a:lnTo>
                  <a:pt x="234457" y="24536"/>
                </a:lnTo>
                <a:lnTo>
                  <a:pt x="259345" y="52542"/>
                </a:lnTo>
                <a:lnTo>
                  <a:pt x="268383" y="88935"/>
                </a:lnTo>
                <a:lnTo>
                  <a:pt x="259345" y="125548"/>
                </a:lnTo>
                <a:lnTo>
                  <a:pt x="234457" y="153613"/>
                </a:lnTo>
                <a:lnTo>
                  <a:pt x="224396" y="158399"/>
                </a:lnTo>
                <a:close/>
              </a:path>
              <a:path w="300990" h="260985">
                <a:moveTo>
                  <a:pt x="300616" y="260621"/>
                </a:moveTo>
                <a:lnTo>
                  <a:pt x="0" y="260621"/>
                </a:lnTo>
                <a:lnTo>
                  <a:pt x="0" y="240493"/>
                </a:lnTo>
                <a:lnTo>
                  <a:pt x="300616" y="240493"/>
                </a:lnTo>
                <a:lnTo>
                  <a:pt x="300616" y="26062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2489723" y="5298440"/>
            <a:ext cx="224154" cy="19050"/>
          </a:xfrm>
          <a:custGeom>
            <a:avLst/>
            <a:gdLst/>
            <a:ahLst/>
            <a:cxnLst/>
            <a:rect l="l" t="t" r="r" b="b"/>
            <a:pathLst>
              <a:path w="224154" h="19050">
                <a:moveTo>
                  <a:pt x="0" y="0"/>
                </a:moveTo>
                <a:lnTo>
                  <a:pt x="224047" y="0"/>
                </a:lnTo>
                <a:lnTo>
                  <a:pt x="22404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2690616" y="5317490"/>
            <a:ext cx="23495" cy="57150"/>
          </a:xfrm>
          <a:custGeom>
            <a:avLst/>
            <a:gdLst/>
            <a:ahLst/>
            <a:cxnLst/>
            <a:rect l="l" t="t" r="r" b="b"/>
            <a:pathLst>
              <a:path w="23495" h="57150">
                <a:moveTo>
                  <a:pt x="0" y="0"/>
                </a:moveTo>
                <a:lnTo>
                  <a:pt x="23154" y="0"/>
                </a:lnTo>
                <a:lnTo>
                  <a:pt x="23154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2490776" y="5374640"/>
            <a:ext cx="223520" cy="19050"/>
          </a:xfrm>
          <a:custGeom>
            <a:avLst/>
            <a:gdLst/>
            <a:ahLst/>
            <a:cxnLst/>
            <a:rect l="l" t="t" r="r" b="b"/>
            <a:pathLst>
              <a:path w="223520" h="19050">
                <a:moveTo>
                  <a:pt x="0" y="0"/>
                </a:moveTo>
                <a:lnTo>
                  <a:pt x="222995" y="0"/>
                </a:lnTo>
                <a:lnTo>
                  <a:pt x="22299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2490776" y="5393690"/>
            <a:ext cx="23495" cy="59690"/>
          </a:xfrm>
          <a:custGeom>
            <a:avLst/>
            <a:gdLst/>
            <a:ahLst/>
            <a:cxnLst/>
            <a:rect l="l" t="t" r="r" b="b"/>
            <a:pathLst>
              <a:path w="23495" h="59689">
                <a:moveTo>
                  <a:pt x="0" y="0"/>
                </a:moveTo>
                <a:lnTo>
                  <a:pt x="23154" y="0"/>
                </a:lnTo>
                <a:lnTo>
                  <a:pt x="23154" y="59689"/>
                </a:lnTo>
                <a:lnTo>
                  <a:pt x="0" y="596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2490776" y="5453379"/>
            <a:ext cx="231140" cy="19050"/>
          </a:xfrm>
          <a:custGeom>
            <a:avLst/>
            <a:gdLst/>
            <a:ahLst/>
            <a:cxnLst/>
            <a:rect l="l" t="t" r="r" b="b"/>
            <a:pathLst>
              <a:path w="231140" h="19050">
                <a:moveTo>
                  <a:pt x="0" y="0"/>
                </a:moveTo>
                <a:lnTo>
                  <a:pt x="230626" y="0"/>
                </a:lnTo>
                <a:lnTo>
                  <a:pt x="23062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2589841" y="5472429"/>
            <a:ext cx="23495" cy="66040"/>
          </a:xfrm>
          <a:custGeom>
            <a:avLst/>
            <a:gdLst/>
            <a:ahLst/>
            <a:cxnLst/>
            <a:rect l="l" t="t" r="r" b="b"/>
            <a:pathLst>
              <a:path w="23495" h="66039">
                <a:moveTo>
                  <a:pt x="0" y="0"/>
                </a:moveTo>
                <a:lnTo>
                  <a:pt x="23154" y="0"/>
                </a:lnTo>
                <a:lnTo>
                  <a:pt x="23154" y="66040"/>
                </a:lnTo>
                <a:lnTo>
                  <a:pt x="0" y="660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2452097" y="5538470"/>
            <a:ext cx="300990" cy="20320"/>
          </a:xfrm>
          <a:custGeom>
            <a:avLst/>
            <a:gdLst/>
            <a:ahLst/>
            <a:cxnLst/>
            <a:rect l="l" t="t" r="r" b="b"/>
            <a:pathLst>
              <a:path w="300990" h="20320">
                <a:moveTo>
                  <a:pt x="0" y="0"/>
                </a:moveTo>
                <a:lnTo>
                  <a:pt x="300616" y="0"/>
                </a:lnTo>
                <a:lnTo>
                  <a:pt x="30061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2846689" y="5272416"/>
            <a:ext cx="313690" cy="328930"/>
          </a:xfrm>
          <a:custGeom>
            <a:avLst/>
            <a:gdLst/>
            <a:ahLst/>
            <a:cxnLst/>
            <a:rect l="l" t="t" r="r" b="b"/>
            <a:pathLst>
              <a:path w="313690" h="328929">
                <a:moveTo>
                  <a:pt x="256543" y="328375"/>
                </a:moveTo>
                <a:lnTo>
                  <a:pt x="232994" y="328375"/>
                </a:lnTo>
                <a:lnTo>
                  <a:pt x="232994" y="0"/>
                </a:lnTo>
                <a:lnTo>
                  <a:pt x="256543" y="0"/>
                </a:lnTo>
                <a:lnTo>
                  <a:pt x="256543" y="135376"/>
                </a:lnTo>
                <a:lnTo>
                  <a:pt x="313377" y="135376"/>
                </a:lnTo>
                <a:lnTo>
                  <a:pt x="313377" y="155899"/>
                </a:lnTo>
                <a:lnTo>
                  <a:pt x="256543" y="155899"/>
                </a:lnTo>
                <a:lnTo>
                  <a:pt x="256543" y="328375"/>
                </a:lnTo>
                <a:close/>
              </a:path>
              <a:path w="313690" h="328929">
                <a:moveTo>
                  <a:pt x="14997" y="257201"/>
                </a:moveTo>
                <a:lnTo>
                  <a:pt x="0" y="238519"/>
                </a:lnTo>
                <a:lnTo>
                  <a:pt x="32746" y="214318"/>
                </a:lnTo>
                <a:lnTo>
                  <a:pt x="60682" y="179300"/>
                </a:lnTo>
                <a:lnTo>
                  <a:pt x="80182" y="137450"/>
                </a:lnTo>
                <a:lnTo>
                  <a:pt x="87619" y="92750"/>
                </a:lnTo>
                <a:lnTo>
                  <a:pt x="87619" y="29469"/>
                </a:lnTo>
                <a:lnTo>
                  <a:pt x="110642" y="29469"/>
                </a:lnTo>
                <a:lnTo>
                  <a:pt x="110642" y="92750"/>
                </a:lnTo>
                <a:lnTo>
                  <a:pt x="117872" y="135647"/>
                </a:lnTo>
                <a:lnTo>
                  <a:pt x="121851" y="143795"/>
                </a:lnTo>
                <a:lnTo>
                  <a:pt x="99459" y="143795"/>
                </a:lnTo>
                <a:lnTo>
                  <a:pt x="85282" y="179738"/>
                </a:lnTo>
                <a:lnTo>
                  <a:pt x="65467" y="211697"/>
                </a:lnTo>
                <a:lnTo>
                  <a:pt x="41534" y="238057"/>
                </a:lnTo>
                <a:lnTo>
                  <a:pt x="14997" y="257201"/>
                </a:lnTo>
                <a:close/>
              </a:path>
              <a:path w="313690" h="328929">
                <a:moveTo>
                  <a:pt x="183132" y="250886"/>
                </a:moveTo>
                <a:lnTo>
                  <a:pt x="156960" y="232673"/>
                </a:lnTo>
                <a:lnTo>
                  <a:pt x="133303" y="207800"/>
                </a:lnTo>
                <a:lnTo>
                  <a:pt x="113643" y="177697"/>
                </a:lnTo>
                <a:lnTo>
                  <a:pt x="99459" y="143795"/>
                </a:lnTo>
                <a:lnTo>
                  <a:pt x="121851" y="143795"/>
                </a:lnTo>
                <a:lnTo>
                  <a:pt x="137398" y="175633"/>
                </a:lnTo>
                <a:lnTo>
                  <a:pt x="165386" y="209008"/>
                </a:lnTo>
                <a:lnTo>
                  <a:pt x="197998" y="232073"/>
                </a:lnTo>
                <a:lnTo>
                  <a:pt x="183132" y="25088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3168634" y="5279126"/>
            <a:ext cx="299720" cy="321310"/>
          </a:xfrm>
          <a:custGeom>
            <a:avLst/>
            <a:gdLst/>
            <a:ahLst/>
            <a:cxnLst/>
            <a:rect l="l" t="t" r="r" b="b"/>
            <a:pathLst>
              <a:path w="299719" h="321310">
                <a:moveTo>
                  <a:pt x="99591" y="158004"/>
                </a:moveTo>
                <a:lnTo>
                  <a:pt x="76305" y="158004"/>
                </a:lnTo>
                <a:lnTo>
                  <a:pt x="76305" y="109327"/>
                </a:lnTo>
                <a:lnTo>
                  <a:pt x="58349" y="100584"/>
                </a:lnTo>
                <a:lnTo>
                  <a:pt x="45141" y="89411"/>
                </a:lnTo>
                <a:lnTo>
                  <a:pt x="36991" y="75896"/>
                </a:lnTo>
                <a:lnTo>
                  <a:pt x="34205" y="60123"/>
                </a:lnTo>
                <a:lnTo>
                  <a:pt x="42146" y="34577"/>
                </a:lnTo>
                <a:lnTo>
                  <a:pt x="64974" y="15705"/>
                </a:lnTo>
                <a:lnTo>
                  <a:pt x="101196" y="4010"/>
                </a:lnTo>
                <a:lnTo>
                  <a:pt x="149321" y="0"/>
                </a:lnTo>
                <a:lnTo>
                  <a:pt x="197314" y="4010"/>
                </a:lnTo>
                <a:lnTo>
                  <a:pt x="233503" y="15705"/>
                </a:lnTo>
                <a:lnTo>
                  <a:pt x="237106" y="18681"/>
                </a:lnTo>
                <a:lnTo>
                  <a:pt x="149321" y="18681"/>
                </a:lnTo>
                <a:lnTo>
                  <a:pt x="111547" y="21567"/>
                </a:lnTo>
                <a:lnTo>
                  <a:pt x="82850" y="29831"/>
                </a:lnTo>
                <a:lnTo>
                  <a:pt x="64662" y="42880"/>
                </a:lnTo>
                <a:lnTo>
                  <a:pt x="58412" y="60123"/>
                </a:lnTo>
                <a:lnTo>
                  <a:pt x="64662" y="77456"/>
                </a:lnTo>
                <a:lnTo>
                  <a:pt x="82850" y="90448"/>
                </a:lnTo>
                <a:lnTo>
                  <a:pt x="111547" y="98604"/>
                </a:lnTo>
                <a:lnTo>
                  <a:pt x="149321" y="101433"/>
                </a:lnTo>
                <a:lnTo>
                  <a:pt x="238143" y="101433"/>
                </a:lnTo>
                <a:lnTo>
                  <a:pt x="222995" y="108932"/>
                </a:lnTo>
                <a:lnTo>
                  <a:pt x="222995" y="115510"/>
                </a:lnTo>
                <a:lnTo>
                  <a:pt x="199840" y="115510"/>
                </a:lnTo>
                <a:lnTo>
                  <a:pt x="199046" y="115641"/>
                </a:lnTo>
                <a:lnTo>
                  <a:pt x="99591" y="115641"/>
                </a:lnTo>
                <a:lnTo>
                  <a:pt x="99591" y="158004"/>
                </a:lnTo>
                <a:close/>
              </a:path>
              <a:path w="299719" h="321310">
                <a:moveTo>
                  <a:pt x="238143" y="101433"/>
                </a:moveTo>
                <a:lnTo>
                  <a:pt x="149321" y="101433"/>
                </a:lnTo>
                <a:lnTo>
                  <a:pt x="187044" y="98604"/>
                </a:lnTo>
                <a:lnTo>
                  <a:pt x="215776" y="90448"/>
                </a:lnTo>
                <a:lnTo>
                  <a:pt x="234073" y="77456"/>
                </a:lnTo>
                <a:lnTo>
                  <a:pt x="240493" y="60123"/>
                </a:lnTo>
                <a:lnTo>
                  <a:pt x="234073" y="42880"/>
                </a:lnTo>
                <a:lnTo>
                  <a:pt x="215776" y="29831"/>
                </a:lnTo>
                <a:lnTo>
                  <a:pt x="187044" y="21567"/>
                </a:lnTo>
                <a:lnTo>
                  <a:pt x="149321" y="18681"/>
                </a:lnTo>
                <a:lnTo>
                  <a:pt x="237106" y="18681"/>
                </a:lnTo>
                <a:lnTo>
                  <a:pt x="256348" y="34577"/>
                </a:lnTo>
                <a:lnTo>
                  <a:pt x="264305" y="60123"/>
                </a:lnTo>
                <a:lnTo>
                  <a:pt x="261569" y="75723"/>
                </a:lnTo>
                <a:lnTo>
                  <a:pt x="253566" y="89115"/>
                </a:lnTo>
                <a:lnTo>
                  <a:pt x="240606" y="100214"/>
                </a:lnTo>
                <a:lnTo>
                  <a:pt x="238143" y="101433"/>
                </a:lnTo>
                <a:close/>
              </a:path>
              <a:path w="299719" h="321310">
                <a:moveTo>
                  <a:pt x="222995" y="158004"/>
                </a:moveTo>
                <a:lnTo>
                  <a:pt x="199840" y="158004"/>
                </a:lnTo>
                <a:lnTo>
                  <a:pt x="199840" y="115510"/>
                </a:lnTo>
                <a:lnTo>
                  <a:pt x="222995" y="115510"/>
                </a:lnTo>
                <a:lnTo>
                  <a:pt x="222995" y="158004"/>
                </a:lnTo>
                <a:close/>
              </a:path>
              <a:path w="299719" h="321310">
                <a:moveTo>
                  <a:pt x="149321" y="119851"/>
                </a:moveTo>
                <a:lnTo>
                  <a:pt x="135727" y="119580"/>
                </a:lnTo>
                <a:lnTo>
                  <a:pt x="122927" y="118782"/>
                </a:lnTo>
                <a:lnTo>
                  <a:pt x="110858" y="117465"/>
                </a:lnTo>
                <a:lnTo>
                  <a:pt x="99591" y="115641"/>
                </a:lnTo>
                <a:lnTo>
                  <a:pt x="199046" y="115641"/>
                </a:lnTo>
                <a:lnTo>
                  <a:pt x="188376" y="117409"/>
                </a:lnTo>
                <a:lnTo>
                  <a:pt x="176110" y="118766"/>
                </a:lnTo>
                <a:lnTo>
                  <a:pt x="162975" y="119582"/>
                </a:lnTo>
                <a:lnTo>
                  <a:pt x="149321" y="119851"/>
                </a:lnTo>
                <a:close/>
              </a:path>
              <a:path w="299719" h="321310">
                <a:moveTo>
                  <a:pt x="299169" y="177475"/>
                </a:moveTo>
                <a:lnTo>
                  <a:pt x="0" y="177475"/>
                </a:lnTo>
                <a:lnTo>
                  <a:pt x="0" y="158004"/>
                </a:lnTo>
                <a:lnTo>
                  <a:pt x="299169" y="158004"/>
                </a:lnTo>
                <a:lnTo>
                  <a:pt x="299169" y="177475"/>
                </a:lnTo>
                <a:close/>
              </a:path>
              <a:path w="299719" h="321310">
                <a:moveTo>
                  <a:pt x="149453" y="320745"/>
                </a:moveTo>
                <a:lnTo>
                  <a:pt x="101955" y="316934"/>
                </a:lnTo>
                <a:lnTo>
                  <a:pt x="66471" y="305747"/>
                </a:lnTo>
                <a:lnTo>
                  <a:pt x="44257" y="287554"/>
                </a:lnTo>
                <a:lnTo>
                  <a:pt x="36573" y="262726"/>
                </a:lnTo>
                <a:lnTo>
                  <a:pt x="44257" y="238149"/>
                </a:lnTo>
                <a:lnTo>
                  <a:pt x="66471" y="220134"/>
                </a:lnTo>
                <a:lnTo>
                  <a:pt x="101955" y="209074"/>
                </a:lnTo>
                <a:lnTo>
                  <a:pt x="149453" y="205366"/>
                </a:lnTo>
                <a:lnTo>
                  <a:pt x="196724" y="209074"/>
                </a:lnTo>
                <a:lnTo>
                  <a:pt x="232106" y="220134"/>
                </a:lnTo>
                <a:lnTo>
                  <a:pt x="236606" y="223784"/>
                </a:lnTo>
                <a:lnTo>
                  <a:pt x="149453" y="223784"/>
                </a:lnTo>
                <a:lnTo>
                  <a:pt x="112375" y="226557"/>
                </a:lnTo>
                <a:lnTo>
                  <a:pt x="84314" y="234326"/>
                </a:lnTo>
                <a:lnTo>
                  <a:pt x="66588" y="246559"/>
                </a:lnTo>
                <a:lnTo>
                  <a:pt x="60517" y="262726"/>
                </a:lnTo>
                <a:lnTo>
                  <a:pt x="66588" y="279192"/>
                </a:lnTo>
                <a:lnTo>
                  <a:pt x="84314" y="291538"/>
                </a:lnTo>
                <a:lnTo>
                  <a:pt x="112375" y="299247"/>
                </a:lnTo>
                <a:lnTo>
                  <a:pt x="149453" y="301800"/>
                </a:lnTo>
                <a:lnTo>
                  <a:pt x="236924" y="301800"/>
                </a:lnTo>
                <a:lnTo>
                  <a:pt x="232106" y="305747"/>
                </a:lnTo>
                <a:lnTo>
                  <a:pt x="196724" y="316934"/>
                </a:lnTo>
                <a:lnTo>
                  <a:pt x="149453" y="320745"/>
                </a:lnTo>
                <a:close/>
              </a:path>
              <a:path w="299719" h="321310">
                <a:moveTo>
                  <a:pt x="236924" y="301800"/>
                </a:moveTo>
                <a:lnTo>
                  <a:pt x="149453" y="301800"/>
                </a:lnTo>
                <a:lnTo>
                  <a:pt x="186386" y="299247"/>
                </a:lnTo>
                <a:lnTo>
                  <a:pt x="214427" y="291538"/>
                </a:lnTo>
                <a:lnTo>
                  <a:pt x="232280" y="279192"/>
                </a:lnTo>
                <a:lnTo>
                  <a:pt x="238651" y="262726"/>
                </a:lnTo>
                <a:lnTo>
                  <a:pt x="232280" y="246559"/>
                </a:lnTo>
                <a:lnTo>
                  <a:pt x="214427" y="234326"/>
                </a:lnTo>
                <a:lnTo>
                  <a:pt x="186386" y="226557"/>
                </a:lnTo>
                <a:lnTo>
                  <a:pt x="149453" y="223784"/>
                </a:lnTo>
                <a:lnTo>
                  <a:pt x="236606" y="223784"/>
                </a:lnTo>
                <a:lnTo>
                  <a:pt x="254315" y="238149"/>
                </a:lnTo>
                <a:lnTo>
                  <a:pt x="262069" y="262726"/>
                </a:lnTo>
                <a:lnTo>
                  <a:pt x="254315" y="287554"/>
                </a:lnTo>
                <a:lnTo>
                  <a:pt x="236924" y="30180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3484790" y="5272416"/>
            <a:ext cx="311785" cy="328930"/>
          </a:xfrm>
          <a:custGeom>
            <a:avLst/>
            <a:gdLst/>
            <a:ahLst/>
            <a:cxnLst/>
            <a:rect l="l" t="t" r="r" b="b"/>
            <a:pathLst>
              <a:path w="311784" h="328929">
                <a:moveTo>
                  <a:pt x="254438" y="328375"/>
                </a:moveTo>
                <a:lnTo>
                  <a:pt x="231152" y="328375"/>
                </a:lnTo>
                <a:lnTo>
                  <a:pt x="231152" y="0"/>
                </a:lnTo>
                <a:lnTo>
                  <a:pt x="254438" y="0"/>
                </a:lnTo>
                <a:lnTo>
                  <a:pt x="254438" y="137481"/>
                </a:lnTo>
                <a:lnTo>
                  <a:pt x="311272" y="137481"/>
                </a:lnTo>
                <a:lnTo>
                  <a:pt x="311272" y="157346"/>
                </a:lnTo>
                <a:lnTo>
                  <a:pt x="254438" y="157346"/>
                </a:lnTo>
                <a:lnTo>
                  <a:pt x="254438" y="328375"/>
                </a:lnTo>
                <a:close/>
              </a:path>
              <a:path w="311784" h="328929">
                <a:moveTo>
                  <a:pt x="111037" y="53939"/>
                </a:moveTo>
                <a:lnTo>
                  <a:pt x="87619" y="53939"/>
                </a:lnTo>
                <a:lnTo>
                  <a:pt x="87619" y="3552"/>
                </a:lnTo>
                <a:lnTo>
                  <a:pt x="111037" y="3552"/>
                </a:lnTo>
                <a:lnTo>
                  <a:pt x="111037" y="53939"/>
                </a:lnTo>
                <a:close/>
              </a:path>
              <a:path w="311784" h="328929">
                <a:moveTo>
                  <a:pt x="196157" y="73937"/>
                </a:moveTo>
                <a:lnTo>
                  <a:pt x="0" y="73937"/>
                </a:lnTo>
                <a:lnTo>
                  <a:pt x="0" y="53939"/>
                </a:lnTo>
                <a:lnTo>
                  <a:pt x="196157" y="53939"/>
                </a:lnTo>
                <a:lnTo>
                  <a:pt x="196157" y="73937"/>
                </a:lnTo>
                <a:close/>
              </a:path>
              <a:path w="311784" h="328929">
                <a:moveTo>
                  <a:pt x="99854" y="252728"/>
                </a:moveTo>
                <a:lnTo>
                  <a:pt x="67940" y="247311"/>
                </a:lnTo>
                <a:lnTo>
                  <a:pt x="42773" y="232089"/>
                </a:lnTo>
                <a:lnTo>
                  <a:pt x="26314" y="208603"/>
                </a:lnTo>
                <a:lnTo>
                  <a:pt x="20523" y="178396"/>
                </a:lnTo>
                <a:lnTo>
                  <a:pt x="26314" y="148277"/>
                </a:lnTo>
                <a:lnTo>
                  <a:pt x="42773" y="124719"/>
                </a:lnTo>
                <a:lnTo>
                  <a:pt x="67940" y="109351"/>
                </a:lnTo>
                <a:lnTo>
                  <a:pt x="99854" y="103801"/>
                </a:lnTo>
                <a:lnTo>
                  <a:pt x="131638" y="109351"/>
                </a:lnTo>
                <a:lnTo>
                  <a:pt x="155187" y="123798"/>
                </a:lnTo>
                <a:lnTo>
                  <a:pt x="99854" y="123798"/>
                </a:lnTo>
                <a:lnTo>
                  <a:pt x="76985" y="128000"/>
                </a:lnTo>
                <a:lnTo>
                  <a:pt x="58889" y="139454"/>
                </a:lnTo>
                <a:lnTo>
                  <a:pt x="47035" y="156729"/>
                </a:lnTo>
                <a:lnTo>
                  <a:pt x="42888" y="178396"/>
                </a:lnTo>
                <a:lnTo>
                  <a:pt x="47035" y="200036"/>
                </a:lnTo>
                <a:lnTo>
                  <a:pt x="58889" y="217223"/>
                </a:lnTo>
                <a:lnTo>
                  <a:pt x="76985" y="228514"/>
                </a:lnTo>
                <a:lnTo>
                  <a:pt x="99854" y="232467"/>
                </a:lnTo>
                <a:lnTo>
                  <a:pt x="156066" y="232467"/>
                </a:lnTo>
                <a:lnTo>
                  <a:pt x="131638" y="247311"/>
                </a:lnTo>
                <a:lnTo>
                  <a:pt x="99854" y="252728"/>
                </a:lnTo>
                <a:close/>
              </a:path>
              <a:path w="311784" h="328929">
                <a:moveTo>
                  <a:pt x="156066" y="232467"/>
                </a:moveTo>
                <a:lnTo>
                  <a:pt x="99854" y="232467"/>
                </a:lnTo>
                <a:lnTo>
                  <a:pt x="122538" y="228514"/>
                </a:lnTo>
                <a:lnTo>
                  <a:pt x="140523" y="217223"/>
                </a:lnTo>
                <a:lnTo>
                  <a:pt x="152415" y="200036"/>
                </a:lnTo>
                <a:lnTo>
                  <a:pt x="156820" y="178396"/>
                </a:lnTo>
                <a:lnTo>
                  <a:pt x="152415" y="156729"/>
                </a:lnTo>
                <a:lnTo>
                  <a:pt x="140523" y="139454"/>
                </a:lnTo>
                <a:lnTo>
                  <a:pt x="122538" y="128000"/>
                </a:lnTo>
                <a:lnTo>
                  <a:pt x="99854" y="123798"/>
                </a:lnTo>
                <a:lnTo>
                  <a:pt x="155187" y="123798"/>
                </a:lnTo>
                <a:lnTo>
                  <a:pt x="156688" y="124719"/>
                </a:lnTo>
                <a:lnTo>
                  <a:pt x="173154" y="148277"/>
                </a:lnTo>
                <a:lnTo>
                  <a:pt x="179185" y="178396"/>
                </a:lnTo>
                <a:lnTo>
                  <a:pt x="173154" y="208603"/>
                </a:lnTo>
                <a:lnTo>
                  <a:pt x="156688" y="232089"/>
                </a:lnTo>
                <a:lnTo>
                  <a:pt x="156066" y="2324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3809893" y="5272416"/>
            <a:ext cx="264795" cy="328930"/>
          </a:xfrm>
          <a:custGeom>
            <a:avLst/>
            <a:gdLst/>
            <a:ahLst/>
            <a:cxnLst/>
            <a:rect l="l" t="t" r="r" b="b"/>
            <a:pathLst>
              <a:path w="264794" h="328929">
                <a:moveTo>
                  <a:pt x="264700" y="328375"/>
                </a:moveTo>
                <a:lnTo>
                  <a:pt x="241282" y="328375"/>
                </a:lnTo>
                <a:lnTo>
                  <a:pt x="241282" y="0"/>
                </a:lnTo>
                <a:lnTo>
                  <a:pt x="264700" y="0"/>
                </a:lnTo>
                <a:lnTo>
                  <a:pt x="264700" y="328375"/>
                </a:lnTo>
                <a:close/>
              </a:path>
              <a:path w="264794" h="328929">
                <a:moveTo>
                  <a:pt x="12892" y="264831"/>
                </a:moveTo>
                <a:lnTo>
                  <a:pt x="0" y="245360"/>
                </a:lnTo>
                <a:lnTo>
                  <a:pt x="49032" y="216826"/>
                </a:lnTo>
                <a:lnTo>
                  <a:pt x="87973" y="183045"/>
                </a:lnTo>
                <a:lnTo>
                  <a:pt x="116803" y="144546"/>
                </a:lnTo>
                <a:lnTo>
                  <a:pt x="135505" y="101860"/>
                </a:lnTo>
                <a:lnTo>
                  <a:pt x="144059" y="55518"/>
                </a:lnTo>
                <a:lnTo>
                  <a:pt x="14340" y="55518"/>
                </a:lnTo>
                <a:lnTo>
                  <a:pt x="14340" y="36179"/>
                </a:lnTo>
                <a:lnTo>
                  <a:pt x="167739" y="36179"/>
                </a:lnTo>
                <a:lnTo>
                  <a:pt x="163715" y="81648"/>
                </a:lnTo>
                <a:lnTo>
                  <a:pt x="151509" y="125016"/>
                </a:lnTo>
                <a:lnTo>
                  <a:pt x="130722" y="165651"/>
                </a:lnTo>
                <a:lnTo>
                  <a:pt x="100955" y="202920"/>
                </a:lnTo>
                <a:lnTo>
                  <a:pt x="61812" y="236191"/>
                </a:lnTo>
                <a:lnTo>
                  <a:pt x="12892" y="26483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4202151" y="5272811"/>
            <a:ext cx="270510" cy="328930"/>
          </a:xfrm>
          <a:custGeom>
            <a:avLst/>
            <a:gdLst/>
            <a:ahLst/>
            <a:cxnLst/>
            <a:rect l="l" t="t" r="r" b="b"/>
            <a:pathLst>
              <a:path w="270509" h="328929">
                <a:moveTo>
                  <a:pt x="270094" y="328375"/>
                </a:moveTo>
                <a:lnTo>
                  <a:pt x="247071" y="328375"/>
                </a:lnTo>
                <a:lnTo>
                  <a:pt x="247071" y="0"/>
                </a:lnTo>
                <a:lnTo>
                  <a:pt x="270094" y="0"/>
                </a:lnTo>
                <a:lnTo>
                  <a:pt x="270094" y="328375"/>
                </a:lnTo>
                <a:close/>
              </a:path>
              <a:path w="270509" h="328929">
                <a:moveTo>
                  <a:pt x="109721" y="148926"/>
                </a:moveTo>
                <a:lnTo>
                  <a:pt x="76097" y="144244"/>
                </a:lnTo>
                <a:lnTo>
                  <a:pt x="49713" y="130705"/>
                </a:lnTo>
                <a:lnTo>
                  <a:pt x="32481" y="109668"/>
                </a:lnTo>
                <a:lnTo>
                  <a:pt x="26312" y="82488"/>
                </a:lnTo>
                <a:lnTo>
                  <a:pt x="32481" y="55348"/>
                </a:lnTo>
                <a:lnTo>
                  <a:pt x="49713" y="34386"/>
                </a:lnTo>
                <a:lnTo>
                  <a:pt x="76097" y="20899"/>
                </a:lnTo>
                <a:lnTo>
                  <a:pt x="109721" y="16181"/>
                </a:lnTo>
                <a:lnTo>
                  <a:pt x="143310" y="20899"/>
                </a:lnTo>
                <a:lnTo>
                  <a:pt x="169746" y="34386"/>
                </a:lnTo>
                <a:lnTo>
                  <a:pt x="170900" y="35784"/>
                </a:lnTo>
                <a:lnTo>
                  <a:pt x="109721" y="35784"/>
                </a:lnTo>
                <a:lnTo>
                  <a:pt x="85298" y="39233"/>
                </a:lnTo>
                <a:lnTo>
                  <a:pt x="66092" y="48973"/>
                </a:lnTo>
                <a:lnTo>
                  <a:pt x="53571" y="63794"/>
                </a:lnTo>
                <a:lnTo>
                  <a:pt x="49203" y="82488"/>
                </a:lnTo>
                <a:lnTo>
                  <a:pt x="53571" y="101367"/>
                </a:lnTo>
                <a:lnTo>
                  <a:pt x="66092" y="116201"/>
                </a:lnTo>
                <a:lnTo>
                  <a:pt x="85298" y="125854"/>
                </a:lnTo>
                <a:lnTo>
                  <a:pt x="109721" y="129192"/>
                </a:lnTo>
                <a:lnTo>
                  <a:pt x="170991" y="129192"/>
                </a:lnTo>
                <a:lnTo>
                  <a:pt x="169746" y="130705"/>
                </a:lnTo>
                <a:lnTo>
                  <a:pt x="143310" y="144244"/>
                </a:lnTo>
                <a:lnTo>
                  <a:pt x="109721" y="148926"/>
                </a:lnTo>
                <a:close/>
              </a:path>
              <a:path w="270509" h="328929">
                <a:moveTo>
                  <a:pt x="170991" y="129192"/>
                </a:moveTo>
                <a:lnTo>
                  <a:pt x="109721" y="129192"/>
                </a:lnTo>
                <a:lnTo>
                  <a:pt x="134300" y="125854"/>
                </a:lnTo>
                <a:lnTo>
                  <a:pt x="153613" y="116201"/>
                </a:lnTo>
                <a:lnTo>
                  <a:pt x="166241" y="101367"/>
                </a:lnTo>
                <a:lnTo>
                  <a:pt x="170765" y="82488"/>
                </a:lnTo>
                <a:lnTo>
                  <a:pt x="166241" y="63794"/>
                </a:lnTo>
                <a:lnTo>
                  <a:pt x="153613" y="48973"/>
                </a:lnTo>
                <a:lnTo>
                  <a:pt x="134300" y="39233"/>
                </a:lnTo>
                <a:lnTo>
                  <a:pt x="109721" y="35784"/>
                </a:lnTo>
                <a:lnTo>
                  <a:pt x="170900" y="35784"/>
                </a:lnTo>
                <a:lnTo>
                  <a:pt x="187054" y="55348"/>
                </a:lnTo>
                <a:lnTo>
                  <a:pt x="193262" y="82488"/>
                </a:lnTo>
                <a:lnTo>
                  <a:pt x="187054" y="109668"/>
                </a:lnTo>
                <a:lnTo>
                  <a:pt x="170991" y="129192"/>
                </a:lnTo>
                <a:close/>
              </a:path>
              <a:path w="270509" h="328929">
                <a:moveTo>
                  <a:pt x="3289" y="200103"/>
                </a:moveTo>
                <a:lnTo>
                  <a:pt x="0" y="179580"/>
                </a:lnTo>
                <a:lnTo>
                  <a:pt x="50710" y="179282"/>
                </a:lnTo>
                <a:lnTo>
                  <a:pt x="106613" y="177689"/>
                </a:lnTo>
                <a:lnTo>
                  <a:pt x="164564" y="174048"/>
                </a:lnTo>
                <a:lnTo>
                  <a:pt x="221416" y="167608"/>
                </a:lnTo>
                <a:lnTo>
                  <a:pt x="223258" y="185632"/>
                </a:lnTo>
                <a:lnTo>
                  <a:pt x="198479" y="189546"/>
                </a:lnTo>
                <a:lnTo>
                  <a:pt x="173429" y="192670"/>
                </a:lnTo>
                <a:lnTo>
                  <a:pt x="148330" y="195104"/>
                </a:lnTo>
                <a:lnTo>
                  <a:pt x="123404" y="196946"/>
                </a:lnTo>
                <a:lnTo>
                  <a:pt x="123404" y="198262"/>
                </a:lnTo>
                <a:lnTo>
                  <a:pt x="99854" y="198262"/>
                </a:lnTo>
                <a:lnTo>
                  <a:pt x="74072" y="199215"/>
                </a:lnTo>
                <a:lnTo>
                  <a:pt x="49203" y="199775"/>
                </a:lnTo>
                <a:lnTo>
                  <a:pt x="3289" y="200103"/>
                </a:lnTo>
                <a:close/>
              </a:path>
              <a:path w="270509" h="328929">
                <a:moveTo>
                  <a:pt x="123404" y="317587"/>
                </a:moveTo>
                <a:lnTo>
                  <a:pt x="99854" y="317587"/>
                </a:lnTo>
                <a:lnTo>
                  <a:pt x="99854" y="198262"/>
                </a:lnTo>
                <a:lnTo>
                  <a:pt x="123404" y="198262"/>
                </a:lnTo>
                <a:lnTo>
                  <a:pt x="123404" y="31758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4520544" y="5272416"/>
            <a:ext cx="279400" cy="328930"/>
          </a:xfrm>
          <a:custGeom>
            <a:avLst/>
            <a:gdLst/>
            <a:ahLst/>
            <a:cxnLst/>
            <a:rect l="l" t="t" r="r" b="b"/>
            <a:pathLst>
              <a:path w="279400" h="328929">
                <a:moveTo>
                  <a:pt x="279171" y="139980"/>
                </a:moveTo>
                <a:lnTo>
                  <a:pt x="256675" y="139980"/>
                </a:lnTo>
                <a:lnTo>
                  <a:pt x="256675" y="0"/>
                </a:lnTo>
                <a:lnTo>
                  <a:pt x="279171" y="0"/>
                </a:lnTo>
                <a:lnTo>
                  <a:pt x="279171" y="139980"/>
                </a:lnTo>
                <a:close/>
              </a:path>
              <a:path w="279400" h="328929">
                <a:moveTo>
                  <a:pt x="207471" y="311404"/>
                </a:moveTo>
                <a:lnTo>
                  <a:pt x="185237" y="311404"/>
                </a:lnTo>
                <a:lnTo>
                  <a:pt x="185237" y="8156"/>
                </a:lnTo>
                <a:lnTo>
                  <a:pt x="207471" y="8156"/>
                </a:lnTo>
                <a:lnTo>
                  <a:pt x="207471" y="139980"/>
                </a:lnTo>
                <a:lnTo>
                  <a:pt x="279171" y="139980"/>
                </a:lnTo>
                <a:lnTo>
                  <a:pt x="279171" y="159846"/>
                </a:lnTo>
                <a:lnTo>
                  <a:pt x="207471" y="159846"/>
                </a:lnTo>
                <a:lnTo>
                  <a:pt x="207471" y="311404"/>
                </a:lnTo>
                <a:close/>
              </a:path>
              <a:path w="279400" h="328929">
                <a:moveTo>
                  <a:pt x="279171" y="328375"/>
                </a:moveTo>
                <a:lnTo>
                  <a:pt x="256675" y="328375"/>
                </a:lnTo>
                <a:lnTo>
                  <a:pt x="256675" y="159846"/>
                </a:lnTo>
                <a:lnTo>
                  <a:pt x="279171" y="159846"/>
                </a:lnTo>
                <a:lnTo>
                  <a:pt x="279171" y="328375"/>
                </a:lnTo>
                <a:close/>
              </a:path>
              <a:path w="279400" h="328929">
                <a:moveTo>
                  <a:pt x="95250" y="58939"/>
                </a:moveTo>
                <a:lnTo>
                  <a:pt x="71700" y="58939"/>
                </a:lnTo>
                <a:lnTo>
                  <a:pt x="71700" y="10130"/>
                </a:lnTo>
                <a:lnTo>
                  <a:pt x="95250" y="10130"/>
                </a:lnTo>
                <a:lnTo>
                  <a:pt x="95250" y="58939"/>
                </a:lnTo>
                <a:close/>
              </a:path>
              <a:path w="279400" h="328929">
                <a:moveTo>
                  <a:pt x="166555" y="78410"/>
                </a:moveTo>
                <a:lnTo>
                  <a:pt x="0" y="78410"/>
                </a:lnTo>
                <a:lnTo>
                  <a:pt x="0" y="58939"/>
                </a:lnTo>
                <a:lnTo>
                  <a:pt x="166555" y="58939"/>
                </a:lnTo>
                <a:lnTo>
                  <a:pt x="166555" y="78410"/>
                </a:lnTo>
                <a:close/>
              </a:path>
              <a:path w="279400" h="328929">
                <a:moveTo>
                  <a:pt x="83277" y="250491"/>
                </a:moveTo>
                <a:lnTo>
                  <a:pt x="55078" y="245097"/>
                </a:lnTo>
                <a:lnTo>
                  <a:pt x="32824" y="229836"/>
                </a:lnTo>
                <a:lnTo>
                  <a:pt x="18266" y="206385"/>
                </a:lnTo>
                <a:lnTo>
                  <a:pt x="13156" y="176422"/>
                </a:lnTo>
                <a:lnTo>
                  <a:pt x="18266" y="146803"/>
                </a:lnTo>
                <a:lnTo>
                  <a:pt x="32824" y="123584"/>
                </a:lnTo>
                <a:lnTo>
                  <a:pt x="55078" y="108432"/>
                </a:lnTo>
                <a:lnTo>
                  <a:pt x="83277" y="103012"/>
                </a:lnTo>
                <a:lnTo>
                  <a:pt x="111596" y="108432"/>
                </a:lnTo>
                <a:lnTo>
                  <a:pt x="133048" y="123009"/>
                </a:lnTo>
                <a:lnTo>
                  <a:pt x="83277" y="123009"/>
                </a:lnTo>
                <a:lnTo>
                  <a:pt x="63547" y="127229"/>
                </a:lnTo>
                <a:lnTo>
                  <a:pt x="47986" y="138517"/>
                </a:lnTo>
                <a:lnTo>
                  <a:pt x="37803" y="155404"/>
                </a:lnTo>
                <a:lnTo>
                  <a:pt x="34205" y="176422"/>
                </a:lnTo>
                <a:lnTo>
                  <a:pt x="37803" y="197717"/>
                </a:lnTo>
                <a:lnTo>
                  <a:pt x="47986" y="214657"/>
                </a:lnTo>
                <a:lnTo>
                  <a:pt x="63547" y="225801"/>
                </a:lnTo>
                <a:lnTo>
                  <a:pt x="83277" y="229705"/>
                </a:lnTo>
                <a:lnTo>
                  <a:pt x="133978" y="229705"/>
                </a:lnTo>
                <a:lnTo>
                  <a:pt x="133895" y="229836"/>
                </a:lnTo>
                <a:lnTo>
                  <a:pt x="111596" y="245097"/>
                </a:lnTo>
                <a:lnTo>
                  <a:pt x="83277" y="250491"/>
                </a:lnTo>
                <a:close/>
              </a:path>
              <a:path w="279400" h="328929">
                <a:moveTo>
                  <a:pt x="133978" y="229705"/>
                </a:moveTo>
                <a:lnTo>
                  <a:pt x="83277" y="229705"/>
                </a:lnTo>
                <a:lnTo>
                  <a:pt x="103051" y="225801"/>
                </a:lnTo>
                <a:lnTo>
                  <a:pt x="118717" y="214657"/>
                </a:lnTo>
                <a:lnTo>
                  <a:pt x="129030" y="197717"/>
                </a:lnTo>
                <a:lnTo>
                  <a:pt x="132744" y="176422"/>
                </a:lnTo>
                <a:lnTo>
                  <a:pt x="129030" y="155404"/>
                </a:lnTo>
                <a:lnTo>
                  <a:pt x="118717" y="138517"/>
                </a:lnTo>
                <a:lnTo>
                  <a:pt x="103051" y="127229"/>
                </a:lnTo>
                <a:lnTo>
                  <a:pt x="83277" y="123009"/>
                </a:lnTo>
                <a:lnTo>
                  <a:pt x="133048" y="123009"/>
                </a:lnTo>
                <a:lnTo>
                  <a:pt x="133895" y="123584"/>
                </a:lnTo>
                <a:lnTo>
                  <a:pt x="148548" y="146803"/>
                </a:lnTo>
                <a:lnTo>
                  <a:pt x="153926" y="176422"/>
                </a:lnTo>
                <a:lnTo>
                  <a:pt x="148548" y="206385"/>
                </a:lnTo>
                <a:lnTo>
                  <a:pt x="133978" y="22970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9930045" y="5709920"/>
            <a:ext cx="220979" cy="20320"/>
          </a:xfrm>
          <a:custGeom>
            <a:avLst/>
            <a:gdLst/>
            <a:ahLst/>
            <a:cxnLst/>
            <a:rect l="l" t="t" r="r" b="b"/>
            <a:pathLst>
              <a:path w="220979" h="20320">
                <a:moveTo>
                  <a:pt x="0" y="0"/>
                </a:moveTo>
                <a:lnTo>
                  <a:pt x="220364" y="0"/>
                </a:lnTo>
                <a:lnTo>
                  <a:pt x="220364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9930045" y="5730240"/>
            <a:ext cx="23495" cy="59690"/>
          </a:xfrm>
          <a:custGeom>
            <a:avLst/>
            <a:gdLst/>
            <a:ahLst/>
            <a:cxnLst/>
            <a:rect l="l" t="t" r="r" b="b"/>
            <a:pathLst>
              <a:path w="23495" h="59689">
                <a:moveTo>
                  <a:pt x="0" y="0"/>
                </a:moveTo>
                <a:lnTo>
                  <a:pt x="23023" y="0"/>
                </a:lnTo>
                <a:lnTo>
                  <a:pt x="23023" y="59689"/>
                </a:lnTo>
                <a:lnTo>
                  <a:pt x="0" y="596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9930045" y="5789929"/>
            <a:ext cx="220979" cy="19050"/>
          </a:xfrm>
          <a:custGeom>
            <a:avLst/>
            <a:gdLst/>
            <a:ahLst/>
            <a:cxnLst/>
            <a:rect l="l" t="t" r="r" b="b"/>
            <a:pathLst>
              <a:path w="220979" h="19050">
                <a:moveTo>
                  <a:pt x="0" y="0"/>
                </a:moveTo>
                <a:lnTo>
                  <a:pt x="220364" y="0"/>
                </a:lnTo>
                <a:lnTo>
                  <a:pt x="22036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0126991" y="5729628"/>
            <a:ext cx="23495" cy="60960"/>
          </a:xfrm>
          <a:custGeom>
            <a:avLst/>
            <a:gdLst/>
            <a:ahLst/>
            <a:cxnLst/>
            <a:rect l="l" t="t" r="r" b="b"/>
            <a:pathLst>
              <a:path w="23495" h="60960">
                <a:moveTo>
                  <a:pt x="23417" y="60517"/>
                </a:moveTo>
                <a:lnTo>
                  <a:pt x="0" y="60517"/>
                </a:lnTo>
                <a:lnTo>
                  <a:pt x="0" y="0"/>
                </a:lnTo>
                <a:lnTo>
                  <a:pt x="23417" y="0"/>
                </a:lnTo>
                <a:lnTo>
                  <a:pt x="23417" y="6051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9890445" y="5840534"/>
            <a:ext cx="299720" cy="19685"/>
          </a:xfrm>
          <a:custGeom>
            <a:avLst/>
            <a:gdLst/>
            <a:ahLst/>
            <a:cxnLst/>
            <a:rect l="l" t="t" r="r" b="b"/>
            <a:pathLst>
              <a:path w="299720" h="19685">
                <a:moveTo>
                  <a:pt x="299169" y="19470"/>
                </a:moveTo>
                <a:lnTo>
                  <a:pt x="0" y="19470"/>
                </a:lnTo>
                <a:lnTo>
                  <a:pt x="0" y="0"/>
                </a:lnTo>
                <a:lnTo>
                  <a:pt x="299169" y="0"/>
                </a:lnTo>
                <a:lnTo>
                  <a:pt x="299169" y="194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0028057" y="5860005"/>
            <a:ext cx="23495" cy="36195"/>
          </a:xfrm>
          <a:custGeom>
            <a:avLst/>
            <a:gdLst/>
            <a:ahLst/>
            <a:cxnLst/>
            <a:rect l="l" t="t" r="r" b="b"/>
            <a:pathLst>
              <a:path w="23495" h="36195">
                <a:moveTo>
                  <a:pt x="23286" y="36179"/>
                </a:moveTo>
                <a:lnTo>
                  <a:pt x="0" y="36179"/>
                </a:lnTo>
                <a:lnTo>
                  <a:pt x="0" y="0"/>
                </a:lnTo>
                <a:lnTo>
                  <a:pt x="23286" y="0"/>
                </a:lnTo>
                <a:lnTo>
                  <a:pt x="23286" y="3617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9927414" y="5896609"/>
            <a:ext cx="223520" cy="17780"/>
          </a:xfrm>
          <a:custGeom>
            <a:avLst/>
            <a:gdLst/>
            <a:ahLst/>
            <a:cxnLst/>
            <a:rect l="l" t="t" r="r" b="b"/>
            <a:pathLst>
              <a:path w="223520" h="17779">
                <a:moveTo>
                  <a:pt x="0" y="0"/>
                </a:moveTo>
                <a:lnTo>
                  <a:pt x="222995" y="0"/>
                </a:lnTo>
                <a:lnTo>
                  <a:pt x="22299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0127386" y="5914390"/>
            <a:ext cx="23495" cy="33020"/>
          </a:xfrm>
          <a:custGeom>
            <a:avLst/>
            <a:gdLst/>
            <a:ahLst/>
            <a:cxnLst/>
            <a:rect l="l" t="t" r="r" b="b"/>
            <a:pathLst>
              <a:path w="23495" h="33020">
                <a:moveTo>
                  <a:pt x="0" y="0"/>
                </a:moveTo>
                <a:lnTo>
                  <a:pt x="23023" y="0"/>
                </a:lnTo>
                <a:lnTo>
                  <a:pt x="23023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9928335" y="5947409"/>
            <a:ext cx="222250" cy="19050"/>
          </a:xfrm>
          <a:custGeom>
            <a:avLst/>
            <a:gdLst/>
            <a:ahLst/>
            <a:cxnLst/>
            <a:rect l="l" t="t" r="r" b="b"/>
            <a:pathLst>
              <a:path w="222250" h="19050">
                <a:moveTo>
                  <a:pt x="0" y="0"/>
                </a:moveTo>
                <a:lnTo>
                  <a:pt x="222074" y="0"/>
                </a:lnTo>
                <a:lnTo>
                  <a:pt x="22207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928335" y="5966459"/>
            <a:ext cx="23495" cy="38100"/>
          </a:xfrm>
          <a:custGeom>
            <a:avLst/>
            <a:gdLst/>
            <a:ahLst/>
            <a:cxnLst/>
            <a:rect l="l" t="t" r="r" b="b"/>
            <a:pathLst>
              <a:path w="23495" h="38100">
                <a:moveTo>
                  <a:pt x="0" y="0"/>
                </a:moveTo>
                <a:lnTo>
                  <a:pt x="22891" y="0"/>
                </a:lnTo>
                <a:lnTo>
                  <a:pt x="22891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9928335" y="6004559"/>
            <a:ext cx="232410" cy="19050"/>
          </a:xfrm>
          <a:custGeom>
            <a:avLst/>
            <a:gdLst/>
            <a:ahLst/>
            <a:cxnLst/>
            <a:rect l="l" t="t" r="r" b="b"/>
            <a:pathLst>
              <a:path w="232409" h="19050">
                <a:moveTo>
                  <a:pt x="0" y="0"/>
                </a:moveTo>
                <a:lnTo>
                  <a:pt x="232336" y="0"/>
                </a:lnTo>
                <a:lnTo>
                  <a:pt x="23233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0208443" y="5705158"/>
            <a:ext cx="299720" cy="318135"/>
          </a:xfrm>
          <a:custGeom>
            <a:avLst/>
            <a:gdLst/>
            <a:ahLst/>
            <a:cxnLst/>
            <a:rect l="l" t="t" r="r" b="b"/>
            <a:pathLst>
              <a:path w="299720" h="318135">
                <a:moveTo>
                  <a:pt x="149321" y="114720"/>
                </a:moveTo>
                <a:lnTo>
                  <a:pt x="100863" y="110879"/>
                </a:lnTo>
                <a:lnTo>
                  <a:pt x="64678" y="99772"/>
                </a:lnTo>
                <a:lnTo>
                  <a:pt x="42035" y="81734"/>
                </a:lnTo>
                <a:lnTo>
                  <a:pt x="34205" y="57097"/>
                </a:lnTo>
                <a:lnTo>
                  <a:pt x="42035" y="32653"/>
                </a:lnTo>
                <a:lnTo>
                  <a:pt x="64678" y="14784"/>
                </a:lnTo>
                <a:lnTo>
                  <a:pt x="100863" y="3796"/>
                </a:lnTo>
                <a:lnTo>
                  <a:pt x="149321" y="0"/>
                </a:lnTo>
                <a:lnTo>
                  <a:pt x="197758" y="3796"/>
                </a:lnTo>
                <a:lnTo>
                  <a:pt x="233898" y="14784"/>
                </a:lnTo>
                <a:lnTo>
                  <a:pt x="238328" y="18286"/>
                </a:lnTo>
                <a:lnTo>
                  <a:pt x="149321" y="18286"/>
                </a:lnTo>
                <a:lnTo>
                  <a:pt x="111364" y="20965"/>
                </a:lnTo>
                <a:lnTo>
                  <a:pt x="82768" y="28663"/>
                </a:lnTo>
                <a:lnTo>
                  <a:pt x="64754" y="40876"/>
                </a:lnTo>
                <a:lnTo>
                  <a:pt x="58544" y="57097"/>
                </a:lnTo>
                <a:lnTo>
                  <a:pt x="64754" y="73657"/>
                </a:lnTo>
                <a:lnTo>
                  <a:pt x="82768" y="85974"/>
                </a:lnTo>
                <a:lnTo>
                  <a:pt x="111364" y="93654"/>
                </a:lnTo>
                <a:lnTo>
                  <a:pt x="149321" y="96302"/>
                </a:lnTo>
                <a:lnTo>
                  <a:pt x="238245" y="96302"/>
                </a:lnTo>
                <a:lnTo>
                  <a:pt x="233898" y="99772"/>
                </a:lnTo>
                <a:lnTo>
                  <a:pt x="197758" y="110879"/>
                </a:lnTo>
                <a:lnTo>
                  <a:pt x="149321" y="114720"/>
                </a:lnTo>
                <a:close/>
              </a:path>
              <a:path w="299720" h="318135">
                <a:moveTo>
                  <a:pt x="238245" y="96302"/>
                </a:moveTo>
                <a:lnTo>
                  <a:pt x="149321" y="96302"/>
                </a:lnTo>
                <a:lnTo>
                  <a:pt x="187377" y="93654"/>
                </a:lnTo>
                <a:lnTo>
                  <a:pt x="216072" y="85974"/>
                </a:lnTo>
                <a:lnTo>
                  <a:pt x="234184" y="73657"/>
                </a:lnTo>
                <a:lnTo>
                  <a:pt x="240493" y="57097"/>
                </a:lnTo>
                <a:lnTo>
                  <a:pt x="234184" y="40876"/>
                </a:lnTo>
                <a:lnTo>
                  <a:pt x="216072" y="28663"/>
                </a:lnTo>
                <a:lnTo>
                  <a:pt x="187377" y="20965"/>
                </a:lnTo>
                <a:lnTo>
                  <a:pt x="149321" y="18286"/>
                </a:lnTo>
                <a:lnTo>
                  <a:pt x="238328" y="18286"/>
                </a:lnTo>
                <a:lnTo>
                  <a:pt x="256496" y="32653"/>
                </a:lnTo>
                <a:lnTo>
                  <a:pt x="264305" y="57097"/>
                </a:lnTo>
                <a:lnTo>
                  <a:pt x="256496" y="81734"/>
                </a:lnTo>
                <a:lnTo>
                  <a:pt x="238245" y="96302"/>
                </a:lnTo>
                <a:close/>
              </a:path>
              <a:path w="299720" h="318135">
                <a:moveTo>
                  <a:pt x="299169" y="158530"/>
                </a:moveTo>
                <a:lnTo>
                  <a:pt x="0" y="158530"/>
                </a:lnTo>
                <a:lnTo>
                  <a:pt x="0" y="139059"/>
                </a:lnTo>
                <a:lnTo>
                  <a:pt x="299169" y="139059"/>
                </a:lnTo>
                <a:lnTo>
                  <a:pt x="299169" y="158530"/>
                </a:lnTo>
                <a:close/>
              </a:path>
              <a:path w="299720" h="318135">
                <a:moveTo>
                  <a:pt x="270225" y="318113"/>
                </a:moveTo>
                <a:lnTo>
                  <a:pt x="37889" y="318113"/>
                </a:lnTo>
                <a:lnTo>
                  <a:pt x="37889" y="242071"/>
                </a:lnTo>
                <a:lnTo>
                  <a:pt x="236940" y="242071"/>
                </a:lnTo>
                <a:lnTo>
                  <a:pt x="236940" y="208392"/>
                </a:lnTo>
                <a:lnTo>
                  <a:pt x="36968" y="208392"/>
                </a:lnTo>
                <a:lnTo>
                  <a:pt x="36968" y="189973"/>
                </a:lnTo>
                <a:lnTo>
                  <a:pt x="259964" y="189973"/>
                </a:lnTo>
                <a:lnTo>
                  <a:pt x="259964" y="259964"/>
                </a:lnTo>
                <a:lnTo>
                  <a:pt x="60781" y="259964"/>
                </a:lnTo>
                <a:lnTo>
                  <a:pt x="60781" y="298906"/>
                </a:lnTo>
                <a:lnTo>
                  <a:pt x="270225" y="298906"/>
                </a:lnTo>
                <a:lnTo>
                  <a:pt x="270225" y="31811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0604027" y="5699107"/>
            <a:ext cx="283210" cy="328930"/>
          </a:xfrm>
          <a:custGeom>
            <a:avLst/>
            <a:gdLst/>
            <a:ahLst/>
            <a:cxnLst/>
            <a:rect l="l" t="t" r="r" b="b"/>
            <a:pathLst>
              <a:path w="283209" h="328929">
                <a:moveTo>
                  <a:pt x="282592" y="328375"/>
                </a:moveTo>
                <a:lnTo>
                  <a:pt x="259964" y="328375"/>
                </a:lnTo>
                <a:lnTo>
                  <a:pt x="259964" y="0"/>
                </a:lnTo>
                <a:lnTo>
                  <a:pt x="282592" y="0"/>
                </a:lnTo>
                <a:lnTo>
                  <a:pt x="282592" y="328375"/>
                </a:lnTo>
                <a:close/>
              </a:path>
              <a:path w="283209" h="328929">
                <a:moveTo>
                  <a:pt x="216285" y="310483"/>
                </a:moveTo>
                <a:lnTo>
                  <a:pt x="194052" y="310483"/>
                </a:lnTo>
                <a:lnTo>
                  <a:pt x="194052" y="139717"/>
                </a:lnTo>
                <a:lnTo>
                  <a:pt x="134718" y="139717"/>
                </a:lnTo>
                <a:lnTo>
                  <a:pt x="134718" y="120114"/>
                </a:lnTo>
                <a:lnTo>
                  <a:pt x="194052" y="120114"/>
                </a:lnTo>
                <a:lnTo>
                  <a:pt x="194052" y="8683"/>
                </a:lnTo>
                <a:lnTo>
                  <a:pt x="216285" y="8683"/>
                </a:lnTo>
                <a:lnTo>
                  <a:pt x="216285" y="310483"/>
                </a:lnTo>
                <a:close/>
              </a:path>
              <a:path w="283209" h="328929">
                <a:moveTo>
                  <a:pt x="160504" y="60123"/>
                </a:moveTo>
                <a:lnTo>
                  <a:pt x="7893" y="60123"/>
                </a:lnTo>
                <a:lnTo>
                  <a:pt x="7893" y="40389"/>
                </a:lnTo>
                <a:lnTo>
                  <a:pt x="160504" y="40389"/>
                </a:lnTo>
                <a:lnTo>
                  <a:pt x="160504" y="60123"/>
                </a:lnTo>
                <a:close/>
              </a:path>
              <a:path w="283209" h="328929">
                <a:moveTo>
                  <a:pt x="15129" y="261148"/>
                </a:moveTo>
                <a:lnTo>
                  <a:pt x="0" y="243387"/>
                </a:lnTo>
                <a:lnTo>
                  <a:pt x="30540" y="217648"/>
                </a:lnTo>
                <a:lnTo>
                  <a:pt x="53989" y="182326"/>
                </a:lnTo>
                <a:lnTo>
                  <a:pt x="69026" y="140467"/>
                </a:lnTo>
                <a:lnTo>
                  <a:pt x="74331" y="95118"/>
                </a:lnTo>
                <a:lnTo>
                  <a:pt x="74331" y="60123"/>
                </a:lnTo>
                <a:lnTo>
                  <a:pt x="97091" y="60123"/>
                </a:lnTo>
                <a:lnTo>
                  <a:pt x="97091" y="95118"/>
                </a:lnTo>
                <a:lnTo>
                  <a:pt x="102130" y="137925"/>
                </a:lnTo>
                <a:lnTo>
                  <a:pt x="107373" y="152215"/>
                </a:lnTo>
                <a:lnTo>
                  <a:pt x="86040" y="152215"/>
                </a:lnTo>
                <a:lnTo>
                  <a:pt x="74812" y="186238"/>
                </a:lnTo>
                <a:lnTo>
                  <a:pt x="58873" y="216499"/>
                </a:lnTo>
                <a:lnTo>
                  <a:pt x="38789" y="241851"/>
                </a:lnTo>
                <a:lnTo>
                  <a:pt x="15129" y="261148"/>
                </a:lnTo>
                <a:close/>
              </a:path>
              <a:path w="283209" h="328929">
                <a:moveTo>
                  <a:pt x="155241" y="253386"/>
                </a:moveTo>
                <a:lnTo>
                  <a:pt x="132052" y="235302"/>
                </a:lnTo>
                <a:lnTo>
                  <a:pt x="112500" y="211730"/>
                </a:lnTo>
                <a:lnTo>
                  <a:pt x="97019" y="183693"/>
                </a:lnTo>
                <a:lnTo>
                  <a:pt x="86040" y="152215"/>
                </a:lnTo>
                <a:lnTo>
                  <a:pt x="107373" y="152215"/>
                </a:lnTo>
                <a:lnTo>
                  <a:pt x="116677" y="177574"/>
                </a:lnTo>
                <a:lnTo>
                  <a:pt x="139588" y="211155"/>
                </a:lnTo>
                <a:lnTo>
                  <a:pt x="169713" y="235756"/>
                </a:lnTo>
                <a:lnTo>
                  <a:pt x="155241" y="25338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0926498" y="5699107"/>
            <a:ext cx="269240" cy="328930"/>
          </a:xfrm>
          <a:custGeom>
            <a:avLst/>
            <a:gdLst/>
            <a:ahLst/>
            <a:cxnLst/>
            <a:rect l="l" t="t" r="r" b="b"/>
            <a:pathLst>
              <a:path w="269240" h="328929">
                <a:moveTo>
                  <a:pt x="268778" y="328375"/>
                </a:moveTo>
                <a:lnTo>
                  <a:pt x="245623" y="328375"/>
                </a:lnTo>
                <a:lnTo>
                  <a:pt x="245623" y="153794"/>
                </a:lnTo>
                <a:lnTo>
                  <a:pt x="163003" y="153794"/>
                </a:lnTo>
                <a:lnTo>
                  <a:pt x="163003" y="133665"/>
                </a:lnTo>
                <a:lnTo>
                  <a:pt x="245623" y="133665"/>
                </a:lnTo>
                <a:lnTo>
                  <a:pt x="245623" y="0"/>
                </a:lnTo>
                <a:lnTo>
                  <a:pt x="268778" y="0"/>
                </a:lnTo>
                <a:lnTo>
                  <a:pt x="268778" y="328375"/>
                </a:lnTo>
                <a:close/>
              </a:path>
              <a:path w="269240" h="328929">
                <a:moveTo>
                  <a:pt x="13419" y="263647"/>
                </a:moveTo>
                <a:lnTo>
                  <a:pt x="0" y="245229"/>
                </a:lnTo>
                <a:lnTo>
                  <a:pt x="49050" y="216090"/>
                </a:lnTo>
                <a:lnTo>
                  <a:pt x="87105" y="181955"/>
                </a:lnTo>
                <a:lnTo>
                  <a:pt x="114634" y="143420"/>
                </a:lnTo>
                <a:lnTo>
                  <a:pt x="132103" y="101076"/>
                </a:lnTo>
                <a:lnTo>
                  <a:pt x="139980" y="55518"/>
                </a:lnTo>
                <a:lnTo>
                  <a:pt x="13945" y="55518"/>
                </a:lnTo>
                <a:lnTo>
                  <a:pt x="13945" y="36179"/>
                </a:lnTo>
                <a:lnTo>
                  <a:pt x="163530" y="36179"/>
                </a:lnTo>
                <a:lnTo>
                  <a:pt x="159820" y="80939"/>
                </a:lnTo>
                <a:lnTo>
                  <a:pt x="148498" y="123774"/>
                </a:lnTo>
                <a:lnTo>
                  <a:pt x="128880" y="164072"/>
                </a:lnTo>
                <a:lnTo>
                  <a:pt x="100283" y="201224"/>
                </a:lnTo>
                <a:lnTo>
                  <a:pt x="62024" y="234619"/>
                </a:lnTo>
                <a:lnTo>
                  <a:pt x="13419" y="26364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1241206" y="5699107"/>
            <a:ext cx="311785" cy="328930"/>
          </a:xfrm>
          <a:custGeom>
            <a:avLst/>
            <a:gdLst/>
            <a:ahLst/>
            <a:cxnLst/>
            <a:rect l="l" t="t" r="r" b="b"/>
            <a:pathLst>
              <a:path w="311784" h="328929">
                <a:moveTo>
                  <a:pt x="254438" y="328375"/>
                </a:moveTo>
                <a:lnTo>
                  <a:pt x="231152" y="328375"/>
                </a:lnTo>
                <a:lnTo>
                  <a:pt x="231152" y="0"/>
                </a:lnTo>
                <a:lnTo>
                  <a:pt x="254438" y="0"/>
                </a:lnTo>
                <a:lnTo>
                  <a:pt x="254438" y="137481"/>
                </a:lnTo>
                <a:lnTo>
                  <a:pt x="311272" y="137481"/>
                </a:lnTo>
                <a:lnTo>
                  <a:pt x="311272" y="157346"/>
                </a:lnTo>
                <a:lnTo>
                  <a:pt x="254438" y="157346"/>
                </a:lnTo>
                <a:lnTo>
                  <a:pt x="254438" y="328375"/>
                </a:lnTo>
                <a:close/>
              </a:path>
              <a:path w="311784" h="328929">
                <a:moveTo>
                  <a:pt x="111037" y="53939"/>
                </a:moveTo>
                <a:lnTo>
                  <a:pt x="87619" y="53939"/>
                </a:lnTo>
                <a:lnTo>
                  <a:pt x="87619" y="3552"/>
                </a:lnTo>
                <a:lnTo>
                  <a:pt x="111037" y="3552"/>
                </a:lnTo>
                <a:lnTo>
                  <a:pt x="111037" y="53939"/>
                </a:lnTo>
                <a:close/>
              </a:path>
              <a:path w="311784" h="328929">
                <a:moveTo>
                  <a:pt x="196157" y="73937"/>
                </a:moveTo>
                <a:lnTo>
                  <a:pt x="0" y="73937"/>
                </a:lnTo>
                <a:lnTo>
                  <a:pt x="0" y="53939"/>
                </a:lnTo>
                <a:lnTo>
                  <a:pt x="196157" y="53939"/>
                </a:lnTo>
                <a:lnTo>
                  <a:pt x="196157" y="73937"/>
                </a:lnTo>
                <a:close/>
              </a:path>
              <a:path w="311784" h="328929">
                <a:moveTo>
                  <a:pt x="99854" y="252728"/>
                </a:moveTo>
                <a:lnTo>
                  <a:pt x="67940" y="247311"/>
                </a:lnTo>
                <a:lnTo>
                  <a:pt x="42773" y="232089"/>
                </a:lnTo>
                <a:lnTo>
                  <a:pt x="26314" y="208603"/>
                </a:lnTo>
                <a:lnTo>
                  <a:pt x="20523" y="178396"/>
                </a:lnTo>
                <a:lnTo>
                  <a:pt x="26314" y="148277"/>
                </a:lnTo>
                <a:lnTo>
                  <a:pt x="42773" y="124719"/>
                </a:lnTo>
                <a:lnTo>
                  <a:pt x="67940" y="109351"/>
                </a:lnTo>
                <a:lnTo>
                  <a:pt x="99854" y="103801"/>
                </a:lnTo>
                <a:lnTo>
                  <a:pt x="131638" y="109351"/>
                </a:lnTo>
                <a:lnTo>
                  <a:pt x="155187" y="123798"/>
                </a:lnTo>
                <a:lnTo>
                  <a:pt x="99854" y="123798"/>
                </a:lnTo>
                <a:lnTo>
                  <a:pt x="76985" y="128000"/>
                </a:lnTo>
                <a:lnTo>
                  <a:pt x="58889" y="139454"/>
                </a:lnTo>
                <a:lnTo>
                  <a:pt x="47035" y="156729"/>
                </a:lnTo>
                <a:lnTo>
                  <a:pt x="42888" y="178396"/>
                </a:lnTo>
                <a:lnTo>
                  <a:pt x="47035" y="200036"/>
                </a:lnTo>
                <a:lnTo>
                  <a:pt x="58889" y="217223"/>
                </a:lnTo>
                <a:lnTo>
                  <a:pt x="76985" y="228514"/>
                </a:lnTo>
                <a:lnTo>
                  <a:pt x="99854" y="232467"/>
                </a:lnTo>
                <a:lnTo>
                  <a:pt x="156066" y="232467"/>
                </a:lnTo>
                <a:lnTo>
                  <a:pt x="131638" y="247311"/>
                </a:lnTo>
                <a:lnTo>
                  <a:pt x="99854" y="252728"/>
                </a:lnTo>
                <a:close/>
              </a:path>
              <a:path w="311784" h="328929">
                <a:moveTo>
                  <a:pt x="156066" y="232467"/>
                </a:moveTo>
                <a:lnTo>
                  <a:pt x="99854" y="232467"/>
                </a:lnTo>
                <a:lnTo>
                  <a:pt x="122538" y="228514"/>
                </a:lnTo>
                <a:lnTo>
                  <a:pt x="140523" y="217223"/>
                </a:lnTo>
                <a:lnTo>
                  <a:pt x="152415" y="200036"/>
                </a:lnTo>
                <a:lnTo>
                  <a:pt x="156820" y="178396"/>
                </a:lnTo>
                <a:lnTo>
                  <a:pt x="152415" y="156729"/>
                </a:lnTo>
                <a:lnTo>
                  <a:pt x="140523" y="139454"/>
                </a:lnTo>
                <a:lnTo>
                  <a:pt x="122538" y="128000"/>
                </a:lnTo>
                <a:lnTo>
                  <a:pt x="99854" y="123798"/>
                </a:lnTo>
                <a:lnTo>
                  <a:pt x="155187" y="123798"/>
                </a:lnTo>
                <a:lnTo>
                  <a:pt x="156688" y="124719"/>
                </a:lnTo>
                <a:lnTo>
                  <a:pt x="173154" y="148277"/>
                </a:lnTo>
                <a:lnTo>
                  <a:pt x="179185" y="178396"/>
                </a:lnTo>
                <a:lnTo>
                  <a:pt x="173154" y="208603"/>
                </a:lnTo>
                <a:lnTo>
                  <a:pt x="156688" y="232089"/>
                </a:lnTo>
                <a:lnTo>
                  <a:pt x="156066" y="2324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1561047" y="5733970"/>
            <a:ext cx="299720" cy="245110"/>
          </a:xfrm>
          <a:custGeom>
            <a:avLst/>
            <a:gdLst/>
            <a:ahLst/>
            <a:cxnLst/>
            <a:rect l="l" t="t" r="r" b="b"/>
            <a:pathLst>
              <a:path w="299720" h="245110">
                <a:moveTo>
                  <a:pt x="249044" y="182737"/>
                </a:moveTo>
                <a:lnTo>
                  <a:pt x="225100" y="179712"/>
                </a:lnTo>
                <a:lnTo>
                  <a:pt x="232101" y="136255"/>
                </a:lnTo>
                <a:lnTo>
                  <a:pt x="235724" y="97979"/>
                </a:lnTo>
                <a:lnTo>
                  <a:pt x="237125" y="63897"/>
                </a:lnTo>
                <a:lnTo>
                  <a:pt x="237467" y="33021"/>
                </a:lnTo>
                <a:lnTo>
                  <a:pt x="237467" y="19734"/>
                </a:lnTo>
                <a:lnTo>
                  <a:pt x="32232" y="19734"/>
                </a:lnTo>
                <a:lnTo>
                  <a:pt x="32232" y="0"/>
                </a:lnTo>
                <a:lnTo>
                  <a:pt x="260885" y="0"/>
                </a:lnTo>
                <a:lnTo>
                  <a:pt x="260885" y="33021"/>
                </a:lnTo>
                <a:lnTo>
                  <a:pt x="260552" y="64277"/>
                </a:lnTo>
                <a:lnTo>
                  <a:pt x="259207" y="98654"/>
                </a:lnTo>
                <a:lnTo>
                  <a:pt x="255741" y="137643"/>
                </a:lnTo>
                <a:lnTo>
                  <a:pt x="249044" y="182737"/>
                </a:lnTo>
                <a:close/>
              </a:path>
              <a:path w="299720" h="245110">
                <a:moveTo>
                  <a:pt x="143795" y="224837"/>
                </a:moveTo>
                <a:lnTo>
                  <a:pt x="120509" y="224837"/>
                </a:lnTo>
                <a:lnTo>
                  <a:pt x="120509" y="106037"/>
                </a:lnTo>
                <a:lnTo>
                  <a:pt x="143795" y="106037"/>
                </a:lnTo>
                <a:lnTo>
                  <a:pt x="143795" y="224837"/>
                </a:lnTo>
                <a:close/>
              </a:path>
              <a:path w="299720" h="245110">
                <a:moveTo>
                  <a:pt x="299169" y="244834"/>
                </a:moveTo>
                <a:lnTo>
                  <a:pt x="0" y="244834"/>
                </a:lnTo>
                <a:lnTo>
                  <a:pt x="0" y="224837"/>
                </a:lnTo>
                <a:lnTo>
                  <a:pt x="299169" y="224837"/>
                </a:lnTo>
                <a:lnTo>
                  <a:pt x="299169" y="24483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1964206" y="5699107"/>
            <a:ext cx="276225" cy="328930"/>
          </a:xfrm>
          <a:custGeom>
            <a:avLst/>
            <a:gdLst/>
            <a:ahLst/>
            <a:cxnLst/>
            <a:rect l="l" t="t" r="r" b="b"/>
            <a:pathLst>
              <a:path w="276225" h="328929">
                <a:moveTo>
                  <a:pt x="275751" y="328375"/>
                </a:moveTo>
                <a:lnTo>
                  <a:pt x="252859" y="328375"/>
                </a:lnTo>
                <a:lnTo>
                  <a:pt x="252859" y="0"/>
                </a:lnTo>
                <a:lnTo>
                  <a:pt x="275751" y="0"/>
                </a:lnTo>
                <a:lnTo>
                  <a:pt x="275751" y="328375"/>
                </a:lnTo>
                <a:close/>
              </a:path>
              <a:path w="276225" h="328929">
                <a:moveTo>
                  <a:pt x="210497" y="130113"/>
                </a:moveTo>
                <a:lnTo>
                  <a:pt x="187737" y="130113"/>
                </a:lnTo>
                <a:lnTo>
                  <a:pt x="187737" y="7762"/>
                </a:lnTo>
                <a:lnTo>
                  <a:pt x="210497" y="7762"/>
                </a:lnTo>
                <a:lnTo>
                  <a:pt x="210497" y="130113"/>
                </a:lnTo>
                <a:close/>
              </a:path>
              <a:path w="276225" h="328929">
                <a:moveTo>
                  <a:pt x="69990" y="253912"/>
                </a:moveTo>
                <a:lnTo>
                  <a:pt x="41182" y="246049"/>
                </a:lnTo>
                <a:lnTo>
                  <a:pt x="19109" y="223472"/>
                </a:lnTo>
                <a:lnTo>
                  <a:pt x="4978" y="187994"/>
                </a:lnTo>
                <a:lnTo>
                  <a:pt x="0" y="141427"/>
                </a:lnTo>
                <a:lnTo>
                  <a:pt x="4978" y="94976"/>
                </a:lnTo>
                <a:lnTo>
                  <a:pt x="19109" y="59613"/>
                </a:lnTo>
                <a:lnTo>
                  <a:pt x="41182" y="37102"/>
                </a:lnTo>
                <a:lnTo>
                  <a:pt x="69990" y="29206"/>
                </a:lnTo>
                <a:lnTo>
                  <a:pt x="97449" y="36259"/>
                </a:lnTo>
                <a:lnTo>
                  <a:pt x="113085" y="50914"/>
                </a:lnTo>
                <a:lnTo>
                  <a:pt x="69990" y="50914"/>
                </a:lnTo>
                <a:lnTo>
                  <a:pt x="50225" y="57416"/>
                </a:lnTo>
                <a:lnTo>
                  <a:pt x="35110" y="75795"/>
                </a:lnTo>
                <a:lnTo>
                  <a:pt x="25496" y="104362"/>
                </a:lnTo>
                <a:lnTo>
                  <a:pt x="22233" y="141427"/>
                </a:lnTo>
                <a:lnTo>
                  <a:pt x="25496" y="178456"/>
                </a:lnTo>
                <a:lnTo>
                  <a:pt x="35110" y="207060"/>
                </a:lnTo>
                <a:lnTo>
                  <a:pt x="50225" y="225476"/>
                </a:lnTo>
                <a:lnTo>
                  <a:pt x="69990" y="231941"/>
                </a:lnTo>
                <a:lnTo>
                  <a:pt x="113190" y="231941"/>
                </a:lnTo>
                <a:lnTo>
                  <a:pt x="97784" y="246701"/>
                </a:lnTo>
                <a:lnTo>
                  <a:pt x="69990" y="253912"/>
                </a:lnTo>
                <a:close/>
              </a:path>
              <a:path w="276225" h="328929">
                <a:moveTo>
                  <a:pt x="113190" y="231941"/>
                </a:moveTo>
                <a:lnTo>
                  <a:pt x="69990" y="231941"/>
                </a:lnTo>
                <a:lnTo>
                  <a:pt x="89890" y="225476"/>
                </a:lnTo>
                <a:lnTo>
                  <a:pt x="105067" y="207060"/>
                </a:lnTo>
                <a:lnTo>
                  <a:pt x="114743" y="178456"/>
                </a:lnTo>
                <a:lnTo>
                  <a:pt x="118141" y="141427"/>
                </a:lnTo>
                <a:lnTo>
                  <a:pt x="114743" y="104362"/>
                </a:lnTo>
                <a:lnTo>
                  <a:pt x="105067" y="75795"/>
                </a:lnTo>
                <a:lnTo>
                  <a:pt x="89890" y="57416"/>
                </a:lnTo>
                <a:lnTo>
                  <a:pt x="69990" y="50914"/>
                </a:lnTo>
                <a:lnTo>
                  <a:pt x="113085" y="50914"/>
                </a:lnTo>
                <a:lnTo>
                  <a:pt x="118963" y="56423"/>
                </a:lnTo>
                <a:lnTo>
                  <a:pt x="133521" y="88205"/>
                </a:lnTo>
                <a:lnTo>
                  <a:pt x="140112" y="130113"/>
                </a:lnTo>
                <a:lnTo>
                  <a:pt x="210497" y="130113"/>
                </a:lnTo>
                <a:lnTo>
                  <a:pt x="210497" y="149979"/>
                </a:lnTo>
                <a:lnTo>
                  <a:pt x="140243" y="149979"/>
                </a:lnTo>
                <a:lnTo>
                  <a:pt x="133984" y="193155"/>
                </a:lnTo>
                <a:lnTo>
                  <a:pt x="119473" y="225922"/>
                </a:lnTo>
                <a:lnTo>
                  <a:pt x="113190" y="231941"/>
                </a:lnTo>
                <a:close/>
              </a:path>
              <a:path w="276225" h="328929">
                <a:moveTo>
                  <a:pt x="210497" y="311141"/>
                </a:moveTo>
                <a:lnTo>
                  <a:pt x="187737" y="311141"/>
                </a:lnTo>
                <a:lnTo>
                  <a:pt x="187737" y="149979"/>
                </a:lnTo>
                <a:lnTo>
                  <a:pt x="210497" y="149979"/>
                </a:lnTo>
                <a:lnTo>
                  <a:pt x="210497" y="31114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2294045" y="5698712"/>
            <a:ext cx="290195" cy="321310"/>
          </a:xfrm>
          <a:custGeom>
            <a:avLst/>
            <a:gdLst/>
            <a:ahLst/>
            <a:cxnLst/>
            <a:rect l="l" t="t" r="r" b="b"/>
            <a:pathLst>
              <a:path w="290195" h="321310">
                <a:moveTo>
                  <a:pt x="239177" y="243387"/>
                </a:moveTo>
                <a:lnTo>
                  <a:pt x="215628" y="243387"/>
                </a:lnTo>
                <a:lnTo>
                  <a:pt x="215628" y="0"/>
                </a:lnTo>
                <a:lnTo>
                  <a:pt x="239177" y="0"/>
                </a:lnTo>
                <a:lnTo>
                  <a:pt x="239177" y="104064"/>
                </a:lnTo>
                <a:lnTo>
                  <a:pt x="289959" y="104064"/>
                </a:lnTo>
                <a:lnTo>
                  <a:pt x="289959" y="124193"/>
                </a:lnTo>
                <a:lnTo>
                  <a:pt x="239177" y="124193"/>
                </a:lnTo>
                <a:lnTo>
                  <a:pt x="239177" y="243387"/>
                </a:lnTo>
                <a:close/>
              </a:path>
              <a:path w="290195" h="321310">
                <a:moveTo>
                  <a:pt x="24075" y="191420"/>
                </a:moveTo>
                <a:lnTo>
                  <a:pt x="0" y="191420"/>
                </a:lnTo>
                <a:lnTo>
                  <a:pt x="0" y="27101"/>
                </a:lnTo>
                <a:lnTo>
                  <a:pt x="149453" y="27101"/>
                </a:lnTo>
                <a:lnTo>
                  <a:pt x="149453" y="46704"/>
                </a:lnTo>
                <a:lnTo>
                  <a:pt x="23286" y="46704"/>
                </a:lnTo>
                <a:lnTo>
                  <a:pt x="23286" y="97749"/>
                </a:lnTo>
                <a:lnTo>
                  <a:pt x="143795" y="97749"/>
                </a:lnTo>
                <a:lnTo>
                  <a:pt x="143795" y="117483"/>
                </a:lnTo>
                <a:lnTo>
                  <a:pt x="23286" y="117483"/>
                </a:lnTo>
                <a:lnTo>
                  <a:pt x="23286" y="171686"/>
                </a:lnTo>
                <a:lnTo>
                  <a:pt x="173970" y="171686"/>
                </a:lnTo>
                <a:lnTo>
                  <a:pt x="175370" y="181422"/>
                </a:lnTo>
                <a:lnTo>
                  <a:pt x="142017" y="186536"/>
                </a:lnTo>
                <a:lnTo>
                  <a:pt x="108159" y="189579"/>
                </a:lnTo>
                <a:lnTo>
                  <a:pt x="70082" y="191042"/>
                </a:lnTo>
                <a:lnTo>
                  <a:pt x="24075" y="191420"/>
                </a:lnTo>
                <a:close/>
              </a:path>
              <a:path w="290195" h="321310">
                <a:moveTo>
                  <a:pt x="173970" y="171686"/>
                </a:moveTo>
                <a:lnTo>
                  <a:pt x="24075" y="171686"/>
                </a:lnTo>
                <a:lnTo>
                  <a:pt x="69558" y="171261"/>
                </a:lnTo>
                <a:lnTo>
                  <a:pt x="107024" y="169861"/>
                </a:lnTo>
                <a:lnTo>
                  <a:pt x="140149" y="167006"/>
                </a:lnTo>
                <a:lnTo>
                  <a:pt x="172607" y="162214"/>
                </a:lnTo>
                <a:lnTo>
                  <a:pt x="173970" y="171686"/>
                </a:lnTo>
                <a:close/>
              </a:path>
              <a:path w="290195" h="321310">
                <a:moveTo>
                  <a:pt x="255227" y="320876"/>
                </a:moveTo>
                <a:lnTo>
                  <a:pt x="35916" y="320876"/>
                </a:lnTo>
                <a:lnTo>
                  <a:pt x="35916" y="221679"/>
                </a:lnTo>
                <a:lnTo>
                  <a:pt x="59070" y="221679"/>
                </a:lnTo>
                <a:lnTo>
                  <a:pt x="59070" y="301011"/>
                </a:lnTo>
                <a:lnTo>
                  <a:pt x="255227" y="301011"/>
                </a:lnTo>
                <a:lnTo>
                  <a:pt x="255227" y="32087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2595598" y="5703316"/>
            <a:ext cx="299720" cy="320040"/>
          </a:xfrm>
          <a:custGeom>
            <a:avLst/>
            <a:gdLst/>
            <a:ahLst/>
            <a:cxnLst/>
            <a:rect l="l" t="t" r="r" b="b"/>
            <a:pathLst>
              <a:path w="299720" h="320039">
                <a:moveTo>
                  <a:pt x="160635" y="141296"/>
                </a:moveTo>
                <a:lnTo>
                  <a:pt x="137612" y="141296"/>
                </a:lnTo>
                <a:lnTo>
                  <a:pt x="137612" y="114457"/>
                </a:lnTo>
                <a:lnTo>
                  <a:pt x="93981" y="109475"/>
                </a:lnTo>
                <a:lnTo>
                  <a:pt x="61488" y="98078"/>
                </a:lnTo>
                <a:lnTo>
                  <a:pt x="41205" y="80564"/>
                </a:lnTo>
                <a:lnTo>
                  <a:pt x="34205" y="57228"/>
                </a:lnTo>
                <a:lnTo>
                  <a:pt x="42035" y="32875"/>
                </a:lnTo>
                <a:lnTo>
                  <a:pt x="64678" y="14948"/>
                </a:lnTo>
                <a:lnTo>
                  <a:pt x="100863" y="3854"/>
                </a:lnTo>
                <a:lnTo>
                  <a:pt x="149321" y="0"/>
                </a:lnTo>
                <a:lnTo>
                  <a:pt x="197758" y="3854"/>
                </a:lnTo>
                <a:lnTo>
                  <a:pt x="233898" y="14948"/>
                </a:lnTo>
                <a:lnTo>
                  <a:pt x="238438" y="18550"/>
                </a:lnTo>
                <a:lnTo>
                  <a:pt x="149321" y="18550"/>
                </a:lnTo>
                <a:lnTo>
                  <a:pt x="111364" y="21282"/>
                </a:lnTo>
                <a:lnTo>
                  <a:pt x="82768" y="28959"/>
                </a:lnTo>
                <a:lnTo>
                  <a:pt x="64754" y="41102"/>
                </a:lnTo>
                <a:lnTo>
                  <a:pt x="58544" y="57228"/>
                </a:lnTo>
                <a:lnTo>
                  <a:pt x="64754" y="73674"/>
                </a:lnTo>
                <a:lnTo>
                  <a:pt x="82768" y="85876"/>
                </a:lnTo>
                <a:lnTo>
                  <a:pt x="111364" y="93490"/>
                </a:lnTo>
                <a:lnTo>
                  <a:pt x="149321" y="96170"/>
                </a:lnTo>
                <a:lnTo>
                  <a:pt x="239330" y="96170"/>
                </a:lnTo>
                <a:lnTo>
                  <a:pt x="236990" y="98193"/>
                </a:lnTo>
                <a:lnTo>
                  <a:pt x="204418" y="109604"/>
                </a:lnTo>
                <a:lnTo>
                  <a:pt x="160635" y="114589"/>
                </a:lnTo>
                <a:lnTo>
                  <a:pt x="160635" y="141296"/>
                </a:lnTo>
                <a:close/>
              </a:path>
              <a:path w="299720" h="320039">
                <a:moveTo>
                  <a:pt x="239330" y="96170"/>
                </a:moveTo>
                <a:lnTo>
                  <a:pt x="149321" y="96170"/>
                </a:lnTo>
                <a:lnTo>
                  <a:pt x="187377" y="93490"/>
                </a:lnTo>
                <a:lnTo>
                  <a:pt x="216072" y="85876"/>
                </a:lnTo>
                <a:lnTo>
                  <a:pt x="234184" y="73674"/>
                </a:lnTo>
                <a:lnTo>
                  <a:pt x="240493" y="57228"/>
                </a:lnTo>
                <a:lnTo>
                  <a:pt x="234184" y="41102"/>
                </a:lnTo>
                <a:lnTo>
                  <a:pt x="216072" y="28959"/>
                </a:lnTo>
                <a:lnTo>
                  <a:pt x="187377" y="21282"/>
                </a:lnTo>
                <a:lnTo>
                  <a:pt x="149321" y="18550"/>
                </a:lnTo>
                <a:lnTo>
                  <a:pt x="238438" y="18550"/>
                </a:lnTo>
                <a:lnTo>
                  <a:pt x="256496" y="32875"/>
                </a:lnTo>
                <a:lnTo>
                  <a:pt x="264305" y="57228"/>
                </a:lnTo>
                <a:lnTo>
                  <a:pt x="257302" y="80640"/>
                </a:lnTo>
                <a:lnTo>
                  <a:pt x="239330" y="96170"/>
                </a:lnTo>
                <a:close/>
              </a:path>
              <a:path w="299720" h="320039">
                <a:moveTo>
                  <a:pt x="299169" y="161030"/>
                </a:moveTo>
                <a:lnTo>
                  <a:pt x="0" y="161030"/>
                </a:lnTo>
                <a:lnTo>
                  <a:pt x="0" y="141296"/>
                </a:lnTo>
                <a:lnTo>
                  <a:pt x="299169" y="141296"/>
                </a:lnTo>
                <a:lnTo>
                  <a:pt x="299169" y="161030"/>
                </a:lnTo>
                <a:close/>
              </a:path>
              <a:path w="299720" h="320039">
                <a:moveTo>
                  <a:pt x="270225" y="319955"/>
                </a:moveTo>
                <a:lnTo>
                  <a:pt x="37889" y="319955"/>
                </a:lnTo>
                <a:lnTo>
                  <a:pt x="37889" y="244176"/>
                </a:lnTo>
                <a:lnTo>
                  <a:pt x="236940" y="244176"/>
                </a:lnTo>
                <a:lnTo>
                  <a:pt x="236940" y="210760"/>
                </a:lnTo>
                <a:lnTo>
                  <a:pt x="36968" y="210760"/>
                </a:lnTo>
                <a:lnTo>
                  <a:pt x="36968" y="191815"/>
                </a:lnTo>
                <a:lnTo>
                  <a:pt x="259964" y="191815"/>
                </a:lnTo>
                <a:lnTo>
                  <a:pt x="259964" y="262200"/>
                </a:lnTo>
                <a:lnTo>
                  <a:pt x="60781" y="262200"/>
                </a:lnTo>
                <a:lnTo>
                  <a:pt x="60781" y="300747"/>
                </a:lnTo>
                <a:lnTo>
                  <a:pt x="270225" y="300747"/>
                </a:lnTo>
                <a:lnTo>
                  <a:pt x="270225" y="31995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2994255" y="5706079"/>
            <a:ext cx="299720" cy="320675"/>
          </a:xfrm>
          <a:custGeom>
            <a:avLst/>
            <a:gdLst/>
            <a:ahLst/>
            <a:cxnLst/>
            <a:rect l="l" t="t" r="r" b="b"/>
            <a:pathLst>
              <a:path w="299719" h="320675">
                <a:moveTo>
                  <a:pt x="264700" y="107616"/>
                </a:moveTo>
                <a:lnTo>
                  <a:pt x="41967" y="107616"/>
                </a:lnTo>
                <a:lnTo>
                  <a:pt x="41967" y="0"/>
                </a:lnTo>
                <a:lnTo>
                  <a:pt x="65122" y="0"/>
                </a:lnTo>
                <a:lnTo>
                  <a:pt x="65122" y="88014"/>
                </a:lnTo>
                <a:lnTo>
                  <a:pt x="264700" y="88014"/>
                </a:lnTo>
                <a:lnTo>
                  <a:pt x="264700" y="107616"/>
                </a:lnTo>
                <a:close/>
              </a:path>
              <a:path w="299719" h="320675">
                <a:moveTo>
                  <a:pt x="161161" y="154583"/>
                </a:moveTo>
                <a:lnTo>
                  <a:pt x="138270" y="154583"/>
                </a:lnTo>
                <a:lnTo>
                  <a:pt x="138270" y="107616"/>
                </a:lnTo>
                <a:lnTo>
                  <a:pt x="161161" y="107616"/>
                </a:lnTo>
                <a:lnTo>
                  <a:pt x="161161" y="154583"/>
                </a:lnTo>
                <a:close/>
              </a:path>
              <a:path w="299719" h="320675">
                <a:moveTo>
                  <a:pt x="299300" y="174449"/>
                </a:moveTo>
                <a:lnTo>
                  <a:pt x="0" y="174449"/>
                </a:lnTo>
                <a:lnTo>
                  <a:pt x="0" y="154583"/>
                </a:lnTo>
                <a:lnTo>
                  <a:pt x="299300" y="154583"/>
                </a:lnTo>
                <a:lnTo>
                  <a:pt x="299300" y="174449"/>
                </a:lnTo>
                <a:close/>
              </a:path>
              <a:path w="299719" h="320675">
                <a:moveTo>
                  <a:pt x="149453" y="320350"/>
                </a:moveTo>
                <a:lnTo>
                  <a:pt x="102066" y="316393"/>
                </a:lnTo>
                <a:lnTo>
                  <a:pt x="66569" y="304875"/>
                </a:lnTo>
                <a:lnTo>
                  <a:pt x="44294" y="286327"/>
                </a:lnTo>
                <a:lnTo>
                  <a:pt x="36573" y="261279"/>
                </a:lnTo>
                <a:lnTo>
                  <a:pt x="44294" y="235946"/>
                </a:lnTo>
                <a:lnTo>
                  <a:pt x="66569" y="217272"/>
                </a:lnTo>
                <a:lnTo>
                  <a:pt x="102066" y="205703"/>
                </a:lnTo>
                <a:lnTo>
                  <a:pt x="149453" y="201682"/>
                </a:lnTo>
                <a:lnTo>
                  <a:pt x="196668" y="205703"/>
                </a:lnTo>
                <a:lnTo>
                  <a:pt x="232056" y="217272"/>
                </a:lnTo>
                <a:lnTo>
                  <a:pt x="236052" y="220627"/>
                </a:lnTo>
                <a:lnTo>
                  <a:pt x="149453" y="220627"/>
                </a:lnTo>
                <a:lnTo>
                  <a:pt x="112375" y="223464"/>
                </a:lnTo>
                <a:lnTo>
                  <a:pt x="84314" y="231481"/>
                </a:lnTo>
                <a:lnTo>
                  <a:pt x="66588" y="244234"/>
                </a:lnTo>
                <a:lnTo>
                  <a:pt x="60517" y="261279"/>
                </a:lnTo>
                <a:lnTo>
                  <a:pt x="66588" y="277907"/>
                </a:lnTo>
                <a:lnTo>
                  <a:pt x="84314" y="290502"/>
                </a:lnTo>
                <a:lnTo>
                  <a:pt x="112375" y="298484"/>
                </a:lnTo>
                <a:lnTo>
                  <a:pt x="149453" y="301274"/>
                </a:lnTo>
                <a:lnTo>
                  <a:pt x="236375" y="301274"/>
                </a:lnTo>
                <a:lnTo>
                  <a:pt x="232056" y="304875"/>
                </a:lnTo>
                <a:lnTo>
                  <a:pt x="196668" y="316393"/>
                </a:lnTo>
                <a:lnTo>
                  <a:pt x="149453" y="320350"/>
                </a:lnTo>
                <a:close/>
              </a:path>
              <a:path w="299719" h="320675">
                <a:moveTo>
                  <a:pt x="236375" y="301274"/>
                </a:moveTo>
                <a:lnTo>
                  <a:pt x="149453" y="301274"/>
                </a:lnTo>
                <a:lnTo>
                  <a:pt x="186386" y="298484"/>
                </a:lnTo>
                <a:lnTo>
                  <a:pt x="214427" y="290502"/>
                </a:lnTo>
                <a:lnTo>
                  <a:pt x="232280" y="277907"/>
                </a:lnTo>
                <a:lnTo>
                  <a:pt x="238651" y="261279"/>
                </a:lnTo>
                <a:lnTo>
                  <a:pt x="232280" y="244234"/>
                </a:lnTo>
                <a:lnTo>
                  <a:pt x="214427" y="231481"/>
                </a:lnTo>
                <a:lnTo>
                  <a:pt x="186386" y="223464"/>
                </a:lnTo>
                <a:lnTo>
                  <a:pt x="149453" y="220627"/>
                </a:lnTo>
                <a:lnTo>
                  <a:pt x="236052" y="220627"/>
                </a:lnTo>
                <a:lnTo>
                  <a:pt x="254296" y="235946"/>
                </a:lnTo>
                <a:lnTo>
                  <a:pt x="262069" y="261279"/>
                </a:lnTo>
                <a:lnTo>
                  <a:pt x="254296" y="286327"/>
                </a:lnTo>
                <a:lnTo>
                  <a:pt x="236375" y="30127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3351589" y="5726429"/>
            <a:ext cx="221615" cy="20320"/>
          </a:xfrm>
          <a:custGeom>
            <a:avLst/>
            <a:gdLst/>
            <a:ahLst/>
            <a:cxnLst/>
            <a:rect l="l" t="t" r="r" b="b"/>
            <a:pathLst>
              <a:path w="221615" h="20320">
                <a:moveTo>
                  <a:pt x="0" y="0"/>
                </a:moveTo>
                <a:lnTo>
                  <a:pt x="221548" y="0"/>
                </a:lnTo>
                <a:lnTo>
                  <a:pt x="221548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3351589" y="5746750"/>
            <a:ext cx="24130" cy="107950"/>
          </a:xfrm>
          <a:custGeom>
            <a:avLst/>
            <a:gdLst/>
            <a:ahLst/>
            <a:cxnLst/>
            <a:rect l="l" t="t" r="r" b="b"/>
            <a:pathLst>
              <a:path w="24130" h="107950">
                <a:moveTo>
                  <a:pt x="0" y="0"/>
                </a:moveTo>
                <a:lnTo>
                  <a:pt x="23549" y="0"/>
                </a:lnTo>
                <a:lnTo>
                  <a:pt x="23549" y="107950"/>
                </a:lnTo>
                <a:lnTo>
                  <a:pt x="0" y="1079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3351589" y="5854700"/>
            <a:ext cx="225425" cy="20320"/>
          </a:xfrm>
          <a:custGeom>
            <a:avLst/>
            <a:gdLst/>
            <a:ahLst/>
            <a:cxnLst/>
            <a:rect l="l" t="t" r="r" b="b"/>
            <a:pathLst>
              <a:path w="225425" h="20320">
                <a:moveTo>
                  <a:pt x="0" y="0"/>
                </a:moveTo>
                <a:lnTo>
                  <a:pt x="225100" y="0"/>
                </a:lnTo>
                <a:lnTo>
                  <a:pt x="225100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3449997" y="5875020"/>
            <a:ext cx="23495" cy="88900"/>
          </a:xfrm>
          <a:custGeom>
            <a:avLst/>
            <a:gdLst/>
            <a:ahLst/>
            <a:cxnLst/>
            <a:rect l="l" t="t" r="r" b="b"/>
            <a:pathLst>
              <a:path w="23494" h="88900">
                <a:moveTo>
                  <a:pt x="0" y="0"/>
                </a:moveTo>
                <a:lnTo>
                  <a:pt x="23154" y="0"/>
                </a:lnTo>
                <a:lnTo>
                  <a:pt x="23154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3312254" y="5963920"/>
            <a:ext cx="300990" cy="20320"/>
          </a:xfrm>
          <a:custGeom>
            <a:avLst/>
            <a:gdLst/>
            <a:ahLst/>
            <a:cxnLst/>
            <a:rect l="l" t="t" r="r" b="b"/>
            <a:pathLst>
              <a:path w="300990" h="20320">
                <a:moveTo>
                  <a:pt x="0" y="0"/>
                </a:moveTo>
                <a:lnTo>
                  <a:pt x="300616" y="0"/>
                </a:lnTo>
                <a:lnTo>
                  <a:pt x="300616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3668272" y="5709920"/>
            <a:ext cx="222885" cy="17780"/>
          </a:xfrm>
          <a:custGeom>
            <a:avLst/>
            <a:gdLst/>
            <a:ahLst/>
            <a:cxnLst/>
            <a:rect l="l" t="t" r="r" b="b"/>
            <a:pathLst>
              <a:path w="222884" h="17779">
                <a:moveTo>
                  <a:pt x="0" y="0"/>
                </a:moveTo>
                <a:lnTo>
                  <a:pt x="222732" y="0"/>
                </a:lnTo>
                <a:lnTo>
                  <a:pt x="222732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13867587" y="5727700"/>
            <a:ext cx="23495" cy="30480"/>
          </a:xfrm>
          <a:custGeom>
            <a:avLst/>
            <a:gdLst/>
            <a:ahLst/>
            <a:cxnLst/>
            <a:rect l="l" t="t" r="r" b="b"/>
            <a:pathLst>
              <a:path w="23494" h="30479">
                <a:moveTo>
                  <a:pt x="0" y="0"/>
                </a:moveTo>
                <a:lnTo>
                  <a:pt x="23417" y="0"/>
                </a:lnTo>
                <a:lnTo>
                  <a:pt x="23417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3669457" y="5758179"/>
            <a:ext cx="221615" cy="16510"/>
          </a:xfrm>
          <a:custGeom>
            <a:avLst/>
            <a:gdLst/>
            <a:ahLst/>
            <a:cxnLst/>
            <a:rect l="l" t="t" r="r" b="b"/>
            <a:pathLst>
              <a:path w="221615" h="16510">
                <a:moveTo>
                  <a:pt x="0" y="0"/>
                </a:moveTo>
                <a:lnTo>
                  <a:pt x="221548" y="0"/>
                </a:lnTo>
                <a:lnTo>
                  <a:pt x="221548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3669457" y="5774690"/>
            <a:ext cx="23495" cy="33020"/>
          </a:xfrm>
          <a:custGeom>
            <a:avLst/>
            <a:gdLst/>
            <a:ahLst/>
            <a:cxnLst/>
            <a:rect l="l" t="t" r="r" b="b"/>
            <a:pathLst>
              <a:path w="23494" h="33020">
                <a:moveTo>
                  <a:pt x="0" y="0"/>
                </a:moveTo>
                <a:lnTo>
                  <a:pt x="23154" y="0"/>
                </a:lnTo>
                <a:lnTo>
                  <a:pt x="231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3669457" y="5807709"/>
            <a:ext cx="227965" cy="17780"/>
          </a:xfrm>
          <a:custGeom>
            <a:avLst/>
            <a:gdLst/>
            <a:ahLst/>
            <a:cxnLst/>
            <a:rect l="l" t="t" r="r" b="b"/>
            <a:pathLst>
              <a:path w="227965" h="17779">
                <a:moveTo>
                  <a:pt x="0" y="0"/>
                </a:moveTo>
                <a:lnTo>
                  <a:pt x="227337" y="0"/>
                </a:lnTo>
                <a:lnTo>
                  <a:pt x="227337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3629726" y="5853427"/>
            <a:ext cx="300990" cy="19050"/>
          </a:xfrm>
          <a:custGeom>
            <a:avLst/>
            <a:gdLst/>
            <a:ahLst/>
            <a:cxnLst/>
            <a:rect l="l" t="t" r="r" b="b"/>
            <a:pathLst>
              <a:path w="300990" h="19050">
                <a:moveTo>
                  <a:pt x="300616" y="18944"/>
                </a:moveTo>
                <a:lnTo>
                  <a:pt x="0" y="18944"/>
                </a:lnTo>
                <a:lnTo>
                  <a:pt x="0" y="0"/>
                </a:lnTo>
                <a:lnTo>
                  <a:pt x="300616" y="0"/>
                </a:lnTo>
                <a:lnTo>
                  <a:pt x="300616" y="1894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3666562" y="5901690"/>
            <a:ext cx="226060" cy="19050"/>
          </a:xfrm>
          <a:custGeom>
            <a:avLst/>
            <a:gdLst/>
            <a:ahLst/>
            <a:cxnLst/>
            <a:rect l="l" t="t" r="r" b="b"/>
            <a:pathLst>
              <a:path w="226059" h="19050">
                <a:moveTo>
                  <a:pt x="0" y="0"/>
                </a:moveTo>
                <a:lnTo>
                  <a:pt x="225626" y="0"/>
                </a:lnTo>
                <a:lnTo>
                  <a:pt x="22562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3868903" y="5920740"/>
            <a:ext cx="23495" cy="31750"/>
          </a:xfrm>
          <a:custGeom>
            <a:avLst/>
            <a:gdLst/>
            <a:ahLst/>
            <a:cxnLst/>
            <a:rect l="l" t="t" r="r" b="b"/>
            <a:pathLst>
              <a:path w="23494" h="31750">
                <a:moveTo>
                  <a:pt x="0" y="0"/>
                </a:moveTo>
                <a:lnTo>
                  <a:pt x="23286" y="0"/>
                </a:lnTo>
                <a:lnTo>
                  <a:pt x="23286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3667351" y="5952490"/>
            <a:ext cx="225425" cy="16510"/>
          </a:xfrm>
          <a:custGeom>
            <a:avLst/>
            <a:gdLst/>
            <a:ahLst/>
            <a:cxnLst/>
            <a:rect l="l" t="t" r="r" b="b"/>
            <a:pathLst>
              <a:path w="225425" h="16510">
                <a:moveTo>
                  <a:pt x="0" y="0"/>
                </a:moveTo>
                <a:lnTo>
                  <a:pt x="224837" y="0"/>
                </a:lnTo>
                <a:lnTo>
                  <a:pt x="224837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3667351" y="5969000"/>
            <a:ext cx="23495" cy="35560"/>
          </a:xfrm>
          <a:custGeom>
            <a:avLst/>
            <a:gdLst/>
            <a:ahLst/>
            <a:cxnLst/>
            <a:rect l="l" t="t" r="r" b="b"/>
            <a:pathLst>
              <a:path w="23494" h="35560">
                <a:moveTo>
                  <a:pt x="0" y="0"/>
                </a:moveTo>
                <a:lnTo>
                  <a:pt x="23286" y="0"/>
                </a:lnTo>
                <a:lnTo>
                  <a:pt x="23286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3667351" y="6004559"/>
            <a:ext cx="236220" cy="17780"/>
          </a:xfrm>
          <a:custGeom>
            <a:avLst/>
            <a:gdLst/>
            <a:ahLst/>
            <a:cxnLst/>
            <a:rect l="l" t="t" r="r" b="b"/>
            <a:pathLst>
              <a:path w="236219" h="17779">
                <a:moveTo>
                  <a:pt x="0" y="0"/>
                </a:moveTo>
                <a:lnTo>
                  <a:pt x="235888" y="0"/>
                </a:lnTo>
                <a:lnTo>
                  <a:pt x="235888" y="17780"/>
                </a:lnTo>
                <a:lnTo>
                  <a:pt x="0" y="177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4070876" y="5706109"/>
            <a:ext cx="23495" cy="81280"/>
          </a:xfrm>
          <a:custGeom>
            <a:avLst/>
            <a:gdLst/>
            <a:ahLst/>
            <a:cxnLst/>
            <a:rect l="l" t="t" r="r" b="b"/>
            <a:pathLst>
              <a:path w="23494" h="81279">
                <a:moveTo>
                  <a:pt x="0" y="0"/>
                </a:moveTo>
                <a:lnTo>
                  <a:pt x="23154" y="0"/>
                </a:lnTo>
                <a:lnTo>
                  <a:pt x="23154" y="81280"/>
                </a:lnTo>
                <a:lnTo>
                  <a:pt x="0" y="812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4070876" y="5787390"/>
            <a:ext cx="223520" cy="19050"/>
          </a:xfrm>
          <a:custGeom>
            <a:avLst/>
            <a:gdLst/>
            <a:ahLst/>
            <a:cxnLst/>
            <a:rect l="l" t="t" r="r" b="b"/>
            <a:pathLst>
              <a:path w="223519" h="19050">
                <a:moveTo>
                  <a:pt x="0" y="0"/>
                </a:moveTo>
                <a:lnTo>
                  <a:pt x="223258" y="0"/>
                </a:lnTo>
                <a:lnTo>
                  <a:pt x="223258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4166916" y="5806197"/>
            <a:ext cx="23495" cy="46355"/>
          </a:xfrm>
          <a:custGeom>
            <a:avLst/>
            <a:gdLst/>
            <a:ahLst/>
            <a:cxnLst/>
            <a:rect l="l" t="t" r="r" b="b"/>
            <a:pathLst>
              <a:path w="23494" h="46354">
                <a:moveTo>
                  <a:pt x="23154" y="46046"/>
                </a:moveTo>
                <a:lnTo>
                  <a:pt x="0" y="46046"/>
                </a:lnTo>
                <a:lnTo>
                  <a:pt x="0" y="0"/>
                </a:lnTo>
                <a:lnTo>
                  <a:pt x="23154" y="0"/>
                </a:lnTo>
                <a:lnTo>
                  <a:pt x="23154" y="4604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4028908" y="5852243"/>
            <a:ext cx="299720" cy="19685"/>
          </a:xfrm>
          <a:custGeom>
            <a:avLst/>
            <a:gdLst/>
            <a:ahLst/>
            <a:cxnLst/>
            <a:rect l="l" t="t" r="r" b="b"/>
            <a:pathLst>
              <a:path w="299719" h="19685">
                <a:moveTo>
                  <a:pt x="299169" y="19602"/>
                </a:moveTo>
                <a:lnTo>
                  <a:pt x="0" y="19602"/>
                </a:lnTo>
                <a:lnTo>
                  <a:pt x="0" y="0"/>
                </a:lnTo>
                <a:lnTo>
                  <a:pt x="299169" y="0"/>
                </a:lnTo>
                <a:lnTo>
                  <a:pt x="299169" y="1960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4062851" y="5908288"/>
            <a:ext cx="231775" cy="19685"/>
          </a:xfrm>
          <a:custGeom>
            <a:avLst/>
            <a:gdLst/>
            <a:ahLst/>
            <a:cxnLst/>
            <a:rect l="l" t="t" r="r" b="b"/>
            <a:pathLst>
              <a:path w="231775" h="19685">
                <a:moveTo>
                  <a:pt x="231678" y="19076"/>
                </a:moveTo>
                <a:lnTo>
                  <a:pt x="0" y="19076"/>
                </a:lnTo>
                <a:lnTo>
                  <a:pt x="0" y="0"/>
                </a:lnTo>
                <a:lnTo>
                  <a:pt x="231678" y="0"/>
                </a:lnTo>
                <a:lnTo>
                  <a:pt x="231678" y="1907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4115344" y="5927364"/>
            <a:ext cx="23495" cy="76200"/>
          </a:xfrm>
          <a:custGeom>
            <a:avLst/>
            <a:gdLst/>
            <a:ahLst/>
            <a:cxnLst/>
            <a:rect l="l" t="t" r="r" b="b"/>
            <a:pathLst>
              <a:path w="23494" h="76200">
                <a:moveTo>
                  <a:pt x="23286" y="75647"/>
                </a:moveTo>
                <a:lnTo>
                  <a:pt x="0" y="75647"/>
                </a:lnTo>
                <a:lnTo>
                  <a:pt x="0" y="0"/>
                </a:lnTo>
                <a:lnTo>
                  <a:pt x="23286" y="0"/>
                </a:lnTo>
                <a:lnTo>
                  <a:pt x="23286" y="7564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4218750" y="5927364"/>
            <a:ext cx="23495" cy="76200"/>
          </a:xfrm>
          <a:custGeom>
            <a:avLst/>
            <a:gdLst/>
            <a:ahLst/>
            <a:cxnLst/>
            <a:rect l="l" t="t" r="r" b="b"/>
            <a:pathLst>
              <a:path w="23494" h="76200">
                <a:moveTo>
                  <a:pt x="23286" y="75647"/>
                </a:moveTo>
                <a:lnTo>
                  <a:pt x="0" y="75647"/>
                </a:lnTo>
                <a:lnTo>
                  <a:pt x="0" y="0"/>
                </a:lnTo>
                <a:lnTo>
                  <a:pt x="23286" y="0"/>
                </a:lnTo>
                <a:lnTo>
                  <a:pt x="23286" y="7564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4059957" y="6003012"/>
            <a:ext cx="237490" cy="20320"/>
          </a:xfrm>
          <a:custGeom>
            <a:avLst/>
            <a:gdLst/>
            <a:ahLst/>
            <a:cxnLst/>
            <a:rect l="l" t="t" r="r" b="b"/>
            <a:pathLst>
              <a:path w="237490" h="20320">
                <a:moveTo>
                  <a:pt x="237335" y="19734"/>
                </a:moveTo>
                <a:lnTo>
                  <a:pt x="0" y="19734"/>
                </a:lnTo>
                <a:lnTo>
                  <a:pt x="0" y="0"/>
                </a:lnTo>
                <a:lnTo>
                  <a:pt x="237335" y="0"/>
                </a:lnTo>
                <a:lnTo>
                  <a:pt x="237335" y="1973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4353221" y="5699107"/>
            <a:ext cx="264795" cy="328930"/>
          </a:xfrm>
          <a:custGeom>
            <a:avLst/>
            <a:gdLst/>
            <a:ahLst/>
            <a:cxnLst/>
            <a:rect l="l" t="t" r="r" b="b"/>
            <a:pathLst>
              <a:path w="264794" h="328929">
                <a:moveTo>
                  <a:pt x="264174" y="75384"/>
                </a:moveTo>
                <a:lnTo>
                  <a:pt x="241019" y="75384"/>
                </a:lnTo>
                <a:lnTo>
                  <a:pt x="241019" y="0"/>
                </a:lnTo>
                <a:lnTo>
                  <a:pt x="264174" y="0"/>
                </a:lnTo>
                <a:lnTo>
                  <a:pt x="264174" y="75384"/>
                </a:lnTo>
                <a:close/>
              </a:path>
              <a:path w="264794" h="328929">
                <a:moveTo>
                  <a:pt x="81173" y="253122"/>
                </a:moveTo>
                <a:lnTo>
                  <a:pt x="48194" y="245134"/>
                </a:lnTo>
                <a:lnTo>
                  <a:pt x="22480" y="222370"/>
                </a:lnTo>
                <a:lnTo>
                  <a:pt x="5819" y="186631"/>
                </a:lnTo>
                <a:lnTo>
                  <a:pt x="0" y="139717"/>
                </a:lnTo>
                <a:lnTo>
                  <a:pt x="5819" y="92875"/>
                </a:lnTo>
                <a:lnTo>
                  <a:pt x="22480" y="57146"/>
                </a:lnTo>
                <a:lnTo>
                  <a:pt x="48194" y="34318"/>
                </a:lnTo>
                <a:lnTo>
                  <a:pt x="81173" y="26180"/>
                </a:lnTo>
                <a:lnTo>
                  <a:pt x="102781" y="29558"/>
                </a:lnTo>
                <a:lnTo>
                  <a:pt x="121726" y="39188"/>
                </a:lnTo>
                <a:lnTo>
                  <a:pt x="129711" y="46967"/>
                </a:lnTo>
                <a:lnTo>
                  <a:pt x="81173" y="46967"/>
                </a:lnTo>
                <a:lnTo>
                  <a:pt x="57257" y="53855"/>
                </a:lnTo>
                <a:lnTo>
                  <a:pt x="38645" y="72868"/>
                </a:lnTo>
                <a:lnTo>
                  <a:pt x="26595" y="102117"/>
                </a:lnTo>
                <a:lnTo>
                  <a:pt x="22365" y="139717"/>
                </a:lnTo>
                <a:lnTo>
                  <a:pt x="26595" y="177354"/>
                </a:lnTo>
                <a:lnTo>
                  <a:pt x="38645" y="206665"/>
                </a:lnTo>
                <a:lnTo>
                  <a:pt x="57257" y="225690"/>
                </a:lnTo>
                <a:lnTo>
                  <a:pt x="81173" y="232467"/>
                </a:lnTo>
                <a:lnTo>
                  <a:pt x="129711" y="232467"/>
                </a:lnTo>
                <a:lnTo>
                  <a:pt x="123288" y="239111"/>
                </a:lnTo>
                <a:lnTo>
                  <a:pt x="103680" y="249533"/>
                </a:lnTo>
                <a:lnTo>
                  <a:pt x="81173" y="253122"/>
                </a:lnTo>
                <a:close/>
              </a:path>
              <a:path w="264794" h="328929">
                <a:moveTo>
                  <a:pt x="129711" y="232467"/>
                </a:moveTo>
                <a:lnTo>
                  <a:pt x="81173" y="232467"/>
                </a:lnTo>
                <a:lnTo>
                  <a:pt x="104979" y="225690"/>
                </a:lnTo>
                <a:lnTo>
                  <a:pt x="123617" y="206665"/>
                </a:lnTo>
                <a:lnTo>
                  <a:pt x="135768" y="177354"/>
                </a:lnTo>
                <a:lnTo>
                  <a:pt x="140112" y="139717"/>
                </a:lnTo>
                <a:lnTo>
                  <a:pt x="135768" y="102117"/>
                </a:lnTo>
                <a:lnTo>
                  <a:pt x="123617" y="72868"/>
                </a:lnTo>
                <a:lnTo>
                  <a:pt x="104979" y="53855"/>
                </a:lnTo>
                <a:lnTo>
                  <a:pt x="81173" y="46967"/>
                </a:lnTo>
                <a:lnTo>
                  <a:pt x="129711" y="46967"/>
                </a:lnTo>
                <a:lnTo>
                  <a:pt x="137563" y="54616"/>
                </a:lnTo>
                <a:lnTo>
                  <a:pt x="149847" y="75384"/>
                </a:lnTo>
                <a:lnTo>
                  <a:pt x="264174" y="75384"/>
                </a:lnTo>
                <a:lnTo>
                  <a:pt x="264174" y="95381"/>
                </a:lnTo>
                <a:lnTo>
                  <a:pt x="156820" y="95381"/>
                </a:lnTo>
                <a:lnTo>
                  <a:pt x="159106" y="105639"/>
                </a:lnTo>
                <a:lnTo>
                  <a:pt x="160800" y="116464"/>
                </a:lnTo>
                <a:lnTo>
                  <a:pt x="161852" y="127831"/>
                </a:lnTo>
                <a:lnTo>
                  <a:pt x="162214" y="139717"/>
                </a:lnTo>
                <a:lnTo>
                  <a:pt x="161924" y="150447"/>
                </a:lnTo>
                <a:lnTo>
                  <a:pt x="161079" y="160734"/>
                </a:lnTo>
                <a:lnTo>
                  <a:pt x="159716" y="170576"/>
                </a:lnTo>
                <a:lnTo>
                  <a:pt x="157872" y="179975"/>
                </a:lnTo>
                <a:lnTo>
                  <a:pt x="264174" y="179975"/>
                </a:lnTo>
                <a:lnTo>
                  <a:pt x="264174" y="199840"/>
                </a:lnTo>
                <a:lnTo>
                  <a:pt x="151689" y="199840"/>
                </a:lnTo>
                <a:lnTo>
                  <a:pt x="139468" y="222374"/>
                </a:lnTo>
                <a:lnTo>
                  <a:pt x="129711" y="232467"/>
                </a:lnTo>
                <a:close/>
              </a:path>
              <a:path w="264794" h="328929">
                <a:moveTo>
                  <a:pt x="264174" y="179975"/>
                </a:moveTo>
                <a:lnTo>
                  <a:pt x="241019" y="179975"/>
                </a:lnTo>
                <a:lnTo>
                  <a:pt x="241019" y="95381"/>
                </a:lnTo>
                <a:lnTo>
                  <a:pt x="264174" y="95381"/>
                </a:lnTo>
                <a:lnTo>
                  <a:pt x="264174" y="179975"/>
                </a:lnTo>
                <a:close/>
              </a:path>
              <a:path w="264794" h="328929">
                <a:moveTo>
                  <a:pt x="264174" y="328770"/>
                </a:moveTo>
                <a:lnTo>
                  <a:pt x="241019" y="328770"/>
                </a:lnTo>
                <a:lnTo>
                  <a:pt x="241019" y="199840"/>
                </a:lnTo>
                <a:lnTo>
                  <a:pt x="264174" y="199840"/>
                </a:lnTo>
                <a:lnTo>
                  <a:pt x="264174" y="3287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4671220" y="5699107"/>
            <a:ext cx="302260" cy="328930"/>
          </a:xfrm>
          <a:custGeom>
            <a:avLst/>
            <a:gdLst/>
            <a:ahLst/>
            <a:cxnLst/>
            <a:rect l="l" t="t" r="r" b="b"/>
            <a:pathLst>
              <a:path w="302259" h="328929">
                <a:moveTo>
                  <a:pt x="246281" y="328375"/>
                </a:moveTo>
                <a:lnTo>
                  <a:pt x="222732" y="328375"/>
                </a:lnTo>
                <a:lnTo>
                  <a:pt x="222732" y="0"/>
                </a:lnTo>
                <a:lnTo>
                  <a:pt x="246281" y="0"/>
                </a:lnTo>
                <a:lnTo>
                  <a:pt x="246281" y="84593"/>
                </a:lnTo>
                <a:lnTo>
                  <a:pt x="301668" y="84593"/>
                </a:lnTo>
                <a:lnTo>
                  <a:pt x="301668" y="104985"/>
                </a:lnTo>
                <a:lnTo>
                  <a:pt x="246281" y="104985"/>
                </a:lnTo>
                <a:lnTo>
                  <a:pt x="246281" y="182869"/>
                </a:lnTo>
                <a:lnTo>
                  <a:pt x="301668" y="182869"/>
                </a:lnTo>
                <a:lnTo>
                  <a:pt x="301668" y="202998"/>
                </a:lnTo>
                <a:lnTo>
                  <a:pt x="246281" y="202998"/>
                </a:lnTo>
                <a:lnTo>
                  <a:pt x="246281" y="328375"/>
                </a:lnTo>
                <a:close/>
              </a:path>
              <a:path w="302259" h="328929">
                <a:moveTo>
                  <a:pt x="81304" y="253122"/>
                </a:moveTo>
                <a:lnTo>
                  <a:pt x="48305" y="245134"/>
                </a:lnTo>
                <a:lnTo>
                  <a:pt x="22546" y="222370"/>
                </a:lnTo>
                <a:lnTo>
                  <a:pt x="5840" y="186631"/>
                </a:lnTo>
                <a:lnTo>
                  <a:pt x="0" y="139717"/>
                </a:lnTo>
                <a:lnTo>
                  <a:pt x="5840" y="92875"/>
                </a:lnTo>
                <a:lnTo>
                  <a:pt x="22546" y="57146"/>
                </a:lnTo>
                <a:lnTo>
                  <a:pt x="48305" y="34318"/>
                </a:lnTo>
                <a:lnTo>
                  <a:pt x="81304" y="26180"/>
                </a:lnTo>
                <a:lnTo>
                  <a:pt x="114311" y="34318"/>
                </a:lnTo>
                <a:lnTo>
                  <a:pt x="128616" y="46967"/>
                </a:lnTo>
                <a:lnTo>
                  <a:pt x="81304" y="46967"/>
                </a:lnTo>
                <a:lnTo>
                  <a:pt x="57325" y="53855"/>
                </a:lnTo>
                <a:lnTo>
                  <a:pt x="38563" y="72868"/>
                </a:lnTo>
                <a:lnTo>
                  <a:pt x="26338" y="102117"/>
                </a:lnTo>
                <a:lnTo>
                  <a:pt x="21970" y="139717"/>
                </a:lnTo>
                <a:lnTo>
                  <a:pt x="26338" y="177354"/>
                </a:lnTo>
                <a:lnTo>
                  <a:pt x="38563" y="206665"/>
                </a:lnTo>
                <a:lnTo>
                  <a:pt x="57325" y="225690"/>
                </a:lnTo>
                <a:lnTo>
                  <a:pt x="81304" y="232467"/>
                </a:lnTo>
                <a:lnTo>
                  <a:pt x="128677" y="232467"/>
                </a:lnTo>
                <a:lnTo>
                  <a:pt x="114311" y="245134"/>
                </a:lnTo>
                <a:lnTo>
                  <a:pt x="81304" y="253122"/>
                </a:lnTo>
                <a:close/>
              </a:path>
              <a:path w="302259" h="328929">
                <a:moveTo>
                  <a:pt x="128677" y="232467"/>
                </a:moveTo>
                <a:lnTo>
                  <a:pt x="81304" y="232467"/>
                </a:lnTo>
                <a:lnTo>
                  <a:pt x="105374" y="225690"/>
                </a:lnTo>
                <a:lnTo>
                  <a:pt x="124078" y="206665"/>
                </a:lnTo>
                <a:lnTo>
                  <a:pt x="136196" y="177354"/>
                </a:lnTo>
                <a:lnTo>
                  <a:pt x="140506" y="139717"/>
                </a:lnTo>
                <a:lnTo>
                  <a:pt x="136196" y="102117"/>
                </a:lnTo>
                <a:lnTo>
                  <a:pt x="124078" y="72868"/>
                </a:lnTo>
                <a:lnTo>
                  <a:pt x="105374" y="53855"/>
                </a:lnTo>
                <a:lnTo>
                  <a:pt x="81304" y="46967"/>
                </a:lnTo>
                <a:lnTo>
                  <a:pt x="128616" y="46967"/>
                </a:lnTo>
                <a:lnTo>
                  <a:pt x="140128" y="57146"/>
                </a:lnTo>
                <a:lnTo>
                  <a:pt x="156991" y="92875"/>
                </a:lnTo>
                <a:lnTo>
                  <a:pt x="163135" y="139717"/>
                </a:lnTo>
                <a:lnTo>
                  <a:pt x="156991" y="186631"/>
                </a:lnTo>
                <a:lnTo>
                  <a:pt x="140128" y="222370"/>
                </a:lnTo>
                <a:lnTo>
                  <a:pt x="128677" y="2324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5064745" y="5696212"/>
            <a:ext cx="305435" cy="327025"/>
          </a:xfrm>
          <a:custGeom>
            <a:avLst/>
            <a:gdLst/>
            <a:ahLst/>
            <a:cxnLst/>
            <a:rect l="l" t="t" r="r" b="b"/>
            <a:pathLst>
              <a:path w="305434" h="327025">
                <a:moveTo>
                  <a:pt x="109590" y="39599"/>
                </a:moveTo>
                <a:lnTo>
                  <a:pt x="86303" y="39599"/>
                </a:lnTo>
                <a:lnTo>
                  <a:pt x="86303" y="0"/>
                </a:lnTo>
                <a:lnTo>
                  <a:pt x="109590" y="0"/>
                </a:lnTo>
                <a:lnTo>
                  <a:pt x="109590" y="39599"/>
                </a:lnTo>
                <a:close/>
              </a:path>
              <a:path w="305434" h="327025">
                <a:moveTo>
                  <a:pt x="195762" y="59333"/>
                </a:moveTo>
                <a:lnTo>
                  <a:pt x="0" y="59333"/>
                </a:lnTo>
                <a:lnTo>
                  <a:pt x="0" y="39599"/>
                </a:lnTo>
                <a:lnTo>
                  <a:pt x="195762" y="39599"/>
                </a:lnTo>
                <a:lnTo>
                  <a:pt x="195762" y="59333"/>
                </a:lnTo>
                <a:close/>
              </a:path>
              <a:path w="305434" h="327025">
                <a:moveTo>
                  <a:pt x="254438" y="200630"/>
                </a:moveTo>
                <a:lnTo>
                  <a:pt x="230889" y="200630"/>
                </a:lnTo>
                <a:lnTo>
                  <a:pt x="230889" y="2894"/>
                </a:lnTo>
                <a:lnTo>
                  <a:pt x="254438" y="2894"/>
                </a:lnTo>
                <a:lnTo>
                  <a:pt x="254438" y="92224"/>
                </a:lnTo>
                <a:lnTo>
                  <a:pt x="305221" y="92224"/>
                </a:lnTo>
                <a:lnTo>
                  <a:pt x="305221" y="112747"/>
                </a:lnTo>
                <a:lnTo>
                  <a:pt x="254438" y="112747"/>
                </a:lnTo>
                <a:lnTo>
                  <a:pt x="254438" y="200630"/>
                </a:lnTo>
                <a:close/>
              </a:path>
              <a:path w="305434" h="327025">
                <a:moveTo>
                  <a:pt x="97881" y="194446"/>
                </a:moveTo>
                <a:lnTo>
                  <a:pt x="65556" y="190354"/>
                </a:lnTo>
                <a:lnTo>
                  <a:pt x="40767" y="178675"/>
                </a:lnTo>
                <a:lnTo>
                  <a:pt x="24932" y="160312"/>
                </a:lnTo>
                <a:lnTo>
                  <a:pt x="19470" y="136165"/>
                </a:lnTo>
                <a:lnTo>
                  <a:pt x="24932" y="112126"/>
                </a:lnTo>
                <a:lnTo>
                  <a:pt x="40767" y="93737"/>
                </a:lnTo>
                <a:lnTo>
                  <a:pt x="65556" y="81958"/>
                </a:lnTo>
                <a:lnTo>
                  <a:pt x="97881" y="77752"/>
                </a:lnTo>
                <a:lnTo>
                  <a:pt x="129831" y="81958"/>
                </a:lnTo>
                <a:lnTo>
                  <a:pt x="154468" y="93737"/>
                </a:lnTo>
                <a:lnTo>
                  <a:pt x="156797" y="96434"/>
                </a:lnTo>
                <a:lnTo>
                  <a:pt x="97881" y="96434"/>
                </a:lnTo>
                <a:lnTo>
                  <a:pt x="74747" y="99385"/>
                </a:lnTo>
                <a:lnTo>
                  <a:pt x="56965" y="107518"/>
                </a:lnTo>
                <a:lnTo>
                  <a:pt x="45598" y="120040"/>
                </a:lnTo>
                <a:lnTo>
                  <a:pt x="41704" y="136165"/>
                </a:lnTo>
                <a:lnTo>
                  <a:pt x="45598" y="152456"/>
                </a:lnTo>
                <a:lnTo>
                  <a:pt x="56965" y="164960"/>
                </a:lnTo>
                <a:lnTo>
                  <a:pt x="74747" y="173000"/>
                </a:lnTo>
                <a:lnTo>
                  <a:pt x="97881" y="175896"/>
                </a:lnTo>
                <a:lnTo>
                  <a:pt x="156872" y="175896"/>
                </a:lnTo>
                <a:lnTo>
                  <a:pt x="154468" y="178675"/>
                </a:lnTo>
                <a:lnTo>
                  <a:pt x="129831" y="190354"/>
                </a:lnTo>
                <a:lnTo>
                  <a:pt x="97881" y="194446"/>
                </a:lnTo>
                <a:close/>
              </a:path>
              <a:path w="305434" h="327025">
                <a:moveTo>
                  <a:pt x="156872" y="175896"/>
                </a:moveTo>
                <a:lnTo>
                  <a:pt x="97881" y="175896"/>
                </a:lnTo>
                <a:lnTo>
                  <a:pt x="120643" y="173000"/>
                </a:lnTo>
                <a:lnTo>
                  <a:pt x="138286" y="164960"/>
                </a:lnTo>
                <a:lnTo>
                  <a:pt x="149738" y="152456"/>
                </a:lnTo>
                <a:lnTo>
                  <a:pt x="153926" y="136165"/>
                </a:lnTo>
                <a:lnTo>
                  <a:pt x="149738" y="120040"/>
                </a:lnTo>
                <a:lnTo>
                  <a:pt x="138286" y="107518"/>
                </a:lnTo>
                <a:lnTo>
                  <a:pt x="120643" y="99385"/>
                </a:lnTo>
                <a:lnTo>
                  <a:pt x="97881" y="96434"/>
                </a:lnTo>
                <a:lnTo>
                  <a:pt x="156797" y="96434"/>
                </a:lnTo>
                <a:lnTo>
                  <a:pt x="170348" y="112126"/>
                </a:lnTo>
                <a:lnTo>
                  <a:pt x="176028" y="136165"/>
                </a:lnTo>
                <a:lnTo>
                  <a:pt x="170348" y="160312"/>
                </a:lnTo>
                <a:lnTo>
                  <a:pt x="156872" y="175896"/>
                </a:lnTo>
                <a:close/>
              </a:path>
              <a:path w="305434" h="327025">
                <a:moveTo>
                  <a:pt x="254438" y="326533"/>
                </a:moveTo>
                <a:lnTo>
                  <a:pt x="49335" y="326533"/>
                </a:lnTo>
                <a:lnTo>
                  <a:pt x="49335" y="220627"/>
                </a:lnTo>
                <a:lnTo>
                  <a:pt x="254438" y="220627"/>
                </a:lnTo>
                <a:lnTo>
                  <a:pt x="254438" y="239835"/>
                </a:lnTo>
                <a:lnTo>
                  <a:pt x="72226" y="239835"/>
                </a:lnTo>
                <a:lnTo>
                  <a:pt x="72226" y="306799"/>
                </a:lnTo>
                <a:lnTo>
                  <a:pt x="254438" y="306799"/>
                </a:lnTo>
                <a:lnTo>
                  <a:pt x="254438" y="326533"/>
                </a:lnTo>
                <a:close/>
              </a:path>
              <a:path w="305434" h="327025">
                <a:moveTo>
                  <a:pt x="254438" y="306799"/>
                </a:moveTo>
                <a:lnTo>
                  <a:pt x="231020" y="306799"/>
                </a:lnTo>
                <a:lnTo>
                  <a:pt x="231020" y="239835"/>
                </a:lnTo>
                <a:lnTo>
                  <a:pt x="254438" y="239835"/>
                </a:lnTo>
                <a:lnTo>
                  <a:pt x="254438" y="30679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2351254" y="6281252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5" y="276221"/>
                </a:moveTo>
                <a:lnTo>
                  <a:pt x="547995" y="226571"/>
                </a:lnTo>
                <a:lnTo>
                  <a:pt x="535164" y="179839"/>
                </a:lnTo>
                <a:lnTo>
                  <a:pt x="514732" y="136808"/>
                </a:lnTo>
                <a:lnTo>
                  <a:pt x="487480" y="98256"/>
                </a:lnTo>
                <a:lnTo>
                  <a:pt x="454188" y="64964"/>
                </a:lnTo>
                <a:lnTo>
                  <a:pt x="415636" y="37712"/>
                </a:lnTo>
                <a:lnTo>
                  <a:pt x="372604" y="17280"/>
                </a:lnTo>
                <a:lnTo>
                  <a:pt x="325873" y="4449"/>
                </a:lnTo>
                <a:lnTo>
                  <a:pt x="276233" y="0"/>
                </a:lnTo>
                <a:lnTo>
                  <a:pt x="226572" y="4449"/>
                </a:lnTo>
                <a:lnTo>
                  <a:pt x="179840" y="17280"/>
                </a:lnTo>
                <a:lnTo>
                  <a:pt x="136809" y="37712"/>
                </a:lnTo>
                <a:lnTo>
                  <a:pt x="98257" y="64964"/>
                </a:lnTo>
                <a:lnTo>
                  <a:pt x="64965" y="98256"/>
                </a:lnTo>
                <a:lnTo>
                  <a:pt x="37713" y="136808"/>
                </a:lnTo>
                <a:lnTo>
                  <a:pt x="17281" y="179839"/>
                </a:lnTo>
                <a:lnTo>
                  <a:pt x="4450" y="226571"/>
                </a:lnTo>
                <a:lnTo>
                  <a:pt x="0" y="276221"/>
                </a:lnTo>
                <a:lnTo>
                  <a:pt x="4450" y="325872"/>
                </a:lnTo>
                <a:lnTo>
                  <a:pt x="17281" y="372603"/>
                </a:lnTo>
                <a:lnTo>
                  <a:pt x="37713" y="415635"/>
                </a:lnTo>
                <a:lnTo>
                  <a:pt x="64965" y="454187"/>
                </a:lnTo>
                <a:lnTo>
                  <a:pt x="98257" y="487479"/>
                </a:lnTo>
                <a:lnTo>
                  <a:pt x="136809" y="514731"/>
                </a:lnTo>
                <a:lnTo>
                  <a:pt x="137781" y="515193"/>
                </a:lnTo>
                <a:lnTo>
                  <a:pt x="137781" y="275047"/>
                </a:lnTo>
                <a:lnTo>
                  <a:pt x="139843" y="263802"/>
                </a:lnTo>
                <a:lnTo>
                  <a:pt x="146311" y="253972"/>
                </a:lnTo>
                <a:lnTo>
                  <a:pt x="156140" y="247504"/>
                </a:lnTo>
                <a:lnTo>
                  <a:pt x="167384" y="245441"/>
                </a:lnTo>
                <a:lnTo>
                  <a:pt x="178682" y="247766"/>
                </a:lnTo>
                <a:lnTo>
                  <a:pt x="188676" y="254459"/>
                </a:lnTo>
                <a:lnTo>
                  <a:pt x="245957" y="311751"/>
                </a:lnTo>
                <a:lnTo>
                  <a:pt x="245957" y="170130"/>
                </a:lnTo>
                <a:lnTo>
                  <a:pt x="248284" y="158336"/>
                </a:lnTo>
                <a:lnTo>
                  <a:pt x="254630" y="148705"/>
                </a:lnTo>
                <a:lnTo>
                  <a:pt x="264040" y="142213"/>
                </a:lnTo>
                <a:lnTo>
                  <a:pt x="275562" y="139832"/>
                </a:lnTo>
                <a:lnTo>
                  <a:pt x="287083" y="142213"/>
                </a:lnTo>
                <a:lnTo>
                  <a:pt x="296494" y="148705"/>
                </a:lnTo>
                <a:lnTo>
                  <a:pt x="302839" y="158336"/>
                </a:lnTo>
                <a:lnTo>
                  <a:pt x="305166" y="170130"/>
                </a:lnTo>
                <a:lnTo>
                  <a:pt x="305166" y="313084"/>
                </a:lnTo>
                <a:lnTo>
                  <a:pt x="363780" y="254459"/>
                </a:lnTo>
                <a:lnTo>
                  <a:pt x="373769" y="247766"/>
                </a:lnTo>
                <a:lnTo>
                  <a:pt x="385068" y="245441"/>
                </a:lnTo>
                <a:lnTo>
                  <a:pt x="396314" y="247504"/>
                </a:lnTo>
                <a:lnTo>
                  <a:pt x="406145" y="253972"/>
                </a:lnTo>
                <a:lnTo>
                  <a:pt x="412603" y="263808"/>
                </a:lnTo>
                <a:lnTo>
                  <a:pt x="414665" y="275056"/>
                </a:lnTo>
                <a:lnTo>
                  <a:pt x="414665" y="515192"/>
                </a:lnTo>
                <a:lnTo>
                  <a:pt x="415636" y="514731"/>
                </a:lnTo>
                <a:lnTo>
                  <a:pt x="454188" y="487479"/>
                </a:lnTo>
                <a:lnTo>
                  <a:pt x="487480" y="454187"/>
                </a:lnTo>
                <a:lnTo>
                  <a:pt x="514732" y="415635"/>
                </a:lnTo>
                <a:lnTo>
                  <a:pt x="535164" y="372603"/>
                </a:lnTo>
                <a:lnTo>
                  <a:pt x="547995" y="325872"/>
                </a:lnTo>
                <a:lnTo>
                  <a:pt x="552445" y="276221"/>
                </a:lnTo>
                <a:close/>
              </a:path>
              <a:path w="552450" h="552450">
                <a:moveTo>
                  <a:pt x="414665" y="515192"/>
                </a:moveTo>
                <a:lnTo>
                  <a:pt x="414665" y="275056"/>
                </a:lnTo>
                <a:lnTo>
                  <a:pt x="412343" y="286349"/>
                </a:lnTo>
                <a:lnTo>
                  <a:pt x="405646" y="296326"/>
                </a:lnTo>
                <a:lnTo>
                  <a:pt x="292232" y="409772"/>
                </a:lnTo>
                <a:lnTo>
                  <a:pt x="284162" y="412751"/>
                </a:lnTo>
                <a:lnTo>
                  <a:pt x="276233" y="412600"/>
                </a:lnTo>
                <a:lnTo>
                  <a:pt x="268282" y="412751"/>
                </a:lnTo>
                <a:lnTo>
                  <a:pt x="260223" y="409762"/>
                </a:lnTo>
                <a:lnTo>
                  <a:pt x="146798" y="296326"/>
                </a:lnTo>
                <a:lnTo>
                  <a:pt x="140105" y="286343"/>
                </a:lnTo>
                <a:lnTo>
                  <a:pt x="137781" y="275047"/>
                </a:lnTo>
                <a:lnTo>
                  <a:pt x="137781" y="515193"/>
                </a:lnTo>
                <a:lnTo>
                  <a:pt x="179840" y="535163"/>
                </a:lnTo>
                <a:lnTo>
                  <a:pt x="226572" y="547994"/>
                </a:lnTo>
                <a:lnTo>
                  <a:pt x="276233" y="552443"/>
                </a:lnTo>
                <a:lnTo>
                  <a:pt x="325873" y="547994"/>
                </a:lnTo>
                <a:lnTo>
                  <a:pt x="372604" y="535163"/>
                </a:lnTo>
                <a:lnTo>
                  <a:pt x="414665" y="515192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0172557" y="7112291"/>
            <a:ext cx="299720" cy="310515"/>
          </a:xfrm>
          <a:custGeom>
            <a:avLst/>
            <a:gdLst/>
            <a:ahLst/>
            <a:cxnLst/>
            <a:rect l="l" t="t" r="r" b="b"/>
            <a:pathLst>
              <a:path w="299720" h="310515">
                <a:moveTo>
                  <a:pt x="272345" y="20129"/>
                </a:moveTo>
                <a:lnTo>
                  <a:pt x="27497" y="20129"/>
                </a:lnTo>
                <a:lnTo>
                  <a:pt x="27497" y="0"/>
                </a:lnTo>
                <a:lnTo>
                  <a:pt x="272345" y="0"/>
                </a:lnTo>
                <a:lnTo>
                  <a:pt x="272345" y="20129"/>
                </a:lnTo>
                <a:close/>
              </a:path>
              <a:path w="299720" h="310515">
                <a:moveTo>
                  <a:pt x="26971" y="118148"/>
                </a:moveTo>
                <a:lnTo>
                  <a:pt x="18287" y="99202"/>
                </a:lnTo>
                <a:lnTo>
                  <a:pt x="59170" y="90181"/>
                </a:lnTo>
                <a:lnTo>
                  <a:pt x="96784" y="73612"/>
                </a:lnTo>
                <a:lnTo>
                  <a:pt x="124358" y="50431"/>
                </a:lnTo>
                <a:lnTo>
                  <a:pt x="135120" y="21577"/>
                </a:lnTo>
                <a:lnTo>
                  <a:pt x="135120" y="20129"/>
                </a:lnTo>
                <a:lnTo>
                  <a:pt x="164196" y="20129"/>
                </a:lnTo>
                <a:lnTo>
                  <a:pt x="164196" y="21577"/>
                </a:lnTo>
                <a:lnTo>
                  <a:pt x="174248" y="49074"/>
                </a:lnTo>
                <a:lnTo>
                  <a:pt x="149724" y="49074"/>
                </a:lnTo>
                <a:lnTo>
                  <a:pt x="130007" y="75001"/>
                </a:lnTo>
                <a:lnTo>
                  <a:pt x="100534" y="95353"/>
                </a:lnTo>
                <a:lnTo>
                  <a:pt x="64967" y="109834"/>
                </a:lnTo>
                <a:lnTo>
                  <a:pt x="26971" y="118148"/>
                </a:lnTo>
                <a:close/>
              </a:path>
              <a:path w="299720" h="310515">
                <a:moveTo>
                  <a:pt x="272214" y="118148"/>
                </a:moveTo>
                <a:lnTo>
                  <a:pt x="234221" y="109834"/>
                </a:lnTo>
                <a:lnTo>
                  <a:pt x="198684" y="95353"/>
                </a:lnTo>
                <a:lnTo>
                  <a:pt x="169288" y="75001"/>
                </a:lnTo>
                <a:lnTo>
                  <a:pt x="149724" y="49074"/>
                </a:lnTo>
                <a:lnTo>
                  <a:pt x="174248" y="49074"/>
                </a:lnTo>
                <a:lnTo>
                  <a:pt x="174703" y="50320"/>
                </a:lnTo>
                <a:lnTo>
                  <a:pt x="202170" y="73513"/>
                </a:lnTo>
                <a:lnTo>
                  <a:pt x="239924" y="90144"/>
                </a:lnTo>
                <a:lnTo>
                  <a:pt x="281292" y="99202"/>
                </a:lnTo>
                <a:lnTo>
                  <a:pt x="272214" y="118148"/>
                </a:lnTo>
                <a:close/>
              </a:path>
              <a:path w="299720" h="310515">
                <a:moveTo>
                  <a:pt x="299185" y="160381"/>
                </a:moveTo>
                <a:lnTo>
                  <a:pt x="0" y="160381"/>
                </a:lnTo>
                <a:lnTo>
                  <a:pt x="0" y="140514"/>
                </a:lnTo>
                <a:lnTo>
                  <a:pt x="299185" y="140514"/>
                </a:lnTo>
                <a:lnTo>
                  <a:pt x="299185" y="160381"/>
                </a:lnTo>
                <a:close/>
              </a:path>
              <a:path w="299720" h="310515">
                <a:moveTo>
                  <a:pt x="149461" y="310105"/>
                </a:moveTo>
                <a:lnTo>
                  <a:pt x="102072" y="306228"/>
                </a:lnTo>
                <a:lnTo>
                  <a:pt x="66573" y="294876"/>
                </a:lnTo>
                <a:lnTo>
                  <a:pt x="44297" y="276469"/>
                </a:lnTo>
                <a:lnTo>
                  <a:pt x="36575" y="251426"/>
                </a:lnTo>
                <a:lnTo>
                  <a:pt x="44297" y="226395"/>
                </a:lnTo>
                <a:lnTo>
                  <a:pt x="66573" y="207877"/>
                </a:lnTo>
                <a:lnTo>
                  <a:pt x="102072" y="196365"/>
                </a:lnTo>
                <a:lnTo>
                  <a:pt x="149461" y="192352"/>
                </a:lnTo>
                <a:lnTo>
                  <a:pt x="196679" y="196365"/>
                </a:lnTo>
                <a:lnTo>
                  <a:pt x="232069" y="207877"/>
                </a:lnTo>
                <a:lnTo>
                  <a:pt x="236336" y="211429"/>
                </a:lnTo>
                <a:lnTo>
                  <a:pt x="149461" y="211429"/>
                </a:lnTo>
                <a:lnTo>
                  <a:pt x="112381" y="214274"/>
                </a:lnTo>
                <a:lnTo>
                  <a:pt x="84318" y="222152"/>
                </a:lnTo>
                <a:lnTo>
                  <a:pt x="66591" y="234668"/>
                </a:lnTo>
                <a:lnTo>
                  <a:pt x="60521" y="251426"/>
                </a:lnTo>
                <a:lnTo>
                  <a:pt x="66591" y="268028"/>
                </a:lnTo>
                <a:lnTo>
                  <a:pt x="84318" y="280437"/>
                </a:lnTo>
                <a:lnTo>
                  <a:pt x="112381" y="288207"/>
                </a:lnTo>
                <a:lnTo>
                  <a:pt x="149461" y="290896"/>
                </a:lnTo>
                <a:lnTo>
                  <a:pt x="236878" y="290896"/>
                </a:lnTo>
                <a:lnTo>
                  <a:pt x="232069" y="294876"/>
                </a:lnTo>
                <a:lnTo>
                  <a:pt x="196679" y="306228"/>
                </a:lnTo>
                <a:lnTo>
                  <a:pt x="149461" y="310105"/>
                </a:lnTo>
                <a:close/>
              </a:path>
              <a:path w="299720" h="310515">
                <a:moveTo>
                  <a:pt x="236878" y="290896"/>
                </a:moveTo>
                <a:lnTo>
                  <a:pt x="149461" y="290896"/>
                </a:lnTo>
                <a:lnTo>
                  <a:pt x="186396" y="288207"/>
                </a:lnTo>
                <a:lnTo>
                  <a:pt x="214439" y="280437"/>
                </a:lnTo>
                <a:lnTo>
                  <a:pt x="232293" y="268028"/>
                </a:lnTo>
                <a:lnTo>
                  <a:pt x="238664" y="251426"/>
                </a:lnTo>
                <a:lnTo>
                  <a:pt x="232293" y="234668"/>
                </a:lnTo>
                <a:lnTo>
                  <a:pt x="214439" y="222152"/>
                </a:lnTo>
                <a:lnTo>
                  <a:pt x="186396" y="214274"/>
                </a:lnTo>
                <a:lnTo>
                  <a:pt x="149461" y="211429"/>
                </a:lnTo>
                <a:lnTo>
                  <a:pt x="236336" y="211429"/>
                </a:lnTo>
                <a:lnTo>
                  <a:pt x="254310" y="226395"/>
                </a:lnTo>
                <a:lnTo>
                  <a:pt x="262083" y="251426"/>
                </a:lnTo>
                <a:lnTo>
                  <a:pt x="254310" y="276469"/>
                </a:lnTo>
                <a:lnTo>
                  <a:pt x="236878" y="29089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0526886" y="7108190"/>
            <a:ext cx="227329" cy="20320"/>
          </a:xfrm>
          <a:custGeom>
            <a:avLst/>
            <a:gdLst/>
            <a:ahLst/>
            <a:cxnLst/>
            <a:rect l="l" t="t" r="r" b="b"/>
            <a:pathLst>
              <a:path w="227329" h="20320">
                <a:moveTo>
                  <a:pt x="0" y="0"/>
                </a:moveTo>
                <a:lnTo>
                  <a:pt x="226823" y="0"/>
                </a:lnTo>
                <a:lnTo>
                  <a:pt x="226823" y="20319"/>
                </a:lnTo>
                <a:lnTo>
                  <a:pt x="0" y="203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0730027" y="7128509"/>
            <a:ext cx="24130" cy="41910"/>
          </a:xfrm>
          <a:custGeom>
            <a:avLst/>
            <a:gdLst/>
            <a:ahLst/>
            <a:cxnLst/>
            <a:rect l="l" t="t" r="r" b="b"/>
            <a:pathLst>
              <a:path w="24129" h="41909">
                <a:moveTo>
                  <a:pt x="0" y="0"/>
                </a:moveTo>
                <a:lnTo>
                  <a:pt x="23682" y="0"/>
                </a:lnTo>
                <a:lnTo>
                  <a:pt x="23682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0527675" y="7170419"/>
            <a:ext cx="226060" cy="19050"/>
          </a:xfrm>
          <a:custGeom>
            <a:avLst/>
            <a:gdLst/>
            <a:ahLst/>
            <a:cxnLst/>
            <a:rect l="l" t="t" r="r" b="b"/>
            <a:pathLst>
              <a:path w="226059" h="19050">
                <a:moveTo>
                  <a:pt x="0" y="0"/>
                </a:moveTo>
                <a:lnTo>
                  <a:pt x="226033" y="0"/>
                </a:lnTo>
                <a:lnTo>
                  <a:pt x="22603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0527675" y="7189469"/>
            <a:ext cx="24130" cy="45720"/>
          </a:xfrm>
          <a:custGeom>
            <a:avLst/>
            <a:gdLst/>
            <a:ahLst/>
            <a:cxnLst/>
            <a:rect l="l" t="t" r="r" b="b"/>
            <a:pathLst>
              <a:path w="24129" h="45720">
                <a:moveTo>
                  <a:pt x="0" y="0"/>
                </a:moveTo>
                <a:lnTo>
                  <a:pt x="23550" y="0"/>
                </a:lnTo>
                <a:lnTo>
                  <a:pt x="23550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0527675" y="7235190"/>
            <a:ext cx="233045" cy="19050"/>
          </a:xfrm>
          <a:custGeom>
            <a:avLst/>
            <a:gdLst/>
            <a:ahLst/>
            <a:cxnLst/>
            <a:rect l="l" t="t" r="r" b="b"/>
            <a:pathLst>
              <a:path w="233045" h="19050">
                <a:moveTo>
                  <a:pt x="0" y="0"/>
                </a:moveTo>
                <a:lnTo>
                  <a:pt x="232875" y="0"/>
                </a:lnTo>
                <a:lnTo>
                  <a:pt x="23287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0490047" y="7291881"/>
            <a:ext cx="300990" cy="19685"/>
          </a:xfrm>
          <a:custGeom>
            <a:avLst/>
            <a:gdLst/>
            <a:ahLst/>
            <a:cxnLst/>
            <a:rect l="l" t="t" r="r" b="b"/>
            <a:pathLst>
              <a:path w="300990" h="19684">
                <a:moveTo>
                  <a:pt x="300632" y="19208"/>
                </a:moveTo>
                <a:lnTo>
                  <a:pt x="0" y="19208"/>
                </a:lnTo>
                <a:lnTo>
                  <a:pt x="0" y="0"/>
                </a:lnTo>
                <a:lnTo>
                  <a:pt x="300632" y="0"/>
                </a:lnTo>
                <a:lnTo>
                  <a:pt x="300632" y="1920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0571750" y="7311090"/>
            <a:ext cx="23495" cy="112395"/>
          </a:xfrm>
          <a:custGeom>
            <a:avLst/>
            <a:gdLst/>
            <a:ahLst/>
            <a:cxnLst/>
            <a:rect l="l" t="t" r="r" b="b"/>
            <a:pathLst>
              <a:path w="23495" h="112395">
                <a:moveTo>
                  <a:pt x="23419" y="112359"/>
                </a:moveTo>
                <a:lnTo>
                  <a:pt x="0" y="112359"/>
                </a:lnTo>
                <a:lnTo>
                  <a:pt x="0" y="0"/>
                </a:lnTo>
                <a:lnTo>
                  <a:pt x="23419" y="0"/>
                </a:lnTo>
                <a:lnTo>
                  <a:pt x="23419" y="11235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0685293" y="7311090"/>
            <a:ext cx="23495" cy="112395"/>
          </a:xfrm>
          <a:custGeom>
            <a:avLst/>
            <a:gdLst/>
            <a:ahLst/>
            <a:cxnLst/>
            <a:rect l="l" t="t" r="r" b="b"/>
            <a:pathLst>
              <a:path w="23495" h="112395">
                <a:moveTo>
                  <a:pt x="23419" y="112359"/>
                </a:moveTo>
                <a:lnTo>
                  <a:pt x="0" y="112359"/>
                </a:lnTo>
                <a:lnTo>
                  <a:pt x="0" y="0"/>
                </a:lnTo>
                <a:lnTo>
                  <a:pt x="23419" y="0"/>
                </a:lnTo>
                <a:lnTo>
                  <a:pt x="23419" y="11235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0902322" y="7095056"/>
            <a:ext cx="256540" cy="328930"/>
          </a:xfrm>
          <a:custGeom>
            <a:avLst/>
            <a:gdLst/>
            <a:ahLst/>
            <a:cxnLst/>
            <a:rect l="l" t="t" r="r" b="b"/>
            <a:pathLst>
              <a:path w="256540" h="328929">
                <a:moveTo>
                  <a:pt x="256162" y="328788"/>
                </a:moveTo>
                <a:lnTo>
                  <a:pt x="232743" y="328788"/>
                </a:lnTo>
                <a:lnTo>
                  <a:pt x="232743" y="0"/>
                </a:lnTo>
                <a:lnTo>
                  <a:pt x="256162" y="0"/>
                </a:lnTo>
                <a:lnTo>
                  <a:pt x="256162" y="328788"/>
                </a:lnTo>
                <a:close/>
              </a:path>
              <a:path w="256540" h="328929">
                <a:moveTo>
                  <a:pt x="82887" y="253136"/>
                </a:moveTo>
                <a:lnTo>
                  <a:pt x="49399" y="245148"/>
                </a:lnTo>
                <a:lnTo>
                  <a:pt x="23188" y="222382"/>
                </a:lnTo>
                <a:lnTo>
                  <a:pt x="6105" y="186641"/>
                </a:lnTo>
                <a:lnTo>
                  <a:pt x="0" y="139725"/>
                </a:lnTo>
                <a:lnTo>
                  <a:pt x="6105" y="92880"/>
                </a:lnTo>
                <a:lnTo>
                  <a:pt x="23188" y="57149"/>
                </a:lnTo>
                <a:lnTo>
                  <a:pt x="49399" y="34320"/>
                </a:lnTo>
                <a:lnTo>
                  <a:pt x="82887" y="26182"/>
                </a:lnTo>
                <a:lnTo>
                  <a:pt x="116209" y="34320"/>
                </a:lnTo>
                <a:lnTo>
                  <a:pt x="130742" y="46969"/>
                </a:lnTo>
                <a:lnTo>
                  <a:pt x="82887" y="46969"/>
                </a:lnTo>
                <a:lnTo>
                  <a:pt x="58541" y="53858"/>
                </a:lnTo>
                <a:lnTo>
                  <a:pt x="39486" y="72872"/>
                </a:lnTo>
                <a:lnTo>
                  <a:pt x="27068" y="102123"/>
                </a:lnTo>
                <a:lnTo>
                  <a:pt x="22629" y="139725"/>
                </a:lnTo>
                <a:lnTo>
                  <a:pt x="27068" y="177363"/>
                </a:lnTo>
                <a:lnTo>
                  <a:pt x="39486" y="206676"/>
                </a:lnTo>
                <a:lnTo>
                  <a:pt x="58541" y="225702"/>
                </a:lnTo>
                <a:lnTo>
                  <a:pt x="82887" y="232480"/>
                </a:lnTo>
                <a:lnTo>
                  <a:pt x="130804" y="232480"/>
                </a:lnTo>
                <a:lnTo>
                  <a:pt x="116209" y="245148"/>
                </a:lnTo>
                <a:lnTo>
                  <a:pt x="82887" y="253136"/>
                </a:lnTo>
                <a:close/>
              </a:path>
              <a:path w="256540" h="328929">
                <a:moveTo>
                  <a:pt x="130804" y="232480"/>
                </a:moveTo>
                <a:lnTo>
                  <a:pt x="82887" y="232480"/>
                </a:lnTo>
                <a:lnTo>
                  <a:pt x="107195" y="225702"/>
                </a:lnTo>
                <a:lnTo>
                  <a:pt x="126173" y="206676"/>
                </a:lnTo>
                <a:lnTo>
                  <a:pt x="138541" y="177363"/>
                </a:lnTo>
                <a:lnTo>
                  <a:pt x="143014" y="139725"/>
                </a:lnTo>
                <a:lnTo>
                  <a:pt x="138541" y="102123"/>
                </a:lnTo>
                <a:lnTo>
                  <a:pt x="126173" y="72872"/>
                </a:lnTo>
                <a:lnTo>
                  <a:pt x="107195" y="53858"/>
                </a:lnTo>
                <a:lnTo>
                  <a:pt x="82887" y="46969"/>
                </a:lnTo>
                <a:lnTo>
                  <a:pt x="130742" y="46969"/>
                </a:lnTo>
                <a:lnTo>
                  <a:pt x="142438" y="57149"/>
                </a:lnTo>
                <a:lnTo>
                  <a:pt x="159614" y="92880"/>
                </a:lnTo>
                <a:lnTo>
                  <a:pt x="165775" y="139725"/>
                </a:lnTo>
                <a:lnTo>
                  <a:pt x="159614" y="186641"/>
                </a:lnTo>
                <a:lnTo>
                  <a:pt x="142438" y="222382"/>
                </a:lnTo>
                <a:lnTo>
                  <a:pt x="130804" y="2324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1207180" y="7092819"/>
            <a:ext cx="300990" cy="331470"/>
          </a:xfrm>
          <a:custGeom>
            <a:avLst/>
            <a:gdLst/>
            <a:ahLst/>
            <a:cxnLst/>
            <a:rect l="l" t="t" r="r" b="b"/>
            <a:pathLst>
              <a:path w="300990" h="331470">
                <a:moveTo>
                  <a:pt x="160907" y="40917"/>
                </a:moveTo>
                <a:lnTo>
                  <a:pt x="137751" y="40917"/>
                </a:lnTo>
                <a:lnTo>
                  <a:pt x="137751" y="0"/>
                </a:lnTo>
                <a:lnTo>
                  <a:pt x="160907" y="0"/>
                </a:lnTo>
                <a:lnTo>
                  <a:pt x="160907" y="40917"/>
                </a:lnTo>
                <a:close/>
              </a:path>
              <a:path w="300990" h="331470">
                <a:moveTo>
                  <a:pt x="281160" y="60784"/>
                </a:moveTo>
                <a:lnTo>
                  <a:pt x="16182" y="60784"/>
                </a:lnTo>
                <a:lnTo>
                  <a:pt x="16182" y="40917"/>
                </a:lnTo>
                <a:lnTo>
                  <a:pt x="281160" y="40917"/>
                </a:lnTo>
                <a:lnTo>
                  <a:pt x="281160" y="60784"/>
                </a:lnTo>
                <a:close/>
              </a:path>
              <a:path w="300990" h="331470">
                <a:moveTo>
                  <a:pt x="149329" y="189984"/>
                </a:moveTo>
                <a:lnTo>
                  <a:pt x="105059" y="186327"/>
                </a:lnTo>
                <a:lnTo>
                  <a:pt x="71951" y="175824"/>
                </a:lnTo>
                <a:lnTo>
                  <a:pt x="51251" y="158882"/>
                </a:lnTo>
                <a:lnTo>
                  <a:pt x="44206" y="135909"/>
                </a:lnTo>
                <a:lnTo>
                  <a:pt x="51251" y="112784"/>
                </a:lnTo>
                <a:lnTo>
                  <a:pt x="71951" y="95765"/>
                </a:lnTo>
                <a:lnTo>
                  <a:pt x="105059" y="85233"/>
                </a:lnTo>
                <a:lnTo>
                  <a:pt x="149329" y="81572"/>
                </a:lnTo>
                <a:lnTo>
                  <a:pt x="193454" y="85233"/>
                </a:lnTo>
                <a:lnTo>
                  <a:pt x="226527" y="95765"/>
                </a:lnTo>
                <a:lnTo>
                  <a:pt x="231689" y="99991"/>
                </a:lnTo>
                <a:lnTo>
                  <a:pt x="149329" y="99991"/>
                </a:lnTo>
                <a:lnTo>
                  <a:pt x="115411" y="102477"/>
                </a:lnTo>
                <a:lnTo>
                  <a:pt x="89943" y="109612"/>
                </a:lnTo>
                <a:lnTo>
                  <a:pt x="73972" y="120917"/>
                </a:lnTo>
                <a:lnTo>
                  <a:pt x="68546" y="135909"/>
                </a:lnTo>
                <a:lnTo>
                  <a:pt x="73972" y="150824"/>
                </a:lnTo>
                <a:lnTo>
                  <a:pt x="89943" y="162075"/>
                </a:lnTo>
                <a:lnTo>
                  <a:pt x="115411" y="169157"/>
                </a:lnTo>
                <a:lnTo>
                  <a:pt x="149329" y="171564"/>
                </a:lnTo>
                <a:lnTo>
                  <a:pt x="231753" y="171564"/>
                </a:lnTo>
                <a:lnTo>
                  <a:pt x="226527" y="175824"/>
                </a:lnTo>
                <a:lnTo>
                  <a:pt x="193454" y="186327"/>
                </a:lnTo>
                <a:lnTo>
                  <a:pt x="149329" y="189984"/>
                </a:lnTo>
                <a:close/>
              </a:path>
              <a:path w="300990" h="331470">
                <a:moveTo>
                  <a:pt x="231753" y="171564"/>
                </a:moveTo>
                <a:lnTo>
                  <a:pt x="149329" y="171564"/>
                </a:lnTo>
                <a:lnTo>
                  <a:pt x="183159" y="169157"/>
                </a:lnTo>
                <a:lnTo>
                  <a:pt x="208601" y="162075"/>
                </a:lnTo>
                <a:lnTo>
                  <a:pt x="224668" y="150824"/>
                </a:lnTo>
                <a:lnTo>
                  <a:pt x="230375" y="135909"/>
                </a:lnTo>
                <a:lnTo>
                  <a:pt x="224668" y="120917"/>
                </a:lnTo>
                <a:lnTo>
                  <a:pt x="208601" y="109612"/>
                </a:lnTo>
                <a:lnTo>
                  <a:pt x="183159" y="102477"/>
                </a:lnTo>
                <a:lnTo>
                  <a:pt x="149329" y="99991"/>
                </a:lnTo>
                <a:lnTo>
                  <a:pt x="231689" y="99991"/>
                </a:lnTo>
                <a:lnTo>
                  <a:pt x="247314" y="112784"/>
                </a:lnTo>
                <a:lnTo>
                  <a:pt x="254584" y="135909"/>
                </a:lnTo>
                <a:lnTo>
                  <a:pt x="247314" y="158882"/>
                </a:lnTo>
                <a:lnTo>
                  <a:pt x="231753" y="171564"/>
                </a:lnTo>
                <a:close/>
              </a:path>
              <a:path w="300990" h="331470">
                <a:moveTo>
                  <a:pt x="300632" y="234848"/>
                </a:moveTo>
                <a:lnTo>
                  <a:pt x="0" y="234848"/>
                </a:lnTo>
                <a:lnTo>
                  <a:pt x="0" y="214982"/>
                </a:lnTo>
                <a:lnTo>
                  <a:pt x="300632" y="214982"/>
                </a:lnTo>
                <a:lnTo>
                  <a:pt x="300632" y="234848"/>
                </a:lnTo>
                <a:close/>
              </a:path>
              <a:path w="300990" h="331470">
                <a:moveTo>
                  <a:pt x="160907" y="331025"/>
                </a:moveTo>
                <a:lnTo>
                  <a:pt x="137751" y="331025"/>
                </a:lnTo>
                <a:lnTo>
                  <a:pt x="137751" y="234848"/>
                </a:lnTo>
                <a:lnTo>
                  <a:pt x="160907" y="234848"/>
                </a:lnTo>
                <a:lnTo>
                  <a:pt x="160907" y="33102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1605772" y="7094660"/>
            <a:ext cx="299720" cy="329565"/>
          </a:xfrm>
          <a:custGeom>
            <a:avLst/>
            <a:gdLst/>
            <a:ahLst/>
            <a:cxnLst/>
            <a:rect l="l" t="t" r="r" b="b"/>
            <a:pathLst>
              <a:path w="299720" h="329565">
                <a:moveTo>
                  <a:pt x="161170" y="42101"/>
                </a:moveTo>
                <a:lnTo>
                  <a:pt x="138014" y="42101"/>
                </a:lnTo>
                <a:lnTo>
                  <a:pt x="138014" y="0"/>
                </a:lnTo>
                <a:lnTo>
                  <a:pt x="161170" y="0"/>
                </a:lnTo>
                <a:lnTo>
                  <a:pt x="161170" y="42101"/>
                </a:lnTo>
                <a:close/>
              </a:path>
              <a:path w="299720" h="329565">
                <a:moveTo>
                  <a:pt x="269714" y="61705"/>
                </a:moveTo>
                <a:lnTo>
                  <a:pt x="29734" y="61705"/>
                </a:lnTo>
                <a:lnTo>
                  <a:pt x="29734" y="42101"/>
                </a:lnTo>
                <a:lnTo>
                  <a:pt x="269714" y="42101"/>
                </a:lnTo>
                <a:lnTo>
                  <a:pt x="269714" y="61705"/>
                </a:lnTo>
                <a:close/>
              </a:path>
              <a:path w="299720" h="329565">
                <a:moveTo>
                  <a:pt x="28813" y="171564"/>
                </a:moveTo>
                <a:lnTo>
                  <a:pt x="19998" y="152224"/>
                </a:lnTo>
                <a:lnTo>
                  <a:pt x="61010" y="141604"/>
                </a:lnTo>
                <a:lnTo>
                  <a:pt x="99037" y="122325"/>
                </a:lnTo>
                <a:lnTo>
                  <a:pt x="127049" y="96089"/>
                </a:lnTo>
                <a:lnTo>
                  <a:pt x="138014" y="64599"/>
                </a:lnTo>
                <a:lnTo>
                  <a:pt x="138014" y="61705"/>
                </a:lnTo>
                <a:lnTo>
                  <a:pt x="161170" y="61705"/>
                </a:lnTo>
                <a:lnTo>
                  <a:pt x="161170" y="64599"/>
                </a:lnTo>
                <a:lnTo>
                  <a:pt x="171984" y="95978"/>
                </a:lnTo>
                <a:lnTo>
                  <a:pt x="175541" y="99333"/>
                </a:lnTo>
                <a:lnTo>
                  <a:pt x="149724" y="99333"/>
                </a:lnTo>
                <a:lnTo>
                  <a:pt x="129037" y="125680"/>
                </a:lnTo>
                <a:lnTo>
                  <a:pt x="99777" y="146797"/>
                </a:lnTo>
                <a:lnTo>
                  <a:pt x="65263" y="162239"/>
                </a:lnTo>
                <a:lnTo>
                  <a:pt x="28813" y="171564"/>
                </a:lnTo>
                <a:close/>
              </a:path>
              <a:path w="299720" h="329565">
                <a:moveTo>
                  <a:pt x="269977" y="171564"/>
                </a:moveTo>
                <a:lnTo>
                  <a:pt x="233685" y="162184"/>
                </a:lnTo>
                <a:lnTo>
                  <a:pt x="199391" y="146648"/>
                </a:lnTo>
                <a:lnTo>
                  <a:pt x="170327" y="125513"/>
                </a:lnTo>
                <a:lnTo>
                  <a:pt x="149724" y="99333"/>
                </a:lnTo>
                <a:lnTo>
                  <a:pt x="175541" y="99333"/>
                </a:lnTo>
                <a:lnTo>
                  <a:pt x="199818" y="122226"/>
                </a:lnTo>
                <a:lnTo>
                  <a:pt x="237768" y="141567"/>
                </a:lnTo>
                <a:lnTo>
                  <a:pt x="278924" y="152224"/>
                </a:lnTo>
                <a:lnTo>
                  <a:pt x="269977" y="171564"/>
                </a:lnTo>
                <a:close/>
              </a:path>
              <a:path w="299720" h="329565">
                <a:moveTo>
                  <a:pt x="299185" y="219455"/>
                </a:moveTo>
                <a:lnTo>
                  <a:pt x="0" y="219455"/>
                </a:lnTo>
                <a:lnTo>
                  <a:pt x="0" y="199588"/>
                </a:lnTo>
                <a:lnTo>
                  <a:pt x="299185" y="199588"/>
                </a:lnTo>
                <a:lnTo>
                  <a:pt x="299185" y="219455"/>
                </a:lnTo>
                <a:close/>
              </a:path>
              <a:path w="299720" h="329565">
                <a:moveTo>
                  <a:pt x="161170" y="329183"/>
                </a:moveTo>
                <a:lnTo>
                  <a:pt x="138014" y="329183"/>
                </a:lnTo>
                <a:lnTo>
                  <a:pt x="138014" y="219455"/>
                </a:lnTo>
                <a:lnTo>
                  <a:pt x="161170" y="219455"/>
                </a:lnTo>
                <a:lnTo>
                  <a:pt x="161170" y="3291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1927603" y="7095056"/>
            <a:ext cx="304800" cy="328295"/>
          </a:xfrm>
          <a:custGeom>
            <a:avLst/>
            <a:gdLst/>
            <a:ahLst/>
            <a:cxnLst/>
            <a:rect l="l" t="t" r="r" b="b"/>
            <a:pathLst>
              <a:path w="304800" h="328295">
                <a:moveTo>
                  <a:pt x="248795" y="328262"/>
                </a:moveTo>
                <a:lnTo>
                  <a:pt x="225244" y="328262"/>
                </a:lnTo>
                <a:lnTo>
                  <a:pt x="225244" y="0"/>
                </a:lnTo>
                <a:lnTo>
                  <a:pt x="248795" y="0"/>
                </a:lnTo>
                <a:lnTo>
                  <a:pt x="248795" y="136041"/>
                </a:lnTo>
                <a:lnTo>
                  <a:pt x="304185" y="136041"/>
                </a:lnTo>
                <a:lnTo>
                  <a:pt x="304185" y="156039"/>
                </a:lnTo>
                <a:lnTo>
                  <a:pt x="248795" y="156039"/>
                </a:lnTo>
                <a:lnTo>
                  <a:pt x="248795" y="328262"/>
                </a:lnTo>
                <a:close/>
              </a:path>
              <a:path w="304800" h="328295">
                <a:moveTo>
                  <a:pt x="13156" y="263793"/>
                </a:moveTo>
                <a:lnTo>
                  <a:pt x="0" y="245374"/>
                </a:lnTo>
                <a:lnTo>
                  <a:pt x="47644" y="216638"/>
                </a:lnTo>
                <a:lnTo>
                  <a:pt x="85664" y="182750"/>
                </a:lnTo>
                <a:lnTo>
                  <a:pt x="113940" y="144270"/>
                </a:lnTo>
                <a:lnTo>
                  <a:pt x="132351" y="101761"/>
                </a:lnTo>
                <a:lnTo>
                  <a:pt x="140777" y="55784"/>
                </a:lnTo>
                <a:lnTo>
                  <a:pt x="14472" y="55784"/>
                </a:lnTo>
                <a:lnTo>
                  <a:pt x="14472" y="35786"/>
                </a:lnTo>
                <a:lnTo>
                  <a:pt x="164723" y="35786"/>
                </a:lnTo>
                <a:lnTo>
                  <a:pt x="160768" y="80762"/>
                </a:lnTo>
                <a:lnTo>
                  <a:pt x="148876" y="123902"/>
                </a:lnTo>
                <a:lnTo>
                  <a:pt x="128607" y="164492"/>
                </a:lnTo>
                <a:lnTo>
                  <a:pt x="99523" y="201815"/>
                </a:lnTo>
                <a:lnTo>
                  <a:pt x="61186" y="235154"/>
                </a:lnTo>
                <a:lnTo>
                  <a:pt x="13156" y="26379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2244040" y="7095056"/>
            <a:ext cx="268605" cy="328930"/>
          </a:xfrm>
          <a:custGeom>
            <a:avLst/>
            <a:gdLst/>
            <a:ahLst/>
            <a:cxnLst/>
            <a:rect l="l" t="t" r="r" b="b"/>
            <a:pathLst>
              <a:path w="268604" h="328929">
                <a:moveTo>
                  <a:pt x="268398" y="197088"/>
                </a:moveTo>
                <a:lnTo>
                  <a:pt x="244848" y="197088"/>
                </a:lnTo>
                <a:lnTo>
                  <a:pt x="244848" y="108280"/>
                </a:lnTo>
                <a:lnTo>
                  <a:pt x="173801" y="108280"/>
                </a:lnTo>
                <a:lnTo>
                  <a:pt x="173801" y="88282"/>
                </a:lnTo>
                <a:lnTo>
                  <a:pt x="244848" y="88282"/>
                </a:lnTo>
                <a:lnTo>
                  <a:pt x="244848" y="0"/>
                </a:lnTo>
                <a:lnTo>
                  <a:pt x="268398" y="0"/>
                </a:lnTo>
                <a:lnTo>
                  <a:pt x="268398" y="197088"/>
                </a:lnTo>
                <a:close/>
              </a:path>
              <a:path w="268604" h="328929">
                <a:moveTo>
                  <a:pt x="184721" y="43812"/>
                </a:moveTo>
                <a:lnTo>
                  <a:pt x="8288" y="43812"/>
                </a:lnTo>
                <a:lnTo>
                  <a:pt x="8288" y="24208"/>
                </a:lnTo>
                <a:lnTo>
                  <a:pt x="184721" y="24208"/>
                </a:lnTo>
                <a:lnTo>
                  <a:pt x="184721" y="43812"/>
                </a:lnTo>
                <a:close/>
              </a:path>
              <a:path w="268604" h="328929">
                <a:moveTo>
                  <a:pt x="12498" y="190642"/>
                </a:moveTo>
                <a:lnTo>
                  <a:pt x="0" y="171959"/>
                </a:lnTo>
                <a:lnTo>
                  <a:pt x="33081" y="154454"/>
                </a:lnTo>
                <a:lnTo>
                  <a:pt x="60192" y="129018"/>
                </a:lnTo>
                <a:lnTo>
                  <a:pt x="78521" y="97785"/>
                </a:lnTo>
                <a:lnTo>
                  <a:pt x="85256" y="62889"/>
                </a:lnTo>
                <a:lnTo>
                  <a:pt x="85256" y="43812"/>
                </a:lnTo>
                <a:lnTo>
                  <a:pt x="108675" y="43812"/>
                </a:lnTo>
                <a:lnTo>
                  <a:pt x="108727" y="62889"/>
                </a:lnTo>
                <a:lnTo>
                  <a:pt x="115037" y="94626"/>
                </a:lnTo>
                <a:lnTo>
                  <a:pt x="121390" y="105122"/>
                </a:lnTo>
                <a:lnTo>
                  <a:pt x="97491" y="105122"/>
                </a:lnTo>
                <a:lnTo>
                  <a:pt x="83841" y="133046"/>
                </a:lnTo>
                <a:lnTo>
                  <a:pt x="64369" y="157108"/>
                </a:lnTo>
                <a:lnTo>
                  <a:pt x="40210" y="176558"/>
                </a:lnTo>
                <a:lnTo>
                  <a:pt x="12498" y="190642"/>
                </a:lnTo>
                <a:close/>
              </a:path>
              <a:path w="268604" h="328929">
                <a:moveTo>
                  <a:pt x="178932" y="182484"/>
                </a:moveTo>
                <a:lnTo>
                  <a:pt x="152516" y="169564"/>
                </a:lnTo>
                <a:lnTo>
                  <a:pt x="129528" y="151845"/>
                </a:lnTo>
                <a:lnTo>
                  <a:pt x="110883" y="130106"/>
                </a:lnTo>
                <a:lnTo>
                  <a:pt x="97491" y="105122"/>
                </a:lnTo>
                <a:lnTo>
                  <a:pt x="121390" y="105122"/>
                </a:lnTo>
                <a:lnTo>
                  <a:pt x="132538" y="123542"/>
                </a:lnTo>
                <a:lnTo>
                  <a:pt x="158796" y="147327"/>
                </a:lnTo>
                <a:lnTo>
                  <a:pt x="191431" y="163933"/>
                </a:lnTo>
                <a:lnTo>
                  <a:pt x="178932" y="182484"/>
                </a:lnTo>
                <a:close/>
              </a:path>
              <a:path w="268604" h="328929">
                <a:moveTo>
                  <a:pt x="268398" y="328393"/>
                </a:moveTo>
                <a:lnTo>
                  <a:pt x="244848" y="328393"/>
                </a:lnTo>
                <a:lnTo>
                  <a:pt x="244848" y="235112"/>
                </a:lnTo>
                <a:lnTo>
                  <a:pt x="49074" y="235112"/>
                </a:lnTo>
                <a:lnTo>
                  <a:pt x="49074" y="215508"/>
                </a:lnTo>
                <a:lnTo>
                  <a:pt x="268398" y="215508"/>
                </a:lnTo>
                <a:lnTo>
                  <a:pt x="268398" y="32839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2568239" y="7095450"/>
            <a:ext cx="272415" cy="320675"/>
          </a:xfrm>
          <a:custGeom>
            <a:avLst/>
            <a:gdLst/>
            <a:ahLst/>
            <a:cxnLst/>
            <a:rect l="l" t="t" r="r" b="b"/>
            <a:pathLst>
              <a:path w="272415" h="320675">
                <a:moveTo>
                  <a:pt x="261557" y="241164"/>
                </a:moveTo>
                <a:lnTo>
                  <a:pt x="238006" y="241164"/>
                </a:lnTo>
                <a:lnTo>
                  <a:pt x="238006" y="0"/>
                </a:lnTo>
                <a:lnTo>
                  <a:pt x="261557" y="0"/>
                </a:lnTo>
                <a:lnTo>
                  <a:pt x="261557" y="241164"/>
                </a:lnTo>
                <a:close/>
              </a:path>
              <a:path w="272415" h="320675">
                <a:moveTo>
                  <a:pt x="84992" y="183142"/>
                </a:moveTo>
                <a:lnTo>
                  <a:pt x="51175" y="177435"/>
                </a:lnTo>
                <a:lnTo>
                  <a:pt x="24241" y="161072"/>
                </a:lnTo>
                <a:lnTo>
                  <a:pt x="6434" y="135778"/>
                </a:lnTo>
                <a:lnTo>
                  <a:pt x="0" y="103280"/>
                </a:lnTo>
                <a:lnTo>
                  <a:pt x="6434" y="71007"/>
                </a:lnTo>
                <a:lnTo>
                  <a:pt x="24241" y="45802"/>
                </a:lnTo>
                <a:lnTo>
                  <a:pt x="51175" y="29403"/>
                </a:lnTo>
                <a:lnTo>
                  <a:pt x="84992" y="23550"/>
                </a:lnTo>
                <a:lnTo>
                  <a:pt x="118768" y="29403"/>
                </a:lnTo>
                <a:lnTo>
                  <a:pt x="142786" y="44075"/>
                </a:lnTo>
                <a:lnTo>
                  <a:pt x="84992" y="44075"/>
                </a:lnTo>
                <a:lnTo>
                  <a:pt x="60286" y="48608"/>
                </a:lnTo>
                <a:lnTo>
                  <a:pt x="40588" y="60998"/>
                </a:lnTo>
                <a:lnTo>
                  <a:pt x="27600" y="79728"/>
                </a:lnTo>
                <a:lnTo>
                  <a:pt x="23024" y="103280"/>
                </a:lnTo>
                <a:lnTo>
                  <a:pt x="27600" y="127018"/>
                </a:lnTo>
                <a:lnTo>
                  <a:pt x="40588" y="145760"/>
                </a:lnTo>
                <a:lnTo>
                  <a:pt x="60286" y="158064"/>
                </a:lnTo>
                <a:lnTo>
                  <a:pt x="84992" y="162486"/>
                </a:lnTo>
                <a:lnTo>
                  <a:pt x="143292" y="162486"/>
                </a:lnTo>
                <a:lnTo>
                  <a:pt x="118768" y="177435"/>
                </a:lnTo>
                <a:lnTo>
                  <a:pt x="84992" y="183142"/>
                </a:lnTo>
                <a:close/>
              </a:path>
              <a:path w="272415" h="320675">
                <a:moveTo>
                  <a:pt x="143292" y="162486"/>
                </a:moveTo>
                <a:lnTo>
                  <a:pt x="84992" y="162486"/>
                </a:lnTo>
                <a:lnTo>
                  <a:pt x="109515" y="158064"/>
                </a:lnTo>
                <a:lnTo>
                  <a:pt x="129216" y="145760"/>
                </a:lnTo>
                <a:lnTo>
                  <a:pt x="142329" y="127018"/>
                </a:lnTo>
                <a:lnTo>
                  <a:pt x="147093" y="103280"/>
                </a:lnTo>
                <a:lnTo>
                  <a:pt x="142329" y="79728"/>
                </a:lnTo>
                <a:lnTo>
                  <a:pt x="129216" y="60998"/>
                </a:lnTo>
                <a:lnTo>
                  <a:pt x="109515" y="48608"/>
                </a:lnTo>
                <a:lnTo>
                  <a:pt x="84992" y="44075"/>
                </a:lnTo>
                <a:lnTo>
                  <a:pt x="142786" y="44075"/>
                </a:lnTo>
                <a:lnTo>
                  <a:pt x="145612" y="45802"/>
                </a:lnTo>
                <a:lnTo>
                  <a:pt x="163329" y="71007"/>
                </a:lnTo>
                <a:lnTo>
                  <a:pt x="169722" y="103280"/>
                </a:lnTo>
                <a:lnTo>
                  <a:pt x="163329" y="135778"/>
                </a:lnTo>
                <a:lnTo>
                  <a:pt x="145612" y="161072"/>
                </a:lnTo>
                <a:lnTo>
                  <a:pt x="143292" y="162486"/>
                </a:lnTo>
                <a:close/>
              </a:path>
              <a:path w="272415" h="320675">
                <a:moveTo>
                  <a:pt x="272214" y="320104"/>
                </a:moveTo>
                <a:lnTo>
                  <a:pt x="51969" y="320104"/>
                </a:lnTo>
                <a:lnTo>
                  <a:pt x="51969" y="216297"/>
                </a:lnTo>
                <a:lnTo>
                  <a:pt x="75256" y="216297"/>
                </a:lnTo>
                <a:lnTo>
                  <a:pt x="75256" y="300238"/>
                </a:lnTo>
                <a:lnTo>
                  <a:pt x="272214" y="300238"/>
                </a:lnTo>
                <a:lnTo>
                  <a:pt x="272214" y="32010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2974917" y="7095056"/>
            <a:ext cx="290195" cy="324485"/>
          </a:xfrm>
          <a:custGeom>
            <a:avLst/>
            <a:gdLst/>
            <a:ahLst/>
            <a:cxnLst/>
            <a:rect l="l" t="t" r="r" b="b"/>
            <a:pathLst>
              <a:path w="290194" h="324484">
                <a:moveTo>
                  <a:pt x="239190" y="172485"/>
                </a:moveTo>
                <a:lnTo>
                  <a:pt x="215639" y="172485"/>
                </a:lnTo>
                <a:lnTo>
                  <a:pt x="215639" y="0"/>
                </a:lnTo>
                <a:lnTo>
                  <a:pt x="239190" y="0"/>
                </a:lnTo>
                <a:lnTo>
                  <a:pt x="239190" y="74335"/>
                </a:lnTo>
                <a:lnTo>
                  <a:pt x="289975" y="74335"/>
                </a:lnTo>
                <a:lnTo>
                  <a:pt x="289975" y="94071"/>
                </a:lnTo>
                <a:lnTo>
                  <a:pt x="239190" y="94071"/>
                </a:lnTo>
                <a:lnTo>
                  <a:pt x="239190" y="172485"/>
                </a:lnTo>
                <a:close/>
              </a:path>
              <a:path w="290194" h="324484">
                <a:moveTo>
                  <a:pt x="24076" y="158671"/>
                </a:moveTo>
                <a:lnTo>
                  <a:pt x="0" y="158671"/>
                </a:lnTo>
                <a:lnTo>
                  <a:pt x="0" y="17498"/>
                </a:lnTo>
                <a:lnTo>
                  <a:pt x="149461" y="17498"/>
                </a:lnTo>
                <a:lnTo>
                  <a:pt x="149461" y="37233"/>
                </a:lnTo>
                <a:lnTo>
                  <a:pt x="23287" y="37233"/>
                </a:lnTo>
                <a:lnTo>
                  <a:pt x="23287" y="77361"/>
                </a:lnTo>
                <a:lnTo>
                  <a:pt x="143803" y="77361"/>
                </a:lnTo>
                <a:lnTo>
                  <a:pt x="143803" y="96307"/>
                </a:lnTo>
                <a:lnTo>
                  <a:pt x="23287" y="96307"/>
                </a:lnTo>
                <a:lnTo>
                  <a:pt x="23287" y="139067"/>
                </a:lnTo>
                <a:lnTo>
                  <a:pt x="174363" y="139067"/>
                </a:lnTo>
                <a:lnTo>
                  <a:pt x="175643" y="149592"/>
                </a:lnTo>
                <a:lnTo>
                  <a:pt x="142266" y="154304"/>
                </a:lnTo>
                <a:lnTo>
                  <a:pt x="108444" y="157092"/>
                </a:lnTo>
                <a:lnTo>
                  <a:pt x="70331" y="158399"/>
                </a:lnTo>
                <a:lnTo>
                  <a:pt x="24076" y="158671"/>
                </a:lnTo>
                <a:close/>
              </a:path>
              <a:path w="290194" h="324484">
                <a:moveTo>
                  <a:pt x="174363" y="139067"/>
                </a:moveTo>
                <a:lnTo>
                  <a:pt x="24076" y="139067"/>
                </a:lnTo>
                <a:lnTo>
                  <a:pt x="69831" y="138761"/>
                </a:lnTo>
                <a:lnTo>
                  <a:pt x="107408" y="137505"/>
                </a:lnTo>
                <a:lnTo>
                  <a:pt x="140619" y="134793"/>
                </a:lnTo>
                <a:lnTo>
                  <a:pt x="173275" y="130120"/>
                </a:lnTo>
                <a:lnTo>
                  <a:pt x="174363" y="139067"/>
                </a:lnTo>
                <a:close/>
              </a:path>
              <a:path w="290194" h="324484">
                <a:moveTo>
                  <a:pt x="251952" y="324183"/>
                </a:moveTo>
                <a:lnTo>
                  <a:pt x="33155" y="324183"/>
                </a:lnTo>
                <a:lnTo>
                  <a:pt x="33155" y="244584"/>
                </a:lnTo>
                <a:lnTo>
                  <a:pt x="215903" y="244584"/>
                </a:lnTo>
                <a:lnTo>
                  <a:pt x="215903" y="208403"/>
                </a:lnTo>
                <a:lnTo>
                  <a:pt x="32365" y="208403"/>
                </a:lnTo>
                <a:lnTo>
                  <a:pt x="32365" y="189194"/>
                </a:lnTo>
                <a:lnTo>
                  <a:pt x="239190" y="189194"/>
                </a:lnTo>
                <a:lnTo>
                  <a:pt x="239190" y="262872"/>
                </a:lnTo>
                <a:lnTo>
                  <a:pt x="56179" y="262872"/>
                </a:lnTo>
                <a:lnTo>
                  <a:pt x="56179" y="304843"/>
                </a:lnTo>
                <a:lnTo>
                  <a:pt x="251952" y="304843"/>
                </a:lnTo>
                <a:lnTo>
                  <a:pt x="251952" y="3241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3276487" y="7107554"/>
            <a:ext cx="299720" cy="316230"/>
          </a:xfrm>
          <a:custGeom>
            <a:avLst/>
            <a:gdLst/>
            <a:ahLst/>
            <a:cxnLst/>
            <a:rect l="l" t="t" r="r" b="b"/>
            <a:pathLst>
              <a:path w="299719" h="316229">
                <a:moveTo>
                  <a:pt x="26708" y="134857"/>
                </a:moveTo>
                <a:lnTo>
                  <a:pt x="16709" y="115516"/>
                </a:lnTo>
                <a:lnTo>
                  <a:pt x="58490" y="104084"/>
                </a:lnTo>
                <a:lnTo>
                  <a:pt x="97557" y="83167"/>
                </a:lnTo>
                <a:lnTo>
                  <a:pt x="126461" y="54479"/>
                </a:lnTo>
                <a:lnTo>
                  <a:pt x="137751" y="19735"/>
                </a:lnTo>
                <a:lnTo>
                  <a:pt x="137751" y="0"/>
                </a:lnTo>
                <a:lnTo>
                  <a:pt x="161828" y="0"/>
                </a:lnTo>
                <a:lnTo>
                  <a:pt x="161828" y="19735"/>
                </a:lnTo>
                <a:lnTo>
                  <a:pt x="173102" y="54035"/>
                </a:lnTo>
                <a:lnTo>
                  <a:pt x="174734" y="55653"/>
                </a:lnTo>
                <a:lnTo>
                  <a:pt x="149987" y="55653"/>
                </a:lnTo>
                <a:lnTo>
                  <a:pt x="128930" y="84680"/>
                </a:lnTo>
                <a:lnTo>
                  <a:pt x="98856" y="107885"/>
                </a:lnTo>
                <a:lnTo>
                  <a:pt x="63528" y="124775"/>
                </a:lnTo>
                <a:lnTo>
                  <a:pt x="26708" y="134857"/>
                </a:lnTo>
                <a:close/>
              </a:path>
              <a:path w="299719" h="316229">
                <a:moveTo>
                  <a:pt x="273266" y="134857"/>
                </a:moveTo>
                <a:lnTo>
                  <a:pt x="236464" y="124720"/>
                </a:lnTo>
                <a:lnTo>
                  <a:pt x="201167" y="107737"/>
                </a:lnTo>
                <a:lnTo>
                  <a:pt x="171100" y="84513"/>
                </a:lnTo>
                <a:lnTo>
                  <a:pt x="149987" y="55653"/>
                </a:lnTo>
                <a:lnTo>
                  <a:pt x="174734" y="55653"/>
                </a:lnTo>
                <a:lnTo>
                  <a:pt x="202088" y="82772"/>
                </a:lnTo>
                <a:lnTo>
                  <a:pt x="241238" y="103936"/>
                </a:lnTo>
                <a:lnTo>
                  <a:pt x="283002" y="115516"/>
                </a:lnTo>
                <a:lnTo>
                  <a:pt x="273266" y="134857"/>
                </a:lnTo>
                <a:close/>
              </a:path>
              <a:path w="299719" h="316229">
                <a:moveTo>
                  <a:pt x="299185" y="194589"/>
                </a:moveTo>
                <a:lnTo>
                  <a:pt x="0" y="194589"/>
                </a:lnTo>
                <a:lnTo>
                  <a:pt x="0" y="174590"/>
                </a:lnTo>
                <a:lnTo>
                  <a:pt x="299185" y="174590"/>
                </a:lnTo>
                <a:lnTo>
                  <a:pt x="299185" y="194589"/>
                </a:lnTo>
                <a:close/>
              </a:path>
              <a:path w="299719" h="316229">
                <a:moveTo>
                  <a:pt x="160644" y="315894"/>
                </a:moveTo>
                <a:lnTo>
                  <a:pt x="137620" y="315894"/>
                </a:lnTo>
                <a:lnTo>
                  <a:pt x="137620" y="194589"/>
                </a:lnTo>
                <a:lnTo>
                  <a:pt x="160644" y="194589"/>
                </a:lnTo>
                <a:lnTo>
                  <a:pt x="160644" y="31589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3675210" y="7112422"/>
            <a:ext cx="299085" cy="310515"/>
          </a:xfrm>
          <a:custGeom>
            <a:avLst/>
            <a:gdLst/>
            <a:ahLst/>
            <a:cxnLst/>
            <a:rect l="l" t="t" r="r" b="b"/>
            <a:pathLst>
              <a:path w="299084" h="310515">
                <a:moveTo>
                  <a:pt x="250900" y="114990"/>
                </a:moveTo>
                <a:lnTo>
                  <a:pt x="228007" y="112227"/>
                </a:lnTo>
                <a:lnTo>
                  <a:pt x="233105" y="88399"/>
                </a:lnTo>
                <a:lnTo>
                  <a:pt x="235736" y="67149"/>
                </a:lnTo>
                <a:lnTo>
                  <a:pt x="236740" y="47452"/>
                </a:lnTo>
                <a:lnTo>
                  <a:pt x="236953" y="28287"/>
                </a:lnTo>
                <a:lnTo>
                  <a:pt x="236953" y="19735"/>
                </a:lnTo>
                <a:lnTo>
                  <a:pt x="36181" y="19735"/>
                </a:lnTo>
                <a:lnTo>
                  <a:pt x="36181" y="0"/>
                </a:lnTo>
                <a:lnTo>
                  <a:pt x="259978" y="0"/>
                </a:lnTo>
                <a:lnTo>
                  <a:pt x="259978" y="28287"/>
                </a:lnTo>
                <a:lnTo>
                  <a:pt x="259762" y="48273"/>
                </a:lnTo>
                <a:lnTo>
                  <a:pt x="258744" y="68875"/>
                </a:lnTo>
                <a:lnTo>
                  <a:pt x="256074" y="90860"/>
                </a:lnTo>
                <a:lnTo>
                  <a:pt x="250900" y="114990"/>
                </a:lnTo>
                <a:close/>
              </a:path>
              <a:path w="299084" h="310515">
                <a:moveTo>
                  <a:pt x="150645" y="137751"/>
                </a:moveTo>
                <a:lnTo>
                  <a:pt x="127620" y="137751"/>
                </a:lnTo>
                <a:lnTo>
                  <a:pt x="127620" y="72362"/>
                </a:lnTo>
                <a:lnTo>
                  <a:pt x="150645" y="72362"/>
                </a:lnTo>
                <a:lnTo>
                  <a:pt x="150645" y="137751"/>
                </a:lnTo>
                <a:close/>
              </a:path>
              <a:path w="299084" h="310515">
                <a:moveTo>
                  <a:pt x="298922" y="157355"/>
                </a:moveTo>
                <a:lnTo>
                  <a:pt x="0" y="157355"/>
                </a:lnTo>
                <a:lnTo>
                  <a:pt x="0" y="137751"/>
                </a:lnTo>
                <a:lnTo>
                  <a:pt x="298922" y="137751"/>
                </a:lnTo>
                <a:lnTo>
                  <a:pt x="298922" y="157355"/>
                </a:lnTo>
                <a:close/>
              </a:path>
              <a:path w="299084" h="310515">
                <a:moveTo>
                  <a:pt x="148408" y="309974"/>
                </a:moveTo>
                <a:lnTo>
                  <a:pt x="101015" y="305959"/>
                </a:lnTo>
                <a:lnTo>
                  <a:pt x="64994" y="294334"/>
                </a:lnTo>
                <a:lnTo>
                  <a:pt x="42097" y="275727"/>
                </a:lnTo>
                <a:lnTo>
                  <a:pt x="34076" y="250768"/>
                </a:lnTo>
                <a:lnTo>
                  <a:pt x="42097" y="225482"/>
                </a:lnTo>
                <a:lnTo>
                  <a:pt x="64994" y="206660"/>
                </a:lnTo>
                <a:lnTo>
                  <a:pt x="101015" y="194893"/>
                </a:lnTo>
                <a:lnTo>
                  <a:pt x="148408" y="190773"/>
                </a:lnTo>
                <a:lnTo>
                  <a:pt x="195882" y="194893"/>
                </a:lnTo>
                <a:lnTo>
                  <a:pt x="231970" y="206660"/>
                </a:lnTo>
                <a:lnTo>
                  <a:pt x="235224" y="209324"/>
                </a:lnTo>
                <a:lnTo>
                  <a:pt x="148408" y="209324"/>
                </a:lnTo>
                <a:lnTo>
                  <a:pt x="111131" y="212358"/>
                </a:lnTo>
                <a:lnTo>
                  <a:pt x="82378" y="220672"/>
                </a:lnTo>
                <a:lnTo>
                  <a:pt x="63911" y="233673"/>
                </a:lnTo>
                <a:lnTo>
                  <a:pt x="57495" y="250768"/>
                </a:lnTo>
                <a:lnTo>
                  <a:pt x="63911" y="267307"/>
                </a:lnTo>
                <a:lnTo>
                  <a:pt x="82378" y="279960"/>
                </a:lnTo>
                <a:lnTo>
                  <a:pt x="111131" y="288049"/>
                </a:lnTo>
                <a:lnTo>
                  <a:pt x="148408" y="290896"/>
                </a:lnTo>
                <a:lnTo>
                  <a:pt x="236217" y="290896"/>
                </a:lnTo>
                <a:lnTo>
                  <a:pt x="231970" y="294334"/>
                </a:lnTo>
                <a:lnTo>
                  <a:pt x="195882" y="305959"/>
                </a:lnTo>
                <a:lnTo>
                  <a:pt x="148408" y="309974"/>
                </a:lnTo>
                <a:close/>
              </a:path>
              <a:path w="299084" h="310515">
                <a:moveTo>
                  <a:pt x="236217" y="290896"/>
                </a:moveTo>
                <a:lnTo>
                  <a:pt x="148408" y="290896"/>
                </a:lnTo>
                <a:lnTo>
                  <a:pt x="185728" y="288049"/>
                </a:lnTo>
                <a:lnTo>
                  <a:pt x="214488" y="279960"/>
                </a:lnTo>
                <a:lnTo>
                  <a:pt x="233035" y="267307"/>
                </a:lnTo>
                <a:lnTo>
                  <a:pt x="239716" y="250768"/>
                </a:lnTo>
                <a:lnTo>
                  <a:pt x="233035" y="233673"/>
                </a:lnTo>
                <a:lnTo>
                  <a:pt x="214488" y="220672"/>
                </a:lnTo>
                <a:lnTo>
                  <a:pt x="185728" y="212358"/>
                </a:lnTo>
                <a:lnTo>
                  <a:pt x="148408" y="209324"/>
                </a:lnTo>
                <a:lnTo>
                  <a:pt x="235224" y="209324"/>
                </a:lnTo>
                <a:lnTo>
                  <a:pt x="254960" y="225482"/>
                </a:lnTo>
                <a:lnTo>
                  <a:pt x="263136" y="250768"/>
                </a:lnTo>
                <a:lnTo>
                  <a:pt x="254960" y="275727"/>
                </a:lnTo>
                <a:lnTo>
                  <a:pt x="236217" y="29089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3995462" y="7095056"/>
            <a:ext cx="269875" cy="328295"/>
          </a:xfrm>
          <a:custGeom>
            <a:avLst/>
            <a:gdLst/>
            <a:ahLst/>
            <a:cxnLst/>
            <a:rect l="l" t="t" r="r" b="b"/>
            <a:pathLst>
              <a:path w="269875" h="328295">
                <a:moveTo>
                  <a:pt x="268267" y="195904"/>
                </a:moveTo>
                <a:lnTo>
                  <a:pt x="244716" y="195904"/>
                </a:lnTo>
                <a:lnTo>
                  <a:pt x="244716" y="107227"/>
                </a:lnTo>
                <a:lnTo>
                  <a:pt x="173538" y="107227"/>
                </a:lnTo>
                <a:lnTo>
                  <a:pt x="173538" y="87492"/>
                </a:lnTo>
                <a:lnTo>
                  <a:pt x="244716" y="87492"/>
                </a:lnTo>
                <a:lnTo>
                  <a:pt x="244716" y="0"/>
                </a:lnTo>
                <a:lnTo>
                  <a:pt x="268267" y="0"/>
                </a:lnTo>
                <a:lnTo>
                  <a:pt x="268267" y="195904"/>
                </a:lnTo>
                <a:close/>
              </a:path>
              <a:path w="269875" h="328295">
                <a:moveTo>
                  <a:pt x="184589" y="45259"/>
                </a:moveTo>
                <a:lnTo>
                  <a:pt x="8157" y="45259"/>
                </a:lnTo>
                <a:lnTo>
                  <a:pt x="8157" y="25524"/>
                </a:lnTo>
                <a:lnTo>
                  <a:pt x="184589" y="25524"/>
                </a:lnTo>
                <a:lnTo>
                  <a:pt x="184589" y="45259"/>
                </a:lnTo>
                <a:close/>
              </a:path>
              <a:path w="269875" h="328295">
                <a:moveTo>
                  <a:pt x="12367" y="191694"/>
                </a:moveTo>
                <a:lnTo>
                  <a:pt x="0" y="172880"/>
                </a:lnTo>
                <a:lnTo>
                  <a:pt x="33171" y="155075"/>
                </a:lnTo>
                <a:lnTo>
                  <a:pt x="60225" y="129314"/>
                </a:lnTo>
                <a:lnTo>
                  <a:pt x="78447" y="97707"/>
                </a:lnTo>
                <a:lnTo>
                  <a:pt x="85124" y="62363"/>
                </a:lnTo>
                <a:lnTo>
                  <a:pt x="85124" y="45259"/>
                </a:lnTo>
                <a:lnTo>
                  <a:pt x="108543" y="45259"/>
                </a:lnTo>
                <a:lnTo>
                  <a:pt x="108595" y="62363"/>
                </a:lnTo>
                <a:lnTo>
                  <a:pt x="114906" y="94153"/>
                </a:lnTo>
                <a:lnTo>
                  <a:pt x="121310" y="104728"/>
                </a:lnTo>
                <a:lnTo>
                  <a:pt x="97491" y="104728"/>
                </a:lnTo>
                <a:lnTo>
                  <a:pt x="83765" y="133044"/>
                </a:lnTo>
                <a:lnTo>
                  <a:pt x="64254" y="157486"/>
                </a:lnTo>
                <a:lnTo>
                  <a:pt x="40080" y="177292"/>
                </a:lnTo>
                <a:lnTo>
                  <a:pt x="12367" y="191694"/>
                </a:lnTo>
                <a:close/>
              </a:path>
              <a:path w="269875" h="328295">
                <a:moveTo>
                  <a:pt x="178800" y="182221"/>
                </a:moveTo>
                <a:lnTo>
                  <a:pt x="152405" y="169280"/>
                </a:lnTo>
                <a:lnTo>
                  <a:pt x="129462" y="151517"/>
                </a:lnTo>
                <a:lnTo>
                  <a:pt x="110862" y="129732"/>
                </a:lnTo>
                <a:lnTo>
                  <a:pt x="97491" y="104728"/>
                </a:lnTo>
                <a:lnTo>
                  <a:pt x="121310" y="104728"/>
                </a:lnTo>
                <a:lnTo>
                  <a:pt x="132406" y="123048"/>
                </a:lnTo>
                <a:lnTo>
                  <a:pt x="158664" y="146764"/>
                </a:lnTo>
                <a:lnTo>
                  <a:pt x="191299" y="163275"/>
                </a:lnTo>
                <a:lnTo>
                  <a:pt x="178800" y="182221"/>
                </a:lnTo>
                <a:close/>
              </a:path>
              <a:path w="269875" h="328295">
                <a:moveTo>
                  <a:pt x="160381" y="327867"/>
                </a:moveTo>
                <a:lnTo>
                  <a:pt x="114682" y="323686"/>
                </a:lnTo>
                <a:lnTo>
                  <a:pt x="80355" y="311881"/>
                </a:lnTo>
                <a:lnTo>
                  <a:pt x="58806" y="292973"/>
                </a:lnTo>
                <a:lnTo>
                  <a:pt x="51443" y="267477"/>
                </a:lnTo>
                <a:lnTo>
                  <a:pt x="58806" y="241813"/>
                </a:lnTo>
                <a:lnTo>
                  <a:pt x="80355" y="222810"/>
                </a:lnTo>
                <a:lnTo>
                  <a:pt x="114682" y="211010"/>
                </a:lnTo>
                <a:lnTo>
                  <a:pt x="160381" y="206956"/>
                </a:lnTo>
                <a:lnTo>
                  <a:pt x="205932" y="211010"/>
                </a:lnTo>
                <a:lnTo>
                  <a:pt x="240210" y="222810"/>
                </a:lnTo>
                <a:lnTo>
                  <a:pt x="243574" y="225770"/>
                </a:lnTo>
                <a:lnTo>
                  <a:pt x="160381" y="225770"/>
                </a:lnTo>
                <a:lnTo>
                  <a:pt x="124794" y="228661"/>
                </a:lnTo>
                <a:lnTo>
                  <a:pt x="97705" y="236953"/>
                </a:lnTo>
                <a:lnTo>
                  <a:pt x="80509" y="250082"/>
                </a:lnTo>
                <a:lnTo>
                  <a:pt x="74599" y="267477"/>
                </a:lnTo>
                <a:lnTo>
                  <a:pt x="80509" y="284641"/>
                </a:lnTo>
                <a:lnTo>
                  <a:pt x="97705" y="297623"/>
                </a:lnTo>
                <a:lnTo>
                  <a:pt x="124794" y="305794"/>
                </a:lnTo>
                <a:lnTo>
                  <a:pt x="160381" y="308526"/>
                </a:lnTo>
                <a:lnTo>
                  <a:pt x="244042" y="308526"/>
                </a:lnTo>
                <a:lnTo>
                  <a:pt x="240210" y="311881"/>
                </a:lnTo>
                <a:lnTo>
                  <a:pt x="205932" y="323686"/>
                </a:lnTo>
                <a:lnTo>
                  <a:pt x="160381" y="327867"/>
                </a:lnTo>
                <a:close/>
              </a:path>
              <a:path w="269875" h="328295">
                <a:moveTo>
                  <a:pt x="244042" y="308526"/>
                </a:moveTo>
                <a:lnTo>
                  <a:pt x="160381" y="308526"/>
                </a:lnTo>
                <a:lnTo>
                  <a:pt x="195875" y="305794"/>
                </a:lnTo>
                <a:lnTo>
                  <a:pt x="222909" y="297623"/>
                </a:lnTo>
                <a:lnTo>
                  <a:pt x="240123" y="284641"/>
                </a:lnTo>
                <a:lnTo>
                  <a:pt x="246163" y="267477"/>
                </a:lnTo>
                <a:lnTo>
                  <a:pt x="240123" y="250082"/>
                </a:lnTo>
                <a:lnTo>
                  <a:pt x="222909" y="236953"/>
                </a:lnTo>
                <a:lnTo>
                  <a:pt x="195875" y="228661"/>
                </a:lnTo>
                <a:lnTo>
                  <a:pt x="160381" y="225770"/>
                </a:lnTo>
                <a:lnTo>
                  <a:pt x="243574" y="225770"/>
                </a:lnTo>
                <a:lnTo>
                  <a:pt x="261808" y="241813"/>
                </a:lnTo>
                <a:lnTo>
                  <a:pt x="269319" y="267477"/>
                </a:lnTo>
                <a:lnTo>
                  <a:pt x="261808" y="292973"/>
                </a:lnTo>
                <a:lnTo>
                  <a:pt x="244042" y="30852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4397212" y="7095056"/>
            <a:ext cx="278130" cy="324485"/>
          </a:xfrm>
          <a:custGeom>
            <a:avLst/>
            <a:gdLst/>
            <a:ahLst/>
            <a:cxnLst/>
            <a:rect l="l" t="t" r="r" b="b"/>
            <a:pathLst>
              <a:path w="278130" h="324484">
                <a:moveTo>
                  <a:pt x="264583" y="171169"/>
                </a:moveTo>
                <a:lnTo>
                  <a:pt x="241032" y="171169"/>
                </a:lnTo>
                <a:lnTo>
                  <a:pt x="241032" y="0"/>
                </a:lnTo>
                <a:lnTo>
                  <a:pt x="264583" y="0"/>
                </a:lnTo>
                <a:lnTo>
                  <a:pt x="264583" y="171169"/>
                </a:lnTo>
                <a:close/>
              </a:path>
              <a:path w="278130" h="324484">
                <a:moveTo>
                  <a:pt x="186958" y="42496"/>
                </a:moveTo>
                <a:lnTo>
                  <a:pt x="9341" y="42496"/>
                </a:lnTo>
                <a:lnTo>
                  <a:pt x="9341" y="23287"/>
                </a:lnTo>
                <a:lnTo>
                  <a:pt x="186958" y="23287"/>
                </a:lnTo>
                <a:lnTo>
                  <a:pt x="186958" y="42496"/>
                </a:lnTo>
                <a:close/>
              </a:path>
              <a:path w="278130" h="324484">
                <a:moveTo>
                  <a:pt x="3289" y="157486"/>
                </a:moveTo>
                <a:lnTo>
                  <a:pt x="0" y="137620"/>
                </a:lnTo>
                <a:lnTo>
                  <a:pt x="10650" y="137593"/>
                </a:lnTo>
                <a:lnTo>
                  <a:pt x="44601" y="137093"/>
                </a:lnTo>
                <a:lnTo>
                  <a:pt x="44601" y="42496"/>
                </a:lnTo>
                <a:lnTo>
                  <a:pt x="67362" y="42496"/>
                </a:lnTo>
                <a:lnTo>
                  <a:pt x="67362" y="136699"/>
                </a:lnTo>
                <a:lnTo>
                  <a:pt x="204851" y="136699"/>
                </a:lnTo>
                <a:lnTo>
                  <a:pt x="205377" y="145514"/>
                </a:lnTo>
                <a:lnTo>
                  <a:pt x="154226" y="151362"/>
                </a:lnTo>
                <a:lnTo>
                  <a:pt x="101471" y="155102"/>
                </a:lnTo>
                <a:lnTo>
                  <a:pt x="50147" y="157040"/>
                </a:lnTo>
                <a:lnTo>
                  <a:pt x="3289" y="157486"/>
                </a:lnTo>
                <a:close/>
              </a:path>
              <a:path w="278130" h="324484">
                <a:moveTo>
                  <a:pt x="204851" y="136699"/>
                </a:moveTo>
                <a:lnTo>
                  <a:pt x="67362" y="136699"/>
                </a:lnTo>
                <a:lnTo>
                  <a:pt x="97886" y="135695"/>
                </a:lnTo>
                <a:lnTo>
                  <a:pt x="128805" y="134199"/>
                </a:lnTo>
                <a:lnTo>
                  <a:pt x="128805" y="42496"/>
                </a:lnTo>
                <a:lnTo>
                  <a:pt x="151566" y="42496"/>
                </a:lnTo>
                <a:lnTo>
                  <a:pt x="151566" y="132883"/>
                </a:lnTo>
                <a:lnTo>
                  <a:pt x="204623" y="132883"/>
                </a:lnTo>
                <a:lnTo>
                  <a:pt x="204851" y="136699"/>
                </a:lnTo>
                <a:close/>
              </a:path>
              <a:path w="278130" h="324484">
                <a:moveTo>
                  <a:pt x="204623" y="132883"/>
                </a:moveTo>
                <a:lnTo>
                  <a:pt x="151566" y="132883"/>
                </a:lnTo>
                <a:lnTo>
                  <a:pt x="165101" y="131843"/>
                </a:lnTo>
                <a:lnTo>
                  <a:pt x="178439" y="130679"/>
                </a:lnTo>
                <a:lnTo>
                  <a:pt x="191530" y="129368"/>
                </a:lnTo>
                <a:lnTo>
                  <a:pt x="204325" y="127884"/>
                </a:lnTo>
                <a:lnTo>
                  <a:pt x="204623" y="132883"/>
                </a:lnTo>
                <a:close/>
              </a:path>
              <a:path w="278130" h="324484">
                <a:moveTo>
                  <a:pt x="278003" y="324183"/>
                </a:moveTo>
                <a:lnTo>
                  <a:pt x="53285" y="324183"/>
                </a:lnTo>
                <a:lnTo>
                  <a:pt x="53285" y="244979"/>
                </a:lnTo>
                <a:lnTo>
                  <a:pt x="241164" y="244979"/>
                </a:lnTo>
                <a:lnTo>
                  <a:pt x="241164" y="207088"/>
                </a:lnTo>
                <a:lnTo>
                  <a:pt x="52232" y="207088"/>
                </a:lnTo>
                <a:lnTo>
                  <a:pt x="52232" y="188010"/>
                </a:lnTo>
                <a:lnTo>
                  <a:pt x="264583" y="188010"/>
                </a:lnTo>
                <a:lnTo>
                  <a:pt x="264583" y="263004"/>
                </a:lnTo>
                <a:lnTo>
                  <a:pt x="76309" y="263004"/>
                </a:lnTo>
                <a:lnTo>
                  <a:pt x="76309" y="304579"/>
                </a:lnTo>
                <a:lnTo>
                  <a:pt x="278003" y="304579"/>
                </a:lnTo>
                <a:lnTo>
                  <a:pt x="278003" y="3241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4709702" y="7117290"/>
            <a:ext cx="300990" cy="262890"/>
          </a:xfrm>
          <a:custGeom>
            <a:avLst/>
            <a:gdLst/>
            <a:ahLst/>
            <a:cxnLst/>
            <a:rect l="l" t="t" r="r" b="b"/>
            <a:pathLst>
              <a:path w="300990" h="262890">
                <a:moveTo>
                  <a:pt x="99728" y="242479"/>
                </a:moveTo>
                <a:lnTo>
                  <a:pt x="76704" y="242479"/>
                </a:lnTo>
                <a:lnTo>
                  <a:pt x="76704" y="151171"/>
                </a:lnTo>
                <a:lnTo>
                  <a:pt x="57332" y="138789"/>
                </a:lnTo>
                <a:lnTo>
                  <a:pt x="42808" y="123164"/>
                </a:lnTo>
                <a:lnTo>
                  <a:pt x="33687" y="104602"/>
                </a:lnTo>
                <a:lnTo>
                  <a:pt x="30523" y="83414"/>
                </a:lnTo>
                <a:lnTo>
                  <a:pt x="39299" y="49214"/>
                </a:lnTo>
                <a:lnTo>
                  <a:pt x="63826" y="22958"/>
                </a:lnTo>
                <a:lnTo>
                  <a:pt x="101403" y="6076"/>
                </a:lnTo>
                <a:lnTo>
                  <a:pt x="149329" y="0"/>
                </a:lnTo>
                <a:lnTo>
                  <a:pt x="197389" y="6076"/>
                </a:lnTo>
                <a:lnTo>
                  <a:pt x="227242" y="19472"/>
                </a:lnTo>
                <a:lnTo>
                  <a:pt x="149329" y="19472"/>
                </a:lnTo>
                <a:lnTo>
                  <a:pt x="110597" y="24060"/>
                </a:lnTo>
                <a:lnTo>
                  <a:pt x="80042" y="37135"/>
                </a:lnTo>
                <a:lnTo>
                  <a:pt x="60021" y="57363"/>
                </a:lnTo>
                <a:lnTo>
                  <a:pt x="52890" y="83414"/>
                </a:lnTo>
                <a:lnTo>
                  <a:pt x="60021" y="109409"/>
                </a:lnTo>
                <a:lnTo>
                  <a:pt x="80042" y="129643"/>
                </a:lnTo>
                <a:lnTo>
                  <a:pt x="110597" y="142749"/>
                </a:lnTo>
                <a:lnTo>
                  <a:pt x="149329" y="147356"/>
                </a:lnTo>
                <a:lnTo>
                  <a:pt x="228394" y="147356"/>
                </a:lnTo>
                <a:lnTo>
                  <a:pt x="223402" y="150645"/>
                </a:lnTo>
                <a:lnTo>
                  <a:pt x="223402" y="159723"/>
                </a:lnTo>
                <a:lnTo>
                  <a:pt x="199720" y="159723"/>
                </a:lnTo>
                <a:lnTo>
                  <a:pt x="198651" y="159986"/>
                </a:lnTo>
                <a:lnTo>
                  <a:pt x="99728" y="159986"/>
                </a:lnTo>
                <a:lnTo>
                  <a:pt x="99728" y="242479"/>
                </a:lnTo>
                <a:close/>
              </a:path>
              <a:path w="300990" h="262890">
                <a:moveTo>
                  <a:pt x="228394" y="147356"/>
                </a:moveTo>
                <a:lnTo>
                  <a:pt x="149329" y="147356"/>
                </a:lnTo>
                <a:lnTo>
                  <a:pt x="187973" y="142749"/>
                </a:lnTo>
                <a:lnTo>
                  <a:pt x="218600" y="129643"/>
                </a:lnTo>
                <a:lnTo>
                  <a:pt x="238767" y="109409"/>
                </a:lnTo>
                <a:lnTo>
                  <a:pt x="246032" y="83414"/>
                </a:lnTo>
                <a:lnTo>
                  <a:pt x="238767" y="57363"/>
                </a:lnTo>
                <a:lnTo>
                  <a:pt x="218600" y="37135"/>
                </a:lnTo>
                <a:lnTo>
                  <a:pt x="187973" y="24060"/>
                </a:lnTo>
                <a:lnTo>
                  <a:pt x="149329" y="19472"/>
                </a:lnTo>
                <a:lnTo>
                  <a:pt x="227242" y="19472"/>
                </a:lnTo>
                <a:lnTo>
                  <a:pt x="235013" y="22958"/>
                </a:lnTo>
                <a:lnTo>
                  <a:pt x="259563" y="49214"/>
                </a:lnTo>
                <a:lnTo>
                  <a:pt x="268398" y="83414"/>
                </a:lnTo>
                <a:lnTo>
                  <a:pt x="265253" y="104335"/>
                </a:lnTo>
                <a:lnTo>
                  <a:pt x="256360" y="122703"/>
                </a:lnTo>
                <a:lnTo>
                  <a:pt x="242237" y="138234"/>
                </a:lnTo>
                <a:lnTo>
                  <a:pt x="228394" y="147356"/>
                </a:lnTo>
                <a:close/>
              </a:path>
              <a:path w="300990" h="262890">
                <a:moveTo>
                  <a:pt x="223402" y="242479"/>
                </a:moveTo>
                <a:lnTo>
                  <a:pt x="199720" y="242479"/>
                </a:lnTo>
                <a:lnTo>
                  <a:pt x="199720" y="159723"/>
                </a:lnTo>
                <a:lnTo>
                  <a:pt x="223402" y="159723"/>
                </a:lnTo>
                <a:lnTo>
                  <a:pt x="223402" y="242479"/>
                </a:lnTo>
                <a:close/>
              </a:path>
              <a:path w="300990" h="262890">
                <a:moveTo>
                  <a:pt x="149329" y="166301"/>
                </a:moveTo>
                <a:lnTo>
                  <a:pt x="136022" y="165884"/>
                </a:lnTo>
                <a:lnTo>
                  <a:pt x="123345" y="164673"/>
                </a:lnTo>
                <a:lnTo>
                  <a:pt x="111216" y="162694"/>
                </a:lnTo>
                <a:lnTo>
                  <a:pt x="99728" y="159986"/>
                </a:lnTo>
                <a:lnTo>
                  <a:pt x="198651" y="159986"/>
                </a:lnTo>
                <a:lnTo>
                  <a:pt x="188109" y="162583"/>
                </a:lnTo>
                <a:lnTo>
                  <a:pt x="175807" y="164640"/>
                </a:lnTo>
                <a:lnTo>
                  <a:pt x="162864" y="165884"/>
                </a:lnTo>
                <a:lnTo>
                  <a:pt x="149329" y="166301"/>
                </a:lnTo>
                <a:close/>
              </a:path>
              <a:path w="300990" h="262890">
                <a:moveTo>
                  <a:pt x="300632" y="262609"/>
                </a:moveTo>
                <a:lnTo>
                  <a:pt x="0" y="262609"/>
                </a:lnTo>
                <a:lnTo>
                  <a:pt x="0" y="242479"/>
                </a:lnTo>
                <a:lnTo>
                  <a:pt x="300632" y="242479"/>
                </a:lnTo>
                <a:lnTo>
                  <a:pt x="300632" y="26260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0369745" y="7539112"/>
            <a:ext cx="70485" cy="337185"/>
          </a:xfrm>
          <a:custGeom>
            <a:avLst/>
            <a:gdLst/>
            <a:ahLst/>
            <a:cxnLst/>
            <a:rect l="l" t="t" r="r" b="b"/>
            <a:pathLst>
              <a:path w="70484" h="337184">
                <a:moveTo>
                  <a:pt x="69994" y="336814"/>
                </a:moveTo>
                <a:lnTo>
                  <a:pt x="47101" y="336814"/>
                </a:lnTo>
                <a:lnTo>
                  <a:pt x="26920" y="298844"/>
                </a:lnTo>
                <a:lnTo>
                  <a:pt x="12153" y="258136"/>
                </a:lnTo>
                <a:lnTo>
                  <a:pt x="3085" y="214665"/>
                </a:lnTo>
                <a:lnTo>
                  <a:pt x="0" y="168407"/>
                </a:lnTo>
                <a:lnTo>
                  <a:pt x="3085" y="122148"/>
                </a:lnTo>
                <a:lnTo>
                  <a:pt x="12153" y="78677"/>
                </a:lnTo>
                <a:lnTo>
                  <a:pt x="26920" y="37969"/>
                </a:lnTo>
                <a:lnTo>
                  <a:pt x="47101" y="0"/>
                </a:lnTo>
                <a:lnTo>
                  <a:pt x="69994" y="0"/>
                </a:lnTo>
                <a:lnTo>
                  <a:pt x="52380" y="34805"/>
                </a:lnTo>
                <a:lnTo>
                  <a:pt x="38516" y="76556"/>
                </a:lnTo>
                <a:lnTo>
                  <a:pt x="29438" y="122130"/>
                </a:lnTo>
                <a:lnTo>
                  <a:pt x="26182" y="168407"/>
                </a:lnTo>
                <a:lnTo>
                  <a:pt x="29456" y="214832"/>
                </a:lnTo>
                <a:lnTo>
                  <a:pt x="38565" y="260455"/>
                </a:lnTo>
                <a:lnTo>
                  <a:pt x="52436" y="302156"/>
                </a:lnTo>
                <a:lnTo>
                  <a:pt x="69994" y="33681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0457533" y="7576704"/>
            <a:ext cx="259079" cy="269240"/>
          </a:xfrm>
          <a:custGeom>
            <a:avLst/>
            <a:gdLst/>
            <a:ahLst/>
            <a:cxnLst/>
            <a:rect l="l" t="t" r="r" b="b"/>
            <a:pathLst>
              <a:path w="259079" h="269240">
                <a:moveTo>
                  <a:pt x="217448" y="99659"/>
                </a:moveTo>
                <a:lnTo>
                  <a:pt x="197608" y="97264"/>
                </a:lnTo>
                <a:lnTo>
                  <a:pt x="202026" y="76613"/>
                </a:lnTo>
                <a:lnTo>
                  <a:pt x="204307" y="58196"/>
                </a:lnTo>
                <a:lnTo>
                  <a:pt x="205176" y="41126"/>
                </a:lnTo>
                <a:lnTo>
                  <a:pt x="205361" y="24515"/>
                </a:lnTo>
                <a:lnTo>
                  <a:pt x="205361" y="17103"/>
                </a:lnTo>
                <a:lnTo>
                  <a:pt x="31357" y="17103"/>
                </a:lnTo>
                <a:lnTo>
                  <a:pt x="31357" y="0"/>
                </a:lnTo>
                <a:lnTo>
                  <a:pt x="225316" y="0"/>
                </a:lnTo>
                <a:lnTo>
                  <a:pt x="225316" y="24515"/>
                </a:lnTo>
                <a:lnTo>
                  <a:pt x="225129" y="41837"/>
                </a:lnTo>
                <a:lnTo>
                  <a:pt x="224247" y="59692"/>
                </a:lnTo>
                <a:lnTo>
                  <a:pt x="221933" y="78746"/>
                </a:lnTo>
                <a:lnTo>
                  <a:pt x="217448" y="99659"/>
                </a:lnTo>
                <a:close/>
              </a:path>
              <a:path w="259079" h="269240">
                <a:moveTo>
                  <a:pt x="130560" y="119385"/>
                </a:moveTo>
                <a:lnTo>
                  <a:pt x="110605" y="119385"/>
                </a:lnTo>
                <a:lnTo>
                  <a:pt x="110605" y="62714"/>
                </a:lnTo>
                <a:lnTo>
                  <a:pt x="130560" y="62714"/>
                </a:lnTo>
                <a:lnTo>
                  <a:pt x="130560" y="119385"/>
                </a:lnTo>
                <a:close/>
              </a:path>
              <a:path w="259079" h="269240">
                <a:moveTo>
                  <a:pt x="259068" y="136375"/>
                </a:moveTo>
                <a:lnTo>
                  <a:pt x="0" y="136375"/>
                </a:lnTo>
                <a:lnTo>
                  <a:pt x="0" y="119385"/>
                </a:lnTo>
                <a:lnTo>
                  <a:pt x="259068" y="119385"/>
                </a:lnTo>
                <a:lnTo>
                  <a:pt x="259068" y="136375"/>
                </a:lnTo>
                <a:close/>
              </a:path>
              <a:path w="259079" h="269240">
                <a:moveTo>
                  <a:pt x="128621" y="268646"/>
                </a:moveTo>
                <a:lnTo>
                  <a:pt x="87547" y="265167"/>
                </a:lnTo>
                <a:lnTo>
                  <a:pt x="56329" y="255091"/>
                </a:lnTo>
                <a:lnTo>
                  <a:pt x="36484" y="238965"/>
                </a:lnTo>
                <a:lnTo>
                  <a:pt x="29532" y="217334"/>
                </a:lnTo>
                <a:lnTo>
                  <a:pt x="36484" y="195420"/>
                </a:lnTo>
                <a:lnTo>
                  <a:pt x="56329" y="179107"/>
                </a:lnTo>
                <a:lnTo>
                  <a:pt x="87547" y="168908"/>
                </a:lnTo>
                <a:lnTo>
                  <a:pt x="128621" y="165338"/>
                </a:lnTo>
                <a:lnTo>
                  <a:pt x="169765" y="168908"/>
                </a:lnTo>
                <a:lnTo>
                  <a:pt x="201043" y="179107"/>
                </a:lnTo>
                <a:lnTo>
                  <a:pt x="203863" y="181416"/>
                </a:lnTo>
                <a:lnTo>
                  <a:pt x="128621" y="181416"/>
                </a:lnTo>
                <a:lnTo>
                  <a:pt x="96315" y="184046"/>
                </a:lnTo>
                <a:lnTo>
                  <a:pt x="71394" y="191251"/>
                </a:lnTo>
                <a:lnTo>
                  <a:pt x="55390" y="202518"/>
                </a:lnTo>
                <a:lnTo>
                  <a:pt x="49829" y="217334"/>
                </a:lnTo>
                <a:lnTo>
                  <a:pt x="55390" y="231668"/>
                </a:lnTo>
                <a:lnTo>
                  <a:pt x="71394" y="242634"/>
                </a:lnTo>
                <a:lnTo>
                  <a:pt x="96315" y="249645"/>
                </a:lnTo>
                <a:lnTo>
                  <a:pt x="128621" y="252112"/>
                </a:lnTo>
                <a:lnTo>
                  <a:pt x="204723" y="252112"/>
                </a:lnTo>
                <a:lnTo>
                  <a:pt x="201043" y="255091"/>
                </a:lnTo>
                <a:lnTo>
                  <a:pt x="169765" y="265167"/>
                </a:lnTo>
                <a:lnTo>
                  <a:pt x="128621" y="268646"/>
                </a:lnTo>
                <a:close/>
              </a:path>
              <a:path w="259079" h="269240">
                <a:moveTo>
                  <a:pt x="204723" y="252112"/>
                </a:moveTo>
                <a:lnTo>
                  <a:pt x="128621" y="252112"/>
                </a:lnTo>
                <a:lnTo>
                  <a:pt x="160966" y="249645"/>
                </a:lnTo>
                <a:lnTo>
                  <a:pt x="185891" y="242634"/>
                </a:lnTo>
                <a:lnTo>
                  <a:pt x="201966" y="231668"/>
                </a:lnTo>
                <a:lnTo>
                  <a:pt x="207756" y="217334"/>
                </a:lnTo>
                <a:lnTo>
                  <a:pt x="201966" y="202518"/>
                </a:lnTo>
                <a:lnTo>
                  <a:pt x="185891" y="191251"/>
                </a:lnTo>
                <a:lnTo>
                  <a:pt x="160966" y="184046"/>
                </a:lnTo>
                <a:lnTo>
                  <a:pt x="128621" y="181416"/>
                </a:lnTo>
                <a:lnTo>
                  <a:pt x="203863" y="181416"/>
                </a:lnTo>
                <a:lnTo>
                  <a:pt x="220967" y="195420"/>
                </a:lnTo>
                <a:lnTo>
                  <a:pt x="228053" y="217334"/>
                </a:lnTo>
                <a:lnTo>
                  <a:pt x="220967" y="238965"/>
                </a:lnTo>
                <a:lnTo>
                  <a:pt x="204723" y="25211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0946151" y="7561652"/>
            <a:ext cx="20320" cy="285115"/>
          </a:xfrm>
          <a:custGeom>
            <a:avLst/>
            <a:gdLst/>
            <a:ahLst/>
            <a:cxnLst/>
            <a:rect l="l" t="t" r="r" b="b"/>
            <a:pathLst>
              <a:path w="20320" h="285115">
                <a:moveTo>
                  <a:pt x="20296" y="284952"/>
                </a:moveTo>
                <a:lnTo>
                  <a:pt x="0" y="284952"/>
                </a:lnTo>
                <a:lnTo>
                  <a:pt x="0" y="0"/>
                </a:lnTo>
                <a:lnTo>
                  <a:pt x="20296" y="0"/>
                </a:lnTo>
                <a:lnTo>
                  <a:pt x="20296" y="2849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0750253" y="7586980"/>
            <a:ext cx="20955" cy="172720"/>
          </a:xfrm>
          <a:custGeom>
            <a:avLst/>
            <a:gdLst/>
            <a:ahLst/>
            <a:cxnLst/>
            <a:rect l="l" t="t" r="r" b="b"/>
            <a:pathLst>
              <a:path w="20954" h="172720">
                <a:moveTo>
                  <a:pt x="0" y="0"/>
                </a:moveTo>
                <a:lnTo>
                  <a:pt x="20410" y="0"/>
                </a:lnTo>
                <a:lnTo>
                  <a:pt x="20410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0750253" y="7663180"/>
            <a:ext cx="133350" cy="16510"/>
          </a:xfrm>
          <a:custGeom>
            <a:avLst/>
            <a:gdLst/>
            <a:ahLst/>
            <a:cxnLst/>
            <a:rect l="l" t="t" r="r" b="b"/>
            <a:pathLst>
              <a:path w="133350" h="16509">
                <a:moveTo>
                  <a:pt x="0" y="0"/>
                </a:moveTo>
                <a:lnTo>
                  <a:pt x="132840" y="0"/>
                </a:lnTo>
                <a:lnTo>
                  <a:pt x="132840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0750253" y="7759700"/>
            <a:ext cx="133350" cy="17780"/>
          </a:xfrm>
          <a:custGeom>
            <a:avLst/>
            <a:gdLst/>
            <a:ahLst/>
            <a:cxnLst/>
            <a:rect l="l" t="t" r="r" b="b"/>
            <a:pathLst>
              <a:path w="133350" h="17779">
                <a:moveTo>
                  <a:pt x="0" y="0"/>
                </a:moveTo>
                <a:lnTo>
                  <a:pt x="132840" y="0"/>
                </a:lnTo>
                <a:lnTo>
                  <a:pt x="13284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0862798" y="7586396"/>
            <a:ext cx="20320" cy="173355"/>
          </a:xfrm>
          <a:custGeom>
            <a:avLst/>
            <a:gdLst/>
            <a:ahLst/>
            <a:cxnLst/>
            <a:rect l="l" t="t" r="r" b="b"/>
            <a:pathLst>
              <a:path w="20320" h="173354">
                <a:moveTo>
                  <a:pt x="0" y="0"/>
                </a:moveTo>
                <a:lnTo>
                  <a:pt x="20296" y="0"/>
                </a:lnTo>
                <a:lnTo>
                  <a:pt x="20296" y="173206"/>
                </a:lnTo>
                <a:lnTo>
                  <a:pt x="0" y="173206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1008651" y="7576590"/>
            <a:ext cx="259715" cy="269240"/>
          </a:xfrm>
          <a:custGeom>
            <a:avLst/>
            <a:gdLst/>
            <a:ahLst/>
            <a:cxnLst/>
            <a:rect l="l" t="t" r="r" b="b"/>
            <a:pathLst>
              <a:path w="259715" h="269240">
                <a:moveTo>
                  <a:pt x="236035" y="17446"/>
                </a:moveTo>
                <a:lnTo>
                  <a:pt x="23831" y="17446"/>
                </a:lnTo>
                <a:lnTo>
                  <a:pt x="23831" y="0"/>
                </a:lnTo>
                <a:lnTo>
                  <a:pt x="236035" y="0"/>
                </a:lnTo>
                <a:lnTo>
                  <a:pt x="236035" y="17446"/>
                </a:lnTo>
                <a:close/>
              </a:path>
              <a:path w="259715" h="269240">
                <a:moveTo>
                  <a:pt x="23375" y="102395"/>
                </a:moveTo>
                <a:lnTo>
                  <a:pt x="15849" y="85976"/>
                </a:lnTo>
                <a:lnTo>
                  <a:pt x="51281" y="78158"/>
                </a:lnTo>
                <a:lnTo>
                  <a:pt x="83880" y="63797"/>
                </a:lnTo>
                <a:lnTo>
                  <a:pt x="107778" y="43707"/>
                </a:lnTo>
                <a:lnTo>
                  <a:pt x="117105" y="18700"/>
                </a:lnTo>
                <a:lnTo>
                  <a:pt x="117105" y="17446"/>
                </a:lnTo>
                <a:lnTo>
                  <a:pt x="142305" y="17446"/>
                </a:lnTo>
                <a:lnTo>
                  <a:pt x="142305" y="18700"/>
                </a:lnTo>
                <a:lnTo>
                  <a:pt x="151016" y="42531"/>
                </a:lnTo>
                <a:lnTo>
                  <a:pt x="129762" y="42531"/>
                </a:lnTo>
                <a:lnTo>
                  <a:pt x="112674" y="65002"/>
                </a:lnTo>
                <a:lnTo>
                  <a:pt x="87130" y="82640"/>
                </a:lnTo>
                <a:lnTo>
                  <a:pt x="56305" y="95190"/>
                </a:lnTo>
                <a:lnTo>
                  <a:pt x="23375" y="102395"/>
                </a:lnTo>
                <a:close/>
              </a:path>
              <a:path w="259715" h="269240">
                <a:moveTo>
                  <a:pt x="235920" y="102395"/>
                </a:moveTo>
                <a:lnTo>
                  <a:pt x="202994" y="95190"/>
                </a:lnTo>
                <a:lnTo>
                  <a:pt x="172194" y="82640"/>
                </a:lnTo>
                <a:lnTo>
                  <a:pt x="146718" y="65002"/>
                </a:lnTo>
                <a:lnTo>
                  <a:pt x="129762" y="42531"/>
                </a:lnTo>
                <a:lnTo>
                  <a:pt x="151016" y="42531"/>
                </a:lnTo>
                <a:lnTo>
                  <a:pt x="151411" y="43611"/>
                </a:lnTo>
                <a:lnTo>
                  <a:pt x="175216" y="63712"/>
                </a:lnTo>
                <a:lnTo>
                  <a:pt x="207936" y="78126"/>
                </a:lnTo>
                <a:lnTo>
                  <a:pt x="243788" y="85976"/>
                </a:lnTo>
                <a:lnTo>
                  <a:pt x="235920" y="102395"/>
                </a:lnTo>
                <a:close/>
              </a:path>
              <a:path w="259715" h="269240">
                <a:moveTo>
                  <a:pt x="259296" y="138998"/>
                </a:moveTo>
                <a:lnTo>
                  <a:pt x="0" y="138998"/>
                </a:lnTo>
                <a:lnTo>
                  <a:pt x="0" y="121780"/>
                </a:lnTo>
                <a:lnTo>
                  <a:pt x="259296" y="121780"/>
                </a:lnTo>
                <a:lnTo>
                  <a:pt x="259296" y="138998"/>
                </a:lnTo>
                <a:close/>
              </a:path>
              <a:path w="259715" h="269240">
                <a:moveTo>
                  <a:pt x="129534" y="268760"/>
                </a:moveTo>
                <a:lnTo>
                  <a:pt x="88463" y="265400"/>
                </a:lnTo>
                <a:lnTo>
                  <a:pt x="57697" y="255562"/>
                </a:lnTo>
                <a:lnTo>
                  <a:pt x="38391" y="239609"/>
                </a:lnTo>
                <a:lnTo>
                  <a:pt x="31699" y="217904"/>
                </a:lnTo>
                <a:lnTo>
                  <a:pt x="38391" y="196211"/>
                </a:lnTo>
                <a:lnTo>
                  <a:pt x="57697" y="180161"/>
                </a:lnTo>
                <a:lnTo>
                  <a:pt x="88463" y="170184"/>
                </a:lnTo>
                <a:lnTo>
                  <a:pt x="129534" y="166706"/>
                </a:lnTo>
                <a:lnTo>
                  <a:pt x="170457" y="170184"/>
                </a:lnTo>
                <a:lnTo>
                  <a:pt x="201128" y="180161"/>
                </a:lnTo>
                <a:lnTo>
                  <a:pt x="204826" y="183240"/>
                </a:lnTo>
                <a:lnTo>
                  <a:pt x="129534" y="183240"/>
                </a:lnTo>
                <a:lnTo>
                  <a:pt x="97398" y="185706"/>
                </a:lnTo>
                <a:lnTo>
                  <a:pt x="73076" y="192533"/>
                </a:lnTo>
                <a:lnTo>
                  <a:pt x="57713" y="203380"/>
                </a:lnTo>
                <a:lnTo>
                  <a:pt x="52452" y="217904"/>
                </a:lnTo>
                <a:lnTo>
                  <a:pt x="57713" y="232293"/>
                </a:lnTo>
                <a:lnTo>
                  <a:pt x="73076" y="243047"/>
                </a:lnTo>
                <a:lnTo>
                  <a:pt x="97398" y="249782"/>
                </a:lnTo>
                <a:lnTo>
                  <a:pt x="129534" y="252112"/>
                </a:lnTo>
                <a:lnTo>
                  <a:pt x="205296" y="252112"/>
                </a:lnTo>
                <a:lnTo>
                  <a:pt x="201128" y="255562"/>
                </a:lnTo>
                <a:lnTo>
                  <a:pt x="170457" y="265400"/>
                </a:lnTo>
                <a:lnTo>
                  <a:pt x="129534" y="268760"/>
                </a:lnTo>
                <a:close/>
              </a:path>
              <a:path w="259715" h="269240">
                <a:moveTo>
                  <a:pt x="205296" y="252112"/>
                </a:moveTo>
                <a:lnTo>
                  <a:pt x="129534" y="252112"/>
                </a:lnTo>
                <a:lnTo>
                  <a:pt x="161545" y="249782"/>
                </a:lnTo>
                <a:lnTo>
                  <a:pt x="185849" y="243047"/>
                </a:lnTo>
                <a:lnTo>
                  <a:pt x="201322" y="232293"/>
                </a:lnTo>
                <a:lnTo>
                  <a:pt x="206844" y="217904"/>
                </a:lnTo>
                <a:lnTo>
                  <a:pt x="201322" y="203380"/>
                </a:lnTo>
                <a:lnTo>
                  <a:pt x="185849" y="192533"/>
                </a:lnTo>
                <a:lnTo>
                  <a:pt x="161545" y="185706"/>
                </a:lnTo>
                <a:lnTo>
                  <a:pt x="129534" y="183240"/>
                </a:lnTo>
                <a:lnTo>
                  <a:pt x="204826" y="183240"/>
                </a:lnTo>
                <a:lnTo>
                  <a:pt x="220404" y="196211"/>
                </a:lnTo>
                <a:lnTo>
                  <a:pt x="227140" y="217904"/>
                </a:lnTo>
                <a:lnTo>
                  <a:pt x="220404" y="239609"/>
                </a:lnTo>
                <a:lnTo>
                  <a:pt x="205296" y="25211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1315738" y="7573009"/>
            <a:ext cx="196850" cy="17780"/>
          </a:xfrm>
          <a:custGeom>
            <a:avLst/>
            <a:gdLst/>
            <a:ahLst/>
            <a:cxnLst/>
            <a:rect l="l" t="t" r="r" b="b"/>
            <a:pathLst>
              <a:path w="196850" h="17779">
                <a:moveTo>
                  <a:pt x="0" y="0"/>
                </a:moveTo>
                <a:lnTo>
                  <a:pt x="196581" y="0"/>
                </a:lnTo>
                <a:lnTo>
                  <a:pt x="196581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1491796" y="7590790"/>
            <a:ext cx="20955" cy="36830"/>
          </a:xfrm>
          <a:custGeom>
            <a:avLst/>
            <a:gdLst/>
            <a:ahLst/>
            <a:cxnLst/>
            <a:rect l="l" t="t" r="r" b="b"/>
            <a:pathLst>
              <a:path w="20954" h="36829">
                <a:moveTo>
                  <a:pt x="0" y="0"/>
                </a:moveTo>
                <a:lnTo>
                  <a:pt x="20524" y="0"/>
                </a:lnTo>
                <a:lnTo>
                  <a:pt x="20524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1316423" y="7627619"/>
            <a:ext cx="196215" cy="15240"/>
          </a:xfrm>
          <a:custGeom>
            <a:avLst/>
            <a:gdLst/>
            <a:ahLst/>
            <a:cxnLst/>
            <a:rect l="l" t="t" r="r" b="b"/>
            <a:pathLst>
              <a:path w="196215" h="15240">
                <a:moveTo>
                  <a:pt x="0" y="0"/>
                </a:moveTo>
                <a:lnTo>
                  <a:pt x="195897" y="0"/>
                </a:lnTo>
                <a:lnTo>
                  <a:pt x="195897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1316423" y="7642859"/>
            <a:ext cx="20955" cy="39370"/>
          </a:xfrm>
          <a:custGeom>
            <a:avLst/>
            <a:gdLst/>
            <a:ahLst/>
            <a:cxnLst/>
            <a:rect l="l" t="t" r="r" b="b"/>
            <a:pathLst>
              <a:path w="20954" h="39370">
                <a:moveTo>
                  <a:pt x="0" y="0"/>
                </a:moveTo>
                <a:lnTo>
                  <a:pt x="20410" y="0"/>
                </a:lnTo>
                <a:lnTo>
                  <a:pt x="20410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1316423" y="7682230"/>
            <a:ext cx="201930" cy="17780"/>
          </a:xfrm>
          <a:custGeom>
            <a:avLst/>
            <a:gdLst/>
            <a:ahLst/>
            <a:cxnLst/>
            <a:rect l="l" t="t" r="r" b="b"/>
            <a:pathLst>
              <a:path w="201929" h="17779">
                <a:moveTo>
                  <a:pt x="0" y="0"/>
                </a:moveTo>
                <a:lnTo>
                  <a:pt x="201827" y="0"/>
                </a:lnTo>
                <a:lnTo>
                  <a:pt x="201827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1283811" y="7732236"/>
            <a:ext cx="260985" cy="17145"/>
          </a:xfrm>
          <a:custGeom>
            <a:avLst/>
            <a:gdLst/>
            <a:ahLst/>
            <a:cxnLst/>
            <a:rect l="l" t="t" r="r" b="b"/>
            <a:pathLst>
              <a:path w="260984" h="17145">
                <a:moveTo>
                  <a:pt x="260550" y="16647"/>
                </a:moveTo>
                <a:lnTo>
                  <a:pt x="0" y="16647"/>
                </a:lnTo>
                <a:lnTo>
                  <a:pt x="0" y="0"/>
                </a:lnTo>
                <a:lnTo>
                  <a:pt x="260550" y="0"/>
                </a:lnTo>
                <a:lnTo>
                  <a:pt x="260550" y="1664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1354621" y="7748884"/>
            <a:ext cx="20320" cy="97790"/>
          </a:xfrm>
          <a:custGeom>
            <a:avLst/>
            <a:gdLst/>
            <a:ahLst/>
            <a:cxnLst/>
            <a:rect l="l" t="t" r="r" b="b"/>
            <a:pathLst>
              <a:path w="20320" h="97790">
                <a:moveTo>
                  <a:pt x="20296" y="97378"/>
                </a:moveTo>
                <a:lnTo>
                  <a:pt x="0" y="97378"/>
                </a:lnTo>
                <a:lnTo>
                  <a:pt x="0" y="0"/>
                </a:lnTo>
                <a:lnTo>
                  <a:pt x="20296" y="0"/>
                </a:lnTo>
                <a:lnTo>
                  <a:pt x="20296" y="973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1453026" y="7748884"/>
            <a:ext cx="20320" cy="97790"/>
          </a:xfrm>
          <a:custGeom>
            <a:avLst/>
            <a:gdLst/>
            <a:ahLst/>
            <a:cxnLst/>
            <a:rect l="l" t="t" r="r" b="b"/>
            <a:pathLst>
              <a:path w="20320" h="97790">
                <a:moveTo>
                  <a:pt x="20296" y="97378"/>
                </a:moveTo>
                <a:lnTo>
                  <a:pt x="0" y="97378"/>
                </a:lnTo>
                <a:lnTo>
                  <a:pt x="0" y="0"/>
                </a:lnTo>
                <a:lnTo>
                  <a:pt x="20296" y="0"/>
                </a:lnTo>
                <a:lnTo>
                  <a:pt x="20296" y="973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1558971" y="7801222"/>
            <a:ext cx="42545" cy="83820"/>
          </a:xfrm>
          <a:custGeom>
            <a:avLst/>
            <a:gdLst/>
            <a:ahLst/>
            <a:cxnLst/>
            <a:rect l="l" t="t" r="r" b="b"/>
            <a:pathLst>
              <a:path w="42545" h="83820">
                <a:moveTo>
                  <a:pt x="18928" y="83581"/>
                </a:moveTo>
                <a:lnTo>
                  <a:pt x="0" y="83581"/>
                </a:lnTo>
                <a:lnTo>
                  <a:pt x="18130" y="0"/>
                </a:lnTo>
                <a:lnTo>
                  <a:pt x="42417" y="0"/>
                </a:lnTo>
                <a:lnTo>
                  <a:pt x="18928" y="8358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1701771" y="7561310"/>
            <a:ext cx="259715" cy="285750"/>
          </a:xfrm>
          <a:custGeom>
            <a:avLst/>
            <a:gdLst/>
            <a:ahLst/>
            <a:cxnLst/>
            <a:rect l="l" t="t" r="r" b="b"/>
            <a:pathLst>
              <a:path w="259715" h="285750">
                <a:moveTo>
                  <a:pt x="139682" y="36488"/>
                </a:moveTo>
                <a:lnTo>
                  <a:pt x="119613" y="36488"/>
                </a:lnTo>
                <a:lnTo>
                  <a:pt x="119613" y="0"/>
                </a:lnTo>
                <a:lnTo>
                  <a:pt x="139682" y="0"/>
                </a:lnTo>
                <a:lnTo>
                  <a:pt x="139682" y="36488"/>
                </a:lnTo>
                <a:close/>
              </a:path>
              <a:path w="259715" h="285750">
                <a:moveTo>
                  <a:pt x="233754" y="53478"/>
                </a:moveTo>
                <a:lnTo>
                  <a:pt x="25770" y="53478"/>
                </a:lnTo>
                <a:lnTo>
                  <a:pt x="25770" y="36488"/>
                </a:lnTo>
                <a:lnTo>
                  <a:pt x="233754" y="36488"/>
                </a:lnTo>
                <a:lnTo>
                  <a:pt x="233754" y="53478"/>
                </a:lnTo>
                <a:close/>
              </a:path>
              <a:path w="259715" h="285750">
                <a:moveTo>
                  <a:pt x="24971" y="148690"/>
                </a:moveTo>
                <a:lnTo>
                  <a:pt x="17332" y="131928"/>
                </a:lnTo>
                <a:lnTo>
                  <a:pt x="52876" y="122724"/>
                </a:lnTo>
                <a:lnTo>
                  <a:pt x="85833" y="106016"/>
                </a:lnTo>
                <a:lnTo>
                  <a:pt x="110110" y="83278"/>
                </a:lnTo>
                <a:lnTo>
                  <a:pt x="119613" y="55987"/>
                </a:lnTo>
                <a:lnTo>
                  <a:pt x="119613" y="53478"/>
                </a:lnTo>
                <a:lnTo>
                  <a:pt x="139682" y="53478"/>
                </a:lnTo>
                <a:lnTo>
                  <a:pt x="139682" y="55987"/>
                </a:lnTo>
                <a:lnTo>
                  <a:pt x="149054" y="83182"/>
                </a:lnTo>
                <a:lnTo>
                  <a:pt x="152137" y="86090"/>
                </a:lnTo>
                <a:lnTo>
                  <a:pt x="129762" y="86090"/>
                </a:lnTo>
                <a:lnTo>
                  <a:pt x="111833" y="108923"/>
                </a:lnTo>
                <a:lnTo>
                  <a:pt x="86474" y="127225"/>
                </a:lnTo>
                <a:lnTo>
                  <a:pt x="56562" y="140609"/>
                </a:lnTo>
                <a:lnTo>
                  <a:pt x="24971" y="148690"/>
                </a:lnTo>
                <a:close/>
              </a:path>
              <a:path w="259715" h="285750">
                <a:moveTo>
                  <a:pt x="233982" y="148690"/>
                </a:moveTo>
                <a:lnTo>
                  <a:pt x="202529" y="140560"/>
                </a:lnTo>
                <a:lnTo>
                  <a:pt x="172807" y="127096"/>
                </a:lnTo>
                <a:lnTo>
                  <a:pt x="147618" y="108779"/>
                </a:lnTo>
                <a:lnTo>
                  <a:pt x="129762" y="86090"/>
                </a:lnTo>
                <a:lnTo>
                  <a:pt x="152137" y="86090"/>
                </a:lnTo>
                <a:lnTo>
                  <a:pt x="173177" y="105930"/>
                </a:lnTo>
                <a:lnTo>
                  <a:pt x="206067" y="122692"/>
                </a:lnTo>
                <a:lnTo>
                  <a:pt x="241736" y="131928"/>
                </a:lnTo>
                <a:lnTo>
                  <a:pt x="233982" y="148690"/>
                </a:lnTo>
                <a:close/>
              </a:path>
              <a:path w="259715" h="285750">
                <a:moveTo>
                  <a:pt x="259296" y="190196"/>
                </a:moveTo>
                <a:lnTo>
                  <a:pt x="0" y="190196"/>
                </a:lnTo>
                <a:lnTo>
                  <a:pt x="0" y="172978"/>
                </a:lnTo>
                <a:lnTo>
                  <a:pt x="259296" y="172978"/>
                </a:lnTo>
                <a:lnTo>
                  <a:pt x="259296" y="190196"/>
                </a:lnTo>
                <a:close/>
              </a:path>
              <a:path w="259715" h="285750">
                <a:moveTo>
                  <a:pt x="139682" y="285294"/>
                </a:moveTo>
                <a:lnTo>
                  <a:pt x="119613" y="285294"/>
                </a:lnTo>
                <a:lnTo>
                  <a:pt x="119613" y="190196"/>
                </a:lnTo>
                <a:lnTo>
                  <a:pt x="139682" y="190196"/>
                </a:lnTo>
                <a:lnTo>
                  <a:pt x="139682" y="28529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1977501" y="7559600"/>
            <a:ext cx="259079" cy="283210"/>
          </a:xfrm>
          <a:custGeom>
            <a:avLst/>
            <a:gdLst/>
            <a:ahLst/>
            <a:cxnLst/>
            <a:rect l="l" t="t" r="r" b="b"/>
            <a:pathLst>
              <a:path w="259079" h="283209">
                <a:moveTo>
                  <a:pt x="139568" y="27936"/>
                </a:moveTo>
                <a:lnTo>
                  <a:pt x="119499" y="27936"/>
                </a:lnTo>
                <a:lnTo>
                  <a:pt x="119499" y="0"/>
                </a:lnTo>
                <a:lnTo>
                  <a:pt x="139568" y="0"/>
                </a:lnTo>
                <a:lnTo>
                  <a:pt x="139568" y="27936"/>
                </a:lnTo>
                <a:close/>
              </a:path>
              <a:path w="259079" h="283209">
                <a:moveTo>
                  <a:pt x="232272" y="44356"/>
                </a:moveTo>
                <a:lnTo>
                  <a:pt x="27252" y="44356"/>
                </a:lnTo>
                <a:lnTo>
                  <a:pt x="27252" y="27936"/>
                </a:lnTo>
                <a:lnTo>
                  <a:pt x="232272" y="27936"/>
                </a:lnTo>
                <a:lnTo>
                  <a:pt x="232272" y="44356"/>
                </a:lnTo>
                <a:close/>
              </a:path>
              <a:path w="259079" h="283209">
                <a:moveTo>
                  <a:pt x="21436" y="115622"/>
                </a:moveTo>
                <a:lnTo>
                  <a:pt x="15051" y="99773"/>
                </a:lnTo>
                <a:lnTo>
                  <a:pt x="51543" y="94161"/>
                </a:lnTo>
                <a:lnTo>
                  <a:pt x="84037" y="83011"/>
                </a:lnTo>
                <a:lnTo>
                  <a:pt x="107894" y="66388"/>
                </a:lnTo>
                <a:lnTo>
                  <a:pt x="118473" y="44356"/>
                </a:lnTo>
                <a:lnTo>
                  <a:pt x="140594" y="44356"/>
                </a:lnTo>
                <a:lnTo>
                  <a:pt x="151046" y="66388"/>
                </a:lnTo>
                <a:lnTo>
                  <a:pt x="151500" y="66705"/>
                </a:lnTo>
                <a:lnTo>
                  <a:pt x="129534" y="66705"/>
                </a:lnTo>
                <a:lnTo>
                  <a:pt x="111842" y="86102"/>
                </a:lnTo>
                <a:lnTo>
                  <a:pt x="86090" y="100528"/>
                </a:lnTo>
                <a:lnTo>
                  <a:pt x="55035" y="110272"/>
                </a:lnTo>
                <a:lnTo>
                  <a:pt x="21436" y="115622"/>
                </a:lnTo>
                <a:close/>
              </a:path>
              <a:path w="259079" h="283209">
                <a:moveTo>
                  <a:pt x="237517" y="115622"/>
                </a:moveTo>
                <a:lnTo>
                  <a:pt x="203920" y="110272"/>
                </a:lnTo>
                <a:lnTo>
                  <a:pt x="172878" y="100528"/>
                </a:lnTo>
                <a:lnTo>
                  <a:pt x="147160" y="86102"/>
                </a:lnTo>
                <a:lnTo>
                  <a:pt x="129534" y="66705"/>
                </a:lnTo>
                <a:lnTo>
                  <a:pt x="151500" y="66705"/>
                </a:lnTo>
                <a:lnTo>
                  <a:pt x="174859" y="83011"/>
                </a:lnTo>
                <a:lnTo>
                  <a:pt x="207396" y="94161"/>
                </a:lnTo>
                <a:lnTo>
                  <a:pt x="244016" y="99773"/>
                </a:lnTo>
                <a:lnTo>
                  <a:pt x="237517" y="115622"/>
                </a:lnTo>
                <a:close/>
              </a:path>
              <a:path w="259079" h="283209">
                <a:moveTo>
                  <a:pt x="259068" y="146752"/>
                </a:moveTo>
                <a:lnTo>
                  <a:pt x="0" y="146752"/>
                </a:lnTo>
                <a:lnTo>
                  <a:pt x="0" y="130560"/>
                </a:lnTo>
                <a:lnTo>
                  <a:pt x="259068" y="130560"/>
                </a:lnTo>
                <a:lnTo>
                  <a:pt x="259068" y="146752"/>
                </a:lnTo>
                <a:close/>
              </a:path>
              <a:path w="259079" h="283209">
                <a:moveTo>
                  <a:pt x="139340" y="176171"/>
                </a:moveTo>
                <a:lnTo>
                  <a:pt x="119271" y="176171"/>
                </a:lnTo>
                <a:lnTo>
                  <a:pt x="119271" y="146752"/>
                </a:lnTo>
                <a:lnTo>
                  <a:pt x="139340" y="146752"/>
                </a:lnTo>
                <a:lnTo>
                  <a:pt x="139340" y="176171"/>
                </a:lnTo>
                <a:close/>
              </a:path>
              <a:path w="259079" h="283209">
                <a:moveTo>
                  <a:pt x="234096" y="283013"/>
                </a:moveTo>
                <a:lnTo>
                  <a:pt x="32725" y="283013"/>
                </a:lnTo>
                <a:lnTo>
                  <a:pt x="32725" y="220185"/>
                </a:lnTo>
                <a:lnTo>
                  <a:pt x="205247" y="220185"/>
                </a:lnTo>
                <a:lnTo>
                  <a:pt x="205247" y="191792"/>
                </a:lnTo>
                <a:lnTo>
                  <a:pt x="31927" y="191792"/>
                </a:lnTo>
                <a:lnTo>
                  <a:pt x="31927" y="176171"/>
                </a:lnTo>
                <a:lnTo>
                  <a:pt x="225202" y="176171"/>
                </a:lnTo>
                <a:lnTo>
                  <a:pt x="225202" y="235236"/>
                </a:lnTo>
                <a:lnTo>
                  <a:pt x="52566" y="235236"/>
                </a:lnTo>
                <a:lnTo>
                  <a:pt x="52566" y="266708"/>
                </a:lnTo>
                <a:lnTo>
                  <a:pt x="234096" y="266708"/>
                </a:lnTo>
                <a:lnTo>
                  <a:pt x="234096" y="28301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2253003" y="7576590"/>
            <a:ext cx="259715" cy="269240"/>
          </a:xfrm>
          <a:custGeom>
            <a:avLst/>
            <a:gdLst/>
            <a:ahLst/>
            <a:cxnLst/>
            <a:rect l="l" t="t" r="r" b="b"/>
            <a:pathLst>
              <a:path w="259715" h="269240">
                <a:moveTo>
                  <a:pt x="236035" y="17446"/>
                </a:moveTo>
                <a:lnTo>
                  <a:pt x="23831" y="17446"/>
                </a:lnTo>
                <a:lnTo>
                  <a:pt x="23831" y="0"/>
                </a:lnTo>
                <a:lnTo>
                  <a:pt x="236035" y="0"/>
                </a:lnTo>
                <a:lnTo>
                  <a:pt x="236035" y="17446"/>
                </a:lnTo>
                <a:close/>
              </a:path>
              <a:path w="259715" h="269240">
                <a:moveTo>
                  <a:pt x="23375" y="102395"/>
                </a:moveTo>
                <a:lnTo>
                  <a:pt x="15849" y="85976"/>
                </a:lnTo>
                <a:lnTo>
                  <a:pt x="51281" y="78158"/>
                </a:lnTo>
                <a:lnTo>
                  <a:pt x="83880" y="63797"/>
                </a:lnTo>
                <a:lnTo>
                  <a:pt x="107778" y="43707"/>
                </a:lnTo>
                <a:lnTo>
                  <a:pt x="117105" y="18700"/>
                </a:lnTo>
                <a:lnTo>
                  <a:pt x="117105" y="17446"/>
                </a:lnTo>
                <a:lnTo>
                  <a:pt x="142305" y="17446"/>
                </a:lnTo>
                <a:lnTo>
                  <a:pt x="142305" y="18700"/>
                </a:lnTo>
                <a:lnTo>
                  <a:pt x="151016" y="42531"/>
                </a:lnTo>
                <a:lnTo>
                  <a:pt x="129762" y="42531"/>
                </a:lnTo>
                <a:lnTo>
                  <a:pt x="112674" y="65002"/>
                </a:lnTo>
                <a:lnTo>
                  <a:pt x="87130" y="82640"/>
                </a:lnTo>
                <a:lnTo>
                  <a:pt x="56305" y="95190"/>
                </a:lnTo>
                <a:lnTo>
                  <a:pt x="23375" y="102395"/>
                </a:lnTo>
                <a:close/>
              </a:path>
              <a:path w="259715" h="269240">
                <a:moveTo>
                  <a:pt x="235920" y="102395"/>
                </a:moveTo>
                <a:lnTo>
                  <a:pt x="202994" y="95190"/>
                </a:lnTo>
                <a:lnTo>
                  <a:pt x="172194" y="82640"/>
                </a:lnTo>
                <a:lnTo>
                  <a:pt x="146718" y="65002"/>
                </a:lnTo>
                <a:lnTo>
                  <a:pt x="129762" y="42531"/>
                </a:lnTo>
                <a:lnTo>
                  <a:pt x="151016" y="42531"/>
                </a:lnTo>
                <a:lnTo>
                  <a:pt x="151411" y="43611"/>
                </a:lnTo>
                <a:lnTo>
                  <a:pt x="175216" y="63712"/>
                </a:lnTo>
                <a:lnTo>
                  <a:pt x="207936" y="78126"/>
                </a:lnTo>
                <a:lnTo>
                  <a:pt x="243788" y="85976"/>
                </a:lnTo>
                <a:lnTo>
                  <a:pt x="235920" y="102395"/>
                </a:lnTo>
                <a:close/>
              </a:path>
              <a:path w="259715" h="269240">
                <a:moveTo>
                  <a:pt x="259296" y="138998"/>
                </a:moveTo>
                <a:lnTo>
                  <a:pt x="0" y="138998"/>
                </a:lnTo>
                <a:lnTo>
                  <a:pt x="0" y="121780"/>
                </a:lnTo>
                <a:lnTo>
                  <a:pt x="259296" y="121780"/>
                </a:lnTo>
                <a:lnTo>
                  <a:pt x="259296" y="138998"/>
                </a:lnTo>
                <a:close/>
              </a:path>
              <a:path w="259715" h="269240">
                <a:moveTo>
                  <a:pt x="129534" y="268760"/>
                </a:moveTo>
                <a:lnTo>
                  <a:pt x="88463" y="265400"/>
                </a:lnTo>
                <a:lnTo>
                  <a:pt x="57697" y="255562"/>
                </a:lnTo>
                <a:lnTo>
                  <a:pt x="38391" y="239609"/>
                </a:lnTo>
                <a:lnTo>
                  <a:pt x="31699" y="217904"/>
                </a:lnTo>
                <a:lnTo>
                  <a:pt x="38391" y="196211"/>
                </a:lnTo>
                <a:lnTo>
                  <a:pt x="57697" y="180161"/>
                </a:lnTo>
                <a:lnTo>
                  <a:pt x="88463" y="170184"/>
                </a:lnTo>
                <a:lnTo>
                  <a:pt x="129534" y="166706"/>
                </a:lnTo>
                <a:lnTo>
                  <a:pt x="170457" y="170184"/>
                </a:lnTo>
                <a:lnTo>
                  <a:pt x="201128" y="180161"/>
                </a:lnTo>
                <a:lnTo>
                  <a:pt x="204826" y="183240"/>
                </a:lnTo>
                <a:lnTo>
                  <a:pt x="129534" y="183240"/>
                </a:lnTo>
                <a:lnTo>
                  <a:pt x="97398" y="185706"/>
                </a:lnTo>
                <a:lnTo>
                  <a:pt x="73076" y="192533"/>
                </a:lnTo>
                <a:lnTo>
                  <a:pt x="57713" y="203380"/>
                </a:lnTo>
                <a:lnTo>
                  <a:pt x="52452" y="217904"/>
                </a:lnTo>
                <a:lnTo>
                  <a:pt x="57713" y="232293"/>
                </a:lnTo>
                <a:lnTo>
                  <a:pt x="73076" y="243047"/>
                </a:lnTo>
                <a:lnTo>
                  <a:pt x="97398" y="249782"/>
                </a:lnTo>
                <a:lnTo>
                  <a:pt x="129534" y="252112"/>
                </a:lnTo>
                <a:lnTo>
                  <a:pt x="205296" y="252112"/>
                </a:lnTo>
                <a:lnTo>
                  <a:pt x="201128" y="255562"/>
                </a:lnTo>
                <a:lnTo>
                  <a:pt x="170457" y="265400"/>
                </a:lnTo>
                <a:lnTo>
                  <a:pt x="129534" y="268760"/>
                </a:lnTo>
                <a:close/>
              </a:path>
              <a:path w="259715" h="269240">
                <a:moveTo>
                  <a:pt x="205296" y="252112"/>
                </a:moveTo>
                <a:lnTo>
                  <a:pt x="129534" y="252112"/>
                </a:lnTo>
                <a:lnTo>
                  <a:pt x="161545" y="249782"/>
                </a:lnTo>
                <a:lnTo>
                  <a:pt x="185849" y="243047"/>
                </a:lnTo>
                <a:lnTo>
                  <a:pt x="201322" y="232293"/>
                </a:lnTo>
                <a:lnTo>
                  <a:pt x="206844" y="217904"/>
                </a:lnTo>
                <a:lnTo>
                  <a:pt x="201322" y="203380"/>
                </a:lnTo>
                <a:lnTo>
                  <a:pt x="185849" y="192533"/>
                </a:lnTo>
                <a:lnTo>
                  <a:pt x="161545" y="185706"/>
                </a:lnTo>
                <a:lnTo>
                  <a:pt x="129534" y="183240"/>
                </a:lnTo>
                <a:lnTo>
                  <a:pt x="204826" y="183240"/>
                </a:lnTo>
                <a:lnTo>
                  <a:pt x="220404" y="196211"/>
                </a:lnTo>
                <a:lnTo>
                  <a:pt x="227140" y="217904"/>
                </a:lnTo>
                <a:lnTo>
                  <a:pt x="220404" y="239609"/>
                </a:lnTo>
                <a:lnTo>
                  <a:pt x="205296" y="25211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2560090" y="7573009"/>
            <a:ext cx="196850" cy="17780"/>
          </a:xfrm>
          <a:custGeom>
            <a:avLst/>
            <a:gdLst/>
            <a:ahLst/>
            <a:cxnLst/>
            <a:rect l="l" t="t" r="r" b="b"/>
            <a:pathLst>
              <a:path w="196850" h="17779">
                <a:moveTo>
                  <a:pt x="0" y="0"/>
                </a:moveTo>
                <a:lnTo>
                  <a:pt x="196581" y="0"/>
                </a:lnTo>
                <a:lnTo>
                  <a:pt x="196581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2736148" y="7590790"/>
            <a:ext cx="20955" cy="36830"/>
          </a:xfrm>
          <a:custGeom>
            <a:avLst/>
            <a:gdLst/>
            <a:ahLst/>
            <a:cxnLst/>
            <a:rect l="l" t="t" r="r" b="b"/>
            <a:pathLst>
              <a:path w="20954" h="36829">
                <a:moveTo>
                  <a:pt x="0" y="0"/>
                </a:moveTo>
                <a:lnTo>
                  <a:pt x="20524" y="0"/>
                </a:lnTo>
                <a:lnTo>
                  <a:pt x="20524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2560775" y="7627619"/>
            <a:ext cx="196215" cy="15240"/>
          </a:xfrm>
          <a:custGeom>
            <a:avLst/>
            <a:gdLst/>
            <a:ahLst/>
            <a:cxnLst/>
            <a:rect l="l" t="t" r="r" b="b"/>
            <a:pathLst>
              <a:path w="196215" h="15240">
                <a:moveTo>
                  <a:pt x="0" y="0"/>
                </a:moveTo>
                <a:lnTo>
                  <a:pt x="195897" y="0"/>
                </a:lnTo>
                <a:lnTo>
                  <a:pt x="195897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2560775" y="7642859"/>
            <a:ext cx="20955" cy="39370"/>
          </a:xfrm>
          <a:custGeom>
            <a:avLst/>
            <a:gdLst/>
            <a:ahLst/>
            <a:cxnLst/>
            <a:rect l="l" t="t" r="r" b="b"/>
            <a:pathLst>
              <a:path w="20954" h="39370">
                <a:moveTo>
                  <a:pt x="0" y="0"/>
                </a:moveTo>
                <a:lnTo>
                  <a:pt x="20410" y="0"/>
                </a:lnTo>
                <a:lnTo>
                  <a:pt x="20410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2560775" y="7682230"/>
            <a:ext cx="201930" cy="17780"/>
          </a:xfrm>
          <a:custGeom>
            <a:avLst/>
            <a:gdLst/>
            <a:ahLst/>
            <a:cxnLst/>
            <a:rect l="l" t="t" r="r" b="b"/>
            <a:pathLst>
              <a:path w="201929" h="17779">
                <a:moveTo>
                  <a:pt x="0" y="0"/>
                </a:moveTo>
                <a:lnTo>
                  <a:pt x="201827" y="0"/>
                </a:lnTo>
                <a:lnTo>
                  <a:pt x="201827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2528163" y="7732236"/>
            <a:ext cx="260985" cy="17145"/>
          </a:xfrm>
          <a:custGeom>
            <a:avLst/>
            <a:gdLst/>
            <a:ahLst/>
            <a:cxnLst/>
            <a:rect l="l" t="t" r="r" b="b"/>
            <a:pathLst>
              <a:path w="260984" h="17145">
                <a:moveTo>
                  <a:pt x="260550" y="16647"/>
                </a:moveTo>
                <a:lnTo>
                  <a:pt x="0" y="16647"/>
                </a:lnTo>
                <a:lnTo>
                  <a:pt x="0" y="0"/>
                </a:lnTo>
                <a:lnTo>
                  <a:pt x="260550" y="0"/>
                </a:lnTo>
                <a:lnTo>
                  <a:pt x="260550" y="1664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2598973" y="7748884"/>
            <a:ext cx="20320" cy="97790"/>
          </a:xfrm>
          <a:custGeom>
            <a:avLst/>
            <a:gdLst/>
            <a:ahLst/>
            <a:cxnLst/>
            <a:rect l="l" t="t" r="r" b="b"/>
            <a:pathLst>
              <a:path w="20320" h="97790">
                <a:moveTo>
                  <a:pt x="20296" y="97378"/>
                </a:moveTo>
                <a:lnTo>
                  <a:pt x="0" y="97378"/>
                </a:lnTo>
                <a:lnTo>
                  <a:pt x="0" y="0"/>
                </a:lnTo>
                <a:lnTo>
                  <a:pt x="20296" y="0"/>
                </a:lnTo>
                <a:lnTo>
                  <a:pt x="20296" y="973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2697378" y="7748884"/>
            <a:ext cx="20320" cy="97790"/>
          </a:xfrm>
          <a:custGeom>
            <a:avLst/>
            <a:gdLst/>
            <a:ahLst/>
            <a:cxnLst/>
            <a:rect l="l" t="t" r="r" b="b"/>
            <a:pathLst>
              <a:path w="20320" h="97790">
                <a:moveTo>
                  <a:pt x="20296" y="97378"/>
                </a:moveTo>
                <a:lnTo>
                  <a:pt x="0" y="97378"/>
                </a:lnTo>
                <a:lnTo>
                  <a:pt x="0" y="0"/>
                </a:lnTo>
                <a:lnTo>
                  <a:pt x="20296" y="0"/>
                </a:lnTo>
                <a:lnTo>
                  <a:pt x="20296" y="973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2803323" y="7801222"/>
            <a:ext cx="42545" cy="83820"/>
          </a:xfrm>
          <a:custGeom>
            <a:avLst/>
            <a:gdLst/>
            <a:ahLst/>
            <a:cxnLst/>
            <a:rect l="l" t="t" r="r" b="b"/>
            <a:pathLst>
              <a:path w="42545" h="83820">
                <a:moveTo>
                  <a:pt x="18928" y="83581"/>
                </a:moveTo>
                <a:lnTo>
                  <a:pt x="0" y="83581"/>
                </a:lnTo>
                <a:lnTo>
                  <a:pt x="18130" y="0"/>
                </a:lnTo>
                <a:lnTo>
                  <a:pt x="42417" y="0"/>
                </a:lnTo>
                <a:lnTo>
                  <a:pt x="18928" y="8358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2981165" y="7570469"/>
            <a:ext cx="20320" cy="39370"/>
          </a:xfrm>
          <a:custGeom>
            <a:avLst/>
            <a:gdLst/>
            <a:ahLst/>
            <a:cxnLst/>
            <a:rect l="l" t="t" r="r" b="b"/>
            <a:pathLst>
              <a:path w="20320" h="39370">
                <a:moveTo>
                  <a:pt x="0" y="0"/>
                </a:moveTo>
                <a:lnTo>
                  <a:pt x="20296" y="0"/>
                </a:lnTo>
                <a:lnTo>
                  <a:pt x="20296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2981165" y="7609840"/>
            <a:ext cx="190500" cy="15240"/>
          </a:xfrm>
          <a:custGeom>
            <a:avLst/>
            <a:gdLst/>
            <a:ahLst/>
            <a:cxnLst/>
            <a:rect l="l" t="t" r="r" b="b"/>
            <a:pathLst>
              <a:path w="190500" h="15240">
                <a:moveTo>
                  <a:pt x="0" y="0"/>
                </a:moveTo>
                <a:lnTo>
                  <a:pt x="190196" y="0"/>
                </a:lnTo>
                <a:lnTo>
                  <a:pt x="190196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2981165" y="7625080"/>
            <a:ext cx="20320" cy="41910"/>
          </a:xfrm>
          <a:custGeom>
            <a:avLst/>
            <a:gdLst/>
            <a:ahLst/>
            <a:cxnLst/>
            <a:rect l="l" t="t" r="r" b="b"/>
            <a:pathLst>
              <a:path w="20320" h="41909">
                <a:moveTo>
                  <a:pt x="0" y="0"/>
                </a:moveTo>
                <a:lnTo>
                  <a:pt x="20296" y="0"/>
                </a:lnTo>
                <a:lnTo>
                  <a:pt x="20296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2981165" y="7666990"/>
            <a:ext cx="190500" cy="16510"/>
          </a:xfrm>
          <a:custGeom>
            <a:avLst/>
            <a:gdLst/>
            <a:ahLst/>
            <a:cxnLst/>
            <a:rect l="l" t="t" r="r" b="b"/>
            <a:pathLst>
              <a:path w="190500" h="16509">
                <a:moveTo>
                  <a:pt x="0" y="0"/>
                </a:moveTo>
                <a:lnTo>
                  <a:pt x="190196" y="0"/>
                </a:lnTo>
                <a:lnTo>
                  <a:pt x="19019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3151063" y="7570661"/>
            <a:ext cx="20320" cy="39370"/>
          </a:xfrm>
          <a:custGeom>
            <a:avLst/>
            <a:gdLst/>
            <a:ahLst/>
            <a:cxnLst/>
            <a:rect l="l" t="t" r="r" b="b"/>
            <a:pathLst>
              <a:path w="20319" h="39370">
                <a:moveTo>
                  <a:pt x="20296" y="38997"/>
                </a:moveTo>
                <a:lnTo>
                  <a:pt x="0" y="38997"/>
                </a:lnTo>
                <a:lnTo>
                  <a:pt x="0" y="0"/>
                </a:lnTo>
                <a:lnTo>
                  <a:pt x="20296" y="0"/>
                </a:lnTo>
                <a:lnTo>
                  <a:pt x="20296" y="3899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3151063" y="7625621"/>
            <a:ext cx="20320" cy="41275"/>
          </a:xfrm>
          <a:custGeom>
            <a:avLst/>
            <a:gdLst/>
            <a:ahLst/>
            <a:cxnLst/>
            <a:rect l="l" t="t" r="r" b="b"/>
            <a:pathLst>
              <a:path w="20319" h="41275">
                <a:moveTo>
                  <a:pt x="20296" y="40821"/>
                </a:moveTo>
                <a:lnTo>
                  <a:pt x="0" y="40821"/>
                </a:lnTo>
                <a:lnTo>
                  <a:pt x="0" y="0"/>
                </a:lnTo>
                <a:lnTo>
                  <a:pt x="20296" y="0"/>
                </a:lnTo>
                <a:lnTo>
                  <a:pt x="20296" y="4082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2945816" y="7713536"/>
            <a:ext cx="260985" cy="17145"/>
          </a:xfrm>
          <a:custGeom>
            <a:avLst/>
            <a:gdLst/>
            <a:ahLst/>
            <a:cxnLst/>
            <a:rect l="l" t="t" r="r" b="b"/>
            <a:pathLst>
              <a:path w="260984" h="17145">
                <a:moveTo>
                  <a:pt x="260550" y="17103"/>
                </a:moveTo>
                <a:lnTo>
                  <a:pt x="0" y="17103"/>
                </a:lnTo>
                <a:lnTo>
                  <a:pt x="0" y="0"/>
                </a:lnTo>
                <a:lnTo>
                  <a:pt x="260550" y="0"/>
                </a:lnTo>
                <a:lnTo>
                  <a:pt x="260550" y="1710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3067368" y="7730639"/>
            <a:ext cx="20320" cy="59055"/>
          </a:xfrm>
          <a:custGeom>
            <a:avLst/>
            <a:gdLst/>
            <a:ahLst/>
            <a:cxnLst/>
            <a:rect l="l" t="t" r="r" b="b"/>
            <a:pathLst>
              <a:path w="20319" h="59054">
                <a:moveTo>
                  <a:pt x="20182" y="58951"/>
                </a:moveTo>
                <a:lnTo>
                  <a:pt x="0" y="58951"/>
                </a:lnTo>
                <a:lnTo>
                  <a:pt x="0" y="0"/>
                </a:lnTo>
                <a:lnTo>
                  <a:pt x="20182" y="0"/>
                </a:lnTo>
                <a:lnTo>
                  <a:pt x="20182" y="5895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2980252" y="7762240"/>
            <a:ext cx="20320" cy="59690"/>
          </a:xfrm>
          <a:custGeom>
            <a:avLst/>
            <a:gdLst/>
            <a:ahLst/>
            <a:cxnLst/>
            <a:rect l="l" t="t" r="r" b="b"/>
            <a:pathLst>
              <a:path w="20320" h="59690">
                <a:moveTo>
                  <a:pt x="0" y="0"/>
                </a:moveTo>
                <a:lnTo>
                  <a:pt x="20068" y="0"/>
                </a:lnTo>
                <a:lnTo>
                  <a:pt x="20068" y="59690"/>
                </a:lnTo>
                <a:lnTo>
                  <a:pt x="0" y="596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2980252" y="7821930"/>
            <a:ext cx="197485" cy="17780"/>
          </a:xfrm>
          <a:custGeom>
            <a:avLst/>
            <a:gdLst/>
            <a:ahLst/>
            <a:cxnLst/>
            <a:rect l="l" t="t" r="r" b="b"/>
            <a:pathLst>
              <a:path w="197484" h="17779">
                <a:moveTo>
                  <a:pt x="0" y="0"/>
                </a:moveTo>
                <a:lnTo>
                  <a:pt x="197037" y="0"/>
                </a:lnTo>
                <a:lnTo>
                  <a:pt x="197037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3217783" y="7561652"/>
            <a:ext cx="272415" cy="285115"/>
          </a:xfrm>
          <a:custGeom>
            <a:avLst/>
            <a:gdLst/>
            <a:ahLst/>
            <a:cxnLst/>
            <a:rect l="l" t="t" r="r" b="b"/>
            <a:pathLst>
              <a:path w="272415" h="285115">
                <a:moveTo>
                  <a:pt x="223035" y="284610"/>
                </a:moveTo>
                <a:lnTo>
                  <a:pt x="202625" y="284610"/>
                </a:lnTo>
                <a:lnTo>
                  <a:pt x="202625" y="0"/>
                </a:lnTo>
                <a:lnTo>
                  <a:pt x="223035" y="0"/>
                </a:lnTo>
                <a:lnTo>
                  <a:pt x="223035" y="117105"/>
                </a:lnTo>
                <a:lnTo>
                  <a:pt x="272295" y="117105"/>
                </a:lnTo>
                <a:lnTo>
                  <a:pt x="272295" y="134779"/>
                </a:lnTo>
                <a:lnTo>
                  <a:pt x="223035" y="134779"/>
                </a:lnTo>
                <a:lnTo>
                  <a:pt x="223035" y="284610"/>
                </a:lnTo>
                <a:close/>
              </a:path>
              <a:path w="272415" h="285115">
                <a:moveTo>
                  <a:pt x="163628" y="47092"/>
                </a:moveTo>
                <a:lnTo>
                  <a:pt x="9806" y="47092"/>
                </a:lnTo>
                <a:lnTo>
                  <a:pt x="9806" y="29760"/>
                </a:lnTo>
                <a:lnTo>
                  <a:pt x="163628" y="29760"/>
                </a:lnTo>
                <a:lnTo>
                  <a:pt x="163628" y="47092"/>
                </a:lnTo>
                <a:close/>
              </a:path>
              <a:path w="272415" h="285115">
                <a:moveTo>
                  <a:pt x="12428" y="229307"/>
                </a:moveTo>
                <a:lnTo>
                  <a:pt x="0" y="213115"/>
                </a:lnTo>
                <a:lnTo>
                  <a:pt x="28472" y="192795"/>
                </a:lnTo>
                <a:lnTo>
                  <a:pt x="53321" y="163100"/>
                </a:lnTo>
                <a:lnTo>
                  <a:pt x="70922" y="127825"/>
                </a:lnTo>
                <a:lnTo>
                  <a:pt x="77652" y="90765"/>
                </a:lnTo>
                <a:lnTo>
                  <a:pt x="77652" y="47092"/>
                </a:lnTo>
                <a:lnTo>
                  <a:pt x="97378" y="47092"/>
                </a:lnTo>
                <a:lnTo>
                  <a:pt x="97378" y="90765"/>
                </a:lnTo>
                <a:lnTo>
                  <a:pt x="103594" y="125552"/>
                </a:lnTo>
                <a:lnTo>
                  <a:pt x="106826" y="131928"/>
                </a:lnTo>
                <a:lnTo>
                  <a:pt x="87686" y="131928"/>
                </a:lnTo>
                <a:lnTo>
                  <a:pt x="74837" y="162810"/>
                </a:lnTo>
                <a:lnTo>
                  <a:pt x="56899" y="190410"/>
                </a:lnTo>
                <a:lnTo>
                  <a:pt x="35538" y="213115"/>
                </a:lnTo>
                <a:lnTo>
                  <a:pt x="12428" y="229307"/>
                </a:lnTo>
                <a:close/>
              </a:path>
              <a:path w="272415" h="285115">
                <a:moveTo>
                  <a:pt x="160891" y="222351"/>
                </a:moveTo>
                <a:lnTo>
                  <a:pt x="137956" y="207052"/>
                </a:lnTo>
                <a:lnTo>
                  <a:pt x="117233" y="185991"/>
                </a:lnTo>
                <a:lnTo>
                  <a:pt x="100038" y="160504"/>
                </a:lnTo>
                <a:lnTo>
                  <a:pt x="87686" y="131928"/>
                </a:lnTo>
                <a:lnTo>
                  <a:pt x="106826" y="131928"/>
                </a:lnTo>
                <a:lnTo>
                  <a:pt x="120340" y="158596"/>
                </a:lnTo>
                <a:lnTo>
                  <a:pt x="144505" y="186574"/>
                </a:lnTo>
                <a:lnTo>
                  <a:pt x="172978" y="206160"/>
                </a:lnTo>
                <a:lnTo>
                  <a:pt x="160891" y="22235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3496250" y="7561652"/>
            <a:ext cx="243840" cy="285115"/>
          </a:xfrm>
          <a:custGeom>
            <a:avLst/>
            <a:gdLst/>
            <a:ahLst/>
            <a:cxnLst/>
            <a:rect l="l" t="t" r="r" b="b"/>
            <a:pathLst>
              <a:path w="243840" h="285115">
                <a:moveTo>
                  <a:pt x="243560" y="284610"/>
                </a:moveTo>
                <a:lnTo>
                  <a:pt x="223948" y="284610"/>
                </a:lnTo>
                <a:lnTo>
                  <a:pt x="223948" y="0"/>
                </a:lnTo>
                <a:lnTo>
                  <a:pt x="243560" y="0"/>
                </a:lnTo>
                <a:lnTo>
                  <a:pt x="243560" y="284610"/>
                </a:lnTo>
                <a:close/>
              </a:path>
              <a:path w="243840" h="285115">
                <a:moveTo>
                  <a:pt x="186091" y="269102"/>
                </a:moveTo>
                <a:lnTo>
                  <a:pt x="166820" y="269102"/>
                </a:lnTo>
                <a:lnTo>
                  <a:pt x="166820" y="131358"/>
                </a:lnTo>
                <a:lnTo>
                  <a:pt x="118359" y="131358"/>
                </a:lnTo>
                <a:lnTo>
                  <a:pt x="118359" y="113798"/>
                </a:lnTo>
                <a:lnTo>
                  <a:pt x="166820" y="113798"/>
                </a:lnTo>
                <a:lnTo>
                  <a:pt x="166820" y="7525"/>
                </a:lnTo>
                <a:lnTo>
                  <a:pt x="186091" y="7525"/>
                </a:lnTo>
                <a:lnTo>
                  <a:pt x="186091" y="269102"/>
                </a:lnTo>
                <a:close/>
              </a:path>
              <a:path w="243840" h="285115">
                <a:moveTo>
                  <a:pt x="83125" y="54276"/>
                </a:moveTo>
                <a:lnTo>
                  <a:pt x="63512" y="54276"/>
                </a:lnTo>
                <a:lnTo>
                  <a:pt x="63512" y="10604"/>
                </a:lnTo>
                <a:lnTo>
                  <a:pt x="83125" y="10604"/>
                </a:lnTo>
                <a:lnTo>
                  <a:pt x="83125" y="54276"/>
                </a:lnTo>
                <a:close/>
              </a:path>
              <a:path w="243840" h="285115">
                <a:moveTo>
                  <a:pt x="138998" y="71494"/>
                </a:moveTo>
                <a:lnTo>
                  <a:pt x="6727" y="71494"/>
                </a:lnTo>
                <a:lnTo>
                  <a:pt x="6727" y="54276"/>
                </a:lnTo>
                <a:lnTo>
                  <a:pt x="138998" y="54276"/>
                </a:lnTo>
                <a:lnTo>
                  <a:pt x="138998" y="71494"/>
                </a:lnTo>
                <a:close/>
              </a:path>
              <a:path w="243840" h="285115">
                <a:moveTo>
                  <a:pt x="12542" y="224518"/>
                </a:moveTo>
                <a:lnTo>
                  <a:pt x="0" y="209124"/>
                </a:lnTo>
                <a:lnTo>
                  <a:pt x="25910" y="187573"/>
                </a:lnTo>
                <a:lnTo>
                  <a:pt x="45909" y="158240"/>
                </a:lnTo>
                <a:lnTo>
                  <a:pt x="58832" y="124075"/>
                </a:lnTo>
                <a:lnTo>
                  <a:pt x="63512" y="88028"/>
                </a:lnTo>
                <a:lnTo>
                  <a:pt x="63512" y="71494"/>
                </a:lnTo>
                <a:lnTo>
                  <a:pt x="82783" y="71494"/>
                </a:lnTo>
                <a:lnTo>
                  <a:pt x="82783" y="88028"/>
                </a:lnTo>
                <a:lnTo>
                  <a:pt x="87422" y="122681"/>
                </a:lnTo>
                <a:lnTo>
                  <a:pt x="92096" y="134323"/>
                </a:lnTo>
                <a:lnTo>
                  <a:pt x="73319" y="134323"/>
                </a:lnTo>
                <a:lnTo>
                  <a:pt x="63646" y="162142"/>
                </a:lnTo>
                <a:lnTo>
                  <a:pt x="49986" y="187203"/>
                </a:lnTo>
                <a:lnTo>
                  <a:pt x="32798" y="208372"/>
                </a:lnTo>
                <a:lnTo>
                  <a:pt x="12542" y="224518"/>
                </a:lnTo>
                <a:close/>
              </a:path>
              <a:path w="243840" h="285115">
                <a:moveTo>
                  <a:pt x="134665" y="218474"/>
                </a:moveTo>
                <a:lnTo>
                  <a:pt x="114368" y="203546"/>
                </a:lnTo>
                <a:lnTo>
                  <a:pt x="97065" y="183882"/>
                </a:lnTo>
                <a:lnTo>
                  <a:pt x="83225" y="160476"/>
                </a:lnTo>
                <a:lnTo>
                  <a:pt x="73319" y="134323"/>
                </a:lnTo>
                <a:lnTo>
                  <a:pt x="92096" y="134323"/>
                </a:lnTo>
                <a:lnTo>
                  <a:pt x="100485" y="155218"/>
                </a:lnTo>
                <a:lnTo>
                  <a:pt x="120690" y="182923"/>
                </a:lnTo>
                <a:lnTo>
                  <a:pt x="146752" y="203081"/>
                </a:lnTo>
                <a:lnTo>
                  <a:pt x="134665" y="21847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3856916" y="7561652"/>
            <a:ext cx="251460" cy="281305"/>
          </a:xfrm>
          <a:custGeom>
            <a:avLst/>
            <a:gdLst/>
            <a:ahLst/>
            <a:cxnLst/>
            <a:rect l="l" t="t" r="r" b="b"/>
            <a:pathLst>
              <a:path w="251459" h="281304">
                <a:moveTo>
                  <a:pt x="207300" y="149488"/>
                </a:moveTo>
                <a:lnTo>
                  <a:pt x="186889" y="149488"/>
                </a:lnTo>
                <a:lnTo>
                  <a:pt x="186889" y="0"/>
                </a:lnTo>
                <a:lnTo>
                  <a:pt x="207300" y="0"/>
                </a:lnTo>
                <a:lnTo>
                  <a:pt x="207300" y="64425"/>
                </a:lnTo>
                <a:lnTo>
                  <a:pt x="251314" y="64425"/>
                </a:lnTo>
                <a:lnTo>
                  <a:pt x="251314" y="81529"/>
                </a:lnTo>
                <a:lnTo>
                  <a:pt x="207300" y="81529"/>
                </a:lnTo>
                <a:lnTo>
                  <a:pt x="207300" y="149488"/>
                </a:lnTo>
                <a:close/>
              </a:path>
              <a:path w="251459" h="281304">
                <a:moveTo>
                  <a:pt x="20866" y="137516"/>
                </a:moveTo>
                <a:lnTo>
                  <a:pt x="0" y="137516"/>
                </a:lnTo>
                <a:lnTo>
                  <a:pt x="0" y="15165"/>
                </a:lnTo>
                <a:lnTo>
                  <a:pt x="129534" y="15165"/>
                </a:lnTo>
                <a:lnTo>
                  <a:pt x="129534" y="32269"/>
                </a:lnTo>
                <a:lnTo>
                  <a:pt x="20182" y="32269"/>
                </a:lnTo>
                <a:lnTo>
                  <a:pt x="20182" y="67047"/>
                </a:lnTo>
                <a:lnTo>
                  <a:pt x="124631" y="67047"/>
                </a:lnTo>
                <a:lnTo>
                  <a:pt x="124631" y="83467"/>
                </a:lnTo>
                <a:lnTo>
                  <a:pt x="20182" y="83467"/>
                </a:lnTo>
                <a:lnTo>
                  <a:pt x="20182" y="120526"/>
                </a:lnTo>
                <a:lnTo>
                  <a:pt x="151116" y="120526"/>
                </a:lnTo>
                <a:lnTo>
                  <a:pt x="152225" y="129648"/>
                </a:lnTo>
                <a:lnTo>
                  <a:pt x="123298" y="133731"/>
                </a:lnTo>
                <a:lnTo>
                  <a:pt x="93986" y="136147"/>
                </a:lnTo>
                <a:lnTo>
                  <a:pt x="60954" y="137280"/>
                </a:lnTo>
                <a:lnTo>
                  <a:pt x="20866" y="137516"/>
                </a:lnTo>
                <a:close/>
              </a:path>
              <a:path w="251459" h="281304">
                <a:moveTo>
                  <a:pt x="151116" y="120526"/>
                </a:moveTo>
                <a:lnTo>
                  <a:pt x="20866" y="120526"/>
                </a:lnTo>
                <a:lnTo>
                  <a:pt x="60521" y="120260"/>
                </a:lnTo>
                <a:lnTo>
                  <a:pt x="93088" y="119172"/>
                </a:lnTo>
                <a:lnTo>
                  <a:pt x="121871" y="116822"/>
                </a:lnTo>
                <a:lnTo>
                  <a:pt x="150173" y="112772"/>
                </a:lnTo>
                <a:lnTo>
                  <a:pt x="151116" y="120526"/>
                </a:lnTo>
                <a:close/>
              </a:path>
              <a:path w="251459" h="281304">
                <a:moveTo>
                  <a:pt x="218360" y="280961"/>
                </a:moveTo>
                <a:lnTo>
                  <a:pt x="28734" y="280961"/>
                </a:lnTo>
                <a:lnTo>
                  <a:pt x="28734" y="211975"/>
                </a:lnTo>
                <a:lnTo>
                  <a:pt x="187117" y="211975"/>
                </a:lnTo>
                <a:lnTo>
                  <a:pt x="187117" y="180618"/>
                </a:lnTo>
                <a:lnTo>
                  <a:pt x="28050" y="180618"/>
                </a:lnTo>
                <a:lnTo>
                  <a:pt x="28050" y="163970"/>
                </a:lnTo>
                <a:lnTo>
                  <a:pt x="207300" y="163970"/>
                </a:lnTo>
                <a:lnTo>
                  <a:pt x="207300" y="227825"/>
                </a:lnTo>
                <a:lnTo>
                  <a:pt x="48689" y="227825"/>
                </a:lnTo>
                <a:lnTo>
                  <a:pt x="48689" y="264199"/>
                </a:lnTo>
                <a:lnTo>
                  <a:pt x="218360" y="264199"/>
                </a:lnTo>
                <a:lnTo>
                  <a:pt x="218360" y="28096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4118280" y="7572485"/>
            <a:ext cx="259715" cy="274320"/>
          </a:xfrm>
          <a:custGeom>
            <a:avLst/>
            <a:gdLst/>
            <a:ahLst/>
            <a:cxnLst/>
            <a:rect l="l" t="t" r="r" b="b"/>
            <a:pathLst>
              <a:path w="259715" h="274320">
                <a:moveTo>
                  <a:pt x="23147" y="116877"/>
                </a:moveTo>
                <a:lnTo>
                  <a:pt x="14481" y="100115"/>
                </a:lnTo>
                <a:lnTo>
                  <a:pt x="50691" y="90207"/>
                </a:lnTo>
                <a:lnTo>
                  <a:pt x="84550" y="72079"/>
                </a:lnTo>
                <a:lnTo>
                  <a:pt x="109600" y="47215"/>
                </a:lnTo>
                <a:lnTo>
                  <a:pt x="119385" y="17103"/>
                </a:lnTo>
                <a:lnTo>
                  <a:pt x="119385" y="0"/>
                </a:lnTo>
                <a:lnTo>
                  <a:pt x="140252" y="0"/>
                </a:lnTo>
                <a:lnTo>
                  <a:pt x="140252" y="17103"/>
                </a:lnTo>
                <a:lnTo>
                  <a:pt x="150023" y="46831"/>
                </a:lnTo>
                <a:lnTo>
                  <a:pt x="151437" y="48233"/>
                </a:lnTo>
                <a:lnTo>
                  <a:pt x="129990" y="48233"/>
                </a:lnTo>
                <a:lnTo>
                  <a:pt x="111740" y="73390"/>
                </a:lnTo>
                <a:lnTo>
                  <a:pt x="85676" y="93501"/>
                </a:lnTo>
                <a:lnTo>
                  <a:pt x="55058" y="108139"/>
                </a:lnTo>
                <a:lnTo>
                  <a:pt x="23147" y="116877"/>
                </a:lnTo>
                <a:close/>
              </a:path>
              <a:path w="259715" h="274320">
                <a:moveTo>
                  <a:pt x="236833" y="116877"/>
                </a:moveTo>
                <a:lnTo>
                  <a:pt x="204937" y="108091"/>
                </a:lnTo>
                <a:lnTo>
                  <a:pt x="174346" y="93373"/>
                </a:lnTo>
                <a:lnTo>
                  <a:pt x="148288" y="73246"/>
                </a:lnTo>
                <a:lnTo>
                  <a:pt x="129990" y="48233"/>
                </a:lnTo>
                <a:lnTo>
                  <a:pt x="151437" y="48233"/>
                </a:lnTo>
                <a:lnTo>
                  <a:pt x="175144" y="71736"/>
                </a:lnTo>
                <a:lnTo>
                  <a:pt x="209074" y="90079"/>
                </a:lnTo>
                <a:lnTo>
                  <a:pt x="245271" y="100115"/>
                </a:lnTo>
                <a:lnTo>
                  <a:pt x="236833" y="116877"/>
                </a:lnTo>
                <a:close/>
              </a:path>
              <a:path w="259715" h="274320">
                <a:moveTo>
                  <a:pt x="259296" y="168645"/>
                </a:moveTo>
                <a:lnTo>
                  <a:pt x="0" y="168645"/>
                </a:lnTo>
                <a:lnTo>
                  <a:pt x="0" y="151313"/>
                </a:lnTo>
                <a:lnTo>
                  <a:pt x="259296" y="151313"/>
                </a:lnTo>
                <a:lnTo>
                  <a:pt x="259296" y="168645"/>
                </a:lnTo>
                <a:close/>
              </a:path>
              <a:path w="259715" h="274320">
                <a:moveTo>
                  <a:pt x="139226" y="273777"/>
                </a:moveTo>
                <a:lnTo>
                  <a:pt x="119271" y="273777"/>
                </a:lnTo>
                <a:lnTo>
                  <a:pt x="119271" y="168645"/>
                </a:lnTo>
                <a:lnTo>
                  <a:pt x="139226" y="168645"/>
                </a:lnTo>
                <a:lnTo>
                  <a:pt x="139226" y="27377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4463576" y="7574423"/>
            <a:ext cx="259715" cy="271145"/>
          </a:xfrm>
          <a:custGeom>
            <a:avLst/>
            <a:gdLst/>
            <a:ahLst/>
            <a:cxnLst/>
            <a:rect l="l" t="t" r="r" b="b"/>
            <a:pathLst>
              <a:path w="259715" h="271145">
                <a:moveTo>
                  <a:pt x="228737" y="94870"/>
                </a:moveTo>
                <a:lnTo>
                  <a:pt x="33295" y="94870"/>
                </a:lnTo>
                <a:lnTo>
                  <a:pt x="33295" y="0"/>
                </a:lnTo>
                <a:lnTo>
                  <a:pt x="226684" y="0"/>
                </a:lnTo>
                <a:lnTo>
                  <a:pt x="226684" y="17218"/>
                </a:lnTo>
                <a:lnTo>
                  <a:pt x="53364" y="17218"/>
                </a:lnTo>
                <a:lnTo>
                  <a:pt x="53364" y="77880"/>
                </a:lnTo>
                <a:lnTo>
                  <a:pt x="228737" y="77880"/>
                </a:lnTo>
                <a:lnTo>
                  <a:pt x="228737" y="94870"/>
                </a:lnTo>
                <a:close/>
              </a:path>
              <a:path w="259715" h="271145">
                <a:moveTo>
                  <a:pt x="259410" y="141735"/>
                </a:moveTo>
                <a:lnTo>
                  <a:pt x="0" y="141735"/>
                </a:lnTo>
                <a:lnTo>
                  <a:pt x="0" y="124288"/>
                </a:lnTo>
                <a:lnTo>
                  <a:pt x="259410" y="124288"/>
                </a:lnTo>
                <a:lnTo>
                  <a:pt x="259410" y="141735"/>
                </a:lnTo>
                <a:close/>
              </a:path>
              <a:path w="259715" h="271145">
                <a:moveTo>
                  <a:pt x="129534" y="270927"/>
                </a:moveTo>
                <a:lnTo>
                  <a:pt x="88463" y="267566"/>
                </a:lnTo>
                <a:lnTo>
                  <a:pt x="57697" y="257728"/>
                </a:lnTo>
                <a:lnTo>
                  <a:pt x="38391" y="241775"/>
                </a:lnTo>
                <a:lnTo>
                  <a:pt x="31699" y="220071"/>
                </a:lnTo>
                <a:lnTo>
                  <a:pt x="38391" y="198397"/>
                </a:lnTo>
                <a:lnTo>
                  <a:pt x="57697" y="182399"/>
                </a:lnTo>
                <a:lnTo>
                  <a:pt x="88463" y="172495"/>
                </a:lnTo>
                <a:lnTo>
                  <a:pt x="129534" y="169101"/>
                </a:lnTo>
                <a:lnTo>
                  <a:pt x="170457" y="172495"/>
                </a:lnTo>
                <a:lnTo>
                  <a:pt x="201128" y="182399"/>
                </a:lnTo>
                <a:lnTo>
                  <a:pt x="204752" y="185407"/>
                </a:lnTo>
                <a:lnTo>
                  <a:pt x="129534" y="185407"/>
                </a:lnTo>
                <a:lnTo>
                  <a:pt x="97398" y="187889"/>
                </a:lnTo>
                <a:lnTo>
                  <a:pt x="73076" y="194743"/>
                </a:lnTo>
                <a:lnTo>
                  <a:pt x="57713" y="205595"/>
                </a:lnTo>
                <a:lnTo>
                  <a:pt x="52452" y="220071"/>
                </a:lnTo>
                <a:lnTo>
                  <a:pt x="57713" y="234525"/>
                </a:lnTo>
                <a:lnTo>
                  <a:pt x="73076" y="245313"/>
                </a:lnTo>
                <a:lnTo>
                  <a:pt x="97398" y="252061"/>
                </a:lnTo>
                <a:lnTo>
                  <a:pt x="129534" y="254393"/>
                </a:lnTo>
                <a:lnTo>
                  <a:pt x="205158" y="254393"/>
                </a:lnTo>
                <a:lnTo>
                  <a:pt x="201128" y="257728"/>
                </a:lnTo>
                <a:lnTo>
                  <a:pt x="170457" y="267566"/>
                </a:lnTo>
                <a:lnTo>
                  <a:pt x="129534" y="270927"/>
                </a:lnTo>
                <a:close/>
              </a:path>
              <a:path w="259715" h="271145">
                <a:moveTo>
                  <a:pt x="205158" y="254393"/>
                </a:moveTo>
                <a:lnTo>
                  <a:pt x="129534" y="254393"/>
                </a:lnTo>
                <a:lnTo>
                  <a:pt x="161545" y="252061"/>
                </a:lnTo>
                <a:lnTo>
                  <a:pt x="185849" y="245313"/>
                </a:lnTo>
                <a:lnTo>
                  <a:pt x="201322" y="234525"/>
                </a:lnTo>
                <a:lnTo>
                  <a:pt x="206844" y="220071"/>
                </a:lnTo>
                <a:lnTo>
                  <a:pt x="201322" y="205595"/>
                </a:lnTo>
                <a:lnTo>
                  <a:pt x="185849" y="194743"/>
                </a:lnTo>
                <a:lnTo>
                  <a:pt x="161545" y="187889"/>
                </a:lnTo>
                <a:lnTo>
                  <a:pt x="129534" y="185407"/>
                </a:lnTo>
                <a:lnTo>
                  <a:pt x="204752" y="185407"/>
                </a:lnTo>
                <a:lnTo>
                  <a:pt x="220404" y="198397"/>
                </a:lnTo>
                <a:lnTo>
                  <a:pt x="227140" y="220071"/>
                </a:lnTo>
                <a:lnTo>
                  <a:pt x="220404" y="241775"/>
                </a:lnTo>
                <a:lnTo>
                  <a:pt x="205158" y="25439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4743107" y="7539112"/>
            <a:ext cx="70485" cy="337185"/>
          </a:xfrm>
          <a:custGeom>
            <a:avLst/>
            <a:gdLst/>
            <a:ahLst/>
            <a:cxnLst/>
            <a:rect l="l" t="t" r="r" b="b"/>
            <a:pathLst>
              <a:path w="70484" h="337184">
                <a:moveTo>
                  <a:pt x="23024" y="336814"/>
                </a:moveTo>
                <a:lnTo>
                  <a:pt x="0" y="336814"/>
                </a:lnTo>
                <a:lnTo>
                  <a:pt x="17613" y="302082"/>
                </a:lnTo>
                <a:lnTo>
                  <a:pt x="31477" y="260356"/>
                </a:lnTo>
                <a:lnTo>
                  <a:pt x="40555" y="214758"/>
                </a:lnTo>
                <a:lnTo>
                  <a:pt x="43812" y="168407"/>
                </a:lnTo>
                <a:lnTo>
                  <a:pt x="40555" y="122056"/>
                </a:lnTo>
                <a:lnTo>
                  <a:pt x="31477" y="76457"/>
                </a:lnTo>
                <a:lnTo>
                  <a:pt x="17613" y="34731"/>
                </a:lnTo>
                <a:lnTo>
                  <a:pt x="0" y="0"/>
                </a:lnTo>
                <a:lnTo>
                  <a:pt x="23024" y="0"/>
                </a:lnTo>
                <a:lnTo>
                  <a:pt x="43129" y="38043"/>
                </a:lnTo>
                <a:lnTo>
                  <a:pt x="57857" y="78776"/>
                </a:lnTo>
                <a:lnTo>
                  <a:pt x="66910" y="122222"/>
                </a:lnTo>
                <a:lnTo>
                  <a:pt x="69994" y="168407"/>
                </a:lnTo>
                <a:lnTo>
                  <a:pt x="66910" y="214739"/>
                </a:lnTo>
                <a:lnTo>
                  <a:pt x="57857" y="258235"/>
                </a:lnTo>
                <a:lnTo>
                  <a:pt x="43129" y="298918"/>
                </a:lnTo>
                <a:lnTo>
                  <a:pt x="23024" y="33681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832473" y="8436781"/>
            <a:ext cx="2907769" cy="145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4752371" y="8499172"/>
            <a:ext cx="45720" cy="9525"/>
          </a:xfrm>
          <a:custGeom>
            <a:avLst/>
            <a:gdLst/>
            <a:ahLst/>
            <a:cxnLst/>
            <a:rect l="l" t="t" r="r" b="b"/>
            <a:pathLst>
              <a:path w="45720" h="9525">
                <a:moveTo>
                  <a:pt x="45601" y="9480"/>
                </a:moveTo>
                <a:lnTo>
                  <a:pt x="0" y="9480"/>
                </a:lnTo>
                <a:lnTo>
                  <a:pt x="0" y="0"/>
                </a:lnTo>
                <a:lnTo>
                  <a:pt x="45601" y="0"/>
                </a:lnTo>
                <a:lnTo>
                  <a:pt x="45601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4814603" y="8467871"/>
            <a:ext cx="71120" cy="84455"/>
          </a:xfrm>
          <a:custGeom>
            <a:avLst/>
            <a:gdLst/>
            <a:ahLst/>
            <a:cxnLst/>
            <a:rect l="l" t="t" r="r" b="b"/>
            <a:pathLst>
              <a:path w="71120" h="84454">
                <a:moveTo>
                  <a:pt x="37285" y="84158"/>
                </a:moveTo>
                <a:lnTo>
                  <a:pt x="21807" y="81091"/>
                </a:lnTo>
                <a:lnTo>
                  <a:pt x="10062" y="72492"/>
                </a:lnTo>
                <a:lnTo>
                  <a:pt x="2608" y="59267"/>
                </a:lnTo>
                <a:lnTo>
                  <a:pt x="0" y="42317"/>
                </a:lnTo>
                <a:lnTo>
                  <a:pt x="2624" y="25270"/>
                </a:lnTo>
                <a:lnTo>
                  <a:pt x="9990" y="11883"/>
                </a:lnTo>
                <a:lnTo>
                  <a:pt x="21338" y="3133"/>
                </a:lnTo>
                <a:lnTo>
                  <a:pt x="35908" y="0"/>
                </a:lnTo>
                <a:lnTo>
                  <a:pt x="48761" y="2376"/>
                </a:lnTo>
                <a:lnTo>
                  <a:pt x="59057" y="9162"/>
                </a:lnTo>
                <a:lnTo>
                  <a:pt x="35961" y="9162"/>
                </a:lnTo>
                <a:lnTo>
                  <a:pt x="25916" y="11295"/>
                </a:lnTo>
                <a:lnTo>
                  <a:pt x="18000" y="17087"/>
                </a:lnTo>
                <a:lnTo>
                  <a:pt x="12657" y="25629"/>
                </a:lnTo>
                <a:lnTo>
                  <a:pt x="10327" y="36014"/>
                </a:lnTo>
                <a:lnTo>
                  <a:pt x="69879" y="36014"/>
                </a:lnTo>
                <a:lnTo>
                  <a:pt x="70546" y="40092"/>
                </a:lnTo>
                <a:lnTo>
                  <a:pt x="70546" y="44912"/>
                </a:lnTo>
                <a:lnTo>
                  <a:pt x="10274" y="44912"/>
                </a:lnTo>
                <a:lnTo>
                  <a:pt x="12432" y="57343"/>
                </a:lnTo>
                <a:lnTo>
                  <a:pt x="17921" y="66825"/>
                </a:lnTo>
                <a:lnTo>
                  <a:pt x="26339" y="72871"/>
                </a:lnTo>
                <a:lnTo>
                  <a:pt x="37285" y="74995"/>
                </a:lnTo>
                <a:lnTo>
                  <a:pt x="61478" y="74995"/>
                </a:lnTo>
                <a:lnTo>
                  <a:pt x="57928" y="78305"/>
                </a:lnTo>
                <a:lnTo>
                  <a:pt x="48669" y="82592"/>
                </a:lnTo>
                <a:lnTo>
                  <a:pt x="37285" y="84158"/>
                </a:lnTo>
                <a:close/>
              </a:path>
              <a:path w="71120" h="84454">
                <a:moveTo>
                  <a:pt x="69879" y="36014"/>
                </a:moveTo>
                <a:lnTo>
                  <a:pt x="60165" y="36014"/>
                </a:lnTo>
                <a:lnTo>
                  <a:pt x="58424" y="25629"/>
                </a:lnTo>
                <a:lnTo>
                  <a:pt x="58308" y="25270"/>
                </a:lnTo>
                <a:lnTo>
                  <a:pt x="53406" y="16888"/>
                </a:lnTo>
                <a:lnTo>
                  <a:pt x="45754" y="11220"/>
                </a:lnTo>
                <a:lnTo>
                  <a:pt x="35961" y="9162"/>
                </a:lnTo>
                <a:lnTo>
                  <a:pt x="59057" y="9162"/>
                </a:lnTo>
                <a:lnTo>
                  <a:pt x="59841" y="9678"/>
                </a:lnTo>
                <a:lnTo>
                  <a:pt x="67614" y="22164"/>
                </a:lnTo>
                <a:lnTo>
                  <a:pt x="69879" y="36014"/>
                </a:lnTo>
                <a:close/>
              </a:path>
              <a:path w="71120" h="84454">
                <a:moveTo>
                  <a:pt x="61478" y="74995"/>
                </a:moveTo>
                <a:lnTo>
                  <a:pt x="48514" y="74995"/>
                </a:lnTo>
                <a:lnTo>
                  <a:pt x="55134" y="69222"/>
                </a:lnTo>
                <a:lnTo>
                  <a:pt x="57994" y="64032"/>
                </a:lnTo>
                <a:lnTo>
                  <a:pt x="68957" y="64032"/>
                </a:lnTo>
                <a:lnTo>
                  <a:pt x="64783" y="71913"/>
                </a:lnTo>
                <a:lnTo>
                  <a:pt x="61478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4896165" y="8449493"/>
            <a:ext cx="41275" cy="102235"/>
          </a:xfrm>
          <a:custGeom>
            <a:avLst/>
            <a:gdLst/>
            <a:ahLst/>
            <a:cxnLst/>
            <a:rect l="l" t="t" r="r" b="b"/>
            <a:pathLst>
              <a:path w="41275" h="102234">
                <a:moveTo>
                  <a:pt x="36862" y="102006"/>
                </a:moveTo>
                <a:lnTo>
                  <a:pt x="33419" y="102006"/>
                </a:lnTo>
                <a:lnTo>
                  <a:pt x="25632" y="100719"/>
                </a:lnTo>
                <a:lnTo>
                  <a:pt x="18828" y="96875"/>
                </a:lnTo>
                <a:lnTo>
                  <a:pt x="14010" y="90499"/>
                </a:lnTo>
                <a:lnTo>
                  <a:pt x="12181" y="81615"/>
                </a:lnTo>
                <a:lnTo>
                  <a:pt x="12181" y="28229"/>
                </a:lnTo>
                <a:lnTo>
                  <a:pt x="0" y="28229"/>
                </a:lnTo>
                <a:lnTo>
                  <a:pt x="0" y="19490"/>
                </a:lnTo>
                <a:lnTo>
                  <a:pt x="12181" y="19490"/>
                </a:lnTo>
                <a:lnTo>
                  <a:pt x="12181" y="0"/>
                </a:lnTo>
                <a:lnTo>
                  <a:pt x="22403" y="0"/>
                </a:lnTo>
                <a:lnTo>
                  <a:pt x="22403" y="19490"/>
                </a:lnTo>
                <a:lnTo>
                  <a:pt x="39510" y="19490"/>
                </a:lnTo>
                <a:lnTo>
                  <a:pt x="39510" y="28229"/>
                </a:lnTo>
                <a:lnTo>
                  <a:pt x="22403" y="28229"/>
                </a:lnTo>
                <a:lnTo>
                  <a:pt x="22403" y="89401"/>
                </a:lnTo>
                <a:lnTo>
                  <a:pt x="28123" y="92261"/>
                </a:lnTo>
                <a:lnTo>
                  <a:pt x="34372" y="92261"/>
                </a:lnTo>
                <a:lnTo>
                  <a:pt x="41099" y="91996"/>
                </a:lnTo>
                <a:lnTo>
                  <a:pt x="41099" y="101529"/>
                </a:lnTo>
                <a:lnTo>
                  <a:pt x="36862" y="1020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4954054" y="8441866"/>
            <a:ext cx="63500" cy="108585"/>
          </a:xfrm>
          <a:custGeom>
            <a:avLst/>
            <a:gdLst/>
            <a:ahLst/>
            <a:cxnLst/>
            <a:rect l="l" t="t" r="r" b="b"/>
            <a:pathLst>
              <a:path w="63500" h="108584">
                <a:moveTo>
                  <a:pt x="62919" y="108468"/>
                </a:moveTo>
                <a:lnTo>
                  <a:pt x="52698" y="108468"/>
                </a:lnTo>
                <a:lnTo>
                  <a:pt x="52698" y="56617"/>
                </a:lnTo>
                <a:lnTo>
                  <a:pt x="51278" y="47704"/>
                </a:lnTo>
                <a:lnTo>
                  <a:pt x="47223" y="41006"/>
                </a:lnTo>
                <a:lnTo>
                  <a:pt x="40833" y="36791"/>
                </a:lnTo>
                <a:lnTo>
                  <a:pt x="32413" y="35326"/>
                </a:lnTo>
                <a:lnTo>
                  <a:pt x="23561" y="36879"/>
                </a:lnTo>
                <a:lnTo>
                  <a:pt x="16531" y="41357"/>
                </a:lnTo>
                <a:lnTo>
                  <a:pt x="11894" y="48486"/>
                </a:lnTo>
                <a:lnTo>
                  <a:pt x="10221" y="57994"/>
                </a:lnTo>
                <a:lnTo>
                  <a:pt x="10221" y="108468"/>
                </a:lnTo>
                <a:lnTo>
                  <a:pt x="0" y="108468"/>
                </a:lnTo>
                <a:lnTo>
                  <a:pt x="0" y="0"/>
                </a:lnTo>
                <a:lnTo>
                  <a:pt x="10221" y="0"/>
                </a:lnTo>
                <a:lnTo>
                  <a:pt x="10221" y="39986"/>
                </a:lnTo>
                <a:lnTo>
                  <a:pt x="11122" y="39986"/>
                </a:lnTo>
                <a:lnTo>
                  <a:pt x="14752" y="34235"/>
                </a:lnTo>
                <a:lnTo>
                  <a:pt x="19947" y="29844"/>
                </a:lnTo>
                <a:lnTo>
                  <a:pt x="26740" y="27042"/>
                </a:lnTo>
                <a:lnTo>
                  <a:pt x="35167" y="26057"/>
                </a:lnTo>
                <a:lnTo>
                  <a:pt x="46474" y="27969"/>
                </a:lnTo>
                <a:lnTo>
                  <a:pt x="55240" y="33644"/>
                </a:lnTo>
                <a:lnTo>
                  <a:pt x="60907" y="42994"/>
                </a:lnTo>
                <a:lnTo>
                  <a:pt x="62919" y="55928"/>
                </a:lnTo>
                <a:lnTo>
                  <a:pt x="62919" y="1084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5034928" y="8467871"/>
            <a:ext cx="62865" cy="84455"/>
          </a:xfrm>
          <a:custGeom>
            <a:avLst/>
            <a:gdLst/>
            <a:ahLst/>
            <a:cxnLst/>
            <a:rect l="l" t="t" r="r" b="b"/>
            <a:pathLst>
              <a:path w="62864" h="84454">
                <a:moveTo>
                  <a:pt x="12869" y="21291"/>
                </a:moveTo>
                <a:lnTo>
                  <a:pt x="2277" y="21291"/>
                </a:lnTo>
                <a:lnTo>
                  <a:pt x="5486" y="12579"/>
                </a:lnTo>
                <a:lnTo>
                  <a:pt x="12102" y="5859"/>
                </a:lnTo>
                <a:lnTo>
                  <a:pt x="21537" y="1531"/>
                </a:lnTo>
                <a:lnTo>
                  <a:pt x="33207" y="0"/>
                </a:lnTo>
                <a:lnTo>
                  <a:pt x="42970" y="1159"/>
                </a:lnTo>
                <a:lnTo>
                  <a:pt x="52519" y="5382"/>
                </a:lnTo>
                <a:lnTo>
                  <a:pt x="55645" y="9003"/>
                </a:lnTo>
                <a:lnTo>
                  <a:pt x="22085" y="9003"/>
                </a:lnTo>
                <a:lnTo>
                  <a:pt x="14882" y="13982"/>
                </a:lnTo>
                <a:lnTo>
                  <a:pt x="12869" y="21291"/>
                </a:lnTo>
                <a:close/>
              </a:path>
              <a:path w="62864" h="84454">
                <a:moveTo>
                  <a:pt x="26905" y="84316"/>
                </a:moveTo>
                <a:lnTo>
                  <a:pt x="16422" y="82673"/>
                </a:lnTo>
                <a:lnTo>
                  <a:pt x="7871" y="77881"/>
                </a:lnTo>
                <a:lnTo>
                  <a:pt x="2111" y="70151"/>
                </a:lnTo>
                <a:lnTo>
                  <a:pt x="0" y="59689"/>
                </a:lnTo>
                <a:lnTo>
                  <a:pt x="2351" y="49139"/>
                </a:lnTo>
                <a:lnTo>
                  <a:pt x="48884" y="34372"/>
                </a:lnTo>
                <a:lnTo>
                  <a:pt x="52539" y="34214"/>
                </a:lnTo>
                <a:lnTo>
                  <a:pt x="52539" y="26587"/>
                </a:lnTo>
                <a:lnTo>
                  <a:pt x="51239" y="19237"/>
                </a:lnTo>
                <a:lnTo>
                  <a:pt x="47428" y="13704"/>
                </a:lnTo>
                <a:lnTo>
                  <a:pt x="41233" y="10216"/>
                </a:lnTo>
                <a:lnTo>
                  <a:pt x="32784" y="9003"/>
                </a:lnTo>
                <a:lnTo>
                  <a:pt x="55645" y="9003"/>
                </a:lnTo>
                <a:lnTo>
                  <a:pt x="59703" y="13704"/>
                </a:lnTo>
                <a:lnTo>
                  <a:pt x="59815" y="13982"/>
                </a:lnTo>
                <a:lnTo>
                  <a:pt x="62655" y="27487"/>
                </a:lnTo>
                <a:lnTo>
                  <a:pt x="62655" y="42741"/>
                </a:lnTo>
                <a:lnTo>
                  <a:pt x="52539" y="42741"/>
                </a:lnTo>
                <a:lnTo>
                  <a:pt x="48566" y="43005"/>
                </a:lnTo>
                <a:lnTo>
                  <a:pt x="35538" y="44012"/>
                </a:lnTo>
                <a:lnTo>
                  <a:pt x="31459" y="44276"/>
                </a:lnTo>
                <a:lnTo>
                  <a:pt x="22108" y="45865"/>
                </a:lnTo>
                <a:lnTo>
                  <a:pt x="15478" y="49076"/>
                </a:lnTo>
                <a:lnTo>
                  <a:pt x="11529" y="53847"/>
                </a:lnTo>
                <a:lnTo>
                  <a:pt x="10310" y="59689"/>
                </a:lnTo>
                <a:lnTo>
                  <a:pt x="10221" y="69752"/>
                </a:lnTo>
                <a:lnTo>
                  <a:pt x="17954" y="75154"/>
                </a:lnTo>
                <a:lnTo>
                  <a:pt x="48492" y="75154"/>
                </a:lnTo>
                <a:lnTo>
                  <a:pt x="43264" y="79735"/>
                </a:lnTo>
                <a:lnTo>
                  <a:pt x="36070" y="83049"/>
                </a:lnTo>
                <a:lnTo>
                  <a:pt x="26905" y="84316"/>
                </a:lnTo>
                <a:close/>
              </a:path>
              <a:path w="62864" h="84454">
                <a:moveTo>
                  <a:pt x="48492" y="75154"/>
                </a:moveTo>
                <a:lnTo>
                  <a:pt x="28441" y="75154"/>
                </a:lnTo>
                <a:lnTo>
                  <a:pt x="38462" y="73273"/>
                </a:lnTo>
                <a:lnTo>
                  <a:pt x="46051" y="68169"/>
                </a:lnTo>
                <a:lnTo>
                  <a:pt x="50859" y="60653"/>
                </a:lnTo>
                <a:lnTo>
                  <a:pt x="52539" y="51532"/>
                </a:lnTo>
                <a:lnTo>
                  <a:pt x="52539" y="42741"/>
                </a:lnTo>
                <a:lnTo>
                  <a:pt x="62655" y="42741"/>
                </a:lnTo>
                <a:lnTo>
                  <a:pt x="62655" y="69911"/>
                </a:lnTo>
                <a:lnTo>
                  <a:pt x="51956" y="69911"/>
                </a:lnTo>
                <a:lnTo>
                  <a:pt x="48541" y="75111"/>
                </a:lnTo>
                <a:close/>
              </a:path>
              <a:path w="62864" h="84454">
                <a:moveTo>
                  <a:pt x="62655" y="82463"/>
                </a:moveTo>
                <a:lnTo>
                  <a:pt x="52539" y="82463"/>
                </a:lnTo>
                <a:lnTo>
                  <a:pt x="52539" y="69911"/>
                </a:lnTo>
                <a:lnTo>
                  <a:pt x="62655" y="69911"/>
                </a:lnTo>
                <a:lnTo>
                  <a:pt x="62655" y="8246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119669" y="8441866"/>
            <a:ext cx="180338" cy="1101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320769" y="8499172"/>
            <a:ext cx="45720" cy="9525"/>
          </a:xfrm>
          <a:custGeom>
            <a:avLst/>
            <a:gdLst/>
            <a:ahLst/>
            <a:cxnLst/>
            <a:rect l="l" t="t" r="r" b="b"/>
            <a:pathLst>
              <a:path w="45720" h="9525">
                <a:moveTo>
                  <a:pt x="45601" y="9480"/>
                </a:moveTo>
                <a:lnTo>
                  <a:pt x="0" y="9480"/>
                </a:lnTo>
                <a:lnTo>
                  <a:pt x="0" y="0"/>
                </a:lnTo>
                <a:lnTo>
                  <a:pt x="45601" y="0"/>
                </a:lnTo>
                <a:lnTo>
                  <a:pt x="45601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383159" y="8467871"/>
            <a:ext cx="62865" cy="84455"/>
          </a:xfrm>
          <a:custGeom>
            <a:avLst/>
            <a:gdLst/>
            <a:ahLst/>
            <a:cxnLst/>
            <a:rect l="l" t="t" r="r" b="b"/>
            <a:pathLst>
              <a:path w="62864" h="84454">
                <a:moveTo>
                  <a:pt x="12869" y="21291"/>
                </a:moveTo>
                <a:lnTo>
                  <a:pt x="2277" y="21291"/>
                </a:lnTo>
                <a:lnTo>
                  <a:pt x="5486" y="12579"/>
                </a:lnTo>
                <a:lnTo>
                  <a:pt x="12102" y="5859"/>
                </a:lnTo>
                <a:lnTo>
                  <a:pt x="21537" y="1531"/>
                </a:lnTo>
                <a:lnTo>
                  <a:pt x="33207" y="0"/>
                </a:lnTo>
                <a:lnTo>
                  <a:pt x="42970" y="1159"/>
                </a:lnTo>
                <a:lnTo>
                  <a:pt x="52519" y="5382"/>
                </a:lnTo>
                <a:lnTo>
                  <a:pt x="55645" y="9003"/>
                </a:lnTo>
                <a:lnTo>
                  <a:pt x="22085" y="9003"/>
                </a:lnTo>
                <a:lnTo>
                  <a:pt x="14882" y="13982"/>
                </a:lnTo>
                <a:lnTo>
                  <a:pt x="12869" y="21291"/>
                </a:lnTo>
                <a:close/>
              </a:path>
              <a:path w="62864" h="84454">
                <a:moveTo>
                  <a:pt x="26905" y="84316"/>
                </a:moveTo>
                <a:lnTo>
                  <a:pt x="16422" y="82673"/>
                </a:lnTo>
                <a:lnTo>
                  <a:pt x="7871" y="77881"/>
                </a:lnTo>
                <a:lnTo>
                  <a:pt x="2111" y="70151"/>
                </a:lnTo>
                <a:lnTo>
                  <a:pt x="0" y="59689"/>
                </a:lnTo>
                <a:lnTo>
                  <a:pt x="2351" y="49139"/>
                </a:lnTo>
                <a:lnTo>
                  <a:pt x="48884" y="34372"/>
                </a:lnTo>
                <a:lnTo>
                  <a:pt x="52539" y="34214"/>
                </a:lnTo>
                <a:lnTo>
                  <a:pt x="52539" y="26587"/>
                </a:lnTo>
                <a:lnTo>
                  <a:pt x="51239" y="19237"/>
                </a:lnTo>
                <a:lnTo>
                  <a:pt x="47428" y="13704"/>
                </a:lnTo>
                <a:lnTo>
                  <a:pt x="41233" y="10216"/>
                </a:lnTo>
                <a:lnTo>
                  <a:pt x="32784" y="9003"/>
                </a:lnTo>
                <a:lnTo>
                  <a:pt x="55645" y="9003"/>
                </a:lnTo>
                <a:lnTo>
                  <a:pt x="59703" y="13704"/>
                </a:lnTo>
                <a:lnTo>
                  <a:pt x="59815" y="13982"/>
                </a:lnTo>
                <a:lnTo>
                  <a:pt x="62655" y="27487"/>
                </a:lnTo>
                <a:lnTo>
                  <a:pt x="62655" y="42741"/>
                </a:lnTo>
                <a:lnTo>
                  <a:pt x="52539" y="42741"/>
                </a:lnTo>
                <a:lnTo>
                  <a:pt x="48566" y="43005"/>
                </a:lnTo>
                <a:lnTo>
                  <a:pt x="35538" y="44012"/>
                </a:lnTo>
                <a:lnTo>
                  <a:pt x="31459" y="44276"/>
                </a:lnTo>
                <a:lnTo>
                  <a:pt x="22108" y="45865"/>
                </a:lnTo>
                <a:lnTo>
                  <a:pt x="15478" y="49076"/>
                </a:lnTo>
                <a:lnTo>
                  <a:pt x="11529" y="53847"/>
                </a:lnTo>
                <a:lnTo>
                  <a:pt x="10310" y="59689"/>
                </a:lnTo>
                <a:lnTo>
                  <a:pt x="10221" y="69752"/>
                </a:lnTo>
                <a:lnTo>
                  <a:pt x="17954" y="75154"/>
                </a:lnTo>
                <a:lnTo>
                  <a:pt x="48492" y="75154"/>
                </a:lnTo>
                <a:lnTo>
                  <a:pt x="43264" y="79735"/>
                </a:lnTo>
                <a:lnTo>
                  <a:pt x="36070" y="83049"/>
                </a:lnTo>
                <a:lnTo>
                  <a:pt x="26905" y="84316"/>
                </a:lnTo>
                <a:close/>
              </a:path>
              <a:path w="62864" h="84454">
                <a:moveTo>
                  <a:pt x="48492" y="75154"/>
                </a:moveTo>
                <a:lnTo>
                  <a:pt x="28441" y="75154"/>
                </a:lnTo>
                <a:lnTo>
                  <a:pt x="38462" y="73273"/>
                </a:lnTo>
                <a:lnTo>
                  <a:pt x="46051" y="68169"/>
                </a:lnTo>
                <a:lnTo>
                  <a:pt x="50859" y="60653"/>
                </a:lnTo>
                <a:lnTo>
                  <a:pt x="52539" y="51532"/>
                </a:lnTo>
                <a:lnTo>
                  <a:pt x="52539" y="42741"/>
                </a:lnTo>
                <a:lnTo>
                  <a:pt x="62655" y="42741"/>
                </a:lnTo>
                <a:lnTo>
                  <a:pt x="62655" y="69911"/>
                </a:lnTo>
                <a:lnTo>
                  <a:pt x="51956" y="69911"/>
                </a:lnTo>
                <a:lnTo>
                  <a:pt x="48541" y="75111"/>
                </a:lnTo>
                <a:close/>
              </a:path>
              <a:path w="62864" h="84454">
                <a:moveTo>
                  <a:pt x="62655" y="82463"/>
                </a:moveTo>
                <a:lnTo>
                  <a:pt x="52539" y="82463"/>
                </a:lnTo>
                <a:lnTo>
                  <a:pt x="52539" y="69911"/>
                </a:lnTo>
                <a:lnTo>
                  <a:pt x="62655" y="69911"/>
                </a:lnTo>
                <a:lnTo>
                  <a:pt x="62655" y="8246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5465410" y="8468983"/>
            <a:ext cx="61594" cy="81915"/>
          </a:xfrm>
          <a:custGeom>
            <a:avLst/>
            <a:gdLst/>
            <a:ahLst/>
            <a:cxnLst/>
            <a:rect l="l" t="t" r="r" b="b"/>
            <a:pathLst>
              <a:path w="61595" h="81915">
                <a:moveTo>
                  <a:pt x="61436" y="81351"/>
                </a:moveTo>
                <a:lnTo>
                  <a:pt x="0" y="81351"/>
                </a:lnTo>
                <a:lnTo>
                  <a:pt x="0" y="73406"/>
                </a:lnTo>
                <a:lnTo>
                  <a:pt x="46660" y="10221"/>
                </a:lnTo>
                <a:lnTo>
                  <a:pt x="46660" y="9480"/>
                </a:lnTo>
                <a:lnTo>
                  <a:pt x="1959" y="9480"/>
                </a:lnTo>
                <a:lnTo>
                  <a:pt x="1959" y="0"/>
                </a:lnTo>
                <a:lnTo>
                  <a:pt x="59795" y="0"/>
                </a:lnTo>
                <a:lnTo>
                  <a:pt x="59795" y="8262"/>
                </a:lnTo>
                <a:lnTo>
                  <a:pt x="14035" y="71129"/>
                </a:lnTo>
                <a:lnTo>
                  <a:pt x="14035" y="71870"/>
                </a:lnTo>
                <a:lnTo>
                  <a:pt x="61436" y="71870"/>
                </a:lnTo>
                <a:lnTo>
                  <a:pt x="61436" y="813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5540618" y="8467871"/>
            <a:ext cx="71120" cy="84455"/>
          </a:xfrm>
          <a:custGeom>
            <a:avLst/>
            <a:gdLst/>
            <a:ahLst/>
            <a:cxnLst/>
            <a:rect l="l" t="t" r="r" b="b"/>
            <a:pathLst>
              <a:path w="71120" h="84454">
                <a:moveTo>
                  <a:pt x="37285" y="84158"/>
                </a:moveTo>
                <a:lnTo>
                  <a:pt x="21807" y="81091"/>
                </a:lnTo>
                <a:lnTo>
                  <a:pt x="10062" y="72492"/>
                </a:lnTo>
                <a:lnTo>
                  <a:pt x="2608" y="59267"/>
                </a:lnTo>
                <a:lnTo>
                  <a:pt x="0" y="42317"/>
                </a:lnTo>
                <a:lnTo>
                  <a:pt x="2624" y="25270"/>
                </a:lnTo>
                <a:lnTo>
                  <a:pt x="9990" y="11883"/>
                </a:lnTo>
                <a:lnTo>
                  <a:pt x="21338" y="3133"/>
                </a:lnTo>
                <a:lnTo>
                  <a:pt x="35908" y="0"/>
                </a:lnTo>
                <a:lnTo>
                  <a:pt x="48761" y="2376"/>
                </a:lnTo>
                <a:lnTo>
                  <a:pt x="59057" y="9162"/>
                </a:lnTo>
                <a:lnTo>
                  <a:pt x="35961" y="9162"/>
                </a:lnTo>
                <a:lnTo>
                  <a:pt x="25916" y="11295"/>
                </a:lnTo>
                <a:lnTo>
                  <a:pt x="18000" y="17087"/>
                </a:lnTo>
                <a:lnTo>
                  <a:pt x="12657" y="25629"/>
                </a:lnTo>
                <a:lnTo>
                  <a:pt x="10327" y="36014"/>
                </a:lnTo>
                <a:lnTo>
                  <a:pt x="69879" y="36014"/>
                </a:lnTo>
                <a:lnTo>
                  <a:pt x="70546" y="40092"/>
                </a:lnTo>
                <a:lnTo>
                  <a:pt x="70546" y="44912"/>
                </a:lnTo>
                <a:lnTo>
                  <a:pt x="10274" y="44912"/>
                </a:lnTo>
                <a:lnTo>
                  <a:pt x="12432" y="57343"/>
                </a:lnTo>
                <a:lnTo>
                  <a:pt x="17921" y="66825"/>
                </a:lnTo>
                <a:lnTo>
                  <a:pt x="26339" y="72871"/>
                </a:lnTo>
                <a:lnTo>
                  <a:pt x="37285" y="74995"/>
                </a:lnTo>
                <a:lnTo>
                  <a:pt x="61478" y="74995"/>
                </a:lnTo>
                <a:lnTo>
                  <a:pt x="57928" y="78305"/>
                </a:lnTo>
                <a:lnTo>
                  <a:pt x="48669" y="82592"/>
                </a:lnTo>
                <a:lnTo>
                  <a:pt x="37285" y="84158"/>
                </a:lnTo>
                <a:close/>
              </a:path>
              <a:path w="71120" h="84454">
                <a:moveTo>
                  <a:pt x="69879" y="36014"/>
                </a:moveTo>
                <a:lnTo>
                  <a:pt x="60165" y="36014"/>
                </a:lnTo>
                <a:lnTo>
                  <a:pt x="58424" y="25629"/>
                </a:lnTo>
                <a:lnTo>
                  <a:pt x="58308" y="25270"/>
                </a:lnTo>
                <a:lnTo>
                  <a:pt x="53406" y="16888"/>
                </a:lnTo>
                <a:lnTo>
                  <a:pt x="45754" y="11220"/>
                </a:lnTo>
                <a:lnTo>
                  <a:pt x="35961" y="9162"/>
                </a:lnTo>
                <a:lnTo>
                  <a:pt x="59057" y="9162"/>
                </a:lnTo>
                <a:lnTo>
                  <a:pt x="59841" y="9678"/>
                </a:lnTo>
                <a:lnTo>
                  <a:pt x="67614" y="22164"/>
                </a:lnTo>
                <a:lnTo>
                  <a:pt x="69879" y="36014"/>
                </a:lnTo>
                <a:close/>
              </a:path>
              <a:path w="71120" h="84454">
                <a:moveTo>
                  <a:pt x="61478" y="74995"/>
                </a:moveTo>
                <a:lnTo>
                  <a:pt x="48514" y="74995"/>
                </a:lnTo>
                <a:lnTo>
                  <a:pt x="55134" y="69222"/>
                </a:lnTo>
                <a:lnTo>
                  <a:pt x="57994" y="64032"/>
                </a:lnTo>
                <a:lnTo>
                  <a:pt x="68957" y="64032"/>
                </a:lnTo>
                <a:lnTo>
                  <a:pt x="64783" y="71913"/>
                </a:lnTo>
                <a:lnTo>
                  <a:pt x="61478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624829" y="8467871"/>
            <a:ext cx="72390" cy="84455"/>
          </a:xfrm>
          <a:custGeom>
            <a:avLst/>
            <a:gdLst/>
            <a:ahLst/>
            <a:cxnLst/>
            <a:rect l="l" t="t" r="r" b="b"/>
            <a:pathLst>
              <a:path w="72389" h="84454">
                <a:moveTo>
                  <a:pt x="36120" y="84158"/>
                </a:moveTo>
                <a:lnTo>
                  <a:pt x="21494" y="81088"/>
                </a:lnTo>
                <a:lnTo>
                  <a:pt x="10076" y="72473"/>
                </a:lnTo>
                <a:lnTo>
                  <a:pt x="2649" y="59200"/>
                </a:lnTo>
                <a:lnTo>
                  <a:pt x="0" y="42158"/>
                </a:lnTo>
                <a:lnTo>
                  <a:pt x="2649" y="25002"/>
                </a:lnTo>
                <a:lnTo>
                  <a:pt x="10076" y="11684"/>
                </a:lnTo>
                <a:lnTo>
                  <a:pt x="21494" y="3064"/>
                </a:lnTo>
                <a:lnTo>
                  <a:pt x="36120" y="0"/>
                </a:lnTo>
                <a:lnTo>
                  <a:pt x="50738" y="3071"/>
                </a:lnTo>
                <a:lnTo>
                  <a:pt x="58781" y="9162"/>
                </a:lnTo>
                <a:lnTo>
                  <a:pt x="36120" y="9162"/>
                </a:lnTo>
                <a:lnTo>
                  <a:pt x="25044" y="11808"/>
                </a:lnTo>
                <a:lnTo>
                  <a:pt x="16941" y="18967"/>
                </a:lnTo>
                <a:lnTo>
                  <a:pt x="11967" y="29473"/>
                </a:lnTo>
                <a:lnTo>
                  <a:pt x="10274" y="42158"/>
                </a:lnTo>
                <a:lnTo>
                  <a:pt x="11959" y="54819"/>
                </a:lnTo>
                <a:lnTo>
                  <a:pt x="16921" y="65270"/>
                </a:lnTo>
                <a:lnTo>
                  <a:pt x="25021" y="72374"/>
                </a:lnTo>
                <a:lnTo>
                  <a:pt x="36120" y="74995"/>
                </a:lnTo>
                <a:lnTo>
                  <a:pt x="58821" y="74995"/>
                </a:lnTo>
                <a:lnTo>
                  <a:pt x="50760" y="81088"/>
                </a:lnTo>
                <a:lnTo>
                  <a:pt x="36120" y="84158"/>
                </a:lnTo>
                <a:close/>
              </a:path>
              <a:path w="72389" h="84454">
                <a:moveTo>
                  <a:pt x="58821" y="74995"/>
                </a:moveTo>
                <a:lnTo>
                  <a:pt x="36120" y="74995"/>
                </a:lnTo>
                <a:lnTo>
                  <a:pt x="47197" y="72374"/>
                </a:lnTo>
                <a:lnTo>
                  <a:pt x="55299" y="65270"/>
                </a:lnTo>
                <a:lnTo>
                  <a:pt x="60274" y="54819"/>
                </a:lnTo>
                <a:lnTo>
                  <a:pt x="61966" y="42158"/>
                </a:lnTo>
                <a:lnTo>
                  <a:pt x="60274" y="29473"/>
                </a:lnTo>
                <a:lnTo>
                  <a:pt x="55299" y="18967"/>
                </a:lnTo>
                <a:lnTo>
                  <a:pt x="47197" y="11808"/>
                </a:lnTo>
                <a:lnTo>
                  <a:pt x="36120" y="9162"/>
                </a:lnTo>
                <a:lnTo>
                  <a:pt x="58781" y="9162"/>
                </a:lnTo>
                <a:lnTo>
                  <a:pt x="62112" y="11684"/>
                </a:lnTo>
                <a:lnTo>
                  <a:pt x="69546" y="25024"/>
                </a:lnTo>
                <a:lnTo>
                  <a:pt x="72188" y="42158"/>
                </a:lnTo>
                <a:lnTo>
                  <a:pt x="69554" y="59200"/>
                </a:lnTo>
                <a:lnTo>
                  <a:pt x="62158" y="72473"/>
                </a:lnTo>
                <a:lnTo>
                  <a:pt x="58821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708034" y="8449493"/>
            <a:ext cx="41275" cy="102235"/>
          </a:xfrm>
          <a:custGeom>
            <a:avLst/>
            <a:gdLst/>
            <a:ahLst/>
            <a:cxnLst/>
            <a:rect l="l" t="t" r="r" b="b"/>
            <a:pathLst>
              <a:path w="41275" h="102234">
                <a:moveTo>
                  <a:pt x="36862" y="102006"/>
                </a:moveTo>
                <a:lnTo>
                  <a:pt x="33419" y="102006"/>
                </a:lnTo>
                <a:lnTo>
                  <a:pt x="25632" y="100719"/>
                </a:lnTo>
                <a:lnTo>
                  <a:pt x="18828" y="96875"/>
                </a:lnTo>
                <a:lnTo>
                  <a:pt x="14010" y="90499"/>
                </a:lnTo>
                <a:lnTo>
                  <a:pt x="12181" y="81615"/>
                </a:lnTo>
                <a:lnTo>
                  <a:pt x="12181" y="28229"/>
                </a:lnTo>
                <a:lnTo>
                  <a:pt x="0" y="28229"/>
                </a:lnTo>
                <a:lnTo>
                  <a:pt x="0" y="19490"/>
                </a:lnTo>
                <a:lnTo>
                  <a:pt x="12181" y="19490"/>
                </a:lnTo>
                <a:lnTo>
                  <a:pt x="12181" y="0"/>
                </a:lnTo>
                <a:lnTo>
                  <a:pt x="22403" y="0"/>
                </a:lnTo>
                <a:lnTo>
                  <a:pt x="22403" y="19490"/>
                </a:lnTo>
                <a:lnTo>
                  <a:pt x="39510" y="19490"/>
                </a:lnTo>
                <a:lnTo>
                  <a:pt x="39510" y="28229"/>
                </a:lnTo>
                <a:lnTo>
                  <a:pt x="22403" y="28229"/>
                </a:lnTo>
                <a:lnTo>
                  <a:pt x="22403" y="89401"/>
                </a:lnTo>
                <a:lnTo>
                  <a:pt x="28123" y="92261"/>
                </a:lnTo>
                <a:lnTo>
                  <a:pt x="34372" y="92261"/>
                </a:lnTo>
                <a:lnTo>
                  <a:pt x="41099" y="91996"/>
                </a:lnTo>
                <a:lnTo>
                  <a:pt x="41099" y="101529"/>
                </a:lnTo>
                <a:lnTo>
                  <a:pt x="36862" y="1020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5765922" y="8467765"/>
            <a:ext cx="38100" cy="83185"/>
          </a:xfrm>
          <a:custGeom>
            <a:avLst/>
            <a:gdLst/>
            <a:ahLst/>
            <a:cxnLst/>
            <a:rect l="l" t="t" r="r" b="b"/>
            <a:pathLst>
              <a:path w="38100" h="83184">
                <a:moveTo>
                  <a:pt x="10221" y="82569"/>
                </a:moveTo>
                <a:lnTo>
                  <a:pt x="0" y="82569"/>
                </a:lnTo>
                <a:lnTo>
                  <a:pt x="0" y="1218"/>
                </a:lnTo>
                <a:lnTo>
                  <a:pt x="9957" y="1218"/>
                </a:lnTo>
                <a:lnTo>
                  <a:pt x="9957" y="13770"/>
                </a:lnTo>
                <a:lnTo>
                  <a:pt x="10645" y="13770"/>
                </a:lnTo>
                <a:lnTo>
                  <a:pt x="14028" y="8133"/>
                </a:lnTo>
                <a:lnTo>
                  <a:pt x="19079" y="3786"/>
                </a:lnTo>
                <a:lnTo>
                  <a:pt x="25422" y="989"/>
                </a:lnTo>
                <a:lnTo>
                  <a:pt x="32678" y="0"/>
                </a:lnTo>
                <a:lnTo>
                  <a:pt x="37921" y="158"/>
                </a:lnTo>
                <a:lnTo>
                  <a:pt x="37921" y="10486"/>
                </a:lnTo>
                <a:lnTo>
                  <a:pt x="34478" y="9851"/>
                </a:lnTo>
                <a:lnTo>
                  <a:pt x="31883" y="9851"/>
                </a:lnTo>
                <a:lnTo>
                  <a:pt x="23225" y="11392"/>
                </a:lnTo>
                <a:lnTo>
                  <a:pt x="16365" y="15670"/>
                </a:lnTo>
                <a:lnTo>
                  <a:pt x="11848" y="22162"/>
                </a:lnTo>
                <a:lnTo>
                  <a:pt x="10221" y="30347"/>
                </a:lnTo>
                <a:lnTo>
                  <a:pt x="10221" y="8256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813006" y="8467871"/>
            <a:ext cx="72390" cy="84455"/>
          </a:xfrm>
          <a:custGeom>
            <a:avLst/>
            <a:gdLst/>
            <a:ahLst/>
            <a:cxnLst/>
            <a:rect l="l" t="t" r="r" b="b"/>
            <a:pathLst>
              <a:path w="72389" h="84454">
                <a:moveTo>
                  <a:pt x="36120" y="84158"/>
                </a:moveTo>
                <a:lnTo>
                  <a:pt x="21494" y="81088"/>
                </a:lnTo>
                <a:lnTo>
                  <a:pt x="10076" y="72473"/>
                </a:lnTo>
                <a:lnTo>
                  <a:pt x="2649" y="59200"/>
                </a:lnTo>
                <a:lnTo>
                  <a:pt x="0" y="42158"/>
                </a:lnTo>
                <a:lnTo>
                  <a:pt x="2649" y="25002"/>
                </a:lnTo>
                <a:lnTo>
                  <a:pt x="10076" y="11684"/>
                </a:lnTo>
                <a:lnTo>
                  <a:pt x="21494" y="3064"/>
                </a:lnTo>
                <a:lnTo>
                  <a:pt x="36120" y="0"/>
                </a:lnTo>
                <a:lnTo>
                  <a:pt x="50738" y="3071"/>
                </a:lnTo>
                <a:lnTo>
                  <a:pt x="58781" y="9162"/>
                </a:lnTo>
                <a:lnTo>
                  <a:pt x="36120" y="9162"/>
                </a:lnTo>
                <a:lnTo>
                  <a:pt x="25044" y="11808"/>
                </a:lnTo>
                <a:lnTo>
                  <a:pt x="16941" y="18967"/>
                </a:lnTo>
                <a:lnTo>
                  <a:pt x="11967" y="29473"/>
                </a:lnTo>
                <a:lnTo>
                  <a:pt x="10274" y="42158"/>
                </a:lnTo>
                <a:lnTo>
                  <a:pt x="11959" y="54819"/>
                </a:lnTo>
                <a:lnTo>
                  <a:pt x="16921" y="65270"/>
                </a:lnTo>
                <a:lnTo>
                  <a:pt x="25021" y="72374"/>
                </a:lnTo>
                <a:lnTo>
                  <a:pt x="36120" y="74995"/>
                </a:lnTo>
                <a:lnTo>
                  <a:pt x="58821" y="74995"/>
                </a:lnTo>
                <a:lnTo>
                  <a:pt x="50760" y="81088"/>
                </a:lnTo>
                <a:lnTo>
                  <a:pt x="36120" y="84158"/>
                </a:lnTo>
                <a:close/>
              </a:path>
              <a:path w="72389" h="84454">
                <a:moveTo>
                  <a:pt x="58821" y="74995"/>
                </a:moveTo>
                <a:lnTo>
                  <a:pt x="36120" y="74995"/>
                </a:lnTo>
                <a:lnTo>
                  <a:pt x="47197" y="72374"/>
                </a:lnTo>
                <a:lnTo>
                  <a:pt x="55299" y="65270"/>
                </a:lnTo>
                <a:lnTo>
                  <a:pt x="60274" y="54819"/>
                </a:lnTo>
                <a:lnTo>
                  <a:pt x="61966" y="42158"/>
                </a:lnTo>
                <a:lnTo>
                  <a:pt x="60274" y="29473"/>
                </a:lnTo>
                <a:lnTo>
                  <a:pt x="55299" y="18967"/>
                </a:lnTo>
                <a:lnTo>
                  <a:pt x="47197" y="11808"/>
                </a:lnTo>
                <a:lnTo>
                  <a:pt x="36120" y="9162"/>
                </a:lnTo>
                <a:lnTo>
                  <a:pt x="58781" y="9162"/>
                </a:lnTo>
                <a:lnTo>
                  <a:pt x="62112" y="11684"/>
                </a:lnTo>
                <a:lnTo>
                  <a:pt x="69546" y="25024"/>
                </a:lnTo>
                <a:lnTo>
                  <a:pt x="72188" y="42158"/>
                </a:lnTo>
                <a:lnTo>
                  <a:pt x="69554" y="59200"/>
                </a:lnTo>
                <a:lnTo>
                  <a:pt x="62158" y="72473"/>
                </a:lnTo>
                <a:lnTo>
                  <a:pt x="58821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5902990" y="8467871"/>
            <a:ext cx="69850" cy="113030"/>
          </a:xfrm>
          <a:custGeom>
            <a:avLst/>
            <a:gdLst/>
            <a:ahLst/>
            <a:cxnLst/>
            <a:rect l="l" t="t" r="r" b="b"/>
            <a:pathLst>
              <a:path w="69850" h="113029">
                <a:moveTo>
                  <a:pt x="18753" y="16259"/>
                </a:moveTo>
                <a:lnTo>
                  <a:pt x="11122" y="16259"/>
                </a:lnTo>
                <a:lnTo>
                  <a:pt x="14225" y="10792"/>
                </a:lnTo>
                <a:lnTo>
                  <a:pt x="19026" y="5528"/>
                </a:lnTo>
                <a:lnTo>
                  <a:pt x="26032" y="1564"/>
                </a:lnTo>
                <a:lnTo>
                  <a:pt x="35749" y="0"/>
                </a:lnTo>
                <a:lnTo>
                  <a:pt x="49512" y="3009"/>
                </a:lnTo>
                <a:lnTo>
                  <a:pt x="57275" y="9215"/>
                </a:lnTo>
                <a:lnTo>
                  <a:pt x="34531" y="9215"/>
                </a:lnTo>
                <a:lnTo>
                  <a:pt x="24072" y="11609"/>
                </a:lnTo>
                <a:lnTo>
                  <a:pt x="18753" y="16259"/>
                </a:lnTo>
                <a:close/>
              </a:path>
              <a:path w="69850" h="113029">
                <a:moveTo>
                  <a:pt x="10221" y="112969"/>
                </a:moveTo>
                <a:lnTo>
                  <a:pt x="0" y="112969"/>
                </a:lnTo>
                <a:lnTo>
                  <a:pt x="0" y="1112"/>
                </a:lnTo>
                <a:lnTo>
                  <a:pt x="9957" y="1112"/>
                </a:lnTo>
                <a:lnTo>
                  <a:pt x="9957" y="16259"/>
                </a:lnTo>
                <a:lnTo>
                  <a:pt x="18753" y="16259"/>
                </a:lnTo>
                <a:lnTo>
                  <a:pt x="16398" y="18318"/>
                </a:lnTo>
                <a:lnTo>
                  <a:pt x="11674" y="28632"/>
                </a:lnTo>
                <a:lnTo>
                  <a:pt x="10062" y="41840"/>
                </a:lnTo>
                <a:lnTo>
                  <a:pt x="11696" y="55137"/>
                </a:lnTo>
                <a:lnTo>
                  <a:pt x="16458" y="65594"/>
                </a:lnTo>
                <a:lnTo>
                  <a:pt x="18866" y="67739"/>
                </a:lnTo>
                <a:lnTo>
                  <a:pt x="10221" y="67739"/>
                </a:lnTo>
                <a:lnTo>
                  <a:pt x="10221" y="112969"/>
                </a:lnTo>
                <a:close/>
              </a:path>
              <a:path w="69850" h="113029">
                <a:moveTo>
                  <a:pt x="57293" y="74889"/>
                </a:moveTo>
                <a:lnTo>
                  <a:pt x="34531" y="74889"/>
                </a:lnTo>
                <a:lnTo>
                  <a:pt x="45121" y="72339"/>
                </a:lnTo>
                <a:lnTo>
                  <a:pt x="52876" y="65336"/>
                </a:lnTo>
                <a:lnTo>
                  <a:pt x="57642" y="54847"/>
                </a:lnTo>
                <a:lnTo>
                  <a:pt x="59265" y="41840"/>
                </a:lnTo>
                <a:lnTo>
                  <a:pt x="57672" y="28967"/>
                </a:lnTo>
                <a:lnTo>
                  <a:pt x="52956" y="18616"/>
                </a:lnTo>
                <a:lnTo>
                  <a:pt x="45211" y="11721"/>
                </a:lnTo>
                <a:lnTo>
                  <a:pt x="34531" y="9215"/>
                </a:lnTo>
                <a:lnTo>
                  <a:pt x="57275" y="9215"/>
                </a:lnTo>
                <a:lnTo>
                  <a:pt x="60165" y="11526"/>
                </a:lnTo>
                <a:lnTo>
                  <a:pt x="67046" y="24779"/>
                </a:lnTo>
                <a:lnTo>
                  <a:pt x="69487" y="41999"/>
                </a:lnTo>
                <a:lnTo>
                  <a:pt x="67041" y="59267"/>
                </a:lnTo>
                <a:lnTo>
                  <a:pt x="60165" y="72572"/>
                </a:lnTo>
                <a:lnTo>
                  <a:pt x="57293" y="74889"/>
                </a:lnTo>
                <a:close/>
              </a:path>
              <a:path w="69850" h="113029">
                <a:moveTo>
                  <a:pt x="35908" y="84158"/>
                </a:moveTo>
                <a:lnTo>
                  <a:pt x="26226" y="82590"/>
                </a:lnTo>
                <a:lnTo>
                  <a:pt x="19146" y="78610"/>
                </a:lnTo>
                <a:lnTo>
                  <a:pt x="14250" y="73299"/>
                </a:lnTo>
                <a:lnTo>
                  <a:pt x="11122" y="67739"/>
                </a:lnTo>
                <a:lnTo>
                  <a:pt x="18866" y="67739"/>
                </a:lnTo>
                <a:lnTo>
                  <a:pt x="24139" y="72436"/>
                </a:lnTo>
                <a:lnTo>
                  <a:pt x="34531" y="74889"/>
                </a:lnTo>
                <a:lnTo>
                  <a:pt x="57293" y="74889"/>
                </a:lnTo>
                <a:lnTo>
                  <a:pt x="49556" y="81130"/>
                </a:lnTo>
                <a:lnTo>
                  <a:pt x="35908" y="8415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5988102" y="8440913"/>
            <a:ext cx="15240" cy="109855"/>
          </a:xfrm>
          <a:custGeom>
            <a:avLst/>
            <a:gdLst/>
            <a:ahLst/>
            <a:cxnLst/>
            <a:rect l="l" t="t" r="r" b="b"/>
            <a:pathLst>
              <a:path w="15239" h="109854">
                <a:moveTo>
                  <a:pt x="11492" y="14247"/>
                </a:moveTo>
                <a:lnTo>
                  <a:pt x="3389" y="14247"/>
                </a:lnTo>
                <a:lnTo>
                  <a:pt x="0" y="11069"/>
                </a:lnTo>
                <a:lnTo>
                  <a:pt x="0" y="3177"/>
                </a:lnTo>
                <a:lnTo>
                  <a:pt x="3389" y="0"/>
                </a:lnTo>
                <a:lnTo>
                  <a:pt x="11492" y="0"/>
                </a:lnTo>
                <a:lnTo>
                  <a:pt x="14935" y="3177"/>
                </a:lnTo>
                <a:lnTo>
                  <a:pt x="14935" y="11069"/>
                </a:lnTo>
                <a:lnTo>
                  <a:pt x="11492" y="14247"/>
                </a:lnTo>
                <a:close/>
              </a:path>
              <a:path w="15239" h="109854">
                <a:moveTo>
                  <a:pt x="12552" y="109421"/>
                </a:moveTo>
                <a:lnTo>
                  <a:pt x="2277" y="109421"/>
                </a:lnTo>
                <a:lnTo>
                  <a:pt x="2277" y="28070"/>
                </a:lnTo>
                <a:lnTo>
                  <a:pt x="12552" y="28070"/>
                </a:lnTo>
                <a:lnTo>
                  <a:pt x="12552" y="10942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018555" y="8467871"/>
            <a:ext cx="67945" cy="84455"/>
          </a:xfrm>
          <a:custGeom>
            <a:avLst/>
            <a:gdLst/>
            <a:ahLst/>
            <a:cxnLst/>
            <a:rect l="l" t="t" r="r" b="b"/>
            <a:pathLst>
              <a:path w="67945" h="84454">
                <a:moveTo>
                  <a:pt x="36279" y="84158"/>
                </a:moveTo>
                <a:lnTo>
                  <a:pt x="21293" y="81006"/>
                </a:lnTo>
                <a:lnTo>
                  <a:pt x="9857" y="72254"/>
                </a:lnTo>
                <a:lnTo>
                  <a:pt x="2562" y="58954"/>
                </a:lnTo>
                <a:lnTo>
                  <a:pt x="0" y="42158"/>
                </a:lnTo>
                <a:lnTo>
                  <a:pt x="2620" y="25226"/>
                </a:lnTo>
                <a:lnTo>
                  <a:pt x="9996" y="11883"/>
                </a:lnTo>
                <a:lnTo>
                  <a:pt x="21405" y="3138"/>
                </a:lnTo>
                <a:lnTo>
                  <a:pt x="36120" y="0"/>
                </a:lnTo>
                <a:lnTo>
                  <a:pt x="47670" y="1834"/>
                </a:lnTo>
                <a:lnTo>
                  <a:pt x="57180" y="7010"/>
                </a:lnTo>
                <a:lnTo>
                  <a:pt x="63998" y="15037"/>
                </a:lnTo>
                <a:lnTo>
                  <a:pt x="67474" y="25422"/>
                </a:lnTo>
                <a:lnTo>
                  <a:pt x="57252" y="25422"/>
                </a:lnTo>
                <a:lnTo>
                  <a:pt x="54757" y="19127"/>
                </a:lnTo>
                <a:lnTo>
                  <a:pt x="50321" y="13955"/>
                </a:lnTo>
                <a:lnTo>
                  <a:pt x="44107" y="10451"/>
                </a:lnTo>
                <a:lnTo>
                  <a:pt x="36279" y="9162"/>
                </a:lnTo>
                <a:lnTo>
                  <a:pt x="25714" y="11535"/>
                </a:lnTo>
                <a:lnTo>
                  <a:pt x="17497" y="18212"/>
                </a:lnTo>
                <a:lnTo>
                  <a:pt x="12170" y="28534"/>
                </a:lnTo>
                <a:lnTo>
                  <a:pt x="10274" y="41840"/>
                </a:lnTo>
                <a:lnTo>
                  <a:pt x="12133" y="55271"/>
                </a:lnTo>
                <a:lnTo>
                  <a:pt x="17398" y="65713"/>
                </a:lnTo>
                <a:lnTo>
                  <a:pt x="25602" y="72481"/>
                </a:lnTo>
                <a:lnTo>
                  <a:pt x="36279" y="74889"/>
                </a:lnTo>
                <a:lnTo>
                  <a:pt x="43698" y="73770"/>
                </a:lnTo>
                <a:lnTo>
                  <a:pt x="49910" y="70546"/>
                </a:lnTo>
                <a:lnTo>
                  <a:pt x="54564" y="65415"/>
                </a:lnTo>
                <a:lnTo>
                  <a:pt x="57305" y="58576"/>
                </a:lnTo>
                <a:lnTo>
                  <a:pt x="67527" y="58576"/>
                </a:lnTo>
                <a:lnTo>
                  <a:pt x="64164" y="68807"/>
                </a:lnTo>
                <a:lnTo>
                  <a:pt x="57544" y="76908"/>
                </a:lnTo>
                <a:lnTo>
                  <a:pt x="48103" y="82238"/>
                </a:lnTo>
                <a:lnTo>
                  <a:pt x="36279" y="8415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102131" y="8499172"/>
            <a:ext cx="45720" cy="9525"/>
          </a:xfrm>
          <a:custGeom>
            <a:avLst/>
            <a:gdLst/>
            <a:ahLst/>
            <a:cxnLst/>
            <a:rect l="l" t="t" r="r" b="b"/>
            <a:pathLst>
              <a:path w="45720" h="9525">
                <a:moveTo>
                  <a:pt x="45601" y="9480"/>
                </a:moveTo>
                <a:lnTo>
                  <a:pt x="0" y="9480"/>
                </a:lnTo>
                <a:lnTo>
                  <a:pt x="0" y="0"/>
                </a:lnTo>
                <a:lnTo>
                  <a:pt x="45601" y="0"/>
                </a:lnTo>
                <a:lnTo>
                  <a:pt x="45601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168494" y="8440913"/>
            <a:ext cx="185899" cy="1399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374042" y="8436835"/>
            <a:ext cx="347013" cy="1457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740175" y="8441866"/>
            <a:ext cx="77470" cy="108585"/>
          </a:xfrm>
          <a:custGeom>
            <a:avLst/>
            <a:gdLst/>
            <a:ahLst/>
            <a:cxnLst/>
            <a:rect l="l" t="t" r="r" b="b"/>
            <a:pathLst>
              <a:path w="77470" h="108584">
                <a:moveTo>
                  <a:pt x="77219" y="85429"/>
                </a:moveTo>
                <a:lnTo>
                  <a:pt x="0" y="85429"/>
                </a:lnTo>
                <a:lnTo>
                  <a:pt x="0" y="76690"/>
                </a:lnTo>
                <a:lnTo>
                  <a:pt x="49520" y="0"/>
                </a:lnTo>
                <a:lnTo>
                  <a:pt x="62337" y="0"/>
                </a:lnTo>
                <a:lnTo>
                  <a:pt x="62337" y="14194"/>
                </a:lnTo>
                <a:lnTo>
                  <a:pt x="51109" y="14194"/>
                </a:lnTo>
                <a:lnTo>
                  <a:pt x="11810" y="75207"/>
                </a:lnTo>
                <a:lnTo>
                  <a:pt x="11810" y="75948"/>
                </a:lnTo>
                <a:lnTo>
                  <a:pt x="77219" y="75948"/>
                </a:lnTo>
                <a:lnTo>
                  <a:pt x="77219" y="85429"/>
                </a:lnTo>
                <a:close/>
              </a:path>
              <a:path w="77470" h="108584">
                <a:moveTo>
                  <a:pt x="62337" y="75948"/>
                </a:moveTo>
                <a:lnTo>
                  <a:pt x="52168" y="75948"/>
                </a:lnTo>
                <a:lnTo>
                  <a:pt x="52168" y="14194"/>
                </a:lnTo>
                <a:lnTo>
                  <a:pt x="62337" y="14194"/>
                </a:lnTo>
                <a:lnTo>
                  <a:pt x="62337" y="75948"/>
                </a:lnTo>
                <a:close/>
              </a:path>
              <a:path w="77470" h="108584">
                <a:moveTo>
                  <a:pt x="62337" y="108468"/>
                </a:moveTo>
                <a:lnTo>
                  <a:pt x="52168" y="108468"/>
                </a:lnTo>
                <a:lnTo>
                  <a:pt x="52168" y="85429"/>
                </a:lnTo>
                <a:lnTo>
                  <a:pt x="62337" y="85429"/>
                </a:lnTo>
                <a:lnTo>
                  <a:pt x="62337" y="1084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6823856" y="8550334"/>
            <a:ext cx="67310" cy="9525"/>
          </a:xfrm>
          <a:custGeom>
            <a:avLst/>
            <a:gdLst/>
            <a:ahLst/>
            <a:cxnLst/>
            <a:rect l="l" t="t" r="r" b="b"/>
            <a:pathLst>
              <a:path w="67309" h="9525">
                <a:moveTo>
                  <a:pt x="66892" y="9480"/>
                </a:moveTo>
                <a:lnTo>
                  <a:pt x="0" y="9480"/>
                </a:lnTo>
                <a:lnTo>
                  <a:pt x="0" y="0"/>
                </a:lnTo>
                <a:lnTo>
                  <a:pt x="66892" y="0"/>
                </a:lnTo>
                <a:lnTo>
                  <a:pt x="66892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6899858" y="8440384"/>
            <a:ext cx="69850" cy="110489"/>
          </a:xfrm>
          <a:custGeom>
            <a:avLst/>
            <a:gdLst/>
            <a:ahLst/>
            <a:cxnLst/>
            <a:rect l="l" t="t" r="r" b="b"/>
            <a:pathLst>
              <a:path w="69850" h="110490">
                <a:moveTo>
                  <a:pt x="69646" y="109951"/>
                </a:moveTo>
                <a:lnTo>
                  <a:pt x="52" y="109951"/>
                </a:lnTo>
                <a:lnTo>
                  <a:pt x="0" y="102112"/>
                </a:lnTo>
                <a:lnTo>
                  <a:pt x="36650" y="62496"/>
                </a:lnTo>
                <a:lnTo>
                  <a:pt x="45606" y="52373"/>
                </a:lnTo>
                <a:lnTo>
                  <a:pt x="51731" y="44157"/>
                </a:lnTo>
                <a:lnTo>
                  <a:pt x="55255" y="36875"/>
                </a:lnTo>
                <a:lnTo>
                  <a:pt x="56405" y="29553"/>
                </a:lnTo>
                <a:lnTo>
                  <a:pt x="54642" y="21305"/>
                </a:lnTo>
                <a:lnTo>
                  <a:pt x="49844" y="14935"/>
                </a:lnTo>
                <a:lnTo>
                  <a:pt x="42634" y="10829"/>
                </a:lnTo>
                <a:lnTo>
                  <a:pt x="33631" y="9374"/>
                </a:lnTo>
                <a:lnTo>
                  <a:pt x="24341" y="10994"/>
                </a:lnTo>
                <a:lnTo>
                  <a:pt x="17226" y="15504"/>
                </a:lnTo>
                <a:lnTo>
                  <a:pt x="12673" y="22378"/>
                </a:lnTo>
                <a:lnTo>
                  <a:pt x="11069" y="31089"/>
                </a:lnTo>
                <a:lnTo>
                  <a:pt x="953" y="31089"/>
                </a:lnTo>
                <a:lnTo>
                  <a:pt x="3390" y="18567"/>
                </a:lnTo>
                <a:lnTo>
                  <a:pt x="10281" y="8732"/>
                </a:lnTo>
                <a:lnTo>
                  <a:pt x="20757" y="2303"/>
                </a:lnTo>
                <a:lnTo>
                  <a:pt x="33949" y="0"/>
                </a:lnTo>
                <a:lnTo>
                  <a:pt x="46968" y="2271"/>
                </a:lnTo>
                <a:lnTo>
                  <a:pt x="57233" y="8520"/>
                </a:lnTo>
                <a:lnTo>
                  <a:pt x="63971" y="17897"/>
                </a:lnTo>
                <a:lnTo>
                  <a:pt x="66415" y="29553"/>
                </a:lnTo>
                <a:lnTo>
                  <a:pt x="65224" y="38275"/>
                </a:lnTo>
                <a:lnTo>
                  <a:pt x="61258" y="47176"/>
                </a:lnTo>
                <a:lnTo>
                  <a:pt x="53806" y="57527"/>
                </a:lnTo>
                <a:lnTo>
                  <a:pt x="42158" y="70599"/>
                </a:lnTo>
                <a:lnTo>
                  <a:pt x="15041" y="99676"/>
                </a:lnTo>
                <a:lnTo>
                  <a:pt x="15041" y="100417"/>
                </a:lnTo>
                <a:lnTo>
                  <a:pt x="69646" y="100417"/>
                </a:lnTo>
                <a:lnTo>
                  <a:pt x="69646" y="1099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6985870" y="8441866"/>
            <a:ext cx="69850" cy="108585"/>
          </a:xfrm>
          <a:custGeom>
            <a:avLst/>
            <a:gdLst/>
            <a:ahLst/>
            <a:cxnLst/>
            <a:rect l="l" t="t" r="r" b="b"/>
            <a:pathLst>
              <a:path w="69850" h="108584">
                <a:moveTo>
                  <a:pt x="18907" y="108468"/>
                </a:moveTo>
                <a:lnTo>
                  <a:pt x="7626" y="108468"/>
                </a:lnTo>
                <a:lnTo>
                  <a:pt x="58259" y="10274"/>
                </a:lnTo>
                <a:lnTo>
                  <a:pt x="58259" y="9533"/>
                </a:lnTo>
                <a:lnTo>
                  <a:pt x="0" y="9533"/>
                </a:lnTo>
                <a:lnTo>
                  <a:pt x="0" y="0"/>
                </a:lnTo>
                <a:lnTo>
                  <a:pt x="69434" y="0"/>
                </a:lnTo>
                <a:lnTo>
                  <a:pt x="69434" y="10009"/>
                </a:lnTo>
                <a:lnTo>
                  <a:pt x="18907" y="1084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7073576" y="8440384"/>
            <a:ext cx="69850" cy="110489"/>
          </a:xfrm>
          <a:custGeom>
            <a:avLst/>
            <a:gdLst/>
            <a:ahLst/>
            <a:cxnLst/>
            <a:rect l="l" t="t" r="r" b="b"/>
            <a:pathLst>
              <a:path w="69850" h="110490">
                <a:moveTo>
                  <a:pt x="69646" y="109951"/>
                </a:moveTo>
                <a:lnTo>
                  <a:pt x="52" y="109951"/>
                </a:lnTo>
                <a:lnTo>
                  <a:pt x="0" y="102112"/>
                </a:lnTo>
                <a:lnTo>
                  <a:pt x="36650" y="62496"/>
                </a:lnTo>
                <a:lnTo>
                  <a:pt x="45606" y="52373"/>
                </a:lnTo>
                <a:lnTo>
                  <a:pt x="51731" y="44157"/>
                </a:lnTo>
                <a:lnTo>
                  <a:pt x="55255" y="36875"/>
                </a:lnTo>
                <a:lnTo>
                  <a:pt x="56405" y="29553"/>
                </a:lnTo>
                <a:lnTo>
                  <a:pt x="54641" y="21305"/>
                </a:lnTo>
                <a:lnTo>
                  <a:pt x="49844" y="14935"/>
                </a:lnTo>
                <a:lnTo>
                  <a:pt x="42634" y="10829"/>
                </a:lnTo>
                <a:lnTo>
                  <a:pt x="33631" y="9374"/>
                </a:lnTo>
                <a:lnTo>
                  <a:pt x="24341" y="10994"/>
                </a:lnTo>
                <a:lnTo>
                  <a:pt x="17226" y="15504"/>
                </a:lnTo>
                <a:lnTo>
                  <a:pt x="12673" y="22378"/>
                </a:lnTo>
                <a:lnTo>
                  <a:pt x="11069" y="31089"/>
                </a:lnTo>
                <a:lnTo>
                  <a:pt x="953" y="31089"/>
                </a:lnTo>
                <a:lnTo>
                  <a:pt x="3390" y="18567"/>
                </a:lnTo>
                <a:lnTo>
                  <a:pt x="10281" y="8732"/>
                </a:lnTo>
                <a:lnTo>
                  <a:pt x="20757" y="2303"/>
                </a:lnTo>
                <a:lnTo>
                  <a:pt x="33949" y="0"/>
                </a:lnTo>
                <a:lnTo>
                  <a:pt x="46968" y="2271"/>
                </a:lnTo>
                <a:lnTo>
                  <a:pt x="57233" y="8520"/>
                </a:lnTo>
                <a:lnTo>
                  <a:pt x="63971" y="17897"/>
                </a:lnTo>
                <a:lnTo>
                  <a:pt x="66415" y="29553"/>
                </a:lnTo>
                <a:lnTo>
                  <a:pt x="65224" y="38275"/>
                </a:lnTo>
                <a:lnTo>
                  <a:pt x="61258" y="47176"/>
                </a:lnTo>
                <a:lnTo>
                  <a:pt x="53806" y="57527"/>
                </a:lnTo>
                <a:lnTo>
                  <a:pt x="42158" y="70599"/>
                </a:lnTo>
                <a:lnTo>
                  <a:pt x="15041" y="99676"/>
                </a:lnTo>
                <a:lnTo>
                  <a:pt x="15041" y="100417"/>
                </a:lnTo>
                <a:lnTo>
                  <a:pt x="69646" y="100417"/>
                </a:lnTo>
                <a:lnTo>
                  <a:pt x="69646" y="1099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7159588" y="8441866"/>
            <a:ext cx="69850" cy="108585"/>
          </a:xfrm>
          <a:custGeom>
            <a:avLst/>
            <a:gdLst/>
            <a:ahLst/>
            <a:cxnLst/>
            <a:rect l="l" t="t" r="r" b="b"/>
            <a:pathLst>
              <a:path w="69850" h="108584">
                <a:moveTo>
                  <a:pt x="18907" y="108468"/>
                </a:moveTo>
                <a:lnTo>
                  <a:pt x="7626" y="108468"/>
                </a:lnTo>
                <a:lnTo>
                  <a:pt x="58259" y="10274"/>
                </a:lnTo>
                <a:lnTo>
                  <a:pt x="58259" y="9533"/>
                </a:lnTo>
                <a:lnTo>
                  <a:pt x="0" y="9533"/>
                </a:lnTo>
                <a:lnTo>
                  <a:pt x="0" y="0"/>
                </a:lnTo>
                <a:lnTo>
                  <a:pt x="69434" y="0"/>
                </a:lnTo>
                <a:lnTo>
                  <a:pt x="69434" y="10009"/>
                </a:lnTo>
                <a:lnTo>
                  <a:pt x="18907" y="1084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7247294" y="8440384"/>
            <a:ext cx="69850" cy="110489"/>
          </a:xfrm>
          <a:custGeom>
            <a:avLst/>
            <a:gdLst/>
            <a:ahLst/>
            <a:cxnLst/>
            <a:rect l="l" t="t" r="r" b="b"/>
            <a:pathLst>
              <a:path w="69850" h="110490">
                <a:moveTo>
                  <a:pt x="69646" y="109951"/>
                </a:moveTo>
                <a:lnTo>
                  <a:pt x="52" y="109951"/>
                </a:lnTo>
                <a:lnTo>
                  <a:pt x="0" y="102112"/>
                </a:lnTo>
                <a:lnTo>
                  <a:pt x="36650" y="62496"/>
                </a:lnTo>
                <a:lnTo>
                  <a:pt x="45606" y="52373"/>
                </a:lnTo>
                <a:lnTo>
                  <a:pt x="51731" y="44157"/>
                </a:lnTo>
                <a:lnTo>
                  <a:pt x="55255" y="36875"/>
                </a:lnTo>
                <a:lnTo>
                  <a:pt x="56405" y="29553"/>
                </a:lnTo>
                <a:lnTo>
                  <a:pt x="54642" y="21305"/>
                </a:lnTo>
                <a:lnTo>
                  <a:pt x="49844" y="14935"/>
                </a:lnTo>
                <a:lnTo>
                  <a:pt x="42634" y="10829"/>
                </a:lnTo>
                <a:lnTo>
                  <a:pt x="33631" y="9374"/>
                </a:lnTo>
                <a:lnTo>
                  <a:pt x="24341" y="10994"/>
                </a:lnTo>
                <a:lnTo>
                  <a:pt x="17226" y="15504"/>
                </a:lnTo>
                <a:lnTo>
                  <a:pt x="12673" y="22378"/>
                </a:lnTo>
                <a:lnTo>
                  <a:pt x="11069" y="31089"/>
                </a:lnTo>
                <a:lnTo>
                  <a:pt x="953" y="31089"/>
                </a:lnTo>
                <a:lnTo>
                  <a:pt x="3390" y="18567"/>
                </a:lnTo>
                <a:lnTo>
                  <a:pt x="10281" y="8732"/>
                </a:lnTo>
                <a:lnTo>
                  <a:pt x="20757" y="2303"/>
                </a:lnTo>
                <a:lnTo>
                  <a:pt x="33949" y="0"/>
                </a:lnTo>
                <a:lnTo>
                  <a:pt x="46969" y="2271"/>
                </a:lnTo>
                <a:lnTo>
                  <a:pt x="57233" y="8520"/>
                </a:lnTo>
                <a:lnTo>
                  <a:pt x="63971" y="17897"/>
                </a:lnTo>
                <a:lnTo>
                  <a:pt x="66415" y="29553"/>
                </a:lnTo>
                <a:lnTo>
                  <a:pt x="65224" y="38275"/>
                </a:lnTo>
                <a:lnTo>
                  <a:pt x="61258" y="47176"/>
                </a:lnTo>
                <a:lnTo>
                  <a:pt x="53806" y="57527"/>
                </a:lnTo>
                <a:lnTo>
                  <a:pt x="42158" y="70599"/>
                </a:lnTo>
                <a:lnTo>
                  <a:pt x="15041" y="99676"/>
                </a:lnTo>
                <a:lnTo>
                  <a:pt x="15041" y="100417"/>
                </a:lnTo>
                <a:lnTo>
                  <a:pt x="69646" y="100417"/>
                </a:lnTo>
                <a:lnTo>
                  <a:pt x="69646" y="1099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7337544" y="8440384"/>
            <a:ext cx="339386" cy="1114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575707" y="3256833"/>
            <a:ext cx="6625860" cy="487980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88566"/>
            <a:ext cx="904240" cy="42545"/>
          </a:xfrm>
          <a:custGeom>
            <a:avLst/>
            <a:gdLst/>
            <a:ahLst/>
            <a:cxnLst/>
            <a:rect l="l" t="t" r="r" b="b"/>
            <a:pathLst>
              <a:path w="904240" h="42544">
                <a:moveTo>
                  <a:pt x="0" y="41955"/>
                </a:moveTo>
                <a:lnTo>
                  <a:pt x="904188" y="41955"/>
                </a:lnTo>
                <a:lnTo>
                  <a:pt x="904188" y="0"/>
                </a:lnTo>
                <a:lnTo>
                  <a:pt x="0" y="0"/>
                </a:lnTo>
                <a:lnTo>
                  <a:pt x="0" y="41955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04240" cy="1388745"/>
          </a:xfrm>
          <a:custGeom>
            <a:avLst/>
            <a:gdLst/>
            <a:ahLst/>
            <a:cxnLst/>
            <a:rect l="l" t="t" r="r" b="b"/>
            <a:pathLst>
              <a:path w="904240" h="1388745">
                <a:moveTo>
                  <a:pt x="0" y="1388566"/>
                </a:moveTo>
                <a:lnTo>
                  <a:pt x="904188" y="1388566"/>
                </a:lnTo>
                <a:lnTo>
                  <a:pt x="904188" y="0"/>
                </a:lnTo>
                <a:lnTo>
                  <a:pt x="0" y="0"/>
                </a:lnTo>
                <a:lnTo>
                  <a:pt x="0" y="1388566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1063" y="375369"/>
            <a:ext cx="504190" cy="1013460"/>
          </a:xfrm>
          <a:custGeom>
            <a:avLst/>
            <a:gdLst/>
            <a:ahLst/>
            <a:cxnLst/>
            <a:rect l="l" t="t" r="r" b="b"/>
            <a:pathLst>
              <a:path w="504190" h="1013460">
                <a:moveTo>
                  <a:pt x="0" y="1013197"/>
                </a:moveTo>
                <a:lnTo>
                  <a:pt x="503702" y="1013197"/>
                </a:lnTo>
                <a:lnTo>
                  <a:pt x="503702" y="0"/>
                </a:lnTo>
                <a:lnTo>
                  <a:pt x="0" y="0"/>
                </a:lnTo>
                <a:lnTo>
                  <a:pt x="0" y="1013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4766" y="0"/>
            <a:ext cx="13070840" cy="375920"/>
          </a:xfrm>
          <a:custGeom>
            <a:avLst/>
            <a:gdLst/>
            <a:ahLst/>
            <a:cxnLst/>
            <a:rect l="l" t="t" r="r" b="b"/>
            <a:pathLst>
              <a:path w="13070840" h="375920">
                <a:moveTo>
                  <a:pt x="0" y="375369"/>
                </a:moveTo>
                <a:lnTo>
                  <a:pt x="13070771" y="375369"/>
                </a:lnTo>
                <a:lnTo>
                  <a:pt x="13070771" y="0"/>
                </a:lnTo>
                <a:lnTo>
                  <a:pt x="0" y="0"/>
                </a:lnTo>
                <a:lnTo>
                  <a:pt x="0" y="375369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4766" y="1388566"/>
            <a:ext cx="5016500" cy="42545"/>
          </a:xfrm>
          <a:custGeom>
            <a:avLst/>
            <a:gdLst/>
            <a:ahLst/>
            <a:cxnLst/>
            <a:rect l="l" t="t" r="r" b="b"/>
            <a:pathLst>
              <a:path w="5016500" h="42544">
                <a:moveTo>
                  <a:pt x="0" y="41956"/>
                </a:moveTo>
                <a:lnTo>
                  <a:pt x="5016298" y="41956"/>
                </a:lnTo>
                <a:lnTo>
                  <a:pt x="5016298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23874" y="1388566"/>
            <a:ext cx="207645" cy="42545"/>
          </a:xfrm>
          <a:custGeom>
            <a:avLst/>
            <a:gdLst/>
            <a:ahLst/>
            <a:cxnLst/>
            <a:rect l="l" t="t" r="r" b="b"/>
            <a:pathLst>
              <a:path w="207645" h="42544">
                <a:moveTo>
                  <a:pt x="0" y="41956"/>
                </a:moveTo>
                <a:lnTo>
                  <a:pt x="207283" y="41956"/>
                </a:lnTo>
                <a:lnTo>
                  <a:pt x="207283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03965" y="1388566"/>
            <a:ext cx="118745" cy="42545"/>
          </a:xfrm>
          <a:custGeom>
            <a:avLst/>
            <a:gdLst/>
            <a:ahLst/>
            <a:cxnLst/>
            <a:rect l="l" t="t" r="r" b="b"/>
            <a:pathLst>
              <a:path w="118745" h="42544">
                <a:moveTo>
                  <a:pt x="0" y="41956"/>
                </a:moveTo>
                <a:lnTo>
                  <a:pt x="118129" y="41956"/>
                </a:lnTo>
                <a:lnTo>
                  <a:pt x="118129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95647" y="1388566"/>
            <a:ext cx="7510145" cy="42545"/>
          </a:xfrm>
          <a:custGeom>
            <a:avLst/>
            <a:gdLst/>
            <a:ahLst/>
            <a:cxnLst/>
            <a:rect l="l" t="t" r="r" b="b"/>
            <a:pathLst>
              <a:path w="7510144" h="42544">
                <a:moveTo>
                  <a:pt x="0" y="41956"/>
                </a:moveTo>
                <a:lnTo>
                  <a:pt x="7509890" y="41956"/>
                </a:lnTo>
                <a:lnTo>
                  <a:pt x="7509890" y="0"/>
                </a:lnTo>
                <a:lnTo>
                  <a:pt x="0" y="0"/>
                </a:lnTo>
                <a:lnTo>
                  <a:pt x="0" y="41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4766" y="1341119"/>
            <a:ext cx="5296535" cy="47625"/>
          </a:xfrm>
          <a:custGeom>
            <a:avLst/>
            <a:gdLst/>
            <a:ahLst/>
            <a:cxnLst/>
            <a:rect l="l" t="t" r="r" b="b"/>
            <a:pathLst>
              <a:path w="5296535" h="47625">
                <a:moveTo>
                  <a:pt x="0" y="47446"/>
                </a:moveTo>
                <a:lnTo>
                  <a:pt x="5296390" y="47446"/>
                </a:lnTo>
                <a:lnTo>
                  <a:pt x="5296390" y="0"/>
                </a:lnTo>
                <a:lnTo>
                  <a:pt x="0" y="0"/>
                </a:lnTo>
                <a:lnTo>
                  <a:pt x="0" y="474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03965" y="1341119"/>
            <a:ext cx="7701915" cy="47625"/>
          </a:xfrm>
          <a:custGeom>
            <a:avLst/>
            <a:gdLst/>
            <a:ahLst/>
            <a:cxnLst/>
            <a:rect l="l" t="t" r="r" b="b"/>
            <a:pathLst>
              <a:path w="7701915" h="47625">
                <a:moveTo>
                  <a:pt x="0" y="47446"/>
                </a:moveTo>
                <a:lnTo>
                  <a:pt x="7701571" y="47446"/>
                </a:lnTo>
                <a:lnTo>
                  <a:pt x="7701571" y="0"/>
                </a:lnTo>
                <a:lnTo>
                  <a:pt x="0" y="0"/>
                </a:lnTo>
                <a:lnTo>
                  <a:pt x="0" y="474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4766" y="1340913"/>
            <a:ext cx="13070840" cy="635"/>
          </a:xfrm>
          <a:custGeom>
            <a:avLst/>
            <a:gdLst/>
            <a:ahLst/>
            <a:cxnLst/>
            <a:rect l="l" t="t" r="r" b="b"/>
            <a:pathLst>
              <a:path w="13070840" h="634">
                <a:moveTo>
                  <a:pt x="0" y="206"/>
                </a:moveTo>
                <a:lnTo>
                  <a:pt x="13070771" y="206"/>
                </a:lnTo>
                <a:lnTo>
                  <a:pt x="13070771" y="0"/>
                </a:lnTo>
                <a:lnTo>
                  <a:pt x="0" y="0"/>
                </a:lnTo>
                <a:lnTo>
                  <a:pt x="0" y="2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4766" y="1322069"/>
            <a:ext cx="13070840" cy="19050"/>
          </a:xfrm>
          <a:custGeom>
            <a:avLst/>
            <a:gdLst/>
            <a:ahLst/>
            <a:cxnLst/>
            <a:rect l="l" t="t" r="r" b="b"/>
            <a:pathLst>
              <a:path w="13070840" h="19050">
                <a:moveTo>
                  <a:pt x="0" y="18843"/>
                </a:moveTo>
                <a:lnTo>
                  <a:pt x="13070771" y="18843"/>
                </a:lnTo>
                <a:lnTo>
                  <a:pt x="13070771" y="0"/>
                </a:lnTo>
                <a:lnTo>
                  <a:pt x="0" y="0"/>
                </a:lnTo>
                <a:lnTo>
                  <a:pt x="0" y="18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4766" y="375369"/>
            <a:ext cx="13070840" cy="946785"/>
          </a:xfrm>
          <a:custGeom>
            <a:avLst/>
            <a:gdLst/>
            <a:ahLst/>
            <a:cxnLst/>
            <a:rect l="l" t="t" r="r" b="b"/>
            <a:pathLst>
              <a:path w="13070840" h="946785">
                <a:moveTo>
                  <a:pt x="0" y="946700"/>
                </a:moveTo>
                <a:lnTo>
                  <a:pt x="13070771" y="946700"/>
                </a:lnTo>
                <a:lnTo>
                  <a:pt x="13070771" y="0"/>
                </a:lnTo>
                <a:lnTo>
                  <a:pt x="0" y="0"/>
                </a:lnTo>
                <a:lnTo>
                  <a:pt x="0" y="94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836115" y="0"/>
            <a:ext cx="4451985" cy="1430655"/>
          </a:xfrm>
          <a:custGeom>
            <a:avLst/>
            <a:gdLst/>
            <a:ahLst/>
            <a:cxnLst/>
            <a:rect l="l" t="t" r="r" b="b"/>
            <a:pathLst>
              <a:path w="4451984" h="1430655">
                <a:moveTo>
                  <a:pt x="4451884" y="1430522"/>
                </a:moveTo>
                <a:lnTo>
                  <a:pt x="0" y="1430522"/>
                </a:lnTo>
                <a:lnTo>
                  <a:pt x="0" y="0"/>
                </a:lnTo>
                <a:lnTo>
                  <a:pt x="535588" y="0"/>
                </a:lnTo>
                <a:lnTo>
                  <a:pt x="1374217" y="743413"/>
                </a:lnTo>
                <a:lnTo>
                  <a:pt x="4451884" y="743413"/>
                </a:lnTo>
                <a:lnTo>
                  <a:pt x="4451884" y="143052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836115" y="375369"/>
            <a:ext cx="4121150" cy="1055370"/>
          </a:xfrm>
          <a:custGeom>
            <a:avLst/>
            <a:gdLst/>
            <a:ahLst/>
            <a:cxnLst/>
            <a:rect l="l" t="t" r="r" b="b"/>
            <a:pathLst>
              <a:path w="4121150" h="1055370">
                <a:moveTo>
                  <a:pt x="4120821" y="1055153"/>
                </a:moveTo>
                <a:lnTo>
                  <a:pt x="0" y="1055153"/>
                </a:lnTo>
                <a:lnTo>
                  <a:pt x="0" y="0"/>
                </a:lnTo>
                <a:lnTo>
                  <a:pt x="473331" y="0"/>
                </a:lnTo>
                <a:lnTo>
                  <a:pt x="1246042" y="686650"/>
                </a:lnTo>
                <a:lnTo>
                  <a:pt x="4120821" y="686650"/>
                </a:lnTo>
                <a:lnTo>
                  <a:pt x="4120821" y="1055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591431" y="195924"/>
            <a:ext cx="1144905" cy="548005"/>
          </a:xfrm>
          <a:custGeom>
            <a:avLst/>
            <a:gdLst/>
            <a:ahLst/>
            <a:cxnLst/>
            <a:rect l="l" t="t" r="r" b="b"/>
            <a:pathLst>
              <a:path w="1144905" h="548005">
                <a:moveTo>
                  <a:pt x="1144418" y="547489"/>
                </a:moveTo>
                <a:lnTo>
                  <a:pt x="618901" y="547489"/>
                </a:lnTo>
                <a:lnTo>
                  <a:pt x="0" y="0"/>
                </a:lnTo>
                <a:lnTo>
                  <a:pt x="1144418" y="0"/>
                </a:lnTo>
                <a:lnTo>
                  <a:pt x="1144418" y="547489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392967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839984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288832" y="195924"/>
            <a:ext cx="551180" cy="548005"/>
          </a:xfrm>
          <a:custGeom>
            <a:avLst/>
            <a:gdLst/>
            <a:ahLst/>
            <a:cxnLst/>
            <a:rect l="l" t="t" r="r" b="b"/>
            <a:pathLst>
              <a:path w="551180" h="548005">
                <a:moveTo>
                  <a:pt x="551151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1151" y="0"/>
                </a:lnTo>
                <a:lnTo>
                  <a:pt x="551151" y="547489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735848" y="195924"/>
            <a:ext cx="553085" cy="548005"/>
          </a:xfrm>
          <a:custGeom>
            <a:avLst/>
            <a:gdLst/>
            <a:ahLst/>
            <a:cxnLst/>
            <a:rect l="l" t="t" r="r" b="b"/>
            <a:pathLst>
              <a:path w="553084" h="548005">
                <a:moveTo>
                  <a:pt x="552982" y="547489"/>
                </a:moveTo>
                <a:lnTo>
                  <a:pt x="0" y="547489"/>
                </a:lnTo>
                <a:lnTo>
                  <a:pt x="0" y="0"/>
                </a:lnTo>
                <a:lnTo>
                  <a:pt x="552982" y="0"/>
                </a:lnTo>
                <a:lnTo>
                  <a:pt x="552982" y="547489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70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1063" y="1388566"/>
            <a:ext cx="504190" cy="7973695"/>
          </a:xfrm>
          <a:custGeom>
            <a:avLst/>
            <a:gdLst/>
            <a:ahLst/>
            <a:cxnLst/>
            <a:rect l="l" t="t" r="r" b="b"/>
            <a:pathLst>
              <a:path w="504190" h="7973695">
                <a:moveTo>
                  <a:pt x="0" y="7973284"/>
                </a:moveTo>
                <a:lnTo>
                  <a:pt x="503702" y="7973284"/>
                </a:lnTo>
                <a:lnTo>
                  <a:pt x="503702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4766" y="1388566"/>
            <a:ext cx="5296535" cy="171450"/>
          </a:xfrm>
          <a:custGeom>
            <a:avLst/>
            <a:gdLst/>
            <a:ahLst/>
            <a:cxnLst/>
            <a:rect l="l" t="t" r="r" b="b"/>
            <a:pathLst>
              <a:path w="5296535" h="171450">
                <a:moveTo>
                  <a:pt x="0" y="170993"/>
                </a:moveTo>
                <a:lnTo>
                  <a:pt x="5296390" y="170993"/>
                </a:lnTo>
                <a:lnTo>
                  <a:pt x="5296390" y="0"/>
                </a:lnTo>
                <a:lnTo>
                  <a:pt x="0" y="0"/>
                </a:lnTo>
                <a:lnTo>
                  <a:pt x="0" y="170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03965" y="1388566"/>
            <a:ext cx="7632700" cy="171450"/>
          </a:xfrm>
          <a:custGeom>
            <a:avLst/>
            <a:gdLst/>
            <a:ahLst/>
            <a:cxnLst/>
            <a:rect l="l" t="t" r="r" b="b"/>
            <a:pathLst>
              <a:path w="7632700" h="171450">
                <a:moveTo>
                  <a:pt x="0" y="170993"/>
                </a:moveTo>
                <a:lnTo>
                  <a:pt x="7632149" y="170993"/>
                </a:lnTo>
                <a:lnTo>
                  <a:pt x="7632149" y="0"/>
                </a:lnTo>
                <a:lnTo>
                  <a:pt x="0" y="0"/>
                </a:lnTo>
                <a:lnTo>
                  <a:pt x="0" y="170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766" y="1559560"/>
            <a:ext cx="5016500" cy="20320"/>
          </a:xfrm>
          <a:custGeom>
            <a:avLst/>
            <a:gdLst/>
            <a:ahLst/>
            <a:cxnLst/>
            <a:rect l="l" t="t" r="r" b="b"/>
            <a:pathLst>
              <a:path w="5016500" h="20319">
                <a:moveTo>
                  <a:pt x="0" y="20320"/>
                </a:moveTo>
                <a:lnTo>
                  <a:pt x="5016298" y="20320"/>
                </a:lnTo>
                <a:lnTo>
                  <a:pt x="5016298" y="0"/>
                </a:lnTo>
                <a:lnTo>
                  <a:pt x="0" y="0"/>
                </a:lnTo>
                <a:lnTo>
                  <a:pt x="0" y="20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03965" y="1559560"/>
            <a:ext cx="7632700" cy="20320"/>
          </a:xfrm>
          <a:custGeom>
            <a:avLst/>
            <a:gdLst/>
            <a:ahLst/>
            <a:cxnLst/>
            <a:rect l="l" t="t" r="r" b="b"/>
            <a:pathLst>
              <a:path w="7632700" h="20319">
                <a:moveTo>
                  <a:pt x="0" y="20320"/>
                </a:moveTo>
                <a:lnTo>
                  <a:pt x="7632149" y="20320"/>
                </a:lnTo>
                <a:lnTo>
                  <a:pt x="7632149" y="0"/>
                </a:lnTo>
                <a:lnTo>
                  <a:pt x="0" y="0"/>
                </a:lnTo>
                <a:lnTo>
                  <a:pt x="0" y="20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4766" y="1579880"/>
            <a:ext cx="13001625" cy="46990"/>
          </a:xfrm>
          <a:custGeom>
            <a:avLst/>
            <a:gdLst/>
            <a:ahLst/>
            <a:cxnLst/>
            <a:rect l="l" t="t" r="r" b="b"/>
            <a:pathLst>
              <a:path w="13001625" h="46989">
                <a:moveTo>
                  <a:pt x="0" y="46990"/>
                </a:moveTo>
                <a:lnTo>
                  <a:pt x="13001348" y="46990"/>
                </a:lnTo>
                <a:lnTo>
                  <a:pt x="13001348" y="0"/>
                </a:lnTo>
                <a:lnTo>
                  <a:pt x="0" y="0"/>
                </a:lnTo>
                <a:lnTo>
                  <a:pt x="0" y="469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34766" y="1626870"/>
            <a:ext cx="13001625" cy="7735570"/>
          </a:xfrm>
          <a:custGeom>
            <a:avLst/>
            <a:gdLst/>
            <a:ahLst/>
            <a:cxnLst/>
            <a:rect l="l" t="t" r="r" b="b"/>
            <a:pathLst>
              <a:path w="13001625" h="7735570">
                <a:moveTo>
                  <a:pt x="0" y="7734981"/>
                </a:moveTo>
                <a:lnTo>
                  <a:pt x="13001348" y="7734981"/>
                </a:lnTo>
                <a:lnTo>
                  <a:pt x="13001348" y="0"/>
                </a:lnTo>
                <a:lnTo>
                  <a:pt x="0" y="0"/>
                </a:lnTo>
                <a:lnTo>
                  <a:pt x="0" y="77349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956936" y="1388566"/>
            <a:ext cx="331470" cy="8015605"/>
          </a:xfrm>
          <a:custGeom>
            <a:avLst/>
            <a:gdLst/>
            <a:ahLst/>
            <a:cxnLst/>
            <a:rect l="l" t="t" r="r" b="b"/>
            <a:pathLst>
              <a:path w="331469" h="8015605">
                <a:moveTo>
                  <a:pt x="0" y="8015177"/>
                </a:moveTo>
                <a:lnTo>
                  <a:pt x="331064" y="8015177"/>
                </a:lnTo>
                <a:lnTo>
                  <a:pt x="331064" y="0"/>
                </a:lnTo>
                <a:lnTo>
                  <a:pt x="0" y="0"/>
                </a:lnTo>
                <a:lnTo>
                  <a:pt x="0" y="801517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836115" y="1388566"/>
            <a:ext cx="4121150" cy="7973695"/>
          </a:xfrm>
          <a:custGeom>
            <a:avLst/>
            <a:gdLst/>
            <a:ahLst/>
            <a:cxnLst/>
            <a:rect l="l" t="t" r="r" b="b"/>
            <a:pathLst>
              <a:path w="4121150" h="7973695">
                <a:moveTo>
                  <a:pt x="0" y="7973284"/>
                </a:moveTo>
                <a:lnTo>
                  <a:pt x="4120821" y="7973284"/>
                </a:lnTo>
                <a:lnTo>
                  <a:pt x="4120821" y="0"/>
                </a:lnTo>
                <a:lnTo>
                  <a:pt x="0" y="0"/>
                </a:lnTo>
                <a:lnTo>
                  <a:pt x="0" y="7973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0" y="9361851"/>
            <a:ext cx="904240" cy="925194"/>
          </a:xfrm>
          <a:custGeom>
            <a:avLst/>
            <a:gdLst/>
            <a:ahLst/>
            <a:cxnLst/>
            <a:rect l="l" t="t" r="r" b="b"/>
            <a:pathLst>
              <a:path w="904240" h="925195">
                <a:moveTo>
                  <a:pt x="904188" y="925147"/>
                </a:moveTo>
                <a:lnTo>
                  <a:pt x="904188" y="0"/>
                </a:lnTo>
                <a:lnTo>
                  <a:pt x="0" y="0"/>
                </a:lnTo>
                <a:lnTo>
                  <a:pt x="0" y="925147"/>
                </a:lnTo>
                <a:lnTo>
                  <a:pt x="904188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1063" y="9361851"/>
            <a:ext cx="504190" cy="551815"/>
          </a:xfrm>
          <a:custGeom>
            <a:avLst/>
            <a:gdLst/>
            <a:ahLst/>
            <a:cxnLst/>
            <a:rect l="l" t="t" r="r" b="b"/>
            <a:pathLst>
              <a:path w="504190" h="551815">
                <a:moveTo>
                  <a:pt x="0" y="551609"/>
                </a:moveTo>
                <a:lnTo>
                  <a:pt x="503702" y="551609"/>
                </a:lnTo>
                <a:lnTo>
                  <a:pt x="503702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34766" y="9913461"/>
            <a:ext cx="13070840" cy="374015"/>
          </a:xfrm>
          <a:custGeom>
            <a:avLst/>
            <a:gdLst/>
            <a:ahLst/>
            <a:cxnLst/>
            <a:rect l="l" t="t" r="r" b="b"/>
            <a:pathLst>
              <a:path w="13070840" h="374015">
                <a:moveTo>
                  <a:pt x="0" y="373538"/>
                </a:moveTo>
                <a:lnTo>
                  <a:pt x="13070771" y="373538"/>
                </a:lnTo>
                <a:lnTo>
                  <a:pt x="13070771" y="0"/>
                </a:lnTo>
                <a:lnTo>
                  <a:pt x="0" y="0"/>
                </a:lnTo>
                <a:lnTo>
                  <a:pt x="0" y="373538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4766" y="9361851"/>
            <a:ext cx="13001625" cy="551815"/>
          </a:xfrm>
          <a:custGeom>
            <a:avLst/>
            <a:gdLst/>
            <a:ahLst/>
            <a:cxnLst/>
            <a:rect l="l" t="t" r="r" b="b"/>
            <a:pathLst>
              <a:path w="13001625" h="551815">
                <a:moveTo>
                  <a:pt x="0" y="551609"/>
                </a:moveTo>
                <a:lnTo>
                  <a:pt x="13001348" y="551609"/>
                </a:lnTo>
                <a:lnTo>
                  <a:pt x="13001348" y="0"/>
                </a:lnTo>
                <a:lnTo>
                  <a:pt x="0" y="0"/>
                </a:lnTo>
                <a:lnTo>
                  <a:pt x="0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836115" y="9361851"/>
            <a:ext cx="4451985" cy="925194"/>
          </a:xfrm>
          <a:custGeom>
            <a:avLst/>
            <a:gdLst/>
            <a:ahLst/>
            <a:cxnLst/>
            <a:rect l="l" t="t" r="r" b="b"/>
            <a:pathLst>
              <a:path w="4451984" h="925195">
                <a:moveTo>
                  <a:pt x="0" y="925147"/>
                </a:moveTo>
                <a:lnTo>
                  <a:pt x="4451884" y="925147"/>
                </a:lnTo>
                <a:lnTo>
                  <a:pt x="4451884" y="0"/>
                </a:lnTo>
                <a:lnTo>
                  <a:pt x="0" y="0"/>
                </a:lnTo>
                <a:lnTo>
                  <a:pt x="0" y="92514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836115" y="9361851"/>
            <a:ext cx="4121150" cy="551815"/>
          </a:xfrm>
          <a:custGeom>
            <a:avLst/>
            <a:gdLst/>
            <a:ahLst/>
            <a:cxnLst/>
            <a:rect l="l" t="t" r="r" b="b"/>
            <a:pathLst>
              <a:path w="4121150" h="551815">
                <a:moveTo>
                  <a:pt x="4120821" y="551609"/>
                </a:moveTo>
                <a:lnTo>
                  <a:pt x="0" y="551609"/>
                </a:lnTo>
                <a:lnTo>
                  <a:pt x="0" y="0"/>
                </a:lnTo>
                <a:lnTo>
                  <a:pt x="4120821" y="0"/>
                </a:lnTo>
                <a:lnTo>
                  <a:pt x="4120821" y="551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22095" y="1322339"/>
            <a:ext cx="163195" cy="635000"/>
          </a:xfrm>
          <a:custGeom>
            <a:avLst/>
            <a:gdLst/>
            <a:ahLst/>
            <a:cxnLst/>
            <a:rect l="l" t="t" r="r" b="b"/>
            <a:pathLst>
              <a:path w="163195" h="635000">
                <a:moveTo>
                  <a:pt x="162706" y="257060"/>
                </a:moveTo>
                <a:lnTo>
                  <a:pt x="73552" y="257060"/>
                </a:lnTo>
                <a:lnTo>
                  <a:pt x="73552" y="0"/>
                </a:lnTo>
                <a:lnTo>
                  <a:pt x="0" y="0"/>
                </a:lnTo>
                <a:lnTo>
                  <a:pt x="0" y="634479"/>
                </a:lnTo>
                <a:lnTo>
                  <a:pt x="73552" y="634479"/>
                </a:lnTo>
                <a:lnTo>
                  <a:pt x="73552" y="327640"/>
                </a:lnTo>
                <a:lnTo>
                  <a:pt x="162706" y="327640"/>
                </a:lnTo>
                <a:lnTo>
                  <a:pt x="162706" y="25706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51064" y="1340913"/>
            <a:ext cx="353060" cy="578485"/>
          </a:xfrm>
          <a:custGeom>
            <a:avLst/>
            <a:gdLst/>
            <a:ahLst/>
            <a:cxnLst/>
            <a:rect l="l" t="t" r="r" b="b"/>
            <a:pathLst>
              <a:path w="353060" h="578485">
                <a:moveTo>
                  <a:pt x="280092" y="218427"/>
                </a:moveTo>
                <a:lnTo>
                  <a:pt x="72809" y="218427"/>
                </a:lnTo>
                <a:lnTo>
                  <a:pt x="72809" y="0"/>
                </a:lnTo>
                <a:lnTo>
                  <a:pt x="0" y="0"/>
                </a:lnTo>
                <a:lnTo>
                  <a:pt x="0" y="578015"/>
                </a:lnTo>
                <a:lnTo>
                  <a:pt x="352901" y="578015"/>
                </a:lnTo>
                <a:lnTo>
                  <a:pt x="352901" y="0"/>
                </a:lnTo>
                <a:lnTo>
                  <a:pt x="280092" y="0"/>
                </a:lnTo>
                <a:lnTo>
                  <a:pt x="280092" y="218427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23873" y="1626949"/>
            <a:ext cx="207645" cy="224790"/>
          </a:xfrm>
          <a:custGeom>
            <a:avLst/>
            <a:gdLst/>
            <a:ahLst/>
            <a:cxnLst/>
            <a:rect l="l" t="t" r="r" b="b"/>
            <a:pathLst>
              <a:path w="207645" h="224789">
                <a:moveTo>
                  <a:pt x="0" y="224370"/>
                </a:moveTo>
                <a:lnTo>
                  <a:pt x="0" y="0"/>
                </a:lnTo>
                <a:lnTo>
                  <a:pt x="207283" y="0"/>
                </a:lnTo>
                <a:lnTo>
                  <a:pt x="207283" y="224370"/>
                </a:lnTo>
                <a:lnTo>
                  <a:pt x="0" y="22437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54643" y="1322339"/>
            <a:ext cx="74295" cy="635000"/>
          </a:xfrm>
          <a:custGeom>
            <a:avLst/>
            <a:gdLst/>
            <a:ahLst/>
            <a:cxnLst/>
            <a:rect l="l" t="t" r="r" b="b"/>
            <a:pathLst>
              <a:path w="74295" h="635000">
                <a:moveTo>
                  <a:pt x="0" y="634479"/>
                </a:moveTo>
                <a:lnTo>
                  <a:pt x="74295" y="634479"/>
                </a:lnTo>
                <a:lnTo>
                  <a:pt x="74295" y="0"/>
                </a:lnTo>
                <a:lnTo>
                  <a:pt x="0" y="0"/>
                </a:lnTo>
                <a:lnTo>
                  <a:pt x="0" y="634479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62811" y="1337198"/>
            <a:ext cx="384175" cy="589915"/>
          </a:xfrm>
          <a:custGeom>
            <a:avLst/>
            <a:gdLst/>
            <a:ahLst/>
            <a:cxnLst/>
            <a:rect l="l" t="t" r="r" b="b"/>
            <a:pathLst>
              <a:path w="384175" h="589914">
                <a:moveTo>
                  <a:pt x="192424" y="589902"/>
                </a:moveTo>
                <a:lnTo>
                  <a:pt x="261857" y="575878"/>
                </a:lnTo>
                <a:lnTo>
                  <a:pt x="318523" y="533189"/>
                </a:lnTo>
                <a:lnTo>
                  <a:pt x="341105" y="500804"/>
                </a:lnTo>
                <a:lnTo>
                  <a:pt x="359340" y="460904"/>
                </a:lnTo>
                <a:lnTo>
                  <a:pt x="372841" y="413372"/>
                </a:lnTo>
                <a:lnTo>
                  <a:pt x="381225" y="358093"/>
                </a:lnTo>
                <a:lnTo>
                  <a:pt x="384105" y="294951"/>
                </a:lnTo>
                <a:lnTo>
                  <a:pt x="381225" y="231808"/>
                </a:lnTo>
                <a:lnTo>
                  <a:pt x="372841" y="176529"/>
                </a:lnTo>
                <a:lnTo>
                  <a:pt x="359340" y="128998"/>
                </a:lnTo>
                <a:lnTo>
                  <a:pt x="341105" y="89097"/>
                </a:lnTo>
                <a:lnTo>
                  <a:pt x="318523" y="56712"/>
                </a:lnTo>
                <a:lnTo>
                  <a:pt x="261857" y="14023"/>
                </a:lnTo>
                <a:lnTo>
                  <a:pt x="192424" y="0"/>
                </a:lnTo>
                <a:lnTo>
                  <a:pt x="156082" y="3486"/>
                </a:lnTo>
                <a:lnTo>
                  <a:pt x="92345" y="31726"/>
                </a:lnTo>
                <a:lnTo>
                  <a:pt x="43064" y="89097"/>
                </a:lnTo>
                <a:lnTo>
                  <a:pt x="24792" y="128998"/>
                </a:lnTo>
                <a:lnTo>
                  <a:pt x="11271" y="176529"/>
                </a:lnTo>
                <a:lnTo>
                  <a:pt x="2881" y="231808"/>
                </a:lnTo>
                <a:lnTo>
                  <a:pt x="0" y="294951"/>
                </a:lnTo>
                <a:lnTo>
                  <a:pt x="2881" y="358093"/>
                </a:lnTo>
                <a:lnTo>
                  <a:pt x="11271" y="413372"/>
                </a:lnTo>
                <a:lnTo>
                  <a:pt x="24792" y="460904"/>
                </a:lnTo>
                <a:lnTo>
                  <a:pt x="43064" y="500804"/>
                </a:lnTo>
                <a:lnTo>
                  <a:pt x="65708" y="533189"/>
                </a:lnTo>
                <a:lnTo>
                  <a:pt x="122596" y="575878"/>
                </a:lnTo>
                <a:lnTo>
                  <a:pt x="192424" y="589902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36363" y="1404807"/>
            <a:ext cx="237490" cy="455295"/>
          </a:xfrm>
          <a:custGeom>
            <a:avLst/>
            <a:gdLst/>
            <a:ahLst/>
            <a:cxnLst/>
            <a:rect l="l" t="t" r="r" b="b"/>
            <a:pathLst>
              <a:path w="237490" h="455294">
                <a:moveTo>
                  <a:pt x="118871" y="454685"/>
                </a:moveTo>
                <a:lnTo>
                  <a:pt x="58005" y="431571"/>
                </a:lnTo>
                <a:lnTo>
                  <a:pt x="34082" y="401471"/>
                </a:lnTo>
                <a:lnTo>
                  <a:pt x="15794" y="357936"/>
                </a:lnTo>
                <a:lnTo>
                  <a:pt x="4110" y="300162"/>
                </a:lnTo>
                <a:lnTo>
                  <a:pt x="0" y="227342"/>
                </a:lnTo>
                <a:lnTo>
                  <a:pt x="4110" y="154781"/>
                </a:lnTo>
                <a:lnTo>
                  <a:pt x="15794" y="97078"/>
                </a:lnTo>
                <a:lnTo>
                  <a:pt x="34082" y="53492"/>
                </a:lnTo>
                <a:lnTo>
                  <a:pt x="58005" y="23279"/>
                </a:lnTo>
                <a:lnTo>
                  <a:pt x="118871" y="0"/>
                </a:lnTo>
                <a:lnTo>
                  <a:pt x="150581" y="5695"/>
                </a:lnTo>
                <a:lnTo>
                  <a:pt x="202732" y="53492"/>
                </a:lnTo>
                <a:lnTo>
                  <a:pt x="221068" y="97078"/>
                </a:lnTo>
                <a:lnTo>
                  <a:pt x="232842" y="154781"/>
                </a:lnTo>
                <a:lnTo>
                  <a:pt x="237001" y="227342"/>
                </a:lnTo>
                <a:lnTo>
                  <a:pt x="232842" y="300162"/>
                </a:lnTo>
                <a:lnTo>
                  <a:pt x="221068" y="357936"/>
                </a:lnTo>
                <a:lnTo>
                  <a:pt x="202732" y="401471"/>
                </a:lnTo>
                <a:lnTo>
                  <a:pt x="178885" y="431571"/>
                </a:lnTo>
                <a:lnTo>
                  <a:pt x="118871" y="45468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50782" y="1333484"/>
            <a:ext cx="634365" cy="593090"/>
          </a:xfrm>
          <a:custGeom>
            <a:avLst/>
            <a:gdLst/>
            <a:ahLst/>
            <a:cxnLst/>
            <a:rect l="l" t="t" r="r" b="b"/>
            <a:pathLst>
              <a:path w="634365" h="593089">
                <a:moveTo>
                  <a:pt x="353644" y="523779"/>
                </a:moveTo>
                <a:lnTo>
                  <a:pt x="353644" y="388562"/>
                </a:lnTo>
                <a:lnTo>
                  <a:pt x="407853" y="381694"/>
                </a:lnTo>
                <a:lnTo>
                  <a:pt x="456473" y="369141"/>
                </a:lnTo>
                <a:lnTo>
                  <a:pt x="498998" y="351277"/>
                </a:lnTo>
                <a:lnTo>
                  <a:pt x="534924" y="328476"/>
                </a:lnTo>
                <a:lnTo>
                  <a:pt x="563745" y="301113"/>
                </a:lnTo>
                <a:lnTo>
                  <a:pt x="598054" y="234199"/>
                </a:lnTo>
                <a:lnTo>
                  <a:pt x="602532" y="195395"/>
                </a:lnTo>
                <a:lnTo>
                  <a:pt x="597311" y="153297"/>
                </a:lnTo>
                <a:lnTo>
                  <a:pt x="582078" y="115342"/>
                </a:lnTo>
                <a:lnTo>
                  <a:pt x="557476" y="81985"/>
                </a:lnTo>
                <a:lnTo>
                  <a:pt x="524151" y="53678"/>
                </a:lnTo>
                <a:lnTo>
                  <a:pt x="482746" y="30873"/>
                </a:lnTo>
                <a:lnTo>
                  <a:pt x="433906" y="14023"/>
                </a:lnTo>
                <a:lnTo>
                  <a:pt x="378274" y="3581"/>
                </a:lnTo>
                <a:lnTo>
                  <a:pt x="316496" y="0"/>
                </a:lnTo>
                <a:lnTo>
                  <a:pt x="254718" y="3581"/>
                </a:lnTo>
                <a:lnTo>
                  <a:pt x="199087" y="14023"/>
                </a:lnTo>
                <a:lnTo>
                  <a:pt x="150247" y="30873"/>
                </a:lnTo>
                <a:lnTo>
                  <a:pt x="108842" y="53678"/>
                </a:lnTo>
                <a:lnTo>
                  <a:pt x="75516" y="81985"/>
                </a:lnTo>
                <a:lnTo>
                  <a:pt x="50915" y="115342"/>
                </a:lnTo>
                <a:lnTo>
                  <a:pt x="35681" y="153297"/>
                </a:lnTo>
                <a:lnTo>
                  <a:pt x="30460" y="195395"/>
                </a:lnTo>
                <a:lnTo>
                  <a:pt x="34937" y="234199"/>
                </a:lnTo>
                <a:lnTo>
                  <a:pt x="69208" y="301113"/>
                </a:lnTo>
                <a:lnTo>
                  <a:pt x="97976" y="328476"/>
                </a:lnTo>
                <a:lnTo>
                  <a:pt x="133813" y="351277"/>
                </a:lnTo>
                <a:lnTo>
                  <a:pt x="176206" y="369141"/>
                </a:lnTo>
                <a:lnTo>
                  <a:pt x="224642" y="381694"/>
                </a:lnTo>
                <a:lnTo>
                  <a:pt x="278606" y="388562"/>
                </a:lnTo>
                <a:lnTo>
                  <a:pt x="278606" y="523779"/>
                </a:lnTo>
                <a:lnTo>
                  <a:pt x="0" y="523779"/>
                </a:lnTo>
                <a:lnTo>
                  <a:pt x="0" y="592874"/>
                </a:lnTo>
                <a:lnTo>
                  <a:pt x="633736" y="592874"/>
                </a:lnTo>
                <a:lnTo>
                  <a:pt x="633736" y="523779"/>
                </a:lnTo>
                <a:lnTo>
                  <a:pt x="353644" y="523779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9253" y="1400349"/>
            <a:ext cx="417195" cy="256540"/>
          </a:xfrm>
          <a:custGeom>
            <a:avLst/>
            <a:gdLst/>
            <a:ahLst/>
            <a:cxnLst/>
            <a:rect l="l" t="t" r="r" b="b"/>
            <a:pathLst>
              <a:path w="417195" h="256539">
                <a:moveTo>
                  <a:pt x="0" y="128530"/>
                </a:moveTo>
                <a:lnTo>
                  <a:pt x="26195" y="60866"/>
                </a:lnTo>
                <a:lnTo>
                  <a:pt x="57207" y="35290"/>
                </a:lnTo>
                <a:lnTo>
                  <a:pt x="98619" y="16152"/>
                </a:lnTo>
                <a:lnTo>
                  <a:pt x="149277" y="4155"/>
                </a:lnTo>
                <a:lnTo>
                  <a:pt x="208025" y="0"/>
                </a:lnTo>
                <a:lnTo>
                  <a:pt x="267087" y="4155"/>
                </a:lnTo>
                <a:lnTo>
                  <a:pt x="317955" y="16152"/>
                </a:lnTo>
                <a:lnTo>
                  <a:pt x="359494" y="35290"/>
                </a:lnTo>
                <a:lnTo>
                  <a:pt x="390571" y="60866"/>
                </a:lnTo>
                <a:lnTo>
                  <a:pt x="416794" y="128530"/>
                </a:lnTo>
                <a:lnTo>
                  <a:pt x="410049" y="164566"/>
                </a:lnTo>
                <a:lnTo>
                  <a:pt x="359494" y="221120"/>
                </a:lnTo>
                <a:lnTo>
                  <a:pt x="317955" y="240192"/>
                </a:lnTo>
                <a:lnTo>
                  <a:pt x="267087" y="252166"/>
                </a:lnTo>
                <a:lnTo>
                  <a:pt x="208025" y="256317"/>
                </a:lnTo>
                <a:lnTo>
                  <a:pt x="149277" y="252166"/>
                </a:lnTo>
                <a:lnTo>
                  <a:pt x="98619" y="240192"/>
                </a:lnTo>
                <a:lnTo>
                  <a:pt x="57207" y="221120"/>
                </a:lnTo>
                <a:lnTo>
                  <a:pt x="26195" y="195671"/>
                </a:lnTo>
                <a:lnTo>
                  <a:pt x="0" y="12853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05625" y="1322339"/>
            <a:ext cx="69850" cy="635000"/>
          </a:xfrm>
          <a:custGeom>
            <a:avLst/>
            <a:gdLst/>
            <a:ahLst/>
            <a:cxnLst/>
            <a:rect l="l" t="t" r="r" b="b"/>
            <a:pathLst>
              <a:path w="69850" h="635000">
                <a:moveTo>
                  <a:pt x="0" y="0"/>
                </a:moveTo>
                <a:lnTo>
                  <a:pt x="0" y="634479"/>
                </a:lnTo>
                <a:lnTo>
                  <a:pt x="69837" y="634479"/>
                </a:lnTo>
                <a:lnTo>
                  <a:pt x="69837" y="0"/>
                </a:lnTo>
                <a:lnTo>
                  <a:pt x="0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973672" y="1326054"/>
            <a:ext cx="448309" cy="619760"/>
          </a:xfrm>
          <a:custGeom>
            <a:avLst/>
            <a:gdLst/>
            <a:ahLst/>
            <a:cxnLst/>
            <a:rect l="l" t="t" r="r" b="b"/>
            <a:pathLst>
              <a:path w="448309" h="619760">
                <a:moveTo>
                  <a:pt x="378904" y="260775"/>
                </a:moveTo>
                <a:lnTo>
                  <a:pt x="294208" y="260775"/>
                </a:lnTo>
                <a:lnTo>
                  <a:pt x="288401" y="192441"/>
                </a:lnTo>
                <a:lnTo>
                  <a:pt x="277408" y="135582"/>
                </a:lnTo>
                <a:lnTo>
                  <a:pt x="261321" y="89849"/>
                </a:lnTo>
                <a:lnTo>
                  <a:pt x="240230" y="54889"/>
                </a:lnTo>
                <a:lnTo>
                  <a:pt x="183402" y="15887"/>
                </a:lnTo>
                <a:lnTo>
                  <a:pt x="147847" y="11144"/>
                </a:lnTo>
                <a:lnTo>
                  <a:pt x="113977" y="15407"/>
                </a:lnTo>
                <a:lnTo>
                  <a:pt x="58949" y="50401"/>
                </a:lnTo>
                <a:lnTo>
                  <a:pt x="21509" y="122659"/>
                </a:lnTo>
                <a:lnTo>
                  <a:pt x="9623" y="173502"/>
                </a:lnTo>
                <a:lnTo>
                  <a:pt x="2421" y="234548"/>
                </a:lnTo>
                <a:lnTo>
                  <a:pt x="0" y="306095"/>
                </a:lnTo>
                <a:lnTo>
                  <a:pt x="2421" y="377642"/>
                </a:lnTo>
                <a:lnTo>
                  <a:pt x="9623" y="438688"/>
                </a:lnTo>
                <a:lnTo>
                  <a:pt x="21509" y="489531"/>
                </a:lnTo>
                <a:lnTo>
                  <a:pt x="37983" y="530466"/>
                </a:lnTo>
                <a:lnTo>
                  <a:pt x="84313" y="583796"/>
                </a:lnTo>
                <a:lnTo>
                  <a:pt x="147847" y="601046"/>
                </a:lnTo>
                <a:lnTo>
                  <a:pt x="184769" y="595930"/>
                </a:lnTo>
                <a:lnTo>
                  <a:pt x="243018" y="553792"/>
                </a:lnTo>
                <a:lnTo>
                  <a:pt x="264189" y="515964"/>
                </a:lnTo>
                <a:lnTo>
                  <a:pt x="279953" y="466427"/>
                </a:lnTo>
                <a:lnTo>
                  <a:pt x="290233" y="404777"/>
                </a:lnTo>
                <a:lnTo>
                  <a:pt x="294951" y="330612"/>
                </a:lnTo>
                <a:lnTo>
                  <a:pt x="378904" y="330612"/>
                </a:lnTo>
                <a:lnTo>
                  <a:pt x="378904" y="619620"/>
                </a:lnTo>
                <a:lnTo>
                  <a:pt x="447998" y="619620"/>
                </a:lnTo>
                <a:lnTo>
                  <a:pt x="447998" y="0"/>
                </a:lnTo>
                <a:lnTo>
                  <a:pt x="378904" y="0"/>
                </a:lnTo>
                <a:lnTo>
                  <a:pt x="378904" y="26077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43509" y="1404064"/>
            <a:ext cx="155575" cy="456565"/>
          </a:xfrm>
          <a:custGeom>
            <a:avLst/>
            <a:gdLst/>
            <a:ahLst/>
            <a:cxnLst/>
            <a:rect l="l" t="t" r="r" b="b"/>
            <a:pathLst>
              <a:path w="155575" h="456564">
                <a:moveTo>
                  <a:pt x="78009" y="456171"/>
                </a:moveTo>
                <a:lnTo>
                  <a:pt x="34340" y="431708"/>
                </a:lnTo>
                <a:lnTo>
                  <a:pt x="8502" y="356560"/>
                </a:lnTo>
                <a:lnTo>
                  <a:pt x="2115" y="299154"/>
                </a:lnTo>
                <a:lnTo>
                  <a:pt x="0" y="228085"/>
                </a:lnTo>
                <a:lnTo>
                  <a:pt x="2115" y="157016"/>
                </a:lnTo>
                <a:lnTo>
                  <a:pt x="8502" y="99610"/>
                </a:lnTo>
                <a:lnTo>
                  <a:pt x="19223" y="55535"/>
                </a:lnTo>
                <a:lnTo>
                  <a:pt x="53915" y="6060"/>
                </a:lnTo>
                <a:lnTo>
                  <a:pt x="78009" y="0"/>
                </a:lnTo>
                <a:lnTo>
                  <a:pt x="102048" y="6060"/>
                </a:lnTo>
                <a:lnTo>
                  <a:pt x="136424" y="55535"/>
                </a:lnTo>
                <a:lnTo>
                  <a:pt x="146966" y="99610"/>
                </a:lnTo>
                <a:lnTo>
                  <a:pt x="153216" y="157016"/>
                </a:lnTo>
                <a:lnTo>
                  <a:pt x="155276" y="228085"/>
                </a:lnTo>
                <a:lnTo>
                  <a:pt x="153216" y="299154"/>
                </a:lnTo>
                <a:lnTo>
                  <a:pt x="146966" y="356560"/>
                </a:lnTo>
                <a:lnTo>
                  <a:pt x="136424" y="400635"/>
                </a:lnTo>
                <a:lnTo>
                  <a:pt x="102048" y="450110"/>
                </a:lnTo>
                <a:lnTo>
                  <a:pt x="78009" y="45617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180966" y="1322339"/>
            <a:ext cx="163195" cy="473709"/>
          </a:xfrm>
          <a:custGeom>
            <a:avLst/>
            <a:gdLst/>
            <a:ahLst/>
            <a:cxnLst/>
            <a:rect l="l" t="t" r="r" b="b"/>
            <a:pathLst>
              <a:path w="163195" h="473710">
                <a:moveTo>
                  <a:pt x="73552" y="165677"/>
                </a:moveTo>
                <a:lnTo>
                  <a:pt x="73552" y="0"/>
                </a:lnTo>
                <a:lnTo>
                  <a:pt x="0" y="0"/>
                </a:lnTo>
                <a:lnTo>
                  <a:pt x="0" y="473259"/>
                </a:lnTo>
                <a:lnTo>
                  <a:pt x="73552" y="473259"/>
                </a:lnTo>
                <a:lnTo>
                  <a:pt x="73552" y="236258"/>
                </a:lnTo>
                <a:lnTo>
                  <a:pt x="162706" y="236258"/>
                </a:lnTo>
                <a:lnTo>
                  <a:pt x="162706" y="165677"/>
                </a:lnTo>
                <a:lnTo>
                  <a:pt x="73552" y="165677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702506" y="1337941"/>
            <a:ext cx="432434" cy="369570"/>
          </a:xfrm>
          <a:custGeom>
            <a:avLst/>
            <a:gdLst/>
            <a:ahLst/>
            <a:cxnLst/>
            <a:rect l="l" t="t" r="r" b="b"/>
            <a:pathLst>
              <a:path w="432434" h="369569">
                <a:moveTo>
                  <a:pt x="432396" y="341014"/>
                </a:moveTo>
                <a:lnTo>
                  <a:pt x="432396" y="279349"/>
                </a:lnTo>
                <a:lnTo>
                  <a:pt x="396050" y="290853"/>
                </a:lnTo>
                <a:lnTo>
                  <a:pt x="349465" y="299501"/>
                </a:lnTo>
                <a:lnTo>
                  <a:pt x="294382" y="304946"/>
                </a:lnTo>
                <a:lnTo>
                  <a:pt x="232543" y="306838"/>
                </a:lnTo>
                <a:lnTo>
                  <a:pt x="72809" y="306838"/>
                </a:lnTo>
                <a:lnTo>
                  <a:pt x="72809" y="213969"/>
                </a:lnTo>
                <a:lnTo>
                  <a:pt x="374446" y="213969"/>
                </a:lnTo>
                <a:lnTo>
                  <a:pt x="374446" y="153790"/>
                </a:lnTo>
                <a:lnTo>
                  <a:pt x="72809" y="153790"/>
                </a:lnTo>
                <a:lnTo>
                  <a:pt x="72809" y="62407"/>
                </a:lnTo>
                <a:lnTo>
                  <a:pt x="387076" y="62407"/>
                </a:lnTo>
                <a:lnTo>
                  <a:pt x="387076" y="0"/>
                </a:lnTo>
                <a:lnTo>
                  <a:pt x="0" y="0"/>
                </a:lnTo>
                <a:lnTo>
                  <a:pt x="0" y="369246"/>
                </a:lnTo>
                <a:lnTo>
                  <a:pt x="226599" y="369246"/>
                </a:lnTo>
                <a:lnTo>
                  <a:pt x="291143" y="367237"/>
                </a:lnTo>
                <a:lnTo>
                  <a:pt x="348443" y="361538"/>
                </a:lnTo>
                <a:lnTo>
                  <a:pt x="396270" y="352634"/>
                </a:lnTo>
                <a:lnTo>
                  <a:pt x="432396" y="341014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24051" y="1765881"/>
            <a:ext cx="548005" cy="182880"/>
          </a:xfrm>
          <a:custGeom>
            <a:avLst/>
            <a:gdLst/>
            <a:ahLst/>
            <a:cxnLst/>
            <a:rect l="l" t="t" r="r" b="b"/>
            <a:pathLst>
              <a:path w="548004" h="182880">
                <a:moveTo>
                  <a:pt x="74295" y="0"/>
                </a:moveTo>
                <a:lnTo>
                  <a:pt x="0" y="0"/>
                </a:lnTo>
                <a:lnTo>
                  <a:pt x="0" y="182765"/>
                </a:lnTo>
                <a:lnTo>
                  <a:pt x="547554" y="182765"/>
                </a:lnTo>
                <a:lnTo>
                  <a:pt x="547554" y="117386"/>
                </a:lnTo>
                <a:lnTo>
                  <a:pt x="74295" y="117386"/>
                </a:lnTo>
                <a:lnTo>
                  <a:pt x="74295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394935" y="1320111"/>
            <a:ext cx="633730" cy="331470"/>
          </a:xfrm>
          <a:custGeom>
            <a:avLst/>
            <a:gdLst/>
            <a:ahLst/>
            <a:cxnLst/>
            <a:rect l="l" t="t" r="r" b="b"/>
            <a:pathLst>
              <a:path w="633729" h="331469">
                <a:moveTo>
                  <a:pt x="352901" y="274148"/>
                </a:moveTo>
                <a:lnTo>
                  <a:pt x="352901" y="230314"/>
                </a:lnTo>
                <a:lnTo>
                  <a:pt x="418050" y="225653"/>
                </a:lnTo>
                <a:lnTo>
                  <a:pt x="476120" y="215813"/>
                </a:lnTo>
                <a:lnTo>
                  <a:pt x="524987" y="200317"/>
                </a:lnTo>
                <a:lnTo>
                  <a:pt x="562523" y="178693"/>
                </a:lnTo>
                <a:lnTo>
                  <a:pt x="586603" y="150464"/>
                </a:lnTo>
                <a:lnTo>
                  <a:pt x="595102" y="115157"/>
                </a:lnTo>
                <a:lnTo>
                  <a:pt x="587701" y="82343"/>
                </a:lnTo>
                <a:lnTo>
                  <a:pt x="533637" y="34587"/>
                </a:lnTo>
                <a:lnTo>
                  <a:pt x="490405" y="18889"/>
                </a:lnTo>
                <a:lnTo>
                  <a:pt x="438661" y="8144"/>
                </a:lnTo>
                <a:lnTo>
                  <a:pt x="380119" y="1973"/>
                </a:lnTo>
                <a:lnTo>
                  <a:pt x="316496" y="0"/>
                </a:lnTo>
                <a:lnTo>
                  <a:pt x="252873" y="1973"/>
                </a:lnTo>
                <a:lnTo>
                  <a:pt x="194332" y="8144"/>
                </a:lnTo>
                <a:lnTo>
                  <a:pt x="142587" y="18889"/>
                </a:lnTo>
                <a:lnTo>
                  <a:pt x="99356" y="34587"/>
                </a:lnTo>
                <a:lnTo>
                  <a:pt x="66352" y="55612"/>
                </a:lnTo>
                <a:lnTo>
                  <a:pt x="37890" y="115157"/>
                </a:lnTo>
                <a:lnTo>
                  <a:pt x="46389" y="150464"/>
                </a:lnTo>
                <a:lnTo>
                  <a:pt x="108006" y="200317"/>
                </a:lnTo>
                <a:lnTo>
                  <a:pt x="156872" y="215813"/>
                </a:lnTo>
                <a:lnTo>
                  <a:pt x="214943" y="225653"/>
                </a:lnTo>
                <a:lnTo>
                  <a:pt x="280092" y="230314"/>
                </a:lnTo>
                <a:lnTo>
                  <a:pt x="280092" y="274148"/>
                </a:lnTo>
                <a:lnTo>
                  <a:pt x="0" y="274148"/>
                </a:lnTo>
                <a:lnTo>
                  <a:pt x="0" y="331355"/>
                </a:lnTo>
                <a:lnTo>
                  <a:pt x="633736" y="331355"/>
                </a:lnTo>
                <a:lnTo>
                  <a:pt x="633736" y="274148"/>
                </a:lnTo>
                <a:lnTo>
                  <a:pt x="352901" y="274148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508607" y="1375832"/>
            <a:ext cx="405765" cy="119380"/>
          </a:xfrm>
          <a:custGeom>
            <a:avLst/>
            <a:gdLst/>
            <a:ahLst/>
            <a:cxnLst/>
            <a:rect l="l" t="t" r="r" b="b"/>
            <a:pathLst>
              <a:path w="405765" h="119380">
                <a:moveTo>
                  <a:pt x="0" y="59435"/>
                </a:moveTo>
                <a:lnTo>
                  <a:pt x="39513" y="20541"/>
                </a:lnTo>
                <a:lnTo>
                  <a:pt x="83608" y="8939"/>
                </a:lnTo>
                <a:lnTo>
                  <a:pt x="139222" y="2187"/>
                </a:lnTo>
                <a:lnTo>
                  <a:pt x="202825" y="0"/>
                </a:lnTo>
                <a:lnTo>
                  <a:pt x="266427" y="2187"/>
                </a:lnTo>
                <a:lnTo>
                  <a:pt x="322042" y="8939"/>
                </a:lnTo>
                <a:lnTo>
                  <a:pt x="366137" y="20541"/>
                </a:lnTo>
                <a:lnTo>
                  <a:pt x="395184" y="37278"/>
                </a:lnTo>
                <a:lnTo>
                  <a:pt x="405650" y="59435"/>
                </a:lnTo>
                <a:lnTo>
                  <a:pt x="395184" y="81879"/>
                </a:lnTo>
                <a:lnTo>
                  <a:pt x="366137" y="98651"/>
                </a:lnTo>
                <a:lnTo>
                  <a:pt x="322042" y="110146"/>
                </a:lnTo>
                <a:lnTo>
                  <a:pt x="266427" y="116756"/>
                </a:lnTo>
                <a:lnTo>
                  <a:pt x="202825" y="118871"/>
                </a:lnTo>
                <a:lnTo>
                  <a:pt x="139222" y="116756"/>
                </a:lnTo>
                <a:lnTo>
                  <a:pt x="83608" y="110146"/>
                </a:lnTo>
                <a:lnTo>
                  <a:pt x="39513" y="98651"/>
                </a:lnTo>
                <a:lnTo>
                  <a:pt x="10466" y="81879"/>
                </a:lnTo>
                <a:lnTo>
                  <a:pt x="0" y="5943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437284" y="1697529"/>
            <a:ext cx="558800" cy="251460"/>
          </a:xfrm>
          <a:custGeom>
            <a:avLst/>
            <a:gdLst/>
            <a:ahLst/>
            <a:cxnLst/>
            <a:rect l="l" t="t" r="r" b="b"/>
            <a:pathLst>
              <a:path w="558800" h="251460">
                <a:moveTo>
                  <a:pt x="73552" y="151561"/>
                </a:moveTo>
                <a:lnTo>
                  <a:pt x="547554" y="151561"/>
                </a:lnTo>
                <a:lnTo>
                  <a:pt x="547554" y="0"/>
                </a:lnTo>
                <a:lnTo>
                  <a:pt x="0" y="0"/>
                </a:lnTo>
                <a:lnTo>
                  <a:pt x="0" y="54978"/>
                </a:lnTo>
                <a:lnTo>
                  <a:pt x="475487" y="54978"/>
                </a:lnTo>
                <a:lnTo>
                  <a:pt x="475487" y="99555"/>
                </a:lnTo>
                <a:lnTo>
                  <a:pt x="1485" y="99555"/>
                </a:lnTo>
                <a:lnTo>
                  <a:pt x="1485" y="251117"/>
                </a:lnTo>
                <a:lnTo>
                  <a:pt x="558698" y="251117"/>
                </a:lnTo>
                <a:lnTo>
                  <a:pt x="558698" y="196138"/>
                </a:lnTo>
                <a:lnTo>
                  <a:pt x="73552" y="196138"/>
                </a:lnTo>
                <a:lnTo>
                  <a:pt x="73552" y="15156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818341" y="1322339"/>
            <a:ext cx="163195" cy="325120"/>
          </a:xfrm>
          <a:custGeom>
            <a:avLst/>
            <a:gdLst/>
            <a:ahLst/>
            <a:cxnLst/>
            <a:rect l="l" t="t" r="r" b="b"/>
            <a:pathLst>
              <a:path w="163195" h="325119">
                <a:moveTo>
                  <a:pt x="73552" y="119614"/>
                </a:moveTo>
                <a:lnTo>
                  <a:pt x="73552" y="0"/>
                </a:lnTo>
                <a:lnTo>
                  <a:pt x="0" y="0"/>
                </a:lnTo>
                <a:lnTo>
                  <a:pt x="0" y="324669"/>
                </a:lnTo>
                <a:lnTo>
                  <a:pt x="73552" y="324669"/>
                </a:lnTo>
                <a:lnTo>
                  <a:pt x="73552" y="183508"/>
                </a:lnTo>
                <a:lnTo>
                  <a:pt x="162706" y="183508"/>
                </a:lnTo>
                <a:lnTo>
                  <a:pt x="162706" y="119614"/>
                </a:lnTo>
                <a:lnTo>
                  <a:pt x="73552" y="119614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339881" y="1337941"/>
            <a:ext cx="432434" cy="292100"/>
          </a:xfrm>
          <a:custGeom>
            <a:avLst/>
            <a:gdLst/>
            <a:ahLst/>
            <a:cxnLst/>
            <a:rect l="l" t="t" r="r" b="b"/>
            <a:pathLst>
              <a:path w="432434" h="292100">
                <a:moveTo>
                  <a:pt x="432396" y="264490"/>
                </a:moveTo>
                <a:lnTo>
                  <a:pt x="432396" y="209511"/>
                </a:lnTo>
                <a:lnTo>
                  <a:pt x="396050" y="221016"/>
                </a:lnTo>
                <a:lnTo>
                  <a:pt x="349465" y="229664"/>
                </a:lnTo>
                <a:lnTo>
                  <a:pt x="294382" y="235108"/>
                </a:lnTo>
                <a:lnTo>
                  <a:pt x="232543" y="237001"/>
                </a:lnTo>
                <a:lnTo>
                  <a:pt x="72809" y="237001"/>
                </a:lnTo>
                <a:lnTo>
                  <a:pt x="72809" y="171621"/>
                </a:lnTo>
                <a:lnTo>
                  <a:pt x="374446" y="171621"/>
                </a:lnTo>
                <a:lnTo>
                  <a:pt x="374446" y="118871"/>
                </a:lnTo>
                <a:lnTo>
                  <a:pt x="72809" y="118871"/>
                </a:lnTo>
                <a:lnTo>
                  <a:pt x="72809" y="54978"/>
                </a:lnTo>
                <a:lnTo>
                  <a:pt x="387076" y="54978"/>
                </a:lnTo>
                <a:lnTo>
                  <a:pt x="387076" y="0"/>
                </a:lnTo>
                <a:lnTo>
                  <a:pt x="0" y="0"/>
                </a:lnTo>
                <a:lnTo>
                  <a:pt x="0" y="291979"/>
                </a:lnTo>
                <a:lnTo>
                  <a:pt x="226599" y="291979"/>
                </a:lnTo>
                <a:lnTo>
                  <a:pt x="291143" y="290087"/>
                </a:lnTo>
                <a:lnTo>
                  <a:pt x="348443" y="284642"/>
                </a:lnTo>
                <a:lnTo>
                  <a:pt x="396270" y="275994"/>
                </a:lnTo>
                <a:lnTo>
                  <a:pt x="432396" y="26449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360683" y="1681927"/>
            <a:ext cx="547370" cy="267335"/>
          </a:xfrm>
          <a:custGeom>
            <a:avLst/>
            <a:gdLst/>
            <a:ahLst/>
            <a:cxnLst/>
            <a:rect l="l" t="t" r="r" b="b"/>
            <a:pathLst>
              <a:path w="547370" h="267335">
                <a:moveTo>
                  <a:pt x="73552" y="158991"/>
                </a:moveTo>
                <a:lnTo>
                  <a:pt x="531209" y="158991"/>
                </a:lnTo>
                <a:lnTo>
                  <a:pt x="531209" y="0"/>
                </a:lnTo>
                <a:lnTo>
                  <a:pt x="0" y="0"/>
                </a:lnTo>
                <a:lnTo>
                  <a:pt x="0" y="54978"/>
                </a:lnTo>
                <a:lnTo>
                  <a:pt x="459143" y="54978"/>
                </a:lnTo>
                <a:lnTo>
                  <a:pt x="459143" y="106984"/>
                </a:lnTo>
                <a:lnTo>
                  <a:pt x="1485" y="106984"/>
                </a:lnTo>
                <a:lnTo>
                  <a:pt x="1485" y="266719"/>
                </a:lnTo>
                <a:lnTo>
                  <a:pt x="546811" y="266719"/>
                </a:lnTo>
                <a:lnTo>
                  <a:pt x="546811" y="211740"/>
                </a:lnTo>
                <a:lnTo>
                  <a:pt x="73552" y="211740"/>
                </a:lnTo>
                <a:lnTo>
                  <a:pt x="73552" y="15899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047169" y="1317882"/>
            <a:ext cx="602615" cy="341630"/>
          </a:xfrm>
          <a:custGeom>
            <a:avLst/>
            <a:gdLst/>
            <a:ahLst/>
            <a:cxnLst/>
            <a:rect l="l" t="t" r="r" b="b"/>
            <a:pathLst>
              <a:path w="602615" h="341630">
                <a:moveTo>
                  <a:pt x="294951" y="184251"/>
                </a:moveTo>
                <a:lnTo>
                  <a:pt x="568356" y="340271"/>
                </a:lnTo>
                <a:lnTo>
                  <a:pt x="602532" y="278606"/>
                </a:lnTo>
                <a:lnTo>
                  <a:pt x="330612" y="127787"/>
                </a:lnTo>
                <a:lnTo>
                  <a:pt x="343126" y="100379"/>
                </a:lnTo>
                <a:lnTo>
                  <a:pt x="353829" y="71787"/>
                </a:lnTo>
                <a:lnTo>
                  <a:pt x="362582" y="42220"/>
                </a:lnTo>
                <a:lnTo>
                  <a:pt x="369246" y="11887"/>
                </a:lnTo>
                <a:lnTo>
                  <a:pt x="293465" y="0"/>
                </a:lnTo>
                <a:lnTo>
                  <a:pt x="280661" y="48850"/>
                </a:lnTo>
                <a:lnTo>
                  <a:pt x="261095" y="94832"/>
                </a:lnTo>
                <a:lnTo>
                  <a:pt x="235542" y="137170"/>
                </a:lnTo>
                <a:lnTo>
                  <a:pt x="204780" y="175087"/>
                </a:lnTo>
                <a:lnTo>
                  <a:pt x="169584" y="207806"/>
                </a:lnTo>
                <a:lnTo>
                  <a:pt x="130731" y="234552"/>
                </a:lnTo>
                <a:lnTo>
                  <a:pt x="88999" y="254546"/>
                </a:lnTo>
                <a:lnTo>
                  <a:pt x="45163" y="267013"/>
                </a:lnTo>
                <a:lnTo>
                  <a:pt x="0" y="271176"/>
                </a:lnTo>
                <a:lnTo>
                  <a:pt x="0" y="341014"/>
                </a:lnTo>
                <a:lnTo>
                  <a:pt x="49127" y="337126"/>
                </a:lnTo>
                <a:lnTo>
                  <a:pt x="96813" y="326375"/>
                </a:lnTo>
                <a:lnTo>
                  <a:pt x="142522" y="309179"/>
                </a:lnTo>
                <a:lnTo>
                  <a:pt x="185724" y="285953"/>
                </a:lnTo>
                <a:lnTo>
                  <a:pt x="225884" y="257112"/>
                </a:lnTo>
                <a:lnTo>
                  <a:pt x="262471" y="223073"/>
                </a:lnTo>
                <a:lnTo>
                  <a:pt x="294951" y="18425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032311" y="1725761"/>
            <a:ext cx="633730" cy="246379"/>
          </a:xfrm>
          <a:custGeom>
            <a:avLst/>
            <a:gdLst/>
            <a:ahLst/>
            <a:cxnLst/>
            <a:rect l="l" t="t" r="r" b="b"/>
            <a:pathLst>
              <a:path w="633729" h="246380">
                <a:moveTo>
                  <a:pt x="633736" y="0"/>
                </a:moveTo>
                <a:lnTo>
                  <a:pt x="0" y="0"/>
                </a:lnTo>
                <a:lnTo>
                  <a:pt x="0" y="68351"/>
                </a:lnTo>
                <a:lnTo>
                  <a:pt x="278606" y="68351"/>
                </a:lnTo>
                <a:lnTo>
                  <a:pt x="278606" y="245916"/>
                </a:lnTo>
                <a:lnTo>
                  <a:pt x="353644" y="245916"/>
                </a:lnTo>
                <a:lnTo>
                  <a:pt x="353644" y="68351"/>
                </a:lnTo>
                <a:lnTo>
                  <a:pt x="633736" y="68351"/>
                </a:lnTo>
                <a:lnTo>
                  <a:pt x="633736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997348" y="1329769"/>
            <a:ext cx="544830" cy="215900"/>
          </a:xfrm>
          <a:custGeom>
            <a:avLst/>
            <a:gdLst/>
            <a:ahLst/>
            <a:cxnLst/>
            <a:rect l="l" t="t" r="r" b="b"/>
            <a:pathLst>
              <a:path w="544829" h="215900">
                <a:moveTo>
                  <a:pt x="471030" y="215455"/>
                </a:moveTo>
                <a:lnTo>
                  <a:pt x="544582" y="215455"/>
                </a:lnTo>
                <a:lnTo>
                  <a:pt x="544582" y="0"/>
                </a:lnTo>
                <a:lnTo>
                  <a:pt x="0" y="0"/>
                </a:lnTo>
                <a:lnTo>
                  <a:pt x="0" y="62407"/>
                </a:lnTo>
                <a:lnTo>
                  <a:pt x="471030" y="62407"/>
                </a:lnTo>
                <a:lnTo>
                  <a:pt x="471030" y="21545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955000" y="1465729"/>
            <a:ext cx="634365" cy="185420"/>
          </a:xfrm>
          <a:custGeom>
            <a:avLst/>
            <a:gdLst/>
            <a:ahLst/>
            <a:cxnLst/>
            <a:rect l="l" t="t" r="r" b="b"/>
            <a:pathLst>
              <a:path w="634365" h="185419">
                <a:moveTo>
                  <a:pt x="312038" y="124072"/>
                </a:moveTo>
                <a:lnTo>
                  <a:pt x="312038" y="0"/>
                </a:lnTo>
                <a:lnTo>
                  <a:pt x="237744" y="0"/>
                </a:lnTo>
                <a:lnTo>
                  <a:pt x="237744" y="124072"/>
                </a:lnTo>
                <a:lnTo>
                  <a:pt x="0" y="124072"/>
                </a:lnTo>
                <a:lnTo>
                  <a:pt x="0" y="184994"/>
                </a:lnTo>
                <a:lnTo>
                  <a:pt x="633736" y="184994"/>
                </a:lnTo>
                <a:lnTo>
                  <a:pt x="633736" y="124072"/>
                </a:lnTo>
                <a:lnTo>
                  <a:pt x="312038" y="124072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992890" y="1710159"/>
            <a:ext cx="557530" cy="247650"/>
          </a:xfrm>
          <a:custGeom>
            <a:avLst/>
            <a:gdLst/>
            <a:ahLst/>
            <a:cxnLst/>
            <a:rect l="l" t="t" r="r" b="b"/>
            <a:pathLst>
              <a:path w="557529" h="247650">
                <a:moveTo>
                  <a:pt x="278606" y="0"/>
                </a:moveTo>
                <a:lnTo>
                  <a:pt x="215451" y="2036"/>
                </a:lnTo>
                <a:lnTo>
                  <a:pt x="157091" y="8464"/>
                </a:lnTo>
                <a:lnTo>
                  <a:pt x="105321" y="19767"/>
                </a:lnTo>
                <a:lnTo>
                  <a:pt x="61933" y="36424"/>
                </a:lnTo>
                <a:lnTo>
                  <a:pt x="28721" y="58916"/>
                </a:lnTo>
                <a:lnTo>
                  <a:pt x="0" y="123329"/>
                </a:lnTo>
                <a:lnTo>
                  <a:pt x="7479" y="158274"/>
                </a:lnTo>
                <a:lnTo>
                  <a:pt x="61933" y="209592"/>
                </a:lnTo>
                <a:lnTo>
                  <a:pt x="105321" y="226640"/>
                </a:lnTo>
                <a:lnTo>
                  <a:pt x="157091" y="238400"/>
                </a:lnTo>
                <a:lnTo>
                  <a:pt x="215451" y="245208"/>
                </a:lnTo>
                <a:lnTo>
                  <a:pt x="278606" y="247402"/>
                </a:lnTo>
                <a:lnTo>
                  <a:pt x="341761" y="245208"/>
                </a:lnTo>
                <a:lnTo>
                  <a:pt x="400120" y="238400"/>
                </a:lnTo>
                <a:lnTo>
                  <a:pt x="451891" y="226640"/>
                </a:lnTo>
                <a:lnTo>
                  <a:pt x="495279" y="209592"/>
                </a:lnTo>
                <a:lnTo>
                  <a:pt x="528490" y="186915"/>
                </a:lnTo>
                <a:lnTo>
                  <a:pt x="557212" y="123329"/>
                </a:lnTo>
                <a:lnTo>
                  <a:pt x="549733" y="88660"/>
                </a:lnTo>
                <a:lnTo>
                  <a:pt x="495279" y="37671"/>
                </a:lnTo>
                <a:lnTo>
                  <a:pt x="451891" y="20702"/>
                </a:lnTo>
                <a:lnTo>
                  <a:pt x="400120" y="8984"/>
                </a:lnTo>
                <a:lnTo>
                  <a:pt x="341761" y="2192"/>
                </a:lnTo>
                <a:lnTo>
                  <a:pt x="278606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070157" y="1768852"/>
            <a:ext cx="403225" cy="130175"/>
          </a:xfrm>
          <a:custGeom>
            <a:avLst/>
            <a:gdLst/>
            <a:ahLst/>
            <a:cxnLst/>
            <a:rect l="l" t="t" r="r" b="b"/>
            <a:pathLst>
              <a:path w="403225" h="130175">
                <a:moveTo>
                  <a:pt x="201339" y="130016"/>
                </a:moveTo>
                <a:lnTo>
                  <a:pt x="141029" y="127567"/>
                </a:lnTo>
                <a:lnTo>
                  <a:pt x="86176" y="120054"/>
                </a:lnTo>
                <a:lnTo>
                  <a:pt x="41343" y="107228"/>
                </a:lnTo>
                <a:lnTo>
                  <a:pt x="0" y="64636"/>
                </a:lnTo>
                <a:lnTo>
                  <a:pt x="11096" y="39940"/>
                </a:lnTo>
                <a:lnTo>
                  <a:pt x="41343" y="21664"/>
                </a:lnTo>
                <a:lnTo>
                  <a:pt x="86176" y="9272"/>
                </a:lnTo>
                <a:lnTo>
                  <a:pt x="141029" y="2228"/>
                </a:lnTo>
                <a:lnTo>
                  <a:pt x="201339" y="0"/>
                </a:lnTo>
                <a:lnTo>
                  <a:pt x="261649" y="2442"/>
                </a:lnTo>
                <a:lnTo>
                  <a:pt x="316502" y="9913"/>
                </a:lnTo>
                <a:lnTo>
                  <a:pt x="361335" y="22627"/>
                </a:lnTo>
                <a:lnTo>
                  <a:pt x="391582" y="40796"/>
                </a:lnTo>
                <a:lnTo>
                  <a:pt x="402678" y="64636"/>
                </a:lnTo>
                <a:lnTo>
                  <a:pt x="391582" y="88838"/>
                </a:lnTo>
                <a:lnTo>
                  <a:pt x="361335" y="107228"/>
                </a:lnTo>
                <a:lnTo>
                  <a:pt x="316502" y="120054"/>
                </a:lnTo>
                <a:lnTo>
                  <a:pt x="261649" y="127567"/>
                </a:lnTo>
                <a:lnTo>
                  <a:pt x="201339" y="130016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3070168" y="1322339"/>
            <a:ext cx="197485" cy="356870"/>
          </a:xfrm>
          <a:custGeom>
            <a:avLst/>
            <a:gdLst/>
            <a:ahLst/>
            <a:cxnLst/>
            <a:rect l="l" t="t" r="r" b="b"/>
            <a:pathLst>
              <a:path w="197484" h="356869">
                <a:moveTo>
                  <a:pt x="0" y="119614"/>
                </a:moveTo>
                <a:lnTo>
                  <a:pt x="0" y="183508"/>
                </a:lnTo>
                <a:lnTo>
                  <a:pt x="123329" y="183508"/>
                </a:lnTo>
                <a:lnTo>
                  <a:pt x="123329" y="356616"/>
                </a:lnTo>
                <a:lnTo>
                  <a:pt x="196881" y="356616"/>
                </a:lnTo>
                <a:lnTo>
                  <a:pt x="196881" y="0"/>
                </a:lnTo>
                <a:lnTo>
                  <a:pt x="123329" y="0"/>
                </a:lnTo>
                <a:lnTo>
                  <a:pt x="123329" y="119614"/>
                </a:lnTo>
                <a:lnTo>
                  <a:pt x="0" y="119614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2682348" y="1338684"/>
            <a:ext cx="434340" cy="321945"/>
          </a:xfrm>
          <a:custGeom>
            <a:avLst/>
            <a:gdLst/>
            <a:ahLst/>
            <a:cxnLst/>
            <a:rect l="l" t="t" r="r" b="b"/>
            <a:pathLst>
              <a:path w="434340" h="321944">
                <a:moveTo>
                  <a:pt x="210997" y="196138"/>
                </a:moveTo>
                <a:lnTo>
                  <a:pt x="397478" y="315753"/>
                </a:lnTo>
                <a:lnTo>
                  <a:pt x="433882" y="260775"/>
                </a:lnTo>
                <a:lnTo>
                  <a:pt x="238486" y="137445"/>
                </a:lnTo>
                <a:lnTo>
                  <a:pt x="243617" y="119464"/>
                </a:lnTo>
                <a:lnTo>
                  <a:pt x="247773" y="101134"/>
                </a:lnTo>
                <a:lnTo>
                  <a:pt x="250815" y="82386"/>
                </a:lnTo>
                <a:lnTo>
                  <a:pt x="252602" y="63150"/>
                </a:lnTo>
                <a:lnTo>
                  <a:pt x="413080" y="63150"/>
                </a:lnTo>
                <a:lnTo>
                  <a:pt x="413080" y="0"/>
                </a:lnTo>
                <a:lnTo>
                  <a:pt x="8172" y="0"/>
                </a:lnTo>
                <a:lnTo>
                  <a:pt x="8172" y="63150"/>
                </a:lnTo>
                <a:lnTo>
                  <a:pt x="179050" y="63150"/>
                </a:lnTo>
                <a:lnTo>
                  <a:pt x="169967" y="112281"/>
                </a:lnTo>
                <a:lnTo>
                  <a:pt x="151947" y="155799"/>
                </a:lnTo>
                <a:lnTo>
                  <a:pt x="125465" y="192795"/>
                </a:lnTo>
                <a:lnTo>
                  <a:pt x="90997" y="222362"/>
                </a:lnTo>
                <a:lnTo>
                  <a:pt x="49017" y="243591"/>
                </a:lnTo>
                <a:lnTo>
                  <a:pt x="0" y="255574"/>
                </a:lnTo>
                <a:lnTo>
                  <a:pt x="0" y="321697"/>
                </a:lnTo>
                <a:lnTo>
                  <a:pt x="53682" y="311848"/>
                </a:lnTo>
                <a:lnTo>
                  <a:pt x="102087" y="293548"/>
                </a:lnTo>
                <a:lnTo>
                  <a:pt x="144750" y="267616"/>
                </a:lnTo>
                <a:lnTo>
                  <a:pt x="181208" y="234873"/>
                </a:lnTo>
                <a:lnTo>
                  <a:pt x="210997" y="196138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2723953" y="1699758"/>
            <a:ext cx="548640" cy="257175"/>
          </a:xfrm>
          <a:custGeom>
            <a:avLst/>
            <a:gdLst/>
            <a:ahLst/>
            <a:cxnLst/>
            <a:rect l="l" t="t" r="r" b="b"/>
            <a:pathLst>
              <a:path w="548640" h="257175">
                <a:moveTo>
                  <a:pt x="274148" y="0"/>
                </a:moveTo>
                <a:lnTo>
                  <a:pt x="210538" y="2246"/>
                </a:lnTo>
                <a:lnTo>
                  <a:pt x="152543" y="9235"/>
                </a:lnTo>
                <a:lnTo>
                  <a:pt x="101682" y="21346"/>
                </a:lnTo>
                <a:lnTo>
                  <a:pt x="59477" y="38953"/>
                </a:lnTo>
                <a:lnTo>
                  <a:pt x="27447" y="62435"/>
                </a:lnTo>
                <a:lnTo>
                  <a:pt x="0" y="128530"/>
                </a:lnTo>
                <a:lnTo>
                  <a:pt x="7115" y="164891"/>
                </a:lnTo>
                <a:lnTo>
                  <a:pt x="59477" y="218106"/>
                </a:lnTo>
                <a:lnTo>
                  <a:pt x="101682" y="235714"/>
                </a:lnTo>
                <a:lnTo>
                  <a:pt x="152543" y="247824"/>
                </a:lnTo>
                <a:lnTo>
                  <a:pt x="210538" y="254814"/>
                </a:lnTo>
                <a:lnTo>
                  <a:pt x="274148" y="257060"/>
                </a:lnTo>
                <a:lnTo>
                  <a:pt x="337758" y="254814"/>
                </a:lnTo>
                <a:lnTo>
                  <a:pt x="395754" y="247824"/>
                </a:lnTo>
                <a:lnTo>
                  <a:pt x="446614" y="235714"/>
                </a:lnTo>
                <a:lnTo>
                  <a:pt x="488819" y="218106"/>
                </a:lnTo>
                <a:lnTo>
                  <a:pt x="520849" y="194624"/>
                </a:lnTo>
                <a:lnTo>
                  <a:pt x="548297" y="128530"/>
                </a:lnTo>
                <a:lnTo>
                  <a:pt x="541181" y="92169"/>
                </a:lnTo>
                <a:lnTo>
                  <a:pt x="488819" y="38953"/>
                </a:lnTo>
                <a:lnTo>
                  <a:pt x="446614" y="21346"/>
                </a:lnTo>
                <a:lnTo>
                  <a:pt x="395754" y="9235"/>
                </a:lnTo>
                <a:lnTo>
                  <a:pt x="337758" y="2246"/>
                </a:lnTo>
                <a:lnTo>
                  <a:pt x="274148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2801962" y="1759937"/>
            <a:ext cx="392430" cy="137160"/>
          </a:xfrm>
          <a:custGeom>
            <a:avLst/>
            <a:gdLst/>
            <a:ahLst/>
            <a:cxnLst/>
            <a:rect l="l" t="t" r="r" b="b"/>
            <a:pathLst>
              <a:path w="392430" h="137160">
                <a:moveTo>
                  <a:pt x="196138" y="136702"/>
                </a:moveTo>
                <a:lnTo>
                  <a:pt x="133802" y="134087"/>
                </a:lnTo>
                <a:lnTo>
                  <a:pt x="79917" y="126123"/>
                </a:lnTo>
                <a:lnTo>
                  <a:pt x="37587" y="112631"/>
                </a:lnTo>
                <a:lnTo>
                  <a:pt x="0" y="68351"/>
                </a:lnTo>
                <a:lnTo>
                  <a:pt x="9913" y="43269"/>
                </a:lnTo>
                <a:lnTo>
                  <a:pt x="37587" y="24071"/>
                </a:lnTo>
                <a:lnTo>
                  <a:pt x="79917" y="10579"/>
                </a:lnTo>
                <a:lnTo>
                  <a:pt x="133802" y="2615"/>
                </a:lnTo>
                <a:lnTo>
                  <a:pt x="196138" y="0"/>
                </a:lnTo>
                <a:lnTo>
                  <a:pt x="258475" y="2615"/>
                </a:lnTo>
                <a:lnTo>
                  <a:pt x="312359" y="10579"/>
                </a:lnTo>
                <a:lnTo>
                  <a:pt x="354690" y="24071"/>
                </a:lnTo>
                <a:lnTo>
                  <a:pt x="382363" y="43269"/>
                </a:lnTo>
                <a:lnTo>
                  <a:pt x="392277" y="68351"/>
                </a:lnTo>
                <a:lnTo>
                  <a:pt x="382363" y="93433"/>
                </a:lnTo>
                <a:lnTo>
                  <a:pt x="354690" y="112631"/>
                </a:lnTo>
                <a:lnTo>
                  <a:pt x="312359" y="126123"/>
                </a:lnTo>
                <a:lnTo>
                  <a:pt x="258475" y="134087"/>
                </a:lnTo>
                <a:lnTo>
                  <a:pt x="196138" y="136702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322095" y="1322069"/>
            <a:ext cx="73660" cy="257810"/>
          </a:xfrm>
          <a:custGeom>
            <a:avLst/>
            <a:gdLst/>
            <a:ahLst/>
            <a:cxnLst/>
            <a:rect l="l" t="t" r="r" b="b"/>
            <a:pathLst>
              <a:path w="73660" h="257809">
                <a:moveTo>
                  <a:pt x="0" y="0"/>
                </a:moveTo>
                <a:lnTo>
                  <a:pt x="73552" y="0"/>
                </a:lnTo>
                <a:lnTo>
                  <a:pt x="73552" y="257809"/>
                </a:lnTo>
                <a:lnTo>
                  <a:pt x="0" y="2578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322095" y="1579880"/>
            <a:ext cx="163195" cy="69850"/>
          </a:xfrm>
          <a:custGeom>
            <a:avLst/>
            <a:gdLst/>
            <a:ahLst/>
            <a:cxnLst/>
            <a:rect l="l" t="t" r="r" b="b"/>
            <a:pathLst>
              <a:path w="163195" h="69850">
                <a:moveTo>
                  <a:pt x="0" y="0"/>
                </a:moveTo>
                <a:lnTo>
                  <a:pt x="162706" y="0"/>
                </a:lnTo>
                <a:lnTo>
                  <a:pt x="162706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322095" y="1649729"/>
            <a:ext cx="73660" cy="307340"/>
          </a:xfrm>
          <a:custGeom>
            <a:avLst/>
            <a:gdLst/>
            <a:ahLst/>
            <a:cxnLst/>
            <a:rect l="l" t="t" r="r" b="b"/>
            <a:pathLst>
              <a:path w="73660" h="307339">
                <a:moveTo>
                  <a:pt x="0" y="0"/>
                </a:moveTo>
                <a:lnTo>
                  <a:pt x="73552" y="0"/>
                </a:lnTo>
                <a:lnTo>
                  <a:pt x="73552" y="307340"/>
                </a:lnTo>
                <a:lnTo>
                  <a:pt x="0" y="307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851064" y="1341119"/>
            <a:ext cx="73025" cy="218440"/>
          </a:xfrm>
          <a:custGeom>
            <a:avLst/>
            <a:gdLst/>
            <a:ahLst/>
            <a:cxnLst/>
            <a:rect l="l" t="t" r="r" b="b"/>
            <a:pathLst>
              <a:path w="73025" h="218440">
                <a:moveTo>
                  <a:pt x="0" y="0"/>
                </a:moveTo>
                <a:lnTo>
                  <a:pt x="72809" y="0"/>
                </a:lnTo>
                <a:lnTo>
                  <a:pt x="72809" y="218439"/>
                </a:lnTo>
                <a:lnTo>
                  <a:pt x="0" y="2184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851064" y="1559560"/>
            <a:ext cx="353060" cy="67310"/>
          </a:xfrm>
          <a:custGeom>
            <a:avLst/>
            <a:gdLst/>
            <a:ahLst/>
            <a:cxnLst/>
            <a:rect l="l" t="t" r="r" b="b"/>
            <a:pathLst>
              <a:path w="353060" h="67310">
                <a:moveTo>
                  <a:pt x="0" y="0"/>
                </a:moveTo>
                <a:lnTo>
                  <a:pt x="352901" y="0"/>
                </a:lnTo>
                <a:lnTo>
                  <a:pt x="352901" y="67310"/>
                </a:lnTo>
                <a:lnTo>
                  <a:pt x="0" y="673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851064" y="1626870"/>
            <a:ext cx="73025" cy="224790"/>
          </a:xfrm>
          <a:custGeom>
            <a:avLst/>
            <a:gdLst/>
            <a:ahLst/>
            <a:cxnLst/>
            <a:rect l="l" t="t" r="r" b="b"/>
            <a:pathLst>
              <a:path w="73025" h="224789">
                <a:moveTo>
                  <a:pt x="0" y="0"/>
                </a:moveTo>
                <a:lnTo>
                  <a:pt x="72809" y="0"/>
                </a:lnTo>
                <a:lnTo>
                  <a:pt x="72809" y="224789"/>
                </a:lnTo>
                <a:lnTo>
                  <a:pt x="0" y="2247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851064" y="1851660"/>
            <a:ext cx="353060" cy="67310"/>
          </a:xfrm>
          <a:custGeom>
            <a:avLst/>
            <a:gdLst/>
            <a:ahLst/>
            <a:cxnLst/>
            <a:rect l="l" t="t" r="r" b="b"/>
            <a:pathLst>
              <a:path w="353060" h="67310">
                <a:moveTo>
                  <a:pt x="0" y="0"/>
                </a:moveTo>
                <a:lnTo>
                  <a:pt x="352901" y="0"/>
                </a:lnTo>
                <a:lnTo>
                  <a:pt x="352901" y="67310"/>
                </a:lnTo>
                <a:lnTo>
                  <a:pt x="0" y="673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131156" y="1340913"/>
            <a:ext cx="73025" cy="218440"/>
          </a:xfrm>
          <a:custGeom>
            <a:avLst/>
            <a:gdLst/>
            <a:ahLst/>
            <a:cxnLst/>
            <a:rect l="l" t="t" r="r" b="b"/>
            <a:pathLst>
              <a:path w="73025" h="218440">
                <a:moveTo>
                  <a:pt x="72809" y="218427"/>
                </a:moveTo>
                <a:lnTo>
                  <a:pt x="0" y="218427"/>
                </a:lnTo>
                <a:lnTo>
                  <a:pt x="0" y="0"/>
                </a:lnTo>
                <a:lnTo>
                  <a:pt x="72809" y="0"/>
                </a:lnTo>
                <a:lnTo>
                  <a:pt x="72809" y="2184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131156" y="1626949"/>
            <a:ext cx="73025" cy="224790"/>
          </a:xfrm>
          <a:custGeom>
            <a:avLst/>
            <a:gdLst/>
            <a:ahLst/>
            <a:cxnLst/>
            <a:rect l="l" t="t" r="r" b="b"/>
            <a:pathLst>
              <a:path w="73025" h="224789">
                <a:moveTo>
                  <a:pt x="72809" y="224370"/>
                </a:moveTo>
                <a:lnTo>
                  <a:pt x="0" y="224370"/>
                </a:lnTo>
                <a:lnTo>
                  <a:pt x="0" y="0"/>
                </a:lnTo>
                <a:lnTo>
                  <a:pt x="72809" y="0"/>
                </a:lnTo>
                <a:lnTo>
                  <a:pt x="72809" y="224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322095" y="1322339"/>
            <a:ext cx="163195" cy="635000"/>
          </a:xfrm>
          <a:custGeom>
            <a:avLst/>
            <a:gdLst/>
            <a:ahLst/>
            <a:cxnLst/>
            <a:rect l="l" t="t" r="r" b="b"/>
            <a:pathLst>
              <a:path w="163195" h="635000">
                <a:moveTo>
                  <a:pt x="162706" y="257060"/>
                </a:moveTo>
                <a:lnTo>
                  <a:pt x="73552" y="257060"/>
                </a:lnTo>
                <a:lnTo>
                  <a:pt x="73552" y="0"/>
                </a:lnTo>
                <a:lnTo>
                  <a:pt x="0" y="0"/>
                </a:lnTo>
                <a:lnTo>
                  <a:pt x="0" y="634479"/>
                </a:lnTo>
                <a:lnTo>
                  <a:pt x="73552" y="634479"/>
                </a:lnTo>
                <a:lnTo>
                  <a:pt x="73552" y="327640"/>
                </a:lnTo>
                <a:lnTo>
                  <a:pt x="162706" y="327640"/>
                </a:lnTo>
                <a:lnTo>
                  <a:pt x="162706" y="25706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851064" y="1340913"/>
            <a:ext cx="353060" cy="578485"/>
          </a:xfrm>
          <a:custGeom>
            <a:avLst/>
            <a:gdLst/>
            <a:ahLst/>
            <a:cxnLst/>
            <a:rect l="l" t="t" r="r" b="b"/>
            <a:pathLst>
              <a:path w="353060" h="578485">
                <a:moveTo>
                  <a:pt x="280092" y="218427"/>
                </a:moveTo>
                <a:lnTo>
                  <a:pt x="72809" y="218427"/>
                </a:lnTo>
                <a:lnTo>
                  <a:pt x="72809" y="0"/>
                </a:lnTo>
                <a:lnTo>
                  <a:pt x="0" y="0"/>
                </a:lnTo>
                <a:lnTo>
                  <a:pt x="0" y="578015"/>
                </a:lnTo>
                <a:lnTo>
                  <a:pt x="352901" y="578015"/>
                </a:lnTo>
                <a:lnTo>
                  <a:pt x="352901" y="0"/>
                </a:lnTo>
                <a:lnTo>
                  <a:pt x="280092" y="0"/>
                </a:lnTo>
                <a:lnTo>
                  <a:pt x="280092" y="218427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923873" y="1626949"/>
            <a:ext cx="207645" cy="224790"/>
          </a:xfrm>
          <a:custGeom>
            <a:avLst/>
            <a:gdLst/>
            <a:ahLst/>
            <a:cxnLst/>
            <a:rect l="l" t="t" r="r" b="b"/>
            <a:pathLst>
              <a:path w="207645" h="224789">
                <a:moveTo>
                  <a:pt x="0" y="224370"/>
                </a:moveTo>
                <a:lnTo>
                  <a:pt x="0" y="0"/>
                </a:lnTo>
                <a:lnTo>
                  <a:pt x="207283" y="0"/>
                </a:lnTo>
                <a:lnTo>
                  <a:pt x="207283" y="224370"/>
                </a:lnTo>
                <a:lnTo>
                  <a:pt x="0" y="22437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562811" y="1322340"/>
            <a:ext cx="566420" cy="635000"/>
          </a:xfrm>
          <a:custGeom>
            <a:avLst/>
            <a:gdLst/>
            <a:ahLst/>
            <a:cxnLst/>
            <a:rect l="l" t="t" r="r" b="b"/>
            <a:pathLst>
              <a:path w="566420" h="635000">
                <a:moveTo>
                  <a:pt x="566127" y="634479"/>
                </a:moveTo>
                <a:lnTo>
                  <a:pt x="491832" y="634479"/>
                </a:lnTo>
                <a:lnTo>
                  <a:pt x="491832" y="0"/>
                </a:lnTo>
                <a:lnTo>
                  <a:pt x="566127" y="0"/>
                </a:lnTo>
                <a:lnTo>
                  <a:pt x="566127" y="634479"/>
                </a:lnTo>
                <a:close/>
              </a:path>
              <a:path w="566420" h="635000">
                <a:moveTo>
                  <a:pt x="192424" y="604761"/>
                </a:moveTo>
                <a:lnTo>
                  <a:pt x="122596" y="590738"/>
                </a:lnTo>
                <a:lnTo>
                  <a:pt x="65708" y="548048"/>
                </a:lnTo>
                <a:lnTo>
                  <a:pt x="43064" y="515663"/>
                </a:lnTo>
                <a:lnTo>
                  <a:pt x="24792" y="475763"/>
                </a:lnTo>
                <a:lnTo>
                  <a:pt x="11271" y="428231"/>
                </a:lnTo>
                <a:lnTo>
                  <a:pt x="2881" y="372952"/>
                </a:lnTo>
                <a:lnTo>
                  <a:pt x="0" y="309810"/>
                </a:lnTo>
                <a:lnTo>
                  <a:pt x="2881" y="246667"/>
                </a:lnTo>
                <a:lnTo>
                  <a:pt x="11271" y="191388"/>
                </a:lnTo>
                <a:lnTo>
                  <a:pt x="24792" y="143857"/>
                </a:lnTo>
                <a:lnTo>
                  <a:pt x="43064" y="103956"/>
                </a:lnTo>
                <a:lnTo>
                  <a:pt x="65708" y="71571"/>
                </a:lnTo>
                <a:lnTo>
                  <a:pt x="122596" y="28882"/>
                </a:lnTo>
                <a:lnTo>
                  <a:pt x="192424" y="14859"/>
                </a:lnTo>
                <a:lnTo>
                  <a:pt x="228544" y="18345"/>
                </a:lnTo>
                <a:lnTo>
                  <a:pt x="261857" y="28882"/>
                </a:lnTo>
                <a:lnTo>
                  <a:pt x="291979" y="46585"/>
                </a:lnTo>
                <a:lnTo>
                  <a:pt x="318523" y="71571"/>
                </a:lnTo>
                <a:lnTo>
                  <a:pt x="326121" y="82467"/>
                </a:lnTo>
                <a:lnTo>
                  <a:pt x="192424" y="82467"/>
                </a:lnTo>
                <a:lnTo>
                  <a:pt x="160143" y="88163"/>
                </a:lnTo>
                <a:lnTo>
                  <a:pt x="107634" y="135959"/>
                </a:lnTo>
                <a:lnTo>
                  <a:pt x="89346" y="179546"/>
                </a:lnTo>
                <a:lnTo>
                  <a:pt x="77662" y="237248"/>
                </a:lnTo>
                <a:lnTo>
                  <a:pt x="73552" y="309810"/>
                </a:lnTo>
                <a:lnTo>
                  <a:pt x="77662" y="382629"/>
                </a:lnTo>
                <a:lnTo>
                  <a:pt x="89346" y="440404"/>
                </a:lnTo>
                <a:lnTo>
                  <a:pt x="107634" y="483939"/>
                </a:lnTo>
                <a:lnTo>
                  <a:pt x="131557" y="514038"/>
                </a:lnTo>
                <a:lnTo>
                  <a:pt x="192424" y="537152"/>
                </a:lnTo>
                <a:lnTo>
                  <a:pt x="326121" y="537152"/>
                </a:lnTo>
                <a:lnTo>
                  <a:pt x="318523" y="548048"/>
                </a:lnTo>
                <a:lnTo>
                  <a:pt x="291979" y="573034"/>
                </a:lnTo>
                <a:lnTo>
                  <a:pt x="261857" y="590738"/>
                </a:lnTo>
                <a:lnTo>
                  <a:pt x="228544" y="601274"/>
                </a:lnTo>
                <a:lnTo>
                  <a:pt x="192424" y="604761"/>
                </a:lnTo>
                <a:close/>
              </a:path>
              <a:path w="566420" h="635000">
                <a:moveTo>
                  <a:pt x="326121" y="537152"/>
                </a:moveTo>
                <a:lnTo>
                  <a:pt x="192424" y="537152"/>
                </a:lnTo>
                <a:lnTo>
                  <a:pt x="224133" y="531508"/>
                </a:lnTo>
                <a:lnTo>
                  <a:pt x="252437" y="514038"/>
                </a:lnTo>
                <a:lnTo>
                  <a:pt x="276284" y="483939"/>
                </a:lnTo>
                <a:lnTo>
                  <a:pt x="294620" y="440404"/>
                </a:lnTo>
                <a:lnTo>
                  <a:pt x="306394" y="382629"/>
                </a:lnTo>
                <a:lnTo>
                  <a:pt x="310553" y="309810"/>
                </a:lnTo>
                <a:lnTo>
                  <a:pt x="306394" y="237248"/>
                </a:lnTo>
                <a:lnTo>
                  <a:pt x="294620" y="179546"/>
                </a:lnTo>
                <a:lnTo>
                  <a:pt x="276284" y="135959"/>
                </a:lnTo>
                <a:lnTo>
                  <a:pt x="252437" y="105746"/>
                </a:lnTo>
                <a:lnTo>
                  <a:pt x="192424" y="82467"/>
                </a:lnTo>
                <a:lnTo>
                  <a:pt x="326121" y="82467"/>
                </a:lnTo>
                <a:lnTo>
                  <a:pt x="359340" y="143857"/>
                </a:lnTo>
                <a:lnTo>
                  <a:pt x="372841" y="191388"/>
                </a:lnTo>
                <a:lnTo>
                  <a:pt x="381225" y="246667"/>
                </a:lnTo>
                <a:lnTo>
                  <a:pt x="384105" y="309810"/>
                </a:lnTo>
                <a:lnTo>
                  <a:pt x="381225" y="372952"/>
                </a:lnTo>
                <a:lnTo>
                  <a:pt x="372841" y="428231"/>
                </a:lnTo>
                <a:lnTo>
                  <a:pt x="359340" y="475763"/>
                </a:lnTo>
                <a:lnTo>
                  <a:pt x="341105" y="515663"/>
                </a:lnTo>
                <a:lnTo>
                  <a:pt x="326121" y="537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054643" y="1322339"/>
            <a:ext cx="74295" cy="635000"/>
          </a:xfrm>
          <a:custGeom>
            <a:avLst/>
            <a:gdLst/>
            <a:ahLst/>
            <a:cxnLst/>
            <a:rect l="l" t="t" r="r" b="b"/>
            <a:pathLst>
              <a:path w="74295" h="635000">
                <a:moveTo>
                  <a:pt x="0" y="634479"/>
                </a:moveTo>
                <a:lnTo>
                  <a:pt x="74295" y="634479"/>
                </a:lnTo>
                <a:lnTo>
                  <a:pt x="74295" y="0"/>
                </a:lnTo>
                <a:lnTo>
                  <a:pt x="0" y="0"/>
                </a:lnTo>
                <a:lnTo>
                  <a:pt x="0" y="634479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562811" y="1337198"/>
            <a:ext cx="384175" cy="589915"/>
          </a:xfrm>
          <a:custGeom>
            <a:avLst/>
            <a:gdLst/>
            <a:ahLst/>
            <a:cxnLst/>
            <a:rect l="l" t="t" r="r" b="b"/>
            <a:pathLst>
              <a:path w="384175" h="589914">
                <a:moveTo>
                  <a:pt x="192424" y="589902"/>
                </a:moveTo>
                <a:lnTo>
                  <a:pt x="261857" y="575878"/>
                </a:lnTo>
                <a:lnTo>
                  <a:pt x="318523" y="533189"/>
                </a:lnTo>
                <a:lnTo>
                  <a:pt x="341105" y="500804"/>
                </a:lnTo>
                <a:lnTo>
                  <a:pt x="359340" y="460904"/>
                </a:lnTo>
                <a:lnTo>
                  <a:pt x="372841" y="413372"/>
                </a:lnTo>
                <a:lnTo>
                  <a:pt x="381225" y="358093"/>
                </a:lnTo>
                <a:lnTo>
                  <a:pt x="384105" y="294951"/>
                </a:lnTo>
                <a:lnTo>
                  <a:pt x="381225" y="231808"/>
                </a:lnTo>
                <a:lnTo>
                  <a:pt x="372841" y="176529"/>
                </a:lnTo>
                <a:lnTo>
                  <a:pt x="359340" y="128998"/>
                </a:lnTo>
                <a:lnTo>
                  <a:pt x="341105" y="89097"/>
                </a:lnTo>
                <a:lnTo>
                  <a:pt x="318523" y="56712"/>
                </a:lnTo>
                <a:lnTo>
                  <a:pt x="261857" y="14023"/>
                </a:lnTo>
                <a:lnTo>
                  <a:pt x="192424" y="0"/>
                </a:lnTo>
                <a:lnTo>
                  <a:pt x="156082" y="3486"/>
                </a:lnTo>
                <a:lnTo>
                  <a:pt x="92345" y="31726"/>
                </a:lnTo>
                <a:lnTo>
                  <a:pt x="43064" y="89097"/>
                </a:lnTo>
                <a:lnTo>
                  <a:pt x="24792" y="128998"/>
                </a:lnTo>
                <a:lnTo>
                  <a:pt x="11271" y="176529"/>
                </a:lnTo>
                <a:lnTo>
                  <a:pt x="2881" y="231808"/>
                </a:lnTo>
                <a:lnTo>
                  <a:pt x="0" y="294951"/>
                </a:lnTo>
                <a:lnTo>
                  <a:pt x="2881" y="358093"/>
                </a:lnTo>
                <a:lnTo>
                  <a:pt x="11271" y="413372"/>
                </a:lnTo>
                <a:lnTo>
                  <a:pt x="24792" y="460904"/>
                </a:lnTo>
                <a:lnTo>
                  <a:pt x="43064" y="500804"/>
                </a:lnTo>
                <a:lnTo>
                  <a:pt x="65708" y="533189"/>
                </a:lnTo>
                <a:lnTo>
                  <a:pt x="122596" y="575878"/>
                </a:lnTo>
                <a:lnTo>
                  <a:pt x="192424" y="589902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636363" y="1404807"/>
            <a:ext cx="237490" cy="455295"/>
          </a:xfrm>
          <a:custGeom>
            <a:avLst/>
            <a:gdLst/>
            <a:ahLst/>
            <a:cxnLst/>
            <a:rect l="l" t="t" r="r" b="b"/>
            <a:pathLst>
              <a:path w="237490" h="455294">
                <a:moveTo>
                  <a:pt x="118871" y="454685"/>
                </a:moveTo>
                <a:lnTo>
                  <a:pt x="58005" y="431571"/>
                </a:lnTo>
                <a:lnTo>
                  <a:pt x="34082" y="401471"/>
                </a:lnTo>
                <a:lnTo>
                  <a:pt x="15794" y="357936"/>
                </a:lnTo>
                <a:lnTo>
                  <a:pt x="4110" y="300162"/>
                </a:lnTo>
                <a:lnTo>
                  <a:pt x="0" y="227342"/>
                </a:lnTo>
                <a:lnTo>
                  <a:pt x="4110" y="154781"/>
                </a:lnTo>
                <a:lnTo>
                  <a:pt x="15794" y="97078"/>
                </a:lnTo>
                <a:lnTo>
                  <a:pt x="34082" y="53492"/>
                </a:lnTo>
                <a:lnTo>
                  <a:pt x="58005" y="23279"/>
                </a:lnTo>
                <a:lnTo>
                  <a:pt x="118871" y="0"/>
                </a:lnTo>
                <a:lnTo>
                  <a:pt x="150581" y="5695"/>
                </a:lnTo>
                <a:lnTo>
                  <a:pt x="202732" y="53492"/>
                </a:lnTo>
                <a:lnTo>
                  <a:pt x="221068" y="97078"/>
                </a:lnTo>
                <a:lnTo>
                  <a:pt x="232842" y="154781"/>
                </a:lnTo>
                <a:lnTo>
                  <a:pt x="237001" y="227342"/>
                </a:lnTo>
                <a:lnTo>
                  <a:pt x="232842" y="300162"/>
                </a:lnTo>
                <a:lnTo>
                  <a:pt x="221068" y="357936"/>
                </a:lnTo>
                <a:lnTo>
                  <a:pt x="202732" y="401471"/>
                </a:lnTo>
                <a:lnTo>
                  <a:pt x="178885" y="431571"/>
                </a:lnTo>
                <a:lnTo>
                  <a:pt x="118871" y="45468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250783" y="1333484"/>
            <a:ext cx="634365" cy="593090"/>
          </a:xfrm>
          <a:custGeom>
            <a:avLst/>
            <a:gdLst/>
            <a:ahLst/>
            <a:cxnLst/>
            <a:rect l="l" t="t" r="r" b="b"/>
            <a:pathLst>
              <a:path w="634365" h="593089">
                <a:moveTo>
                  <a:pt x="353644" y="523779"/>
                </a:moveTo>
                <a:lnTo>
                  <a:pt x="278606" y="523779"/>
                </a:lnTo>
                <a:lnTo>
                  <a:pt x="278606" y="388562"/>
                </a:lnTo>
                <a:lnTo>
                  <a:pt x="224642" y="381694"/>
                </a:lnTo>
                <a:lnTo>
                  <a:pt x="176206" y="369141"/>
                </a:lnTo>
                <a:lnTo>
                  <a:pt x="133813" y="351277"/>
                </a:lnTo>
                <a:lnTo>
                  <a:pt x="97976" y="328476"/>
                </a:lnTo>
                <a:lnTo>
                  <a:pt x="69208" y="301113"/>
                </a:lnTo>
                <a:lnTo>
                  <a:pt x="34937" y="234199"/>
                </a:lnTo>
                <a:lnTo>
                  <a:pt x="30460" y="195395"/>
                </a:lnTo>
                <a:lnTo>
                  <a:pt x="35681" y="153297"/>
                </a:lnTo>
                <a:lnTo>
                  <a:pt x="50915" y="115342"/>
                </a:lnTo>
                <a:lnTo>
                  <a:pt x="75516" y="81985"/>
                </a:lnTo>
                <a:lnTo>
                  <a:pt x="108842" y="53678"/>
                </a:lnTo>
                <a:lnTo>
                  <a:pt x="150247" y="30873"/>
                </a:lnTo>
                <a:lnTo>
                  <a:pt x="199087" y="14023"/>
                </a:lnTo>
                <a:lnTo>
                  <a:pt x="254718" y="3581"/>
                </a:lnTo>
                <a:lnTo>
                  <a:pt x="316496" y="0"/>
                </a:lnTo>
                <a:lnTo>
                  <a:pt x="378274" y="3581"/>
                </a:lnTo>
                <a:lnTo>
                  <a:pt x="433906" y="14023"/>
                </a:lnTo>
                <a:lnTo>
                  <a:pt x="482746" y="30873"/>
                </a:lnTo>
                <a:lnTo>
                  <a:pt x="524151" y="53678"/>
                </a:lnTo>
                <a:lnTo>
                  <a:pt x="539676" y="66865"/>
                </a:lnTo>
                <a:lnTo>
                  <a:pt x="316496" y="66865"/>
                </a:lnTo>
                <a:lnTo>
                  <a:pt x="257748" y="71020"/>
                </a:lnTo>
                <a:lnTo>
                  <a:pt x="207090" y="83017"/>
                </a:lnTo>
                <a:lnTo>
                  <a:pt x="165677" y="102155"/>
                </a:lnTo>
                <a:lnTo>
                  <a:pt x="134666" y="127732"/>
                </a:lnTo>
                <a:lnTo>
                  <a:pt x="108470" y="195395"/>
                </a:lnTo>
                <a:lnTo>
                  <a:pt x="115212" y="231432"/>
                </a:lnTo>
                <a:lnTo>
                  <a:pt x="165677" y="287986"/>
                </a:lnTo>
                <a:lnTo>
                  <a:pt x="207090" y="307058"/>
                </a:lnTo>
                <a:lnTo>
                  <a:pt x="257748" y="319031"/>
                </a:lnTo>
                <a:lnTo>
                  <a:pt x="316496" y="323183"/>
                </a:lnTo>
                <a:lnTo>
                  <a:pt x="540499" y="323183"/>
                </a:lnTo>
                <a:lnTo>
                  <a:pt x="534924" y="328476"/>
                </a:lnTo>
                <a:lnTo>
                  <a:pt x="498998" y="351277"/>
                </a:lnTo>
                <a:lnTo>
                  <a:pt x="456473" y="369141"/>
                </a:lnTo>
                <a:lnTo>
                  <a:pt x="407853" y="381694"/>
                </a:lnTo>
                <a:lnTo>
                  <a:pt x="353644" y="388562"/>
                </a:lnTo>
                <a:lnTo>
                  <a:pt x="353644" y="523779"/>
                </a:lnTo>
                <a:close/>
              </a:path>
              <a:path w="634365" h="593089">
                <a:moveTo>
                  <a:pt x="540499" y="323183"/>
                </a:moveTo>
                <a:lnTo>
                  <a:pt x="316496" y="323183"/>
                </a:lnTo>
                <a:lnTo>
                  <a:pt x="375557" y="319031"/>
                </a:lnTo>
                <a:lnTo>
                  <a:pt x="426425" y="307058"/>
                </a:lnTo>
                <a:lnTo>
                  <a:pt x="467965" y="287986"/>
                </a:lnTo>
                <a:lnTo>
                  <a:pt x="499042" y="262536"/>
                </a:lnTo>
                <a:lnTo>
                  <a:pt x="518520" y="231432"/>
                </a:lnTo>
                <a:lnTo>
                  <a:pt x="525265" y="195395"/>
                </a:lnTo>
                <a:lnTo>
                  <a:pt x="518520" y="159046"/>
                </a:lnTo>
                <a:lnTo>
                  <a:pt x="467965" y="102155"/>
                </a:lnTo>
                <a:lnTo>
                  <a:pt x="426425" y="83017"/>
                </a:lnTo>
                <a:lnTo>
                  <a:pt x="375557" y="71020"/>
                </a:lnTo>
                <a:lnTo>
                  <a:pt x="316496" y="66865"/>
                </a:lnTo>
                <a:lnTo>
                  <a:pt x="539676" y="66865"/>
                </a:lnTo>
                <a:lnTo>
                  <a:pt x="557476" y="81985"/>
                </a:lnTo>
                <a:lnTo>
                  <a:pt x="582078" y="115342"/>
                </a:lnTo>
                <a:lnTo>
                  <a:pt x="597311" y="153297"/>
                </a:lnTo>
                <a:lnTo>
                  <a:pt x="602532" y="195395"/>
                </a:lnTo>
                <a:lnTo>
                  <a:pt x="598054" y="234199"/>
                </a:lnTo>
                <a:lnTo>
                  <a:pt x="584957" y="269563"/>
                </a:lnTo>
                <a:lnTo>
                  <a:pt x="563745" y="301113"/>
                </a:lnTo>
                <a:lnTo>
                  <a:pt x="540499" y="323183"/>
                </a:lnTo>
                <a:close/>
              </a:path>
              <a:path w="634365" h="593089">
                <a:moveTo>
                  <a:pt x="633736" y="592874"/>
                </a:moveTo>
                <a:lnTo>
                  <a:pt x="0" y="592874"/>
                </a:lnTo>
                <a:lnTo>
                  <a:pt x="0" y="523779"/>
                </a:lnTo>
                <a:lnTo>
                  <a:pt x="633736" y="523779"/>
                </a:lnTo>
                <a:lnTo>
                  <a:pt x="633736" y="59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250782" y="1333484"/>
            <a:ext cx="634365" cy="593090"/>
          </a:xfrm>
          <a:custGeom>
            <a:avLst/>
            <a:gdLst/>
            <a:ahLst/>
            <a:cxnLst/>
            <a:rect l="l" t="t" r="r" b="b"/>
            <a:pathLst>
              <a:path w="634365" h="593089">
                <a:moveTo>
                  <a:pt x="353644" y="523779"/>
                </a:moveTo>
                <a:lnTo>
                  <a:pt x="353644" y="388562"/>
                </a:lnTo>
                <a:lnTo>
                  <a:pt x="407853" y="381694"/>
                </a:lnTo>
                <a:lnTo>
                  <a:pt x="456473" y="369141"/>
                </a:lnTo>
                <a:lnTo>
                  <a:pt x="498998" y="351277"/>
                </a:lnTo>
                <a:lnTo>
                  <a:pt x="534924" y="328476"/>
                </a:lnTo>
                <a:lnTo>
                  <a:pt x="563745" y="301113"/>
                </a:lnTo>
                <a:lnTo>
                  <a:pt x="598054" y="234199"/>
                </a:lnTo>
                <a:lnTo>
                  <a:pt x="602532" y="195395"/>
                </a:lnTo>
                <a:lnTo>
                  <a:pt x="597311" y="153297"/>
                </a:lnTo>
                <a:lnTo>
                  <a:pt x="582078" y="115342"/>
                </a:lnTo>
                <a:lnTo>
                  <a:pt x="557476" y="81985"/>
                </a:lnTo>
                <a:lnTo>
                  <a:pt x="524151" y="53678"/>
                </a:lnTo>
                <a:lnTo>
                  <a:pt x="482746" y="30873"/>
                </a:lnTo>
                <a:lnTo>
                  <a:pt x="433906" y="14023"/>
                </a:lnTo>
                <a:lnTo>
                  <a:pt x="378274" y="3581"/>
                </a:lnTo>
                <a:lnTo>
                  <a:pt x="316496" y="0"/>
                </a:lnTo>
                <a:lnTo>
                  <a:pt x="254718" y="3581"/>
                </a:lnTo>
                <a:lnTo>
                  <a:pt x="199087" y="14023"/>
                </a:lnTo>
                <a:lnTo>
                  <a:pt x="150247" y="30873"/>
                </a:lnTo>
                <a:lnTo>
                  <a:pt x="108842" y="53678"/>
                </a:lnTo>
                <a:lnTo>
                  <a:pt x="75516" y="81985"/>
                </a:lnTo>
                <a:lnTo>
                  <a:pt x="50915" y="115342"/>
                </a:lnTo>
                <a:lnTo>
                  <a:pt x="35681" y="153297"/>
                </a:lnTo>
                <a:lnTo>
                  <a:pt x="30460" y="195395"/>
                </a:lnTo>
                <a:lnTo>
                  <a:pt x="34937" y="234199"/>
                </a:lnTo>
                <a:lnTo>
                  <a:pt x="69208" y="301113"/>
                </a:lnTo>
                <a:lnTo>
                  <a:pt x="97976" y="328476"/>
                </a:lnTo>
                <a:lnTo>
                  <a:pt x="133813" y="351277"/>
                </a:lnTo>
                <a:lnTo>
                  <a:pt x="176206" y="369141"/>
                </a:lnTo>
                <a:lnTo>
                  <a:pt x="224642" y="381694"/>
                </a:lnTo>
                <a:lnTo>
                  <a:pt x="278606" y="388562"/>
                </a:lnTo>
                <a:lnTo>
                  <a:pt x="278606" y="523779"/>
                </a:lnTo>
                <a:lnTo>
                  <a:pt x="0" y="523779"/>
                </a:lnTo>
                <a:lnTo>
                  <a:pt x="0" y="592874"/>
                </a:lnTo>
                <a:lnTo>
                  <a:pt x="633736" y="592874"/>
                </a:lnTo>
                <a:lnTo>
                  <a:pt x="633736" y="523779"/>
                </a:lnTo>
                <a:lnTo>
                  <a:pt x="353644" y="523779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359253" y="1400349"/>
            <a:ext cx="417195" cy="256540"/>
          </a:xfrm>
          <a:custGeom>
            <a:avLst/>
            <a:gdLst/>
            <a:ahLst/>
            <a:cxnLst/>
            <a:rect l="l" t="t" r="r" b="b"/>
            <a:pathLst>
              <a:path w="417195" h="256539">
                <a:moveTo>
                  <a:pt x="0" y="128530"/>
                </a:moveTo>
                <a:lnTo>
                  <a:pt x="26195" y="60866"/>
                </a:lnTo>
                <a:lnTo>
                  <a:pt x="57207" y="35290"/>
                </a:lnTo>
                <a:lnTo>
                  <a:pt x="98619" y="16152"/>
                </a:lnTo>
                <a:lnTo>
                  <a:pt x="149277" y="4155"/>
                </a:lnTo>
                <a:lnTo>
                  <a:pt x="208025" y="0"/>
                </a:lnTo>
                <a:lnTo>
                  <a:pt x="267087" y="4155"/>
                </a:lnTo>
                <a:lnTo>
                  <a:pt x="317955" y="16152"/>
                </a:lnTo>
                <a:lnTo>
                  <a:pt x="359494" y="35290"/>
                </a:lnTo>
                <a:lnTo>
                  <a:pt x="390571" y="60866"/>
                </a:lnTo>
                <a:lnTo>
                  <a:pt x="416794" y="128530"/>
                </a:lnTo>
                <a:lnTo>
                  <a:pt x="410049" y="164566"/>
                </a:lnTo>
                <a:lnTo>
                  <a:pt x="359494" y="221120"/>
                </a:lnTo>
                <a:lnTo>
                  <a:pt x="317955" y="240192"/>
                </a:lnTo>
                <a:lnTo>
                  <a:pt x="267087" y="252166"/>
                </a:lnTo>
                <a:lnTo>
                  <a:pt x="208025" y="256317"/>
                </a:lnTo>
                <a:lnTo>
                  <a:pt x="149277" y="252166"/>
                </a:lnTo>
                <a:lnTo>
                  <a:pt x="98619" y="240192"/>
                </a:lnTo>
                <a:lnTo>
                  <a:pt x="57207" y="221120"/>
                </a:lnTo>
                <a:lnTo>
                  <a:pt x="26195" y="195671"/>
                </a:lnTo>
                <a:lnTo>
                  <a:pt x="0" y="12853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973672" y="1322340"/>
            <a:ext cx="601980" cy="635000"/>
          </a:xfrm>
          <a:custGeom>
            <a:avLst/>
            <a:gdLst/>
            <a:ahLst/>
            <a:cxnLst/>
            <a:rect l="l" t="t" r="r" b="b"/>
            <a:pathLst>
              <a:path w="601979" h="635000">
                <a:moveTo>
                  <a:pt x="601789" y="634479"/>
                </a:moveTo>
                <a:lnTo>
                  <a:pt x="531952" y="634479"/>
                </a:lnTo>
                <a:lnTo>
                  <a:pt x="531952" y="0"/>
                </a:lnTo>
                <a:lnTo>
                  <a:pt x="601789" y="0"/>
                </a:lnTo>
                <a:lnTo>
                  <a:pt x="601789" y="634479"/>
                </a:lnTo>
                <a:close/>
              </a:path>
              <a:path w="601979" h="635000">
                <a:moveTo>
                  <a:pt x="447998" y="264490"/>
                </a:moveTo>
                <a:lnTo>
                  <a:pt x="378904" y="264490"/>
                </a:lnTo>
                <a:lnTo>
                  <a:pt x="378904" y="3714"/>
                </a:lnTo>
                <a:lnTo>
                  <a:pt x="447998" y="3714"/>
                </a:lnTo>
                <a:lnTo>
                  <a:pt x="447998" y="264490"/>
                </a:lnTo>
                <a:close/>
              </a:path>
              <a:path w="601979" h="635000">
                <a:moveTo>
                  <a:pt x="147847" y="604761"/>
                </a:moveTo>
                <a:lnTo>
                  <a:pt x="84313" y="587510"/>
                </a:lnTo>
                <a:lnTo>
                  <a:pt x="37983" y="534181"/>
                </a:lnTo>
                <a:lnTo>
                  <a:pt x="21509" y="493246"/>
                </a:lnTo>
                <a:lnTo>
                  <a:pt x="9623" y="442403"/>
                </a:lnTo>
                <a:lnTo>
                  <a:pt x="2421" y="381356"/>
                </a:lnTo>
                <a:lnTo>
                  <a:pt x="0" y="309810"/>
                </a:lnTo>
                <a:lnTo>
                  <a:pt x="2421" y="238263"/>
                </a:lnTo>
                <a:lnTo>
                  <a:pt x="9623" y="177216"/>
                </a:lnTo>
                <a:lnTo>
                  <a:pt x="21509" y="126374"/>
                </a:lnTo>
                <a:lnTo>
                  <a:pt x="37983" y="85439"/>
                </a:lnTo>
                <a:lnTo>
                  <a:pt x="84313" y="32109"/>
                </a:lnTo>
                <a:lnTo>
                  <a:pt x="147847" y="14859"/>
                </a:lnTo>
                <a:lnTo>
                  <a:pt x="183402" y="19602"/>
                </a:lnTo>
                <a:lnTo>
                  <a:pt x="214227" y="34067"/>
                </a:lnTo>
                <a:lnTo>
                  <a:pt x="240230" y="58604"/>
                </a:lnTo>
                <a:lnTo>
                  <a:pt x="254178" y="81724"/>
                </a:lnTo>
                <a:lnTo>
                  <a:pt x="147847" y="81724"/>
                </a:lnTo>
                <a:lnTo>
                  <a:pt x="123752" y="87785"/>
                </a:lnTo>
                <a:lnTo>
                  <a:pt x="89061" y="137260"/>
                </a:lnTo>
                <a:lnTo>
                  <a:pt x="78339" y="181334"/>
                </a:lnTo>
                <a:lnTo>
                  <a:pt x="71952" y="238741"/>
                </a:lnTo>
                <a:lnTo>
                  <a:pt x="69837" y="309810"/>
                </a:lnTo>
                <a:lnTo>
                  <a:pt x="71952" y="380878"/>
                </a:lnTo>
                <a:lnTo>
                  <a:pt x="78339" y="438285"/>
                </a:lnTo>
                <a:lnTo>
                  <a:pt x="89061" y="482360"/>
                </a:lnTo>
                <a:lnTo>
                  <a:pt x="123752" y="531835"/>
                </a:lnTo>
                <a:lnTo>
                  <a:pt x="147847" y="537895"/>
                </a:lnTo>
                <a:lnTo>
                  <a:pt x="253994" y="537895"/>
                </a:lnTo>
                <a:lnTo>
                  <a:pt x="243018" y="557507"/>
                </a:lnTo>
                <a:lnTo>
                  <a:pt x="216519" y="584028"/>
                </a:lnTo>
                <a:lnTo>
                  <a:pt x="184769" y="599645"/>
                </a:lnTo>
                <a:lnTo>
                  <a:pt x="147847" y="604761"/>
                </a:lnTo>
                <a:close/>
              </a:path>
              <a:path w="601979" h="635000">
                <a:moveTo>
                  <a:pt x="253994" y="537895"/>
                </a:moveTo>
                <a:lnTo>
                  <a:pt x="147847" y="537895"/>
                </a:lnTo>
                <a:lnTo>
                  <a:pt x="171886" y="531835"/>
                </a:lnTo>
                <a:lnTo>
                  <a:pt x="191323" y="513433"/>
                </a:lnTo>
                <a:lnTo>
                  <a:pt x="206261" y="482360"/>
                </a:lnTo>
                <a:lnTo>
                  <a:pt x="216803" y="438285"/>
                </a:lnTo>
                <a:lnTo>
                  <a:pt x="223053" y="380878"/>
                </a:lnTo>
                <a:lnTo>
                  <a:pt x="225113" y="309810"/>
                </a:lnTo>
                <a:lnTo>
                  <a:pt x="223053" y="238741"/>
                </a:lnTo>
                <a:lnTo>
                  <a:pt x="216803" y="181334"/>
                </a:lnTo>
                <a:lnTo>
                  <a:pt x="206261" y="137260"/>
                </a:lnTo>
                <a:lnTo>
                  <a:pt x="171886" y="87785"/>
                </a:lnTo>
                <a:lnTo>
                  <a:pt x="147847" y="81724"/>
                </a:lnTo>
                <a:lnTo>
                  <a:pt x="254178" y="81724"/>
                </a:lnTo>
                <a:lnTo>
                  <a:pt x="261321" y="93564"/>
                </a:lnTo>
                <a:lnTo>
                  <a:pt x="277408" y="139297"/>
                </a:lnTo>
                <a:lnTo>
                  <a:pt x="288401" y="196156"/>
                </a:lnTo>
                <a:lnTo>
                  <a:pt x="294208" y="264490"/>
                </a:lnTo>
                <a:lnTo>
                  <a:pt x="447998" y="264490"/>
                </a:lnTo>
                <a:lnTo>
                  <a:pt x="447998" y="334327"/>
                </a:lnTo>
                <a:lnTo>
                  <a:pt x="294951" y="334327"/>
                </a:lnTo>
                <a:lnTo>
                  <a:pt x="290233" y="408492"/>
                </a:lnTo>
                <a:lnTo>
                  <a:pt x="279953" y="470142"/>
                </a:lnTo>
                <a:lnTo>
                  <a:pt x="264189" y="519679"/>
                </a:lnTo>
                <a:lnTo>
                  <a:pt x="253994" y="537895"/>
                </a:lnTo>
                <a:close/>
              </a:path>
              <a:path w="601979" h="635000">
                <a:moveTo>
                  <a:pt x="447998" y="623335"/>
                </a:moveTo>
                <a:lnTo>
                  <a:pt x="378904" y="623335"/>
                </a:lnTo>
                <a:lnTo>
                  <a:pt x="378904" y="334327"/>
                </a:lnTo>
                <a:lnTo>
                  <a:pt x="447998" y="334327"/>
                </a:lnTo>
                <a:lnTo>
                  <a:pt x="447998" y="623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505625" y="1322339"/>
            <a:ext cx="69850" cy="635000"/>
          </a:xfrm>
          <a:custGeom>
            <a:avLst/>
            <a:gdLst/>
            <a:ahLst/>
            <a:cxnLst/>
            <a:rect l="l" t="t" r="r" b="b"/>
            <a:pathLst>
              <a:path w="69850" h="635000">
                <a:moveTo>
                  <a:pt x="0" y="0"/>
                </a:moveTo>
                <a:lnTo>
                  <a:pt x="0" y="634479"/>
                </a:lnTo>
                <a:lnTo>
                  <a:pt x="69837" y="634479"/>
                </a:lnTo>
                <a:lnTo>
                  <a:pt x="69837" y="0"/>
                </a:lnTo>
                <a:lnTo>
                  <a:pt x="0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973672" y="1326054"/>
            <a:ext cx="448309" cy="619760"/>
          </a:xfrm>
          <a:custGeom>
            <a:avLst/>
            <a:gdLst/>
            <a:ahLst/>
            <a:cxnLst/>
            <a:rect l="l" t="t" r="r" b="b"/>
            <a:pathLst>
              <a:path w="448309" h="619760">
                <a:moveTo>
                  <a:pt x="378904" y="260775"/>
                </a:moveTo>
                <a:lnTo>
                  <a:pt x="294208" y="260775"/>
                </a:lnTo>
                <a:lnTo>
                  <a:pt x="288401" y="192441"/>
                </a:lnTo>
                <a:lnTo>
                  <a:pt x="277408" y="135582"/>
                </a:lnTo>
                <a:lnTo>
                  <a:pt x="261321" y="89849"/>
                </a:lnTo>
                <a:lnTo>
                  <a:pt x="240230" y="54889"/>
                </a:lnTo>
                <a:lnTo>
                  <a:pt x="183402" y="15887"/>
                </a:lnTo>
                <a:lnTo>
                  <a:pt x="147847" y="11144"/>
                </a:lnTo>
                <a:lnTo>
                  <a:pt x="113977" y="15407"/>
                </a:lnTo>
                <a:lnTo>
                  <a:pt x="58949" y="50401"/>
                </a:lnTo>
                <a:lnTo>
                  <a:pt x="21509" y="122659"/>
                </a:lnTo>
                <a:lnTo>
                  <a:pt x="9623" y="173502"/>
                </a:lnTo>
                <a:lnTo>
                  <a:pt x="2421" y="234548"/>
                </a:lnTo>
                <a:lnTo>
                  <a:pt x="0" y="306095"/>
                </a:lnTo>
                <a:lnTo>
                  <a:pt x="2421" y="377642"/>
                </a:lnTo>
                <a:lnTo>
                  <a:pt x="9623" y="438688"/>
                </a:lnTo>
                <a:lnTo>
                  <a:pt x="21509" y="489531"/>
                </a:lnTo>
                <a:lnTo>
                  <a:pt x="37983" y="530466"/>
                </a:lnTo>
                <a:lnTo>
                  <a:pt x="84313" y="583796"/>
                </a:lnTo>
                <a:lnTo>
                  <a:pt x="147847" y="601046"/>
                </a:lnTo>
                <a:lnTo>
                  <a:pt x="184769" y="595930"/>
                </a:lnTo>
                <a:lnTo>
                  <a:pt x="243018" y="553792"/>
                </a:lnTo>
                <a:lnTo>
                  <a:pt x="264189" y="515964"/>
                </a:lnTo>
                <a:lnTo>
                  <a:pt x="279953" y="466427"/>
                </a:lnTo>
                <a:lnTo>
                  <a:pt x="290233" y="404777"/>
                </a:lnTo>
                <a:lnTo>
                  <a:pt x="294951" y="330612"/>
                </a:lnTo>
                <a:lnTo>
                  <a:pt x="378904" y="330612"/>
                </a:lnTo>
                <a:lnTo>
                  <a:pt x="378904" y="619620"/>
                </a:lnTo>
                <a:lnTo>
                  <a:pt x="447998" y="619620"/>
                </a:lnTo>
                <a:lnTo>
                  <a:pt x="447998" y="0"/>
                </a:lnTo>
                <a:lnTo>
                  <a:pt x="378904" y="0"/>
                </a:lnTo>
                <a:lnTo>
                  <a:pt x="378904" y="26077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043509" y="1404064"/>
            <a:ext cx="155575" cy="456565"/>
          </a:xfrm>
          <a:custGeom>
            <a:avLst/>
            <a:gdLst/>
            <a:ahLst/>
            <a:cxnLst/>
            <a:rect l="l" t="t" r="r" b="b"/>
            <a:pathLst>
              <a:path w="155575" h="456564">
                <a:moveTo>
                  <a:pt x="78009" y="456171"/>
                </a:moveTo>
                <a:lnTo>
                  <a:pt x="34340" y="431708"/>
                </a:lnTo>
                <a:lnTo>
                  <a:pt x="8502" y="356560"/>
                </a:lnTo>
                <a:lnTo>
                  <a:pt x="2115" y="299154"/>
                </a:lnTo>
                <a:lnTo>
                  <a:pt x="0" y="228085"/>
                </a:lnTo>
                <a:lnTo>
                  <a:pt x="2115" y="157016"/>
                </a:lnTo>
                <a:lnTo>
                  <a:pt x="8502" y="99610"/>
                </a:lnTo>
                <a:lnTo>
                  <a:pt x="19223" y="55535"/>
                </a:lnTo>
                <a:lnTo>
                  <a:pt x="53915" y="6060"/>
                </a:lnTo>
                <a:lnTo>
                  <a:pt x="78009" y="0"/>
                </a:lnTo>
                <a:lnTo>
                  <a:pt x="102048" y="6060"/>
                </a:lnTo>
                <a:lnTo>
                  <a:pt x="136424" y="55535"/>
                </a:lnTo>
                <a:lnTo>
                  <a:pt x="146966" y="99610"/>
                </a:lnTo>
                <a:lnTo>
                  <a:pt x="153216" y="157016"/>
                </a:lnTo>
                <a:lnTo>
                  <a:pt x="155276" y="228085"/>
                </a:lnTo>
                <a:lnTo>
                  <a:pt x="153216" y="299154"/>
                </a:lnTo>
                <a:lnTo>
                  <a:pt x="146966" y="356560"/>
                </a:lnTo>
                <a:lnTo>
                  <a:pt x="136424" y="400635"/>
                </a:lnTo>
                <a:lnTo>
                  <a:pt x="102048" y="450110"/>
                </a:lnTo>
                <a:lnTo>
                  <a:pt x="78009" y="45617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02506" y="1322340"/>
            <a:ext cx="641350" cy="626745"/>
          </a:xfrm>
          <a:custGeom>
            <a:avLst/>
            <a:gdLst/>
            <a:ahLst/>
            <a:cxnLst/>
            <a:rect l="l" t="t" r="r" b="b"/>
            <a:pathLst>
              <a:path w="641350" h="626744">
                <a:moveTo>
                  <a:pt x="552011" y="473259"/>
                </a:moveTo>
                <a:lnTo>
                  <a:pt x="478459" y="473259"/>
                </a:lnTo>
                <a:lnTo>
                  <a:pt x="478459" y="0"/>
                </a:lnTo>
                <a:lnTo>
                  <a:pt x="552011" y="0"/>
                </a:lnTo>
                <a:lnTo>
                  <a:pt x="552011" y="165677"/>
                </a:lnTo>
                <a:lnTo>
                  <a:pt x="641165" y="165677"/>
                </a:lnTo>
                <a:lnTo>
                  <a:pt x="641165" y="236258"/>
                </a:lnTo>
                <a:lnTo>
                  <a:pt x="552011" y="236258"/>
                </a:lnTo>
                <a:lnTo>
                  <a:pt x="552011" y="473259"/>
                </a:lnTo>
                <a:close/>
              </a:path>
              <a:path w="641350" h="626744">
                <a:moveTo>
                  <a:pt x="226599" y="384848"/>
                </a:moveTo>
                <a:lnTo>
                  <a:pt x="0" y="384848"/>
                </a:lnTo>
                <a:lnTo>
                  <a:pt x="0" y="15601"/>
                </a:lnTo>
                <a:lnTo>
                  <a:pt x="387076" y="15601"/>
                </a:lnTo>
                <a:lnTo>
                  <a:pt x="387076" y="78009"/>
                </a:lnTo>
                <a:lnTo>
                  <a:pt x="72809" y="78009"/>
                </a:lnTo>
                <a:lnTo>
                  <a:pt x="72809" y="169392"/>
                </a:lnTo>
                <a:lnTo>
                  <a:pt x="374446" y="169392"/>
                </a:lnTo>
                <a:lnTo>
                  <a:pt x="374446" y="229571"/>
                </a:lnTo>
                <a:lnTo>
                  <a:pt x="72809" y="229571"/>
                </a:lnTo>
                <a:lnTo>
                  <a:pt x="72809" y="322440"/>
                </a:lnTo>
                <a:lnTo>
                  <a:pt x="432396" y="322440"/>
                </a:lnTo>
                <a:lnTo>
                  <a:pt x="432396" y="356616"/>
                </a:lnTo>
                <a:lnTo>
                  <a:pt x="396270" y="368236"/>
                </a:lnTo>
                <a:lnTo>
                  <a:pt x="348443" y="377140"/>
                </a:lnTo>
                <a:lnTo>
                  <a:pt x="291143" y="382839"/>
                </a:lnTo>
                <a:lnTo>
                  <a:pt x="226599" y="384848"/>
                </a:lnTo>
                <a:close/>
              </a:path>
              <a:path w="641350" h="626744">
                <a:moveTo>
                  <a:pt x="432396" y="322440"/>
                </a:moveTo>
                <a:lnTo>
                  <a:pt x="232543" y="322440"/>
                </a:lnTo>
                <a:lnTo>
                  <a:pt x="294382" y="320548"/>
                </a:lnTo>
                <a:lnTo>
                  <a:pt x="349465" y="315103"/>
                </a:lnTo>
                <a:lnTo>
                  <a:pt x="396050" y="306455"/>
                </a:lnTo>
                <a:lnTo>
                  <a:pt x="432396" y="294951"/>
                </a:lnTo>
                <a:lnTo>
                  <a:pt x="432396" y="322440"/>
                </a:lnTo>
                <a:close/>
              </a:path>
              <a:path w="641350" h="626744">
                <a:moveTo>
                  <a:pt x="569099" y="626306"/>
                </a:moveTo>
                <a:lnTo>
                  <a:pt x="21545" y="626306"/>
                </a:lnTo>
                <a:lnTo>
                  <a:pt x="21545" y="443541"/>
                </a:lnTo>
                <a:lnTo>
                  <a:pt x="95840" y="443541"/>
                </a:lnTo>
                <a:lnTo>
                  <a:pt x="95840" y="560927"/>
                </a:lnTo>
                <a:lnTo>
                  <a:pt x="569099" y="560927"/>
                </a:lnTo>
                <a:lnTo>
                  <a:pt x="569099" y="626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9180966" y="1322339"/>
            <a:ext cx="163195" cy="473709"/>
          </a:xfrm>
          <a:custGeom>
            <a:avLst/>
            <a:gdLst/>
            <a:ahLst/>
            <a:cxnLst/>
            <a:rect l="l" t="t" r="r" b="b"/>
            <a:pathLst>
              <a:path w="163195" h="473710">
                <a:moveTo>
                  <a:pt x="73552" y="165677"/>
                </a:moveTo>
                <a:lnTo>
                  <a:pt x="73552" y="0"/>
                </a:lnTo>
                <a:lnTo>
                  <a:pt x="0" y="0"/>
                </a:lnTo>
                <a:lnTo>
                  <a:pt x="0" y="473259"/>
                </a:lnTo>
                <a:lnTo>
                  <a:pt x="73552" y="473259"/>
                </a:lnTo>
                <a:lnTo>
                  <a:pt x="73552" y="236258"/>
                </a:lnTo>
                <a:lnTo>
                  <a:pt x="162706" y="236258"/>
                </a:lnTo>
                <a:lnTo>
                  <a:pt x="162706" y="165677"/>
                </a:lnTo>
                <a:lnTo>
                  <a:pt x="73552" y="165677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702506" y="1337941"/>
            <a:ext cx="432434" cy="369570"/>
          </a:xfrm>
          <a:custGeom>
            <a:avLst/>
            <a:gdLst/>
            <a:ahLst/>
            <a:cxnLst/>
            <a:rect l="l" t="t" r="r" b="b"/>
            <a:pathLst>
              <a:path w="432434" h="369569">
                <a:moveTo>
                  <a:pt x="432396" y="341014"/>
                </a:moveTo>
                <a:lnTo>
                  <a:pt x="432396" y="279349"/>
                </a:lnTo>
                <a:lnTo>
                  <a:pt x="396050" y="290853"/>
                </a:lnTo>
                <a:lnTo>
                  <a:pt x="349465" y="299501"/>
                </a:lnTo>
                <a:lnTo>
                  <a:pt x="294382" y="304946"/>
                </a:lnTo>
                <a:lnTo>
                  <a:pt x="232543" y="306838"/>
                </a:lnTo>
                <a:lnTo>
                  <a:pt x="72809" y="306838"/>
                </a:lnTo>
                <a:lnTo>
                  <a:pt x="72809" y="213969"/>
                </a:lnTo>
                <a:lnTo>
                  <a:pt x="374446" y="213969"/>
                </a:lnTo>
                <a:lnTo>
                  <a:pt x="374446" y="153790"/>
                </a:lnTo>
                <a:lnTo>
                  <a:pt x="72809" y="153790"/>
                </a:lnTo>
                <a:lnTo>
                  <a:pt x="72809" y="62407"/>
                </a:lnTo>
                <a:lnTo>
                  <a:pt x="387076" y="62407"/>
                </a:lnTo>
                <a:lnTo>
                  <a:pt x="387076" y="0"/>
                </a:lnTo>
                <a:lnTo>
                  <a:pt x="0" y="0"/>
                </a:lnTo>
                <a:lnTo>
                  <a:pt x="0" y="369246"/>
                </a:lnTo>
                <a:lnTo>
                  <a:pt x="226599" y="369246"/>
                </a:lnTo>
                <a:lnTo>
                  <a:pt x="291143" y="367237"/>
                </a:lnTo>
                <a:lnTo>
                  <a:pt x="348443" y="361538"/>
                </a:lnTo>
                <a:lnTo>
                  <a:pt x="396270" y="352634"/>
                </a:lnTo>
                <a:lnTo>
                  <a:pt x="432396" y="341014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724051" y="1765881"/>
            <a:ext cx="548005" cy="182880"/>
          </a:xfrm>
          <a:custGeom>
            <a:avLst/>
            <a:gdLst/>
            <a:ahLst/>
            <a:cxnLst/>
            <a:rect l="l" t="t" r="r" b="b"/>
            <a:pathLst>
              <a:path w="548004" h="182880">
                <a:moveTo>
                  <a:pt x="74295" y="0"/>
                </a:moveTo>
                <a:lnTo>
                  <a:pt x="0" y="0"/>
                </a:lnTo>
                <a:lnTo>
                  <a:pt x="0" y="182765"/>
                </a:lnTo>
                <a:lnTo>
                  <a:pt x="547554" y="182765"/>
                </a:lnTo>
                <a:lnTo>
                  <a:pt x="547554" y="117386"/>
                </a:lnTo>
                <a:lnTo>
                  <a:pt x="74295" y="117386"/>
                </a:lnTo>
                <a:lnTo>
                  <a:pt x="74295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394936" y="1320111"/>
            <a:ext cx="634365" cy="628650"/>
          </a:xfrm>
          <a:custGeom>
            <a:avLst/>
            <a:gdLst/>
            <a:ahLst/>
            <a:cxnLst/>
            <a:rect l="l" t="t" r="r" b="b"/>
            <a:pathLst>
              <a:path w="634365" h="628650">
                <a:moveTo>
                  <a:pt x="352901" y="274148"/>
                </a:moveTo>
                <a:lnTo>
                  <a:pt x="280092" y="274148"/>
                </a:lnTo>
                <a:lnTo>
                  <a:pt x="280092" y="230314"/>
                </a:lnTo>
                <a:lnTo>
                  <a:pt x="214943" y="225653"/>
                </a:lnTo>
                <a:lnTo>
                  <a:pt x="156872" y="215813"/>
                </a:lnTo>
                <a:lnTo>
                  <a:pt x="108006" y="200317"/>
                </a:lnTo>
                <a:lnTo>
                  <a:pt x="70470" y="178693"/>
                </a:lnTo>
                <a:lnTo>
                  <a:pt x="37890" y="115157"/>
                </a:lnTo>
                <a:lnTo>
                  <a:pt x="45291" y="82343"/>
                </a:lnTo>
                <a:lnTo>
                  <a:pt x="99356" y="34587"/>
                </a:lnTo>
                <a:lnTo>
                  <a:pt x="142587" y="18889"/>
                </a:lnTo>
                <a:lnTo>
                  <a:pt x="194332" y="8144"/>
                </a:lnTo>
                <a:lnTo>
                  <a:pt x="252873" y="1973"/>
                </a:lnTo>
                <a:lnTo>
                  <a:pt x="316496" y="0"/>
                </a:lnTo>
                <a:lnTo>
                  <a:pt x="380119" y="1973"/>
                </a:lnTo>
                <a:lnTo>
                  <a:pt x="438661" y="8144"/>
                </a:lnTo>
                <a:lnTo>
                  <a:pt x="490405" y="18889"/>
                </a:lnTo>
                <a:lnTo>
                  <a:pt x="533637" y="34587"/>
                </a:lnTo>
                <a:lnTo>
                  <a:pt x="566641" y="55612"/>
                </a:lnTo>
                <a:lnTo>
                  <a:pt x="316496" y="55721"/>
                </a:lnTo>
                <a:lnTo>
                  <a:pt x="252894" y="57908"/>
                </a:lnTo>
                <a:lnTo>
                  <a:pt x="197279" y="64660"/>
                </a:lnTo>
                <a:lnTo>
                  <a:pt x="153184" y="76262"/>
                </a:lnTo>
                <a:lnTo>
                  <a:pt x="124138" y="92999"/>
                </a:lnTo>
                <a:lnTo>
                  <a:pt x="113671" y="115157"/>
                </a:lnTo>
                <a:lnTo>
                  <a:pt x="124138" y="137600"/>
                </a:lnTo>
                <a:lnTo>
                  <a:pt x="153184" y="154373"/>
                </a:lnTo>
                <a:lnTo>
                  <a:pt x="197279" y="165868"/>
                </a:lnTo>
                <a:lnTo>
                  <a:pt x="252894" y="172477"/>
                </a:lnTo>
                <a:lnTo>
                  <a:pt x="316496" y="174593"/>
                </a:lnTo>
                <a:lnTo>
                  <a:pt x="566020" y="174593"/>
                </a:lnTo>
                <a:lnTo>
                  <a:pt x="562523" y="178693"/>
                </a:lnTo>
                <a:lnTo>
                  <a:pt x="524987" y="200317"/>
                </a:lnTo>
                <a:lnTo>
                  <a:pt x="476120" y="215813"/>
                </a:lnTo>
                <a:lnTo>
                  <a:pt x="418050" y="225653"/>
                </a:lnTo>
                <a:lnTo>
                  <a:pt x="352901" y="230314"/>
                </a:lnTo>
                <a:lnTo>
                  <a:pt x="352901" y="274148"/>
                </a:lnTo>
                <a:close/>
              </a:path>
              <a:path w="634365" h="628650">
                <a:moveTo>
                  <a:pt x="566020" y="174593"/>
                </a:moveTo>
                <a:lnTo>
                  <a:pt x="316496" y="174593"/>
                </a:lnTo>
                <a:lnTo>
                  <a:pt x="380099" y="172477"/>
                </a:lnTo>
                <a:lnTo>
                  <a:pt x="435713" y="165868"/>
                </a:lnTo>
                <a:lnTo>
                  <a:pt x="479809" y="154373"/>
                </a:lnTo>
                <a:lnTo>
                  <a:pt x="508855" y="137600"/>
                </a:lnTo>
                <a:lnTo>
                  <a:pt x="519322" y="115157"/>
                </a:lnTo>
                <a:lnTo>
                  <a:pt x="508855" y="92999"/>
                </a:lnTo>
                <a:lnTo>
                  <a:pt x="479809" y="76262"/>
                </a:lnTo>
                <a:lnTo>
                  <a:pt x="435713" y="64660"/>
                </a:lnTo>
                <a:lnTo>
                  <a:pt x="380099" y="57908"/>
                </a:lnTo>
                <a:lnTo>
                  <a:pt x="316496" y="55721"/>
                </a:lnTo>
                <a:lnTo>
                  <a:pt x="566726" y="55721"/>
                </a:lnTo>
                <a:lnTo>
                  <a:pt x="587701" y="82343"/>
                </a:lnTo>
                <a:lnTo>
                  <a:pt x="595102" y="115157"/>
                </a:lnTo>
                <a:lnTo>
                  <a:pt x="586603" y="150464"/>
                </a:lnTo>
                <a:lnTo>
                  <a:pt x="566020" y="174593"/>
                </a:lnTo>
                <a:close/>
              </a:path>
              <a:path w="634365" h="628650">
                <a:moveTo>
                  <a:pt x="633736" y="331355"/>
                </a:moveTo>
                <a:lnTo>
                  <a:pt x="0" y="331355"/>
                </a:lnTo>
                <a:lnTo>
                  <a:pt x="0" y="274148"/>
                </a:lnTo>
                <a:lnTo>
                  <a:pt x="633736" y="274148"/>
                </a:lnTo>
                <a:lnTo>
                  <a:pt x="633736" y="331355"/>
                </a:lnTo>
                <a:close/>
              </a:path>
              <a:path w="634365" h="628650">
                <a:moveTo>
                  <a:pt x="601046" y="628535"/>
                </a:moveTo>
                <a:lnTo>
                  <a:pt x="43834" y="628535"/>
                </a:lnTo>
                <a:lnTo>
                  <a:pt x="43834" y="476973"/>
                </a:lnTo>
                <a:lnTo>
                  <a:pt x="517836" y="476973"/>
                </a:lnTo>
                <a:lnTo>
                  <a:pt x="517836" y="432396"/>
                </a:lnTo>
                <a:lnTo>
                  <a:pt x="42348" y="432396"/>
                </a:lnTo>
                <a:lnTo>
                  <a:pt x="42348" y="377418"/>
                </a:lnTo>
                <a:lnTo>
                  <a:pt x="589902" y="377418"/>
                </a:lnTo>
                <a:lnTo>
                  <a:pt x="589902" y="528980"/>
                </a:lnTo>
                <a:lnTo>
                  <a:pt x="115900" y="528980"/>
                </a:lnTo>
                <a:lnTo>
                  <a:pt x="115900" y="573557"/>
                </a:lnTo>
                <a:lnTo>
                  <a:pt x="601046" y="573557"/>
                </a:lnTo>
                <a:lnTo>
                  <a:pt x="601046" y="628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394935" y="1320111"/>
            <a:ext cx="633730" cy="331470"/>
          </a:xfrm>
          <a:custGeom>
            <a:avLst/>
            <a:gdLst/>
            <a:ahLst/>
            <a:cxnLst/>
            <a:rect l="l" t="t" r="r" b="b"/>
            <a:pathLst>
              <a:path w="633729" h="331469">
                <a:moveTo>
                  <a:pt x="352901" y="274148"/>
                </a:moveTo>
                <a:lnTo>
                  <a:pt x="352901" y="230314"/>
                </a:lnTo>
                <a:lnTo>
                  <a:pt x="418050" y="225653"/>
                </a:lnTo>
                <a:lnTo>
                  <a:pt x="476120" y="215813"/>
                </a:lnTo>
                <a:lnTo>
                  <a:pt x="524987" y="200317"/>
                </a:lnTo>
                <a:lnTo>
                  <a:pt x="562523" y="178693"/>
                </a:lnTo>
                <a:lnTo>
                  <a:pt x="586603" y="150464"/>
                </a:lnTo>
                <a:lnTo>
                  <a:pt x="595102" y="115157"/>
                </a:lnTo>
                <a:lnTo>
                  <a:pt x="587701" y="82343"/>
                </a:lnTo>
                <a:lnTo>
                  <a:pt x="533637" y="34587"/>
                </a:lnTo>
                <a:lnTo>
                  <a:pt x="490405" y="18889"/>
                </a:lnTo>
                <a:lnTo>
                  <a:pt x="438661" y="8144"/>
                </a:lnTo>
                <a:lnTo>
                  <a:pt x="380119" y="1973"/>
                </a:lnTo>
                <a:lnTo>
                  <a:pt x="316496" y="0"/>
                </a:lnTo>
                <a:lnTo>
                  <a:pt x="252873" y="1973"/>
                </a:lnTo>
                <a:lnTo>
                  <a:pt x="194332" y="8144"/>
                </a:lnTo>
                <a:lnTo>
                  <a:pt x="142587" y="18889"/>
                </a:lnTo>
                <a:lnTo>
                  <a:pt x="99356" y="34587"/>
                </a:lnTo>
                <a:lnTo>
                  <a:pt x="66352" y="55612"/>
                </a:lnTo>
                <a:lnTo>
                  <a:pt x="37890" y="115157"/>
                </a:lnTo>
                <a:lnTo>
                  <a:pt x="46389" y="150464"/>
                </a:lnTo>
                <a:lnTo>
                  <a:pt x="108006" y="200317"/>
                </a:lnTo>
                <a:lnTo>
                  <a:pt x="156872" y="215813"/>
                </a:lnTo>
                <a:lnTo>
                  <a:pt x="214943" y="225653"/>
                </a:lnTo>
                <a:lnTo>
                  <a:pt x="280092" y="230314"/>
                </a:lnTo>
                <a:lnTo>
                  <a:pt x="280092" y="274148"/>
                </a:lnTo>
                <a:lnTo>
                  <a:pt x="0" y="274148"/>
                </a:lnTo>
                <a:lnTo>
                  <a:pt x="0" y="331355"/>
                </a:lnTo>
                <a:lnTo>
                  <a:pt x="633736" y="331355"/>
                </a:lnTo>
                <a:lnTo>
                  <a:pt x="633736" y="274148"/>
                </a:lnTo>
                <a:lnTo>
                  <a:pt x="352901" y="274148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9508607" y="1375832"/>
            <a:ext cx="405765" cy="119380"/>
          </a:xfrm>
          <a:custGeom>
            <a:avLst/>
            <a:gdLst/>
            <a:ahLst/>
            <a:cxnLst/>
            <a:rect l="l" t="t" r="r" b="b"/>
            <a:pathLst>
              <a:path w="405765" h="119380">
                <a:moveTo>
                  <a:pt x="0" y="59435"/>
                </a:moveTo>
                <a:lnTo>
                  <a:pt x="39513" y="20541"/>
                </a:lnTo>
                <a:lnTo>
                  <a:pt x="83608" y="8939"/>
                </a:lnTo>
                <a:lnTo>
                  <a:pt x="139222" y="2187"/>
                </a:lnTo>
                <a:lnTo>
                  <a:pt x="202825" y="0"/>
                </a:lnTo>
                <a:lnTo>
                  <a:pt x="266427" y="2187"/>
                </a:lnTo>
                <a:lnTo>
                  <a:pt x="322042" y="8939"/>
                </a:lnTo>
                <a:lnTo>
                  <a:pt x="366137" y="20541"/>
                </a:lnTo>
                <a:lnTo>
                  <a:pt x="395184" y="37278"/>
                </a:lnTo>
                <a:lnTo>
                  <a:pt x="405650" y="59435"/>
                </a:lnTo>
                <a:lnTo>
                  <a:pt x="395184" y="81879"/>
                </a:lnTo>
                <a:lnTo>
                  <a:pt x="366137" y="98651"/>
                </a:lnTo>
                <a:lnTo>
                  <a:pt x="322042" y="110146"/>
                </a:lnTo>
                <a:lnTo>
                  <a:pt x="266427" y="116756"/>
                </a:lnTo>
                <a:lnTo>
                  <a:pt x="202825" y="118871"/>
                </a:lnTo>
                <a:lnTo>
                  <a:pt x="139222" y="116756"/>
                </a:lnTo>
                <a:lnTo>
                  <a:pt x="83608" y="110146"/>
                </a:lnTo>
                <a:lnTo>
                  <a:pt x="39513" y="98651"/>
                </a:lnTo>
                <a:lnTo>
                  <a:pt x="10466" y="81879"/>
                </a:lnTo>
                <a:lnTo>
                  <a:pt x="0" y="5943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9437284" y="1697529"/>
            <a:ext cx="558800" cy="251460"/>
          </a:xfrm>
          <a:custGeom>
            <a:avLst/>
            <a:gdLst/>
            <a:ahLst/>
            <a:cxnLst/>
            <a:rect l="l" t="t" r="r" b="b"/>
            <a:pathLst>
              <a:path w="558800" h="251460">
                <a:moveTo>
                  <a:pt x="73552" y="151561"/>
                </a:moveTo>
                <a:lnTo>
                  <a:pt x="547554" y="151561"/>
                </a:lnTo>
                <a:lnTo>
                  <a:pt x="547554" y="0"/>
                </a:lnTo>
                <a:lnTo>
                  <a:pt x="0" y="0"/>
                </a:lnTo>
                <a:lnTo>
                  <a:pt x="0" y="54978"/>
                </a:lnTo>
                <a:lnTo>
                  <a:pt x="475487" y="54978"/>
                </a:lnTo>
                <a:lnTo>
                  <a:pt x="475487" y="99555"/>
                </a:lnTo>
                <a:lnTo>
                  <a:pt x="1485" y="99555"/>
                </a:lnTo>
                <a:lnTo>
                  <a:pt x="1485" y="251117"/>
                </a:lnTo>
                <a:lnTo>
                  <a:pt x="558698" y="251117"/>
                </a:lnTo>
                <a:lnTo>
                  <a:pt x="558698" y="196138"/>
                </a:lnTo>
                <a:lnTo>
                  <a:pt x="73552" y="196138"/>
                </a:lnTo>
                <a:lnTo>
                  <a:pt x="73552" y="15156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0339882" y="1322340"/>
            <a:ext cx="641350" cy="626745"/>
          </a:xfrm>
          <a:custGeom>
            <a:avLst/>
            <a:gdLst/>
            <a:ahLst/>
            <a:cxnLst/>
            <a:rect l="l" t="t" r="r" b="b"/>
            <a:pathLst>
              <a:path w="641350" h="626744">
                <a:moveTo>
                  <a:pt x="552011" y="324669"/>
                </a:moveTo>
                <a:lnTo>
                  <a:pt x="478459" y="324669"/>
                </a:lnTo>
                <a:lnTo>
                  <a:pt x="478459" y="0"/>
                </a:lnTo>
                <a:lnTo>
                  <a:pt x="552011" y="0"/>
                </a:lnTo>
                <a:lnTo>
                  <a:pt x="552011" y="119614"/>
                </a:lnTo>
                <a:lnTo>
                  <a:pt x="641165" y="119614"/>
                </a:lnTo>
                <a:lnTo>
                  <a:pt x="641165" y="183508"/>
                </a:lnTo>
                <a:lnTo>
                  <a:pt x="552011" y="183508"/>
                </a:lnTo>
                <a:lnTo>
                  <a:pt x="552011" y="324669"/>
                </a:lnTo>
                <a:close/>
              </a:path>
              <a:path w="641350" h="626744">
                <a:moveTo>
                  <a:pt x="226599" y="307581"/>
                </a:moveTo>
                <a:lnTo>
                  <a:pt x="0" y="307581"/>
                </a:lnTo>
                <a:lnTo>
                  <a:pt x="0" y="15601"/>
                </a:lnTo>
                <a:lnTo>
                  <a:pt x="387076" y="15601"/>
                </a:lnTo>
                <a:lnTo>
                  <a:pt x="387076" y="70580"/>
                </a:lnTo>
                <a:lnTo>
                  <a:pt x="72809" y="70580"/>
                </a:lnTo>
                <a:lnTo>
                  <a:pt x="72809" y="134473"/>
                </a:lnTo>
                <a:lnTo>
                  <a:pt x="374446" y="134473"/>
                </a:lnTo>
                <a:lnTo>
                  <a:pt x="374446" y="187223"/>
                </a:lnTo>
                <a:lnTo>
                  <a:pt x="72809" y="187223"/>
                </a:lnTo>
                <a:lnTo>
                  <a:pt x="72809" y="252603"/>
                </a:lnTo>
                <a:lnTo>
                  <a:pt x="432396" y="252603"/>
                </a:lnTo>
                <a:lnTo>
                  <a:pt x="432396" y="280092"/>
                </a:lnTo>
                <a:lnTo>
                  <a:pt x="396270" y="291596"/>
                </a:lnTo>
                <a:lnTo>
                  <a:pt x="348443" y="300244"/>
                </a:lnTo>
                <a:lnTo>
                  <a:pt x="291143" y="305689"/>
                </a:lnTo>
                <a:lnTo>
                  <a:pt x="226599" y="307581"/>
                </a:lnTo>
                <a:close/>
              </a:path>
              <a:path w="641350" h="626744">
                <a:moveTo>
                  <a:pt x="432396" y="252603"/>
                </a:moveTo>
                <a:lnTo>
                  <a:pt x="232543" y="252603"/>
                </a:lnTo>
                <a:lnTo>
                  <a:pt x="294382" y="250710"/>
                </a:lnTo>
                <a:lnTo>
                  <a:pt x="349465" y="245266"/>
                </a:lnTo>
                <a:lnTo>
                  <a:pt x="396050" y="236617"/>
                </a:lnTo>
                <a:lnTo>
                  <a:pt x="432396" y="225113"/>
                </a:lnTo>
                <a:lnTo>
                  <a:pt x="432396" y="252603"/>
                </a:lnTo>
                <a:close/>
              </a:path>
              <a:path w="641350" h="626744">
                <a:moveTo>
                  <a:pt x="567613" y="626306"/>
                </a:moveTo>
                <a:lnTo>
                  <a:pt x="22288" y="626306"/>
                </a:lnTo>
                <a:lnTo>
                  <a:pt x="22288" y="466572"/>
                </a:lnTo>
                <a:lnTo>
                  <a:pt x="479945" y="466572"/>
                </a:lnTo>
                <a:lnTo>
                  <a:pt x="479945" y="414566"/>
                </a:lnTo>
                <a:lnTo>
                  <a:pt x="20802" y="414566"/>
                </a:lnTo>
                <a:lnTo>
                  <a:pt x="20802" y="359587"/>
                </a:lnTo>
                <a:lnTo>
                  <a:pt x="552011" y="359587"/>
                </a:lnTo>
                <a:lnTo>
                  <a:pt x="552011" y="518579"/>
                </a:lnTo>
                <a:lnTo>
                  <a:pt x="94354" y="518579"/>
                </a:lnTo>
                <a:lnTo>
                  <a:pt x="94354" y="571328"/>
                </a:lnTo>
                <a:lnTo>
                  <a:pt x="567613" y="571328"/>
                </a:lnTo>
                <a:lnTo>
                  <a:pt x="567613" y="6263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0818341" y="1322339"/>
            <a:ext cx="163195" cy="325120"/>
          </a:xfrm>
          <a:custGeom>
            <a:avLst/>
            <a:gdLst/>
            <a:ahLst/>
            <a:cxnLst/>
            <a:rect l="l" t="t" r="r" b="b"/>
            <a:pathLst>
              <a:path w="163195" h="325119">
                <a:moveTo>
                  <a:pt x="73552" y="119614"/>
                </a:moveTo>
                <a:lnTo>
                  <a:pt x="73552" y="0"/>
                </a:lnTo>
                <a:lnTo>
                  <a:pt x="0" y="0"/>
                </a:lnTo>
                <a:lnTo>
                  <a:pt x="0" y="324669"/>
                </a:lnTo>
                <a:lnTo>
                  <a:pt x="73552" y="324669"/>
                </a:lnTo>
                <a:lnTo>
                  <a:pt x="73552" y="183508"/>
                </a:lnTo>
                <a:lnTo>
                  <a:pt x="162706" y="183508"/>
                </a:lnTo>
                <a:lnTo>
                  <a:pt x="162706" y="119614"/>
                </a:lnTo>
                <a:lnTo>
                  <a:pt x="73552" y="119614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0339881" y="1337941"/>
            <a:ext cx="432434" cy="292100"/>
          </a:xfrm>
          <a:custGeom>
            <a:avLst/>
            <a:gdLst/>
            <a:ahLst/>
            <a:cxnLst/>
            <a:rect l="l" t="t" r="r" b="b"/>
            <a:pathLst>
              <a:path w="432434" h="292100">
                <a:moveTo>
                  <a:pt x="432396" y="264490"/>
                </a:moveTo>
                <a:lnTo>
                  <a:pt x="432396" y="209511"/>
                </a:lnTo>
                <a:lnTo>
                  <a:pt x="396050" y="221016"/>
                </a:lnTo>
                <a:lnTo>
                  <a:pt x="349465" y="229664"/>
                </a:lnTo>
                <a:lnTo>
                  <a:pt x="294382" y="235108"/>
                </a:lnTo>
                <a:lnTo>
                  <a:pt x="232543" y="237001"/>
                </a:lnTo>
                <a:lnTo>
                  <a:pt x="72809" y="237001"/>
                </a:lnTo>
                <a:lnTo>
                  <a:pt x="72809" y="171621"/>
                </a:lnTo>
                <a:lnTo>
                  <a:pt x="374446" y="171621"/>
                </a:lnTo>
                <a:lnTo>
                  <a:pt x="374446" y="118871"/>
                </a:lnTo>
                <a:lnTo>
                  <a:pt x="72809" y="118871"/>
                </a:lnTo>
                <a:lnTo>
                  <a:pt x="72809" y="54978"/>
                </a:lnTo>
                <a:lnTo>
                  <a:pt x="387076" y="54978"/>
                </a:lnTo>
                <a:lnTo>
                  <a:pt x="387076" y="0"/>
                </a:lnTo>
                <a:lnTo>
                  <a:pt x="0" y="0"/>
                </a:lnTo>
                <a:lnTo>
                  <a:pt x="0" y="291979"/>
                </a:lnTo>
                <a:lnTo>
                  <a:pt x="226599" y="291979"/>
                </a:lnTo>
                <a:lnTo>
                  <a:pt x="291143" y="290087"/>
                </a:lnTo>
                <a:lnTo>
                  <a:pt x="348443" y="284642"/>
                </a:lnTo>
                <a:lnTo>
                  <a:pt x="396270" y="275994"/>
                </a:lnTo>
                <a:lnTo>
                  <a:pt x="432396" y="26449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0360683" y="1681927"/>
            <a:ext cx="547370" cy="267335"/>
          </a:xfrm>
          <a:custGeom>
            <a:avLst/>
            <a:gdLst/>
            <a:ahLst/>
            <a:cxnLst/>
            <a:rect l="l" t="t" r="r" b="b"/>
            <a:pathLst>
              <a:path w="547370" h="267335">
                <a:moveTo>
                  <a:pt x="73552" y="158991"/>
                </a:moveTo>
                <a:lnTo>
                  <a:pt x="531209" y="158991"/>
                </a:lnTo>
                <a:lnTo>
                  <a:pt x="531209" y="0"/>
                </a:lnTo>
                <a:lnTo>
                  <a:pt x="0" y="0"/>
                </a:lnTo>
                <a:lnTo>
                  <a:pt x="0" y="54978"/>
                </a:lnTo>
                <a:lnTo>
                  <a:pt x="459143" y="54978"/>
                </a:lnTo>
                <a:lnTo>
                  <a:pt x="459143" y="106984"/>
                </a:lnTo>
                <a:lnTo>
                  <a:pt x="1485" y="106984"/>
                </a:lnTo>
                <a:lnTo>
                  <a:pt x="1485" y="266719"/>
                </a:lnTo>
                <a:lnTo>
                  <a:pt x="546811" y="266719"/>
                </a:lnTo>
                <a:lnTo>
                  <a:pt x="546811" y="211740"/>
                </a:lnTo>
                <a:lnTo>
                  <a:pt x="73552" y="211740"/>
                </a:lnTo>
                <a:lnTo>
                  <a:pt x="73552" y="15899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1032311" y="1317882"/>
            <a:ext cx="634365" cy="654050"/>
          </a:xfrm>
          <a:custGeom>
            <a:avLst/>
            <a:gdLst/>
            <a:ahLst/>
            <a:cxnLst/>
            <a:rect l="l" t="t" r="r" b="b"/>
            <a:pathLst>
              <a:path w="634365" h="654050">
                <a:moveTo>
                  <a:pt x="14859" y="341014"/>
                </a:moveTo>
                <a:lnTo>
                  <a:pt x="14859" y="271176"/>
                </a:lnTo>
                <a:lnTo>
                  <a:pt x="60022" y="267013"/>
                </a:lnTo>
                <a:lnTo>
                  <a:pt x="103858" y="254546"/>
                </a:lnTo>
                <a:lnTo>
                  <a:pt x="145590" y="234552"/>
                </a:lnTo>
                <a:lnTo>
                  <a:pt x="184443" y="207806"/>
                </a:lnTo>
                <a:lnTo>
                  <a:pt x="219639" y="175087"/>
                </a:lnTo>
                <a:lnTo>
                  <a:pt x="250401" y="137170"/>
                </a:lnTo>
                <a:lnTo>
                  <a:pt x="275954" y="94832"/>
                </a:lnTo>
                <a:lnTo>
                  <a:pt x="295520" y="48850"/>
                </a:lnTo>
                <a:lnTo>
                  <a:pt x="308324" y="0"/>
                </a:lnTo>
                <a:lnTo>
                  <a:pt x="384105" y="11887"/>
                </a:lnTo>
                <a:lnTo>
                  <a:pt x="377441" y="42220"/>
                </a:lnTo>
                <a:lnTo>
                  <a:pt x="368688" y="71787"/>
                </a:lnTo>
                <a:lnTo>
                  <a:pt x="357985" y="100379"/>
                </a:lnTo>
                <a:lnTo>
                  <a:pt x="345471" y="127787"/>
                </a:lnTo>
                <a:lnTo>
                  <a:pt x="447274" y="184251"/>
                </a:lnTo>
                <a:lnTo>
                  <a:pt x="309810" y="184251"/>
                </a:lnTo>
                <a:lnTo>
                  <a:pt x="277330" y="223073"/>
                </a:lnTo>
                <a:lnTo>
                  <a:pt x="240743" y="257112"/>
                </a:lnTo>
                <a:lnTo>
                  <a:pt x="200583" y="285953"/>
                </a:lnTo>
                <a:lnTo>
                  <a:pt x="157381" y="309179"/>
                </a:lnTo>
                <a:lnTo>
                  <a:pt x="111672" y="326375"/>
                </a:lnTo>
                <a:lnTo>
                  <a:pt x="63986" y="337126"/>
                </a:lnTo>
                <a:lnTo>
                  <a:pt x="14859" y="341014"/>
                </a:lnTo>
                <a:close/>
              </a:path>
              <a:path w="634365" h="654050">
                <a:moveTo>
                  <a:pt x="583215" y="340271"/>
                </a:moveTo>
                <a:lnTo>
                  <a:pt x="309810" y="184251"/>
                </a:lnTo>
                <a:lnTo>
                  <a:pt x="447274" y="184251"/>
                </a:lnTo>
                <a:lnTo>
                  <a:pt x="617391" y="278606"/>
                </a:lnTo>
                <a:lnTo>
                  <a:pt x="583215" y="340271"/>
                </a:lnTo>
                <a:close/>
              </a:path>
              <a:path w="634365" h="654050">
                <a:moveTo>
                  <a:pt x="633736" y="476230"/>
                </a:moveTo>
                <a:lnTo>
                  <a:pt x="0" y="476230"/>
                </a:lnTo>
                <a:lnTo>
                  <a:pt x="0" y="407879"/>
                </a:lnTo>
                <a:lnTo>
                  <a:pt x="633736" y="407879"/>
                </a:lnTo>
                <a:lnTo>
                  <a:pt x="633736" y="476230"/>
                </a:lnTo>
                <a:close/>
              </a:path>
              <a:path w="634365" h="654050">
                <a:moveTo>
                  <a:pt x="353644" y="653796"/>
                </a:moveTo>
                <a:lnTo>
                  <a:pt x="278606" y="653796"/>
                </a:lnTo>
                <a:lnTo>
                  <a:pt x="278606" y="476230"/>
                </a:lnTo>
                <a:lnTo>
                  <a:pt x="353644" y="476230"/>
                </a:lnTo>
                <a:lnTo>
                  <a:pt x="353644" y="6537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1047169" y="1317882"/>
            <a:ext cx="602615" cy="341630"/>
          </a:xfrm>
          <a:custGeom>
            <a:avLst/>
            <a:gdLst/>
            <a:ahLst/>
            <a:cxnLst/>
            <a:rect l="l" t="t" r="r" b="b"/>
            <a:pathLst>
              <a:path w="602615" h="341630">
                <a:moveTo>
                  <a:pt x="294951" y="184251"/>
                </a:moveTo>
                <a:lnTo>
                  <a:pt x="568356" y="340271"/>
                </a:lnTo>
                <a:lnTo>
                  <a:pt x="602532" y="278606"/>
                </a:lnTo>
                <a:lnTo>
                  <a:pt x="330612" y="127787"/>
                </a:lnTo>
                <a:lnTo>
                  <a:pt x="343126" y="100379"/>
                </a:lnTo>
                <a:lnTo>
                  <a:pt x="353829" y="71787"/>
                </a:lnTo>
                <a:lnTo>
                  <a:pt x="362582" y="42220"/>
                </a:lnTo>
                <a:lnTo>
                  <a:pt x="369246" y="11887"/>
                </a:lnTo>
                <a:lnTo>
                  <a:pt x="293465" y="0"/>
                </a:lnTo>
                <a:lnTo>
                  <a:pt x="280661" y="48850"/>
                </a:lnTo>
                <a:lnTo>
                  <a:pt x="261095" y="94832"/>
                </a:lnTo>
                <a:lnTo>
                  <a:pt x="235542" y="137170"/>
                </a:lnTo>
                <a:lnTo>
                  <a:pt x="204780" y="175087"/>
                </a:lnTo>
                <a:lnTo>
                  <a:pt x="169584" y="207806"/>
                </a:lnTo>
                <a:lnTo>
                  <a:pt x="130731" y="234552"/>
                </a:lnTo>
                <a:lnTo>
                  <a:pt x="88999" y="254546"/>
                </a:lnTo>
                <a:lnTo>
                  <a:pt x="45163" y="267013"/>
                </a:lnTo>
                <a:lnTo>
                  <a:pt x="0" y="271176"/>
                </a:lnTo>
                <a:lnTo>
                  <a:pt x="0" y="341014"/>
                </a:lnTo>
                <a:lnTo>
                  <a:pt x="49127" y="337126"/>
                </a:lnTo>
                <a:lnTo>
                  <a:pt x="96813" y="326375"/>
                </a:lnTo>
                <a:lnTo>
                  <a:pt x="142522" y="309179"/>
                </a:lnTo>
                <a:lnTo>
                  <a:pt x="185724" y="285953"/>
                </a:lnTo>
                <a:lnTo>
                  <a:pt x="225884" y="257112"/>
                </a:lnTo>
                <a:lnTo>
                  <a:pt x="262471" y="223073"/>
                </a:lnTo>
                <a:lnTo>
                  <a:pt x="294951" y="184251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1032311" y="1725761"/>
            <a:ext cx="633730" cy="246379"/>
          </a:xfrm>
          <a:custGeom>
            <a:avLst/>
            <a:gdLst/>
            <a:ahLst/>
            <a:cxnLst/>
            <a:rect l="l" t="t" r="r" b="b"/>
            <a:pathLst>
              <a:path w="633729" h="246380">
                <a:moveTo>
                  <a:pt x="633736" y="0"/>
                </a:moveTo>
                <a:lnTo>
                  <a:pt x="0" y="0"/>
                </a:lnTo>
                <a:lnTo>
                  <a:pt x="0" y="68351"/>
                </a:lnTo>
                <a:lnTo>
                  <a:pt x="278606" y="68351"/>
                </a:lnTo>
                <a:lnTo>
                  <a:pt x="278606" y="245916"/>
                </a:lnTo>
                <a:lnTo>
                  <a:pt x="353644" y="245916"/>
                </a:lnTo>
                <a:lnTo>
                  <a:pt x="353644" y="68351"/>
                </a:lnTo>
                <a:lnTo>
                  <a:pt x="633736" y="68351"/>
                </a:lnTo>
                <a:lnTo>
                  <a:pt x="633736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1955000" y="1329769"/>
            <a:ext cx="634365" cy="628015"/>
          </a:xfrm>
          <a:custGeom>
            <a:avLst/>
            <a:gdLst/>
            <a:ahLst/>
            <a:cxnLst/>
            <a:rect l="l" t="t" r="r" b="b"/>
            <a:pathLst>
              <a:path w="634365" h="628014">
                <a:moveTo>
                  <a:pt x="586930" y="215455"/>
                </a:moveTo>
                <a:lnTo>
                  <a:pt x="513378" y="215455"/>
                </a:lnTo>
                <a:lnTo>
                  <a:pt x="513378" y="62407"/>
                </a:lnTo>
                <a:lnTo>
                  <a:pt x="42348" y="62407"/>
                </a:lnTo>
                <a:lnTo>
                  <a:pt x="42348" y="0"/>
                </a:lnTo>
                <a:lnTo>
                  <a:pt x="586930" y="0"/>
                </a:lnTo>
                <a:lnTo>
                  <a:pt x="586930" y="215455"/>
                </a:lnTo>
                <a:close/>
              </a:path>
              <a:path w="634365" h="628014">
                <a:moveTo>
                  <a:pt x="312039" y="260032"/>
                </a:moveTo>
                <a:lnTo>
                  <a:pt x="237744" y="260032"/>
                </a:lnTo>
                <a:lnTo>
                  <a:pt x="237744" y="135959"/>
                </a:lnTo>
                <a:lnTo>
                  <a:pt x="312039" y="135959"/>
                </a:lnTo>
                <a:lnTo>
                  <a:pt x="312039" y="260032"/>
                </a:lnTo>
                <a:close/>
              </a:path>
              <a:path w="634365" h="628014">
                <a:moveTo>
                  <a:pt x="633736" y="320954"/>
                </a:moveTo>
                <a:lnTo>
                  <a:pt x="0" y="320954"/>
                </a:lnTo>
                <a:lnTo>
                  <a:pt x="0" y="260032"/>
                </a:lnTo>
                <a:lnTo>
                  <a:pt x="633736" y="260032"/>
                </a:lnTo>
                <a:lnTo>
                  <a:pt x="633736" y="320954"/>
                </a:lnTo>
                <a:close/>
              </a:path>
              <a:path w="634365" h="628014">
                <a:moveTo>
                  <a:pt x="316496" y="627792"/>
                </a:moveTo>
                <a:lnTo>
                  <a:pt x="253341" y="625598"/>
                </a:lnTo>
                <a:lnTo>
                  <a:pt x="194982" y="618790"/>
                </a:lnTo>
                <a:lnTo>
                  <a:pt x="143211" y="607031"/>
                </a:lnTo>
                <a:lnTo>
                  <a:pt x="99823" y="589982"/>
                </a:lnTo>
                <a:lnTo>
                  <a:pt x="66612" y="567306"/>
                </a:lnTo>
                <a:lnTo>
                  <a:pt x="37890" y="503720"/>
                </a:lnTo>
                <a:lnTo>
                  <a:pt x="45369" y="468114"/>
                </a:lnTo>
                <a:lnTo>
                  <a:pt x="99823" y="416814"/>
                </a:lnTo>
                <a:lnTo>
                  <a:pt x="143211" y="400157"/>
                </a:lnTo>
                <a:lnTo>
                  <a:pt x="194982" y="388855"/>
                </a:lnTo>
                <a:lnTo>
                  <a:pt x="253341" y="382426"/>
                </a:lnTo>
                <a:lnTo>
                  <a:pt x="316496" y="380390"/>
                </a:lnTo>
                <a:lnTo>
                  <a:pt x="379651" y="382582"/>
                </a:lnTo>
                <a:lnTo>
                  <a:pt x="438011" y="389375"/>
                </a:lnTo>
                <a:lnTo>
                  <a:pt x="489781" y="401093"/>
                </a:lnTo>
                <a:lnTo>
                  <a:pt x="533169" y="418062"/>
                </a:lnTo>
                <a:lnTo>
                  <a:pt x="564138" y="439083"/>
                </a:lnTo>
                <a:lnTo>
                  <a:pt x="316496" y="439083"/>
                </a:lnTo>
                <a:lnTo>
                  <a:pt x="256186" y="441312"/>
                </a:lnTo>
                <a:lnTo>
                  <a:pt x="201333" y="448355"/>
                </a:lnTo>
                <a:lnTo>
                  <a:pt x="156500" y="460747"/>
                </a:lnTo>
                <a:lnTo>
                  <a:pt x="126253" y="479024"/>
                </a:lnTo>
                <a:lnTo>
                  <a:pt x="115157" y="503720"/>
                </a:lnTo>
                <a:lnTo>
                  <a:pt x="126253" y="527922"/>
                </a:lnTo>
                <a:lnTo>
                  <a:pt x="156500" y="546311"/>
                </a:lnTo>
                <a:lnTo>
                  <a:pt x="201333" y="559138"/>
                </a:lnTo>
                <a:lnTo>
                  <a:pt x="256186" y="566650"/>
                </a:lnTo>
                <a:lnTo>
                  <a:pt x="316496" y="569099"/>
                </a:lnTo>
                <a:lnTo>
                  <a:pt x="563754" y="569099"/>
                </a:lnTo>
                <a:lnTo>
                  <a:pt x="533169" y="589982"/>
                </a:lnTo>
                <a:lnTo>
                  <a:pt x="489781" y="607031"/>
                </a:lnTo>
                <a:lnTo>
                  <a:pt x="438011" y="618790"/>
                </a:lnTo>
                <a:lnTo>
                  <a:pt x="379651" y="625598"/>
                </a:lnTo>
                <a:lnTo>
                  <a:pt x="316496" y="627792"/>
                </a:lnTo>
                <a:close/>
              </a:path>
              <a:path w="634365" h="628014">
                <a:moveTo>
                  <a:pt x="563754" y="569099"/>
                </a:moveTo>
                <a:lnTo>
                  <a:pt x="316496" y="569099"/>
                </a:lnTo>
                <a:lnTo>
                  <a:pt x="376806" y="566650"/>
                </a:lnTo>
                <a:lnTo>
                  <a:pt x="431659" y="559138"/>
                </a:lnTo>
                <a:lnTo>
                  <a:pt x="476492" y="546311"/>
                </a:lnTo>
                <a:lnTo>
                  <a:pt x="506739" y="527922"/>
                </a:lnTo>
                <a:lnTo>
                  <a:pt x="517836" y="503720"/>
                </a:lnTo>
                <a:lnTo>
                  <a:pt x="506739" y="479880"/>
                </a:lnTo>
                <a:lnTo>
                  <a:pt x="476492" y="461710"/>
                </a:lnTo>
                <a:lnTo>
                  <a:pt x="431659" y="448997"/>
                </a:lnTo>
                <a:lnTo>
                  <a:pt x="376806" y="441526"/>
                </a:lnTo>
                <a:lnTo>
                  <a:pt x="316496" y="439083"/>
                </a:lnTo>
                <a:lnTo>
                  <a:pt x="564138" y="439083"/>
                </a:lnTo>
                <a:lnTo>
                  <a:pt x="566381" y="440606"/>
                </a:lnTo>
                <a:lnTo>
                  <a:pt x="587623" y="469050"/>
                </a:lnTo>
                <a:lnTo>
                  <a:pt x="595102" y="503720"/>
                </a:lnTo>
                <a:lnTo>
                  <a:pt x="587623" y="538664"/>
                </a:lnTo>
                <a:lnTo>
                  <a:pt x="566381" y="567306"/>
                </a:lnTo>
                <a:lnTo>
                  <a:pt x="563754" y="569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1997348" y="1329769"/>
            <a:ext cx="544830" cy="215900"/>
          </a:xfrm>
          <a:custGeom>
            <a:avLst/>
            <a:gdLst/>
            <a:ahLst/>
            <a:cxnLst/>
            <a:rect l="l" t="t" r="r" b="b"/>
            <a:pathLst>
              <a:path w="544829" h="215900">
                <a:moveTo>
                  <a:pt x="471030" y="215455"/>
                </a:moveTo>
                <a:lnTo>
                  <a:pt x="544582" y="215455"/>
                </a:lnTo>
                <a:lnTo>
                  <a:pt x="544582" y="0"/>
                </a:lnTo>
                <a:lnTo>
                  <a:pt x="0" y="0"/>
                </a:lnTo>
                <a:lnTo>
                  <a:pt x="0" y="62407"/>
                </a:lnTo>
                <a:lnTo>
                  <a:pt x="471030" y="62407"/>
                </a:lnTo>
                <a:lnTo>
                  <a:pt x="471030" y="215455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1955000" y="1465729"/>
            <a:ext cx="634365" cy="185420"/>
          </a:xfrm>
          <a:custGeom>
            <a:avLst/>
            <a:gdLst/>
            <a:ahLst/>
            <a:cxnLst/>
            <a:rect l="l" t="t" r="r" b="b"/>
            <a:pathLst>
              <a:path w="634365" h="185419">
                <a:moveTo>
                  <a:pt x="312038" y="124072"/>
                </a:moveTo>
                <a:lnTo>
                  <a:pt x="312038" y="0"/>
                </a:lnTo>
                <a:lnTo>
                  <a:pt x="237744" y="0"/>
                </a:lnTo>
                <a:lnTo>
                  <a:pt x="237744" y="124072"/>
                </a:lnTo>
                <a:lnTo>
                  <a:pt x="0" y="124072"/>
                </a:lnTo>
                <a:lnTo>
                  <a:pt x="0" y="184994"/>
                </a:lnTo>
                <a:lnTo>
                  <a:pt x="633736" y="184994"/>
                </a:lnTo>
                <a:lnTo>
                  <a:pt x="633736" y="124072"/>
                </a:lnTo>
                <a:lnTo>
                  <a:pt x="312038" y="124072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1992890" y="1710159"/>
            <a:ext cx="557530" cy="247650"/>
          </a:xfrm>
          <a:custGeom>
            <a:avLst/>
            <a:gdLst/>
            <a:ahLst/>
            <a:cxnLst/>
            <a:rect l="l" t="t" r="r" b="b"/>
            <a:pathLst>
              <a:path w="557529" h="247650">
                <a:moveTo>
                  <a:pt x="278606" y="0"/>
                </a:moveTo>
                <a:lnTo>
                  <a:pt x="215451" y="2036"/>
                </a:lnTo>
                <a:lnTo>
                  <a:pt x="157091" y="8464"/>
                </a:lnTo>
                <a:lnTo>
                  <a:pt x="105321" y="19767"/>
                </a:lnTo>
                <a:lnTo>
                  <a:pt x="61933" y="36424"/>
                </a:lnTo>
                <a:lnTo>
                  <a:pt x="28721" y="58916"/>
                </a:lnTo>
                <a:lnTo>
                  <a:pt x="0" y="123329"/>
                </a:lnTo>
                <a:lnTo>
                  <a:pt x="7479" y="158274"/>
                </a:lnTo>
                <a:lnTo>
                  <a:pt x="61933" y="209592"/>
                </a:lnTo>
                <a:lnTo>
                  <a:pt x="105321" y="226640"/>
                </a:lnTo>
                <a:lnTo>
                  <a:pt x="157091" y="238400"/>
                </a:lnTo>
                <a:lnTo>
                  <a:pt x="215451" y="245208"/>
                </a:lnTo>
                <a:lnTo>
                  <a:pt x="278606" y="247402"/>
                </a:lnTo>
                <a:lnTo>
                  <a:pt x="341761" y="245208"/>
                </a:lnTo>
                <a:lnTo>
                  <a:pt x="400120" y="238400"/>
                </a:lnTo>
                <a:lnTo>
                  <a:pt x="451891" y="226640"/>
                </a:lnTo>
                <a:lnTo>
                  <a:pt x="495279" y="209592"/>
                </a:lnTo>
                <a:lnTo>
                  <a:pt x="528490" y="186915"/>
                </a:lnTo>
                <a:lnTo>
                  <a:pt x="557212" y="123329"/>
                </a:lnTo>
                <a:lnTo>
                  <a:pt x="549733" y="88660"/>
                </a:lnTo>
                <a:lnTo>
                  <a:pt x="495279" y="37671"/>
                </a:lnTo>
                <a:lnTo>
                  <a:pt x="451891" y="20702"/>
                </a:lnTo>
                <a:lnTo>
                  <a:pt x="400120" y="8984"/>
                </a:lnTo>
                <a:lnTo>
                  <a:pt x="341761" y="2192"/>
                </a:lnTo>
                <a:lnTo>
                  <a:pt x="278606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2070157" y="1768852"/>
            <a:ext cx="403225" cy="130175"/>
          </a:xfrm>
          <a:custGeom>
            <a:avLst/>
            <a:gdLst/>
            <a:ahLst/>
            <a:cxnLst/>
            <a:rect l="l" t="t" r="r" b="b"/>
            <a:pathLst>
              <a:path w="403225" h="130175">
                <a:moveTo>
                  <a:pt x="201339" y="130016"/>
                </a:moveTo>
                <a:lnTo>
                  <a:pt x="141029" y="127567"/>
                </a:lnTo>
                <a:lnTo>
                  <a:pt x="86176" y="120054"/>
                </a:lnTo>
                <a:lnTo>
                  <a:pt x="41343" y="107228"/>
                </a:lnTo>
                <a:lnTo>
                  <a:pt x="0" y="64636"/>
                </a:lnTo>
                <a:lnTo>
                  <a:pt x="11096" y="39940"/>
                </a:lnTo>
                <a:lnTo>
                  <a:pt x="41343" y="21664"/>
                </a:lnTo>
                <a:lnTo>
                  <a:pt x="86176" y="9272"/>
                </a:lnTo>
                <a:lnTo>
                  <a:pt x="141029" y="2228"/>
                </a:lnTo>
                <a:lnTo>
                  <a:pt x="201339" y="0"/>
                </a:lnTo>
                <a:lnTo>
                  <a:pt x="261649" y="2442"/>
                </a:lnTo>
                <a:lnTo>
                  <a:pt x="316502" y="9913"/>
                </a:lnTo>
                <a:lnTo>
                  <a:pt x="361335" y="22627"/>
                </a:lnTo>
                <a:lnTo>
                  <a:pt x="391582" y="40796"/>
                </a:lnTo>
                <a:lnTo>
                  <a:pt x="402678" y="64636"/>
                </a:lnTo>
                <a:lnTo>
                  <a:pt x="391582" y="88838"/>
                </a:lnTo>
                <a:lnTo>
                  <a:pt x="361335" y="107228"/>
                </a:lnTo>
                <a:lnTo>
                  <a:pt x="316502" y="120054"/>
                </a:lnTo>
                <a:lnTo>
                  <a:pt x="261649" y="127567"/>
                </a:lnTo>
                <a:lnTo>
                  <a:pt x="201339" y="130016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2682348" y="1322340"/>
            <a:ext cx="589915" cy="635000"/>
          </a:xfrm>
          <a:custGeom>
            <a:avLst/>
            <a:gdLst/>
            <a:ahLst/>
            <a:cxnLst/>
            <a:rect l="l" t="t" r="r" b="b"/>
            <a:pathLst>
              <a:path w="589915" h="635000">
                <a:moveTo>
                  <a:pt x="584701" y="356616"/>
                </a:moveTo>
                <a:lnTo>
                  <a:pt x="511149" y="356616"/>
                </a:lnTo>
                <a:lnTo>
                  <a:pt x="511149" y="183508"/>
                </a:lnTo>
                <a:lnTo>
                  <a:pt x="387819" y="183508"/>
                </a:lnTo>
                <a:lnTo>
                  <a:pt x="387819" y="119614"/>
                </a:lnTo>
                <a:lnTo>
                  <a:pt x="511149" y="119614"/>
                </a:lnTo>
                <a:lnTo>
                  <a:pt x="511149" y="0"/>
                </a:lnTo>
                <a:lnTo>
                  <a:pt x="584701" y="0"/>
                </a:lnTo>
                <a:lnTo>
                  <a:pt x="584701" y="356616"/>
                </a:lnTo>
                <a:close/>
              </a:path>
              <a:path w="589915" h="635000">
                <a:moveTo>
                  <a:pt x="413080" y="79495"/>
                </a:moveTo>
                <a:lnTo>
                  <a:pt x="8172" y="79495"/>
                </a:lnTo>
                <a:lnTo>
                  <a:pt x="8172" y="16344"/>
                </a:lnTo>
                <a:lnTo>
                  <a:pt x="413080" y="16344"/>
                </a:lnTo>
                <a:lnTo>
                  <a:pt x="413080" y="79495"/>
                </a:lnTo>
                <a:close/>
              </a:path>
              <a:path w="589915" h="635000">
                <a:moveTo>
                  <a:pt x="0" y="338042"/>
                </a:moveTo>
                <a:lnTo>
                  <a:pt x="0" y="271919"/>
                </a:lnTo>
                <a:lnTo>
                  <a:pt x="49017" y="259936"/>
                </a:lnTo>
                <a:lnTo>
                  <a:pt x="90997" y="238707"/>
                </a:lnTo>
                <a:lnTo>
                  <a:pt x="125465" y="209140"/>
                </a:lnTo>
                <a:lnTo>
                  <a:pt x="151947" y="172144"/>
                </a:lnTo>
                <a:lnTo>
                  <a:pt x="169967" y="128626"/>
                </a:lnTo>
                <a:lnTo>
                  <a:pt x="179050" y="79495"/>
                </a:lnTo>
                <a:lnTo>
                  <a:pt x="252603" y="79495"/>
                </a:lnTo>
                <a:lnTo>
                  <a:pt x="250815" y="98731"/>
                </a:lnTo>
                <a:lnTo>
                  <a:pt x="247773" y="117478"/>
                </a:lnTo>
                <a:lnTo>
                  <a:pt x="243617" y="135808"/>
                </a:lnTo>
                <a:lnTo>
                  <a:pt x="238486" y="153790"/>
                </a:lnTo>
                <a:lnTo>
                  <a:pt x="331476" y="212483"/>
                </a:lnTo>
                <a:lnTo>
                  <a:pt x="210997" y="212483"/>
                </a:lnTo>
                <a:lnTo>
                  <a:pt x="181208" y="251218"/>
                </a:lnTo>
                <a:lnTo>
                  <a:pt x="144750" y="283961"/>
                </a:lnTo>
                <a:lnTo>
                  <a:pt x="102087" y="309893"/>
                </a:lnTo>
                <a:lnTo>
                  <a:pt x="53682" y="328193"/>
                </a:lnTo>
                <a:lnTo>
                  <a:pt x="0" y="338042"/>
                </a:lnTo>
                <a:close/>
              </a:path>
              <a:path w="589915" h="635000">
                <a:moveTo>
                  <a:pt x="397478" y="332098"/>
                </a:moveTo>
                <a:lnTo>
                  <a:pt x="210997" y="212483"/>
                </a:lnTo>
                <a:lnTo>
                  <a:pt x="331476" y="212483"/>
                </a:lnTo>
                <a:lnTo>
                  <a:pt x="433882" y="277120"/>
                </a:lnTo>
                <a:lnTo>
                  <a:pt x="397478" y="332098"/>
                </a:lnTo>
                <a:close/>
              </a:path>
              <a:path w="589915" h="635000">
                <a:moveTo>
                  <a:pt x="315753" y="634479"/>
                </a:moveTo>
                <a:lnTo>
                  <a:pt x="252143" y="632233"/>
                </a:lnTo>
                <a:lnTo>
                  <a:pt x="194148" y="625243"/>
                </a:lnTo>
                <a:lnTo>
                  <a:pt x="143287" y="613133"/>
                </a:lnTo>
                <a:lnTo>
                  <a:pt x="101082" y="595525"/>
                </a:lnTo>
                <a:lnTo>
                  <a:pt x="69053" y="572043"/>
                </a:lnTo>
                <a:lnTo>
                  <a:pt x="41605" y="505948"/>
                </a:lnTo>
                <a:lnTo>
                  <a:pt x="48720" y="469587"/>
                </a:lnTo>
                <a:lnTo>
                  <a:pt x="101082" y="416372"/>
                </a:lnTo>
                <a:lnTo>
                  <a:pt x="143287" y="398764"/>
                </a:lnTo>
                <a:lnTo>
                  <a:pt x="194148" y="386654"/>
                </a:lnTo>
                <a:lnTo>
                  <a:pt x="252143" y="379664"/>
                </a:lnTo>
                <a:lnTo>
                  <a:pt x="315753" y="377418"/>
                </a:lnTo>
                <a:lnTo>
                  <a:pt x="379363" y="379664"/>
                </a:lnTo>
                <a:lnTo>
                  <a:pt x="437359" y="386654"/>
                </a:lnTo>
                <a:lnTo>
                  <a:pt x="488219" y="398764"/>
                </a:lnTo>
                <a:lnTo>
                  <a:pt x="530425" y="416372"/>
                </a:lnTo>
                <a:lnTo>
                  <a:pt x="559375" y="437597"/>
                </a:lnTo>
                <a:lnTo>
                  <a:pt x="315753" y="437597"/>
                </a:lnTo>
                <a:lnTo>
                  <a:pt x="253417" y="440212"/>
                </a:lnTo>
                <a:lnTo>
                  <a:pt x="199532" y="448177"/>
                </a:lnTo>
                <a:lnTo>
                  <a:pt x="157202" y="461669"/>
                </a:lnTo>
                <a:lnTo>
                  <a:pt x="129528" y="480866"/>
                </a:lnTo>
                <a:lnTo>
                  <a:pt x="119614" y="505948"/>
                </a:lnTo>
                <a:lnTo>
                  <a:pt x="129528" y="531030"/>
                </a:lnTo>
                <a:lnTo>
                  <a:pt x="157202" y="550228"/>
                </a:lnTo>
                <a:lnTo>
                  <a:pt x="199532" y="563720"/>
                </a:lnTo>
                <a:lnTo>
                  <a:pt x="253417" y="571685"/>
                </a:lnTo>
                <a:lnTo>
                  <a:pt x="315753" y="574300"/>
                </a:lnTo>
                <a:lnTo>
                  <a:pt x="559375" y="574300"/>
                </a:lnTo>
                <a:lnTo>
                  <a:pt x="530425" y="595525"/>
                </a:lnTo>
                <a:lnTo>
                  <a:pt x="488219" y="613133"/>
                </a:lnTo>
                <a:lnTo>
                  <a:pt x="437359" y="625243"/>
                </a:lnTo>
                <a:lnTo>
                  <a:pt x="379363" y="632233"/>
                </a:lnTo>
                <a:lnTo>
                  <a:pt x="315753" y="634479"/>
                </a:lnTo>
                <a:close/>
              </a:path>
              <a:path w="589915" h="635000">
                <a:moveTo>
                  <a:pt x="559375" y="574300"/>
                </a:moveTo>
                <a:lnTo>
                  <a:pt x="315753" y="574300"/>
                </a:lnTo>
                <a:lnTo>
                  <a:pt x="378090" y="571685"/>
                </a:lnTo>
                <a:lnTo>
                  <a:pt x="431974" y="563720"/>
                </a:lnTo>
                <a:lnTo>
                  <a:pt x="474305" y="550228"/>
                </a:lnTo>
                <a:lnTo>
                  <a:pt x="501978" y="531030"/>
                </a:lnTo>
                <a:lnTo>
                  <a:pt x="511892" y="505948"/>
                </a:lnTo>
                <a:lnTo>
                  <a:pt x="501978" y="480866"/>
                </a:lnTo>
                <a:lnTo>
                  <a:pt x="474305" y="461669"/>
                </a:lnTo>
                <a:lnTo>
                  <a:pt x="431974" y="448177"/>
                </a:lnTo>
                <a:lnTo>
                  <a:pt x="378090" y="440212"/>
                </a:lnTo>
                <a:lnTo>
                  <a:pt x="315753" y="437597"/>
                </a:lnTo>
                <a:lnTo>
                  <a:pt x="559375" y="437597"/>
                </a:lnTo>
                <a:lnTo>
                  <a:pt x="562454" y="439854"/>
                </a:lnTo>
                <a:lnTo>
                  <a:pt x="582786" y="469587"/>
                </a:lnTo>
                <a:lnTo>
                  <a:pt x="589902" y="505948"/>
                </a:lnTo>
                <a:lnTo>
                  <a:pt x="582786" y="542310"/>
                </a:lnTo>
                <a:lnTo>
                  <a:pt x="562454" y="572043"/>
                </a:lnTo>
                <a:lnTo>
                  <a:pt x="559375" y="57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3070168" y="1322339"/>
            <a:ext cx="197485" cy="356870"/>
          </a:xfrm>
          <a:custGeom>
            <a:avLst/>
            <a:gdLst/>
            <a:ahLst/>
            <a:cxnLst/>
            <a:rect l="l" t="t" r="r" b="b"/>
            <a:pathLst>
              <a:path w="197484" h="356869">
                <a:moveTo>
                  <a:pt x="0" y="119614"/>
                </a:moveTo>
                <a:lnTo>
                  <a:pt x="0" y="183508"/>
                </a:lnTo>
                <a:lnTo>
                  <a:pt x="123329" y="183508"/>
                </a:lnTo>
                <a:lnTo>
                  <a:pt x="123329" y="356616"/>
                </a:lnTo>
                <a:lnTo>
                  <a:pt x="196881" y="356616"/>
                </a:lnTo>
                <a:lnTo>
                  <a:pt x="196881" y="0"/>
                </a:lnTo>
                <a:lnTo>
                  <a:pt x="123329" y="0"/>
                </a:lnTo>
                <a:lnTo>
                  <a:pt x="123329" y="119614"/>
                </a:lnTo>
                <a:lnTo>
                  <a:pt x="0" y="119614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2682348" y="1338684"/>
            <a:ext cx="434340" cy="321945"/>
          </a:xfrm>
          <a:custGeom>
            <a:avLst/>
            <a:gdLst/>
            <a:ahLst/>
            <a:cxnLst/>
            <a:rect l="l" t="t" r="r" b="b"/>
            <a:pathLst>
              <a:path w="434340" h="321944">
                <a:moveTo>
                  <a:pt x="210997" y="196138"/>
                </a:moveTo>
                <a:lnTo>
                  <a:pt x="397478" y="315753"/>
                </a:lnTo>
                <a:lnTo>
                  <a:pt x="433882" y="260775"/>
                </a:lnTo>
                <a:lnTo>
                  <a:pt x="238486" y="137445"/>
                </a:lnTo>
                <a:lnTo>
                  <a:pt x="243617" y="119464"/>
                </a:lnTo>
                <a:lnTo>
                  <a:pt x="247773" y="101134"/>
                </a:lnTo>
                <a:lnTo>
                  <a:pt x="250815" y="82386"/>
                </a:lnTo>
                <a:lnTo>
                  <a:pt x="252602" y="63150"/>
                </a:lnTo>
                <a:lnTo>
                  <a:pt x="413080" y="63150"/>
                </a:lnTo>
                <a:lnTo>
                  <a:pt x="413080" y="0"/>
                </a:lnTo>
                <a:lnTo>
                  <a:pt x="8172" y="0"/>
                </a:lnTo>
                <a:lnTo>
                  <a:pt x="8172" y="63150"/>
                </a:lnTo>
                <a:lnTo>
                  <a:pt x="179050" y="63150"/>
                </a:lnTo>
                <a:lnTo>
                  <a:pt x="169967" y="112281"/>
                </a:lnTo>
                <a:lnTo>
                  <a:pt x="151947" y="155799"/>
                </a:lnTo>
                <a:lnTo>
                  <a:pt x="125465" y="192795"/>
                </a:lnTo>
                <a:lnTo>
                  <a:pt x="90997" y="222362"/>
                </a:lnTo>
                <a:lnTo>
                  <a:pt x="49017" y="243591"/>
                </a:lnTo>
                <a:lnTo>
                  <a:pt x="0" y="255574"/>
                </a:lnTo>
                <a:lnTo>
                  <a:pt x="0" y="321697"/>
                </a:lnTo>
                <a:lnTo>
                  <a:pt x="53682" y="311848"/>
                </a:lnTo>
                <a:lnTo>
                  <a:pt x="102087" y="293548"/>
                </a:lnTo>
                <a:lnTo>
                  <a:pt x="144750" y="267616"/>
                </a:lnTo>
                <a:lnTo>
                  <a:pt x="181208" y="234873"/>
                </a:lnTo>
                <a:lnTo>
                  <a:pt x="210997" y="196138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2723953" y="1699758"/>
            <a:ext cx="548640" cy="257175"/>
          </a:xfrm>
          <a:custGeom>
            <a:avLst/>
            <a:gdLst/>
            <a:ahLst/>
            <a:cxnLst/>
            <a:rect l="l" t="t" r="r" b="b"/>
            <a:pathLst>
              <a:path w="548640" h="257175">
                <a:moveTo>
                  <a:pt x="274148" y="0"/>
                </a:moveTo>
                <a:lnTo>
                  <a:pt x="210538" y="2246"/>
                </a:lnTo>
                <a:lnTo>
                  <a:pt x="152543" y="9235"/>
                </a:lnTo>
                <a:lnTo>
                  <a:pt x="101682" y="21346"/>
                </a:lnTo>
                <a:lnTo>
                  <a:pt x="59477" y="38953"/>
                </a:lnTo>
                <a:lnTo>
                  <a:pt x="27447" y="62435"/>
                </a:lnTo>
                <a:lnTo>
                  <a:pt x="0" y="128530"/>
                </a:lnTo>
                <a:lnTo>
                  <a:pt x="7115" y="164891"/>
                </a:lnTo>
                <a:lnTo>
                  <a:pt x="59477" y="218106"/>
                </a:lnTo>
                <a:lnTo>
                  <a:pt x="101682" y="235714"/>
                </a:lnTo>
                <a:lnTo>
                  <a:pt x="152543" y="247824"/>
                </a:lnTo>
                <a:lnTo>
                  <a:pt x="210538" y="254814"/>
                </a:lnTo>
                <a:lnTo>
                  <a:pt x="274148" y="257060"/>
                </a:lnTo>
                <a:lnTo>
                  <a:pt x="337758" y="254814"/>
                </a:lnTo>
                <a:lnTo>
                  <a:pt x="395754" y="247824"/>
                </a:lnTo>
                <a:lnTo>
                  <a:pt x="446614" y="235714"/>
                </a:lnTo>
                <a:lnTo>
                  <a:pt x="488819" y="218106"/>
                </a:lnTo>
                <a:lnTo>
                  <a:pt x="520849" y="194624"/>
                </a:lnTo>
                <a:lnTo>
                  <a:pt x="548297" y="128530"/>
                </a:lnTo>
                <a:lnTo>
                  <a:pt x="541181" y="92169"/>
                </a:lnTo>
                <a:lnTo>
                  <a:pt x="488819" y="38953"/>
                </a:lnTo>
                <a:lnTo>
                  <a:pt x="446614" y="21346"/>
                </a:lnTo>
                <a:lnTo>
                  <a:pt x="395754" y="9235"/>
                </a:lnTo>
                <a:lnTo>
                  <a:pt x="337758" y="2246"/>
                </a:lnTo>
                <a:lnTo>
                  <a:pt x="274148" y="0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2801962" y="1759937"/>
            <a:ext cx="392430" cy="137160"/>
          </a:xfrm>
          <a:custGeom>
            <a:avLst/>
            <a:gdLst/>
            <a:ahLst/>
            <a:cxnLst/>
            <a:rect l="l" t="t" r="r" b="b"/>
            <a:pathLst>
              <a:path w="392430" h="137160">
                <a:moveTo>
                  <a:pt x="196138" y="136702"/>
                </a:moveTo>
                <a:lnTo>
                  <a:pt x="133802" y="134087"/>
                </a:lnTo>
                <a:lnTo>
                  <a:pt x="79917" y="126123"/>
                </a:lnTo>
                <a:lnTo>
                  <a:pt x="37587" y="112631"/>
                </a:lnTo>
                <a:lnTo>
                  <a:pt x="0" y="68351"/>
                </a:lnTo>
                <a:lnTo>
                  <a:pt x="9913" y="43269"/>
                </a:lnTo>
                <a:lnTo>
                  <a:pt x="37587" y="24071"/>
                </a:lnTo>
                <a:lnTo>
                  <a:pt x="79917" y="10579"/>
                </a:lnTo>
                <a:lnTo>
                  <a:pt x="133802" y="2615"/>
                </a:lnTo>
                <a:lnTo>
                  <a:pt x="196138" y="0"/>
                </a:lnTo>
                <a:lnTo>
                  <a:pt x="258475" y="2615"/>
                </a:lnTo>
                <a:lnTo>
                  <a:pt x="312359" y="10579"/>
                </a:lnTo>
                <a:lnTo>
                  <a:pt x="354690" y="24071"/>
                </a:lnTo>
                <a:lnTo>
                  <a:pt x="382363" y="43269"/>
                </a:lnTo>
                <a:lnTo>
                  <a:pt x="392277" y="68351"/>
                </a:lnTo>
                <a:lnTo>
                  <a:pt x="382363" y="93433"/>
                </a:lnTo>
                <a:lnTo>
                  <a:pt x="354690" y="112631"/>
                </a:lnTo>
                <a:lnTo>
                  <a:pt x="312359" y="126123"/>
                </a:lnTo>
                <a:lnTo>
                  <a:pt x="258475" y="134087"/>
                </a:lnTo>
                <a:lnTo>
                  <a:pt x="196138" y="136702"/>
                </a:lnTo>
                <a:close/>
              </a:path>
            </a:pathLst>
          </a:custGeom>
          <a:ln w="148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627570" y="9146673"/>
            <a:ext cx="269240" cy="319405"/>
          </a:xfrm>
          <a:custGeom>
            <a:avLst/>
            <a:gdLst/>
            <a:ahLst/>
            <a:cxnLst/>
            <a:rect l="l" t="t" r="r" b="b"/>
            <a:pathLst>
              <a:path w="269239" h="319404">
                <a:moveTo>
                  <a:pt x="269201" y="318931"/>
                </a:moveTo>
                <a:lnTo>
                  <a:pt x="242052" y="318931"/>
                </a:lnTo>
                <a:lnTo>
                  <a:pt x="242052" y="0"/>
                </a:lnTo>
                <a:lnTo>
                  <a:pt x="269201" y="0"/>
                </a:lnTo>
                <a:lnTo>
                  <a:pt x="269201" y="318931"/>
                </a:lnTo>
                <a:close/>
              </a:path>
              <a:path w="269239" h="319404">
                <a:moveTo>
                  <a:pt x="205262" y="124324"/>
                </a:moveTo>
                <a:lnTo>
                  <a:pt x="178114" y="124324"/>
                </a:lnTo>
                <a:lnTo>
                  <a:pt x="178114" y="6850"/>
                </a:lnTo>
                <a:lnTo>
                  <a:pt x="205262" y="6850"/>
                </a:lnTo>
                <a:lnTo>
                  <a:pt x="205262" y="124324"/>
                </a:lnTo>
                <a:close/>
              </a:path>
              <a:path w="269239" h="319404">
                <a:moveTo>
                  <a:pt x="68251" y="248395"/>
                </a:moveTo>
                <a:lnTo>
                  <a:pt x="40139" y="240740"/>
                </a:lnTo>
                <a:lnTo>
                  <a:pt x="18617" y="218551"/>
                </a:lnTo>
                <a:lnTo>
                  <a:pt x="4848" y="183565"/>
                </a:lnTo>
                <a:lnTo>
                  <a:pt x="0" y="137518"/>
                </a:lnTo>
                <a:lnTo>
                  <a:pt x="4848" y="91653"/>
                </a:lnTo>
                <a:lnTo>
                  <a:pt x="18617" y="56802"/>
                </a:lnTo>
                <a:lnTo>
                  <a:pt x="40139" y="34653"/>
                </a:lnTo>
                <a:lnTo>
                  <a:pt x="68251" y="26894"/>
                </a:lnTo>
                <a:lnTo>
                  <a:pt x="94853" y="33662"/>
                </a:lnTo>
                <a:lnTo>
                  <a:pt x="115793" y="53060"/>
                </a:lnTo>
                <a:lnTo>
                  <a:pt x="115897" y="53282"/>
                </a:lnTo>
                <a:lnTo>
                  <a:pt x="68251" y="53282"/>
                </a:lnTo>
                <a:lnTo>
                  <a:pt x="50863" y="59165"/>
                </a:lnTo>
                <a:lnTo>
                  <a:pt x="37614" y="75990"/>
                </a:lnTo>
                <a:lnTo>
                  <a:pt x="29217" y="102520"/>
                </a:lnTo>
                <a:lnTo>
                  <a:pt x="26387" y="137518"/>
                </a:lnTo>
                <a:lnTo>
                  <a:pt x="29217" y="172552"/>
                </a:lnTo>
                <a:lnTo>
                  <a:pt x="37614" y="199141"/>
                </a:lnTo>
                <a:lnTo>
                  <a:pt x="50863" y="215978"/>
                </a:lnTo>
                <a:lnTo>
                  <a:pt x="68251" y="221754"/>
                </a:lnTo>
                <a:lnTo>
                  <a:pt x="116046" y="221754"/>
                </a:lnTo>
                <a:lnTo>
                  <a:pt x="95247" y="241505"/>
                </a:lnTo>
                <a:lnTo>
                  <a:pt x="68251" y="248395"/>
                </a:lnTo>
                <a:close/>
              </a:path>
              <a:path w="269239" h="319404">
                <a:moveTo>
                  <a:pt x="116046" y="221754"/>
                </a:moveTo>
                <a:lnTo>
                  <a:pt x="68251" y="221754"/>
                </a:lnTo>
                <a:lnTo>
                  <a:pt x="85937" y="215978"/>
                </a:lnTo>
                <a:lnTo>
                  <a:pt x="99364" y="199141"/>
                </a:lnTo>
                <a:lnTo>
                  <a:pt x="107892" y="172552"/>
                </a:lnTo>
                <a:lnTo>
                  <a:pt x="110877" y="137518"/>
                </a:lnTo>
                <a:lnTo>
                  <a:pt x="107892" y="102520"/>
                </a:lnTo>
                <a:lnTo>
                  <a:pt x="99364" y="75990"/>
                </a:lnTo>
                <a:lnTo>
                  <a:pt x="85937" y="59165"/>
                </a:lnTo>
                <a:lnTo>
                  <a:pt x="68251" y="53282"/>
                </a:lnTo>
                <a:lnTo>
                  <a:pt x="115897" y="53282"/>
                </a:lnTo>
                <a:lnTo>
                  <a:pt x="130120" y="83732"/>
                </a:lnTo>
                <a:lnTo>
                  <a:pt x="136884" y="124324"/>
                </a:lnTo>
                <a:lnTo>
                  <a:pt x="205262" y="124324"/>
                </a:lnTo>
                <a:lnTo>
                  <a:pt x="205262" y="147667"/>
                </a:lnTo>
                <a:lnTo>
                  <a:pt x="137011" y="147667"/>
                </a:lnTo>
                <a:lnTo>
                  <a:pt x="130638" y="189666"/>
                </a:lnTo>
                <a:lnTo>
                  <a:pt x="116380" y="221437"/>
                </a:lnTo>
                <a:lnTo>
                  <a:pt x="116046" y="221754"/>
                </a:lnTo>
                <a:close/>
              </a:path>
              <a:path w="269239" h="319404">
                <a:moveTo>
                  <a:pt x="205262" y="302692"/>
                </a:moveTo>
                <a:lnTo>
                  <a:pt x="178114" y="302692"/>
                </a:lnTo>
                <a:lnTo>
                  <a:pt x="178114" y="147667"/>
                </a:lnTo>
                <a:lnTo>
                  <a:pt x="205262" y="147667"/>
                </a:lnTo>
                <a:lnTo>
                  <a:pt x="205262" y="302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956142" y="9146420"/>
            <a:ext cx="282575" cy="312420"/>
          </a:xfrm>
          <a:custGeom>
            <a:avLst/>
            <a:gdLst/>
            <a:ahLst/>
            <a:cxnLst/>
            <a:rect l="l" t="t" r="r" b="b"/>
            <a:pathLst>
              <a:path w="282575" h="312420">
                <a:moveTo>
                  <a:pt x="234441" y="236217"/>
                </a:moveTo>
                <a:lnTo>
                  <a:pt x="206277" y="236217"/>
                </a:lnTo>
                <a:lnTo>
                  <a:pt x="206277" y="0"/>
                </a:lnTo>
                <a:lnTo>
                  <a:pt x="234441" y="0"/>
                </a:lnTo>
                <a:lnTo>
                  <a:pt x="234441" y="99459"/>
                </a:lnTo>
                <a:lnTo>
                  <a:pt x="282394" y="99459"/>
                </a:lnTo>
                <a:lnTo>
                  <a:pt x="282394" y="123056"/>
                </a:lnTo>
                <a:lnTo>
                  <a:pt x="234441" y="123056"/>
                </a:lnTo>
                <a:lnTo>
                  <a:pt x="234441" y="236217"/>
                </a:lnTo>
                <a:close/>
              </a:path>
              <a:path w="282575" h="312420">
                <a:moveTo>
                  <a:pt x="24103" y="187755"/>
                </a:moveTo>
                <a:lnTo>
                  <a:pt x="0" y="187755"/>
                </a:lnTo>
                <a:lnTo>
                  <a:pt x="0" y="25879"/>
                </a:lnTo>
                <a:lnTo>
                  <a:pt x="146652" y="25879"/>
                </a:lnTo>
                <a:lnTo>
                  <a:pt x="146652" y="48715"/>
                </a:lnTo>
                <a:lnTo>
                  <a:pt x="28163" y="48715"/>
                </a:lnTo>
                <a:lnTo>
                  <a:pt x="28163" y="93877"/>
                </a:lnTo>
                <a:lnTo>
                  <a:pt x="140816" y="93877"/>
                </a:lnTo>
                <a:lnTo>
                  <a:pt x="140816" y="116966"/>
                </a:lnTo>
                <a:lnTo>
                  <a:pt x="28163" y="116966"/>
                </a:lnTo>
                <a:lnTo>
                  <a:pt x="28163" y="164666"/>
                </a:lnTo>
                <a:lnTo>
                  <a:pt x="169045" y="164666"/>
                </a:lnTo>
                <a:lnTo>
                  <a:pt x="171010" y="178114"/>
                </a:lnTo>
                <a:lnTo>
                  <a:pt x="138707" y="183046"/>
                </a:lnTo>
                <a:lnTo>
                  <a:pt x="105739" y="185979"/>
                </a:lnTo>
                <a:lnTo>
                  <a:pt x="68679" y="187391"/>
                </a:lnTo>
                <a:lnTo>
                  <a:pt x="24103" y="187755"/>
                </a:lnTo>
                <a:close/>
              </a:path>
              <a:path w="282575" h="312420">
                <a:moveTo>
                  <a:pt x="169045" y="164666"/>
                </a:moveTo>
                <a:lnTo>
                  <a:pt x="28163" y="164666"/>
                </a:lnTo>
                <a:lnTo>
                  <a:pt x="70501" y="164185"/>
                </a:lnTo>
                <a:lnTo>
                  <a:pt x="105691" y="162811"/>
                </a:lnTo>
                <a:lnTo>
                  <a:pt x="137005" y="160082"/>
                </a:lnTo>
                <a:lnTo>
                  <a:pt x="167711" y="155532"/>
                </a:lnTo>
                <a:lnTo>
                  <a:pt x="169045" y="164666"/>
                </a:lnTo>
                <a:close/>
              </a:path>
              <a:path w="282575" h="312420">
                <a:moveTo>
                  <a:pt x="249157" y="312080"/>
                </a:moveTo>
                <a:lnTo>
                  <a:pt x="34760" y="312080"/>
                </a:lnTo>
                <a:lnTo>
                  <a:pt x="34760" y="215158"/>
                </a:lnTo>
                <a:lnTo>
                  <a:pt x="62669" y="215158"/>
                </a:lnTo>
                <a:lnTo>
                  <a:pt x="62669" y="288738"/>
                </a:lnTo>
                <a:lnTo>
                  <a:pt x="249157" y="288738"/>
                </a:lnTo>
                <a:lnTo>
                  <a:pt x="249157" y="312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258835" y="9150479"/>
            <a:ext cx="290830" cy="311785"/>
          </a:xfrm>
          <a:custGeom>
            <a:avLst/>
            <a:gdLst/>
            <a:ahLst/>
            <a:cxnLst/>
            <a:rect l="l" t="t" r="r" b="b"/>
            <a:pathLst>
              <a:path w="290829" h="311784">
                <a:moveTo>
                  <a:pt x="158577" y="134727"/>
                </a:moveTo>
                <a:lnTo>
                  <a:pt x="130921" y="134727"/>
                </a:lnTo>
                <a:lnTo>
                  <a:pt x="130921" y="110496"/>
                </a:lnTo>
                <a:lnTo>
                  <a:pt x="89168" y="105442"/>
                </a:lnTo>
                <a:lnTo>
                  <a:pt x="58166" y="94417"/>
                </a:lnTo>
                <a:lnTo>
                  <a:pt x="38867" y="77635"/>
                </a:lnTo>
                <a:lnTo>
                  <a:pt x="32222" y="55311"/>
                </a:lnTo>
                <a:lnTo>
                  <a:pt x="39874" y="31683"/>
                </a:lnTo>
                <a:lnTo>
                  <a:pt x="62035" y="14335"/>
                </a:lnTo>
                <a:lnTo>
                  <a:pt x="97517" y="3647"/>
                </a:lnTo>
                <a:lnTo>
                  <a:pt x="145130" y="0"/>
                </a:lnTo>
                <a:lnTo>
                  <a:pt x="192703" y="3647"/>
                </a:lnTo>
                <a:lnTo>
                  <a:pt x="228098" y="14335"/>
                </a:lnTo>
                <a:lnTo>
                  <a:pt x="237298" y="21566"/>
                </a:lnTo>
                <a:lnTo>
                  <a:pt x="145130" y="21566"/>
                </a:lnTo>
                <a:lnTo>
                  <a:pt x="109787" y="23984"/>
                </a:lnTo>
                <a:lnTo>
                  <a:pt x="83506" y="30637"/>
                </a:lnTo>
                <a:lnTo>
                  <a:pt x="67169" y="41190"/>
                </a:lnTo>
                <a:lnTo>
                  <a:pt x="61654" y="55311"/>
                </a:lnTo>
                <a:lnTo>
                  <a:pt x="67169" y="69793"/>
                </a:lnTo>
                <a:lnTo>
                  <a:pt x="83506" y="80398"/>
                </a:lnTo>
                <a:lnTo>
                  <a:pt x="109787" y="86959"/>
                </a:lnTo>
                <a:lnTo>
                  <a:pt x="145130" y="89310"/>
                </a:lnTo>
                <a:lnTo>
                  <a:pt x="237742" y="89310"/>
                </a:lnTo>
                <a:lnTo>
                  <a:pt x="231729" y="94528"/>
                </a:lnTo>
                <a:lnTo>
                  <a:pt x="200570" y="105567"/>
                </a:lnTo>
                <a:lnTo>
                  <a:pt x="158577" y="110623"/>
                </a:lnTo>
                <a:lnTo>
                  <a:pt x="158577" y="134727"/>
                </a:lnTo>
                <a:close/>
              </a:path>
              <a:path w="290829" h="311784">
                <a:moveTo>
                  <a:pt x="237742" y="89310"/>
                </a:moveTo>
                <a:lnTo>
                  <a:pt x="145130" y="89310"/>
                </a:lnTo>
                <a:lnTo>
                  <a:pt x="180623" y="86959"/>
                </a:lnTo>
                <a:lnTo>
                  <a:pt x="207007" y="80398"/>
                </a:lnTo>
                <a:lnTo>
                  <a:pt x="223447" y="69793"/>
                </a:lnTo>
                <a:lnTo>
                  <a:pt x="229112" y="55311"/>
                </a:lnTo>
                <a:lnTo>
                  <a:pt x="223447" y="41190"/>
                </a:lnTo>
                <a:lnTo>
                  <a:pt x="207007" y="30637"/>
                </a:lnTo>
                <a:lnTo>
                  <a:pt x="180623" y="23984"/>
                </a:lnTo>
                <a:lnTo>
                  <a:pt x="145130" y="21566"/>
                </a:lnTo>
                <a:lnTo>
                  <a:pt x="237298" y="21566"/>
                </a:lnTo>
                <a:lnTo>
                  <a:pt x="250172" y="31683"/>
                </a:lnTo>
                <a:lnTo>
                  <a:pt x="257783" y="55311"/>
                </a:lnTo>
                <a:lnTo>
                  <a:pt x="251113" y="77708"/>
                </a:lnTo>
                <a:lnTo>
                  <a:pt x="237742" y="89310"/>
                </a:lnTo>
                <a:close/>
              </a:path>
              <a:path w="290829" h="311784">
                <a:moveTo>
                  <a:pt x="290767" y="157816"/>
                </a:moveTo>
                <a:lnTo>
                  <a:pt x="0" y="157816"/>
                </a:lnTo>
                <a:lnTo>
                  <a:pt x="0" y="134727"/>
                </a:lnTo>
                <a:lnTo>
                  <a:pt x="290767" y="134727"/>
                </a:lnTo>
                <a:lnTo>
                  <a:pt x="290767" y="157816"/>
                </a:lnTo>
                <a:close/>
              </a:path>
              <a:path w="290829" h="311784">
                <a:moveTo>
                  <a:pt x="262858" y="311573"/>
                </a:moveTo>
                <a:lnTo>
                  <a:pt x="36028" y="311573"/>
                </a:lnTo>
                <a:lnTo>
                  <a:pt x="36028" y="235456"/>
                </a:lnTo>
                <a:lnTo>
                  <a:pt x="225560" y="235456"/>
                </a:lnTo>
                <a:lnTo>
                  <a:pt x="225560" y="206785"/>
                </a:lnTo>
                <a:lnTo>
                  <a:pt x="35267" y="206785"/>
                </a:lnTo>
                <a:lnTo>
                  <a:pt x="35267" y="184711"/>
                </a:lnTo>
                <a:lnTo>
                  <a:pt x="253216" y="184711"/>
                </a:lnTo>
                <a:lnTo>
                  <a:pt x="253216" y="256261"/>
                </a:lnTo>
                <a:lnTo>
                  <a:pt x="63684" y="256261"/>
                </a:lnTo>
                <a:lnTo>
                  <a:pt x="63684" y="289245"/>
                </a:lnTo>
                <a:lnTo>
                  <a:pt x="262858" y="289245"/>
                </a:lnTo>
                <a:lnTo>
                  <a:pt x="262858" y="311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683253" y="9146673"/>
            <a:ext cx="282575" cy="315595"/>
          </a:xfrm>
          <a:custGeom>
            <a:avLst/>
            <a:gdLst/>
            <a:ahLst/>
            <a:cxnLst/>
            <a:rect l="l" t="t" r="r" b="b"/>
            <a:pathLst>
              <a:path w="282575" h="315595">
                <a:moveTo>
                  <a:pt x="234441" y="166696"/>
                </a:moveTo>
                <a:lnTo>
                  <a:pt x="206277" y="166696"/>
                </a:lnTo>
                <a:lnTo>
                  <a:pt x="206277" y="0"/>
                </a:lnTo>
                <a:lnTo>
                  <a:pt x="234441" y="0"/>
                </a:lnTo>
                <a:lnTo>
                  <a:pt x="234441" y="69774"/>
                </a:lnTo>
                <a:lnTo>
                  <a:pt x="282394" y="69774"/>
                </a:lnTo>
                <a:lnTo>
                  <a:pt x="282394" y="93116"/>
                </a:lnTo>
                <a:lnTo>
                  <a:pt x="234441" y="93116"/>
                </a:lnTo>
                <a:lnTo>
                  <a:pt x="234441" y="166696"/>
                </a:lnTo>
                <a:close/>
              </a:path>
              <a:path w="282575" h="315595">
                <a:moveTo>
                  <a:pt x="24103" y="155279"/>
                </a:moveTo>
                <a:lnTo>
                  <a:pt x="0" y="155279"/>
                </a:lnTo>
                <a:lnTo>
                  <a:pt x="0" y="15984"/>
                </a:lnTo>
                <a:lnTo>
                  <a:pt x="146652" y="15984"/>
                </a:lnTo>
                <a:lnTo>
                  <a:pt x="146652" y="39073"/>
                </a:lnTo>
                <a:lnTo>
                  <a:pt x="28163" y="39073"/>
                </a:lnTo>
                <a:lnTo>
                  <a:pt x="28163" y="73326"/>
                </a:lnTo>
                <a:lnTo>
                  <a:pt x="140816" y="73326"/>
                </a:lnTo>
                <a:lnTo>
                  <a:pt x="140816" y="95400"/>
                </a:lnTo>
                <a:lnTo>
                  <a:pt x="28163" y="95400"/>
                </a:lnTo>
                <a:lnTo>
                  <a:pt x="28163" y="132190"/>
                </a:lnTo>
                <a:lnTo>
                  <a:pt x="169730" y="132190"/>
                </a:lnTo>
                <a:lnTo>
                  <a:pt x="171517" y="146652"/>
                </a:lnTo>
                <a:lnTo>
                  <a:pt x="139135" y="151104"/>
                </a:lnTo>
                <a:lnTo>
                  <a:pt x="106183" y="153725"/>
                </a:lnTo>
                <a:lnTo>
                  <a:pt x="69044" y="154966"/>
                </a:lnTo>
                <a:lnTo>
                  <a:pt x="24103" y="155279"/>
                </a:lnTo>
                <a:close/>
              </a:path>
              <a:path w="282575" h="315595">
                <a:moveTo>
                  <a:pt x="169730" y="132190"/>
                </a:moveTo>
                <a:lnTo>
                  <a:pt x="28163" y="132190"/>
                </a:lnTo>
                <a:lnTo>
                  <a:pt x="70909" y="131902"/>
                </a:lnTo>
                <a:lnTo>
                  <a:pt x="106294" y="130747"/>
                </a:lnTo>
                <a:lnTo>
                  <a:pt x="137754" y="128283"/>
                </a:lnTo>
                <a:lnTo>
                  <a:pt x="168726" y="124071"/>
                </a:lnTo>
                <a:lnTo>
                  <a:pt x="169730" y="132190"/>
                </a:lnTo>
                <a:close/>
              </a:path>
              <a:path w="282575" h="315595">
                <a:moveTo>
                  <a:pt x="246112" y="315379"/>
                </a:moveTo>
                <a:lnTo>
                  <a:pt x="31715" y="315379"/>
                </a:lnTo>
                <a:lnTo>
                  <a:pt x="31715" y="235709"/>
                </a:lnTo>
                <a:lnTo>
                  <a:pt x="206531" y="235709"/>
                </a:lnTo>
                <a:lnTo>
                  <a:pt x="206531" y="204755"/>
                </a:lnTo>
                <a:lnTo>
                  <a:pt x="30954" y="204755"/>
                </a:lnTo>
                <a:lnTo>
                  <a:pt x="30954" y="182173"/>
                </a:lnTo>
                <a:lnTo>
                  <a:pt x="234441" y="182173"/>
                </a:lnTo>
                <a:lnTo>
                  <a:pt x="234441" y="257022"/>
                </a:lnTo>
                <a:lnTo>
                  <a:pt x="59371" y="257022"/>
                </a:lnTo>
                <a:lnTo>
                  <a:pt x="59371" y="292797"/>
                </a:lnTo>
                <a:lnTo>
                  <a:pt x="246112" y="292797"/>
                </a:lnTo>
                <a:lnTo>
                  <a:pt x="246112" y="315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985946" y="9158091"/>
            <a:ext cx="290830" cy="307975"/>
          </a:xfrm>
          <a:custGeom>
            <a:avLst/>
            <a:gdLst/>
            <a:ahLst/>
            <a:cxnLst/>
            <a:rect l="l" t="t" r="r" b="b"/>
            <a:pathLst>
              <a:path w="290829" h="307975">
                <a:moveTo>
                  <a:pt x="26641" y="133205"/>
                </a:moveTo>
                <a:lnTo>
                  <a:pt x="14969" y="110116"/>
                </a:lnTo>
                <a:lnTo>
                  <a:pt x="57385" y="98762"/>
                </a:lnTo>
                <a:lnTo>
                  <a:pt x="94543" y="78273"/>
                </a:lnTo>
                <a:lnTo>
                  <a:pt x="120903" y="50744"/>
                </a:lnTo>
                <a:lnTo>
                  <a:pt x="130921" y="18268"/>
                </a:lnTo>
                <a:lnTo>
                  <a:pt x="130921" y="0"/>
                </a:lnTo>
                <a:lnTo>
                  <a:pt x="160099" y="0"/>
                </a:lnTo>
                <a:lnTo>
                  <a:pt x="160099" y="18268"/>
                </a:lnTo>
                <a:lnTo>
                  <a:pt x="170157" y="50423"/>
                </a:lnTo>
                <a:lnTo>
                  <a:pt x="177525" y="58102"/>
                </a:lnTo>
                <a:lnTo>
                  <a:pt x="145637" y="58102"/>
                </a:lnTo>
                <a:lnTo>
                  <a:pt x="125456" y="85304"/>
                </a:lnTo>
                <a:lnTo>
                  <a:pt x="97128" y="107309"/>
                </a:lnTo>
                <a:lnTo>
                  <a:pt x="63306" y="123486"/>
                </a:lnTo>
                <a:lnTo>
                  <a:pt x="26641" y="133205"/>
                </a:lnTo>
                <a:close/>
              </a:path>
              <a:path w="290829" h="307975">
                <a:moveTo>
                  <a:pt x="264888" y="133205"/>
                </a:moveTo>
                <a:lnTo>
                  <a:pt x="228147" y="123450"/>
                </a:lnTo>
                <a:lnTo>
                  <a:pt x="194273" y="107214"/>
                </a:lnTo>
                <a:lnTo>
                  <a:pt x="165893" y="85197"/>
                </a:lnTo>
                <a:lnTo>
                  <a:pt x="145637" y="58102"/>
                </a:lnTo>
                <a:lnTo>
                  <a:pt x="177525" y="58102"/>
                </a:lnTo>
                <a:lnTo>
                  <a:pt x="196604" y="77988"/>
                </a:lnTo>
                <a:lnTo>
                  <a:pt x="233850" y="98655"/>
                </a:lnTo>
                <a:lnTo>
                  <a:pt x="276305" y="110116"/>
                </a:lnTo>
                <a:lnTo>
                  <a:pt x="264888" y="133205"/>
                </a:lnTo>
                <a:close/>
              </a:path>
              <a:path w="290829" h="307975">
                <a:moveTo>
                  <a:pt x="290767" y="191815"/>
                </a:moveTo>
                <a:lnTo>
                  <a:pt x="0" y="191815"/>
                </a:lnTo>
                <a:lnTo>
                  <a:pt x="0" y="168219"/>
                </a:lnTo>
                <a:lnTo>
                  <a:pt x="290767" y="168219"/>
                </a:lnTo>
                <a:lnTo>
                  <a:pt x="290767" y="191815"/>
                </a:lnTo>
                <a:close/>
              </a:path>
              <a:path w="290829" h="307975">
                <a:moveTo>
                  <a:pt x="158577" y="307513"/>
                </a:moveTo>
                <a:lnTo>
                  <a:pt x="130921" y="307513"/>
                </a:lnTo>
                <a:lnTo>
                  <a:pt x="130921" y="191815"/>
                </a:lnTo>
                <a:lnTo>
                  <a:pt x="158577" y="191815"/>
                </a:lnTo>
                <a:lnTo>
                  <a:pt x="158577" y="3075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395711" y="9162912"/>
            <a:ext cx="290830" cy="302260"/>
          </a:xfrm>
          <a:custGeom>
            <a:avLst/>
            <a:gdLst/>
            <a:ahLst/>
            <a:cxnLst/>
            <a:rect l="l" t="t" r="r" b="b"/>
            <a:pathLst>
              <a:path w="290829" h="302259">
                <a:moveTo>
                  <a:pt x="244336" y="111638"/>
                </a:moveTo>
                <a:lnTo>
                  <a:pt x="216680" y="108593"/>
                </a:lnTo>
                <a:lnTo>
                  <a:pt x="221667" y="85449"/>
                </a:lnTo>
                <a:lnTo>
                  <a:pt x="224228" y="64826"/>
                </a:lnTo>
                <a:lnTo>
                  <a:pt x="225172" y="45725"/>
                </a:lnTo>
                <a:lnTo>
                  <a:pt x="225307" y="27148"/>
                </a:lnTo>
                <a:lnTo>
                  <a:pt x="225307" y="23088"/>
                </a:lnTo>
                <a:lnTo>
                  <a:pt x="34506" y="23088"/>
                </a:lnTo>
                <a:lnTo>
                  <a:pt x="34506" y="0"/>
                </a:lnTo>
                <a:lnTo>
                  <a:pt x="253216" y="0"/>
                </a:lnTo>
                <a:lnTo>
                  <a:pt x="253216" y="27148"/>
                </a:lnTo>
                <a:lnTo>
                  <a:pt x="253077" y="46522"/>
                </a:lnTo>
                <a:lnTo>
                  <a:pt x="252106" y="66634"/>
                </a:lnTo>
                <a:lnTo>
                  <a:pt x="249470" y="88125"/>
                </a:lnTo>
                <a:lnTo>
                  <a:pt x="244336" y="111638"/>
                </a:lnTo>
                <a:close/>
              </a:path>
              <a:path w="290829" h="302259">
                <a:moveTo>
                  <a:pt x="147921" y="132444"/>
                </a:moveTo>
                <a:lnTo>
                  <a:pt x="120265" y="132444"/>
                </a:lnTo>
                <a:lnTo>
                  <a:pt x="120265" y="70789"/>
                </a:lnTo>
                <a:lnTo>
                  <a:pt x="147921" y="70789"/>
                </a:lnTo>
                <a:lnTo>
                  <a:pt x="147921" y="132444"/>
                </a:lnTo>
                <a:close/>
              </a:path>
              <a:path w="290829" h="302259">
                <a:moveTo>
                  <a:pt x="290260" y="155532"/>
                </a:moveTo>
                <a:lnTo>
                  <a:pt x="0" y="155532"/>
                </a:lnTo>
                <a:lnTo>
                  <a:pt x="0" y="132444"/>
                </a:lnTo>
                <a:lnTo>
                  <a:pt x="290260" y="132444"/>
                </a:lnTo>
                <a:lnTo>
                  <a:pt x="290260" y="155532"/>
                </a:lnTo>
                <a:close/>
              </a:path>
              <a:path w="290829" h="302259">
                <a:moveTo>
                  <a:pt x="143861" y="301931"/>
                </a:moveTo>
                <a:lnTo>
                  <a:pt x="97624" y="297991"/>
                </a:lnTo>
                <a:lnTo>
                  <a:pt x="62447" y="286581"/>
                </a:lnTo>
                <a:lnTo>
                  <a:pt x="40068" y="268321"/>
                </a:lnTo>
                <a:lnTo>
                  <a:pt x="32222" y="243828"/>
                </a:lnTo>
                <a:lnTo>
                  <a:pt x="40068" y="219043"/>
                </a:lnTo>
                <a:lnTo>
                  <a:pt x="62447" y="200632"/>
                </a:lnTo>
                <a:lnTo>
                  <a:pt x="97624" y="189167"/>
                </a:lnTo>
                <a:lnTo>
                  <a:pt x="143861" y="185218"/>
                </a:lnTo>
                <a:lnTo>
                  <a:pt x="190249" y="189167"/>
                </a:lnTo>
                <a:lnTo>
                  <a:pt x="225529" y="200632"/>
                </a:lnTo>
                <a:lnTo>
                  <a:pt x="233042" y="206785"/>
                </a:lnTo>
                <a:lnTo>
                  <a:pt x="143861" y="206785"/>
                </a:lnTo>
                <a:lnTo>
                  <a:pt x="109374" y="209469"/>
                </a:lnTo>
                <a:lnTo>
                  <a:pt x="82999" y="216839"/>
                </a:lnTo>
                <a:lnTo>
                  <a:pt x="66186" y="228442"/>
                </a:lnTo>
                <a:lnTo>
                  <a:pt x="60386" y="243828"/>
                </a:lnTo>
                <a:lnTo>
                  <a:pt x="66186" y="258731"/>
                </a:lnTo>
                <a:lnTo>
                  <a:pt x="82999" y="269994"/>
                </a:lnTo>
                <a:lnTo>
                  <a:pt x="109374" y="277118"/>
                </a:lnTo>
                <a:lnTo>
                  <a:pt x="143861" y="279604"/>
                </a:lnTo>
                <a:lnTo>
                  <a:pt x="234119" y="279604"/>
                </a:lnTo>
                <a:lnTo>
                  <a:pt x="225529" y="286581"/>
                </a:lnTo>
                <a:lnTo>
                  <a:pt x="190249" y="297991"/>
                </a:lnTo>
                <a:lnTo>
                  <a:pt x="143861" y="301931"/>
                </a:lnTo>
                <a:close/>
              </a:path>
              <a:path w="290829" h="302259">
                <a:moveTo>
                  <a:pt x="234119" y="279604"/>
                </a:moveTo>
                <a:lnTo>
                  <a:pt x="143861" y="279604"/>
                </a:lnTo>
                <a:lnTo>
                  <a:pt x="178463" y="277118"/>
                </a:lnTo>
                <a:lnTo>
                  <a:pt x="204882" y="269994"/>
                </a:lnTo>
                <a:lnTo>
                  <a:pt x="221786" y="258731"/>
                </a:lnTo>
                <a:lnTo>
                  <a:pt x="227844" y="243828"/>
                </a:lnTo>
                <a:lnTo>
                  <a:pt x="221786" y="228442"/>
                </a:lnTo>
                <a:lnTo>
                  <a:pt x="204882" y="216839"/>
                </a:lnTo>
                <a:lnTo>
                  <a:pt x="178463" y="209469"/>
                </a:lnTo>
                <a:lnTo>
                  <a:pt x="143861" y="206785"/>
                </a:lnTo>
                <a:lnTo>
                  <a:pt x="233042" y="206785"/>
                </a:lnTo>
                <a:lnTo>
                  <a:pt x="248011" y="219043"/>
                </a:lnTo>
                <a:lnTo>
                  <a:pt x="256007" y="243828"/>
                </a:lnTo>
                <a:lnTo>
                  <a:pt x="248011" y="268321"/>
                </a:lnTo>
                <a:lnTo>
                  <a:pt x="234119" y="279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714389" y="9146673"/>
            <a:ext cx="264160" cy="318770"/>
          </a:xfrm>
          <a:custGeom>
            <a:avLst/>
            <a:gdLst/>
            <a:ahLst/>
            <a:cxnLst/>
            <a:rect l="l" t="t" r="r" b="b"/>
            <a:pathLst>
              <a:path w="264160" h="318770">
                <a:moveTo>
                  <a:pt x="263111" y="190039"/>
                </a:moveTo>
                <a:lnTo>
                  <a:pt x="234948" y="190039"/>
                </a:lnTo>
                <a:lnTo>
                  <a:pt x="234948" y="106564"/>
                </a:lnTo>
                <a:lnTo>
                  <a:pt x="170502" y="106564"/>
                </a:lnTo>
                <a:lnTo>
                  <a:pt x="170502" y="83221"/>
                </a:lnTo>
                <a:lnTo>
                  <a:pt x="234948" y="83221"/>
                </a:lnTo>
                <a:lnTo>
                  <a:pt x="234948" y="0"/>
                </a:lnTo>
                <a:lnTo>
                  <a:pt x="263111" y="0"/>
                </a:lnTo>
                <a:lnTo>
                  <a:pt x="263111" y="190039"/>
                </a:lnTo>
                <a:close/>
              </a:path>
              <a:path w="264160" h="318770">
                <a:moveTo>
                  <a:pt x="180905" y="46685"/>
                </a:moveTo>
                <a:lnTo>
                  <a:pt x="9134" y="46685"/>
                </a:lnTo>
                <a:lnTo>
                  <a:pt x="9134" y="23342"/>
                </a:lnTo>
                <a:lnTo>
                  <a:pt x="180905" y="23342"/>
                </a:lnTo>
                <a:lnTo>
                  <a:pt x="180905" y="46685"/>
                </a:lnTo>
                <a:close/>
              </a:path>
              <a:path w="264160" h="318770">
                <a:moveTo>
                  <a:pt x="14716" y="186994"/>
                </a:moveTo>
                <a:lnTo>
                  <a:pt x="0" y="164666"/>
                </a:lnTo>
                <a:lnTo>
                  <a:pt x="32702" y="147239"/>
                </a:lnTo>
                <a:lnTo>
                  <a:pt x="58388" y="122295"/>
                </a:lnTo>
                <a:lnTo>
                  <a:pt x="75177" y="92022"/>
                </a:lnTo>
                <a:lnTo>
                  <a:pt x="81191" y="58610"/>
                </a:lnTo>
                <a:lnTo>
                  <a:pt x="81191" y="46685"/>
                </a:lnTo>
                <a:lnTo>
                  <a:pt x="109608" y="46685"/>
                </a:lnTo>
                <a:lnTo>
                  <a:pt x="109656" y="58610"/>
                </a:lnTo>
                <a:lnTo>
                  <a:pt x="115333" y="88847"/>
                </a:lnTo>
                <a:lnTo>
                  <a:pt x="125036" y="105549"/>
                </a:lnTo>
                <a:lnTo>
                  <a:pt x="96034" y="105549"/>
                </a:lnTo>
                <a:lnTo>
                  <a:pt x="82900" y="131994"/>
                </a:lnTo>
                <a:lnTo>
                  <a:pt x="64509" y="154882"/>
                </a:lnTo>
                <a:lnTo>
                  <a:pt x="41551" y="173466"/>
                </a:lnTo>
                <a:lnTo>
                  <a:pt x="14716" y="186994"/>
                </a:lnTo>
                <a:close/>
              </a:path>
              <a:path w="264160" h="318770">
                <a:moveTo>
                  <a:pt x="173547" y="178114"/>
                </a:moveTo>
                <a:lnTo>
                  <a:pt x="148234" y="165937"/>
                </a:lnTo>
                <a:lnTo>
                  <a:pt x="126513" y="149300"/>
                </a:lnTo>
                <a:lnTo>
                  <a:pt x="108930" y="128929"/>
                </a:lnTo>
                <a:lnTo>
                  <a:pt x="96034" y="105549"/>
                </a:lnTo>
                <a:lnTo>
                  <a:pt x="125036" y="105549"/>
                </a:lnTo>
                <a:lnTo>
                  <a:pt x="131429" y="116554"/>
                </a:lnTo>
                <a:lnTo>
                  <a:pt x="156278" y="139457"/>
                </a:lnTo>
                <a:lnTo>
                  <a:pt x="188263" y="155532"/>
                </a:lnTo>
                <a:lnTo>
                  <a:pt x="173547" y="178114"/>
                </a:lnTo>
                <a:close/>
              </a:path>
              <a:path w="264160" h="318770">
                <a:moveTo>
                  <a:pt x="157308" y="318677"/>
                </a:moveTo>
                <a:lnTo>
                  <a:pt x="112538" y="314574"/>
                </a:lnTo>
                <a:lnTo>
                  <a:pt x="78876" y="302978"/>
                </a:lnTo>
                <a:lnTo>
                  <a:pt x="57726" y="284389"/>
                </a:lnTo>
                <a:lnTo>
                  <a:pt x="50491" y="259306"/>
                </a:lnTo>
                <a:lnTo>
                  <a:pt x="57726" y="234187"/>
                </a:lnTo>
                <a:lnTo>
                  <a:pt x="78876" y="215538"/>
                </a:lnTo>
                <a:lnTo>
                  <a:pt x="112538" y="203930"/>
                </a:lnTo>
                <a:lnTo>
                  <a:pt x="157308" y="199934"/>
                </a:lnTo>
                <a:lnTo>
                  <a:pt x="201936" y="203930"/>
                </a:lnTo>
                <a:lnTo>
                  <a:pt x="235551" y="215538"/>
                </a:lnTo>
                <a:lnTo>
                  <a:pt x="242905" y="222008"/>
                </a:lnTo>
                <a:lnTo>
                  <a:pt x="157308" y="222008"/>
                </a:lnTo>
                <a:lnTo>
                  <a:pt x="124285" y="224553"/>
                </a:lnTo>
                <a:lnTo>
                  <a:pt x="99396" y="231903"/>
                </a:lnTo>
                <a:lnTo>
                  <a:pt x="83736" y="243630"/>
                </a:lnTo>
                <a:lnTo>
                  <a:pt x="78400" y="259306"/>
                </a:lnTo>
                <a:lnTo>
                  <a:pt x="83736" y="274830"/>
                </a:lnTo>
                <a:lnTo>
                  <a:pt x="99396" y="286454"/>
                </a:lnTo>
                <a:lnTo>
                  <a:pt x="124285" y="293701"/>
                </a:lnTo>
                <a:lnTo>
                  <a:pt x="157308" y="296096"/>
                </a:lnTo>
                <a:lnTo>
                  <a:pt x="243399" y="296096"/>
                </a:lnTo>
                <a:lnTo>
                  <a:pt x="235551" y="302978"/>
                </a:lnTo>
                <a:lnTo>
                  <a:pt x="201936" y="314574"/>
                </a:lnTo>
                <a:lnTo>
                  <a:pt x="157308" y="318677"/>
                </a:lnTo>
                <a:close/>
              </a:path>
              <a:path w="264160" h="318770">
                <a:moveTo>
                  <a:pt x="243399" y="296096"/>
                </a:moveTo>
                <a:lnTo>
                  <a:pt x="157308" y="296096"/>
                </a:lnTo>
                <a:lnTo>
                  <a:pt x="190190" y="293701"/>
                </a:lnTo>
                <a:lnTo>
                  <a:pt x="215031" y="286454"/>
                </a:lnTo>
                <a:lnTo>
                  <a:pt x="230738" y="274830"/>
                </a:lnTo>
                <a:lnTo>
                  <a:pt x="236217" y="259306"/>
                </a:lnTo>
                <a:lnTo>
                  <a:pt x="230738" y="243630"/>
                </a:lnTo>
                <a:lnTo>
                  <a:pt x="215031" y="231903"/>
                </a:lnTo>
                <a:lnTo>
                  <a:pt x="190190" y="224553"/>
                </a:lnTo>
                <a:lnTo>
                  <a:pt x="157308" y="222008"/>
                </a:lnTo>
                <a:lnTo>
                  <a:pt x="242905" y="222008"/>
                </a:lnTo>
                <a:lnTo>
                  <a:pt x="256749" y="234187"/>
                </a:lnTo>
                <a:lnTo>
                  <a:pt x="264126" y="259306"/>
                </a:lnTo>
                <a:lnTo>
                  <a:pt x="256749" y="284389"/>
                </a:lnTo>
                <a:lnTo>
                  <a:pt x="243399" y="29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030783" y="9157837"/>
            <a:ext cx="290830" cy="300990"/>
          </a:xfrm>
          <a:custGeom>
            <a:avLst/>
            <a:gdLst/>
            <a:ahLst/>
            <a:cxnLst/>
            <a:rect l="l" t="t" r="r" b="b"/>
            <a:pathLst>
              <a:path w="290829" h="300990">
                <a:moveTo>
                  <a:pt x="145130" y="126862"/>
                </a:moveTo>
                <a:lnTo>
                  <a:pt x="98373" y="122513"/>
                </a:lnTo>
                <a:lnTo>
                  <a:pt x="62796" y="109957"/>
                </a:lnTo>
                <a:lnTo>
                  <a:pt x="40159" y="89933"/>
                </a:lnTo>
                <a:lnTo>
                  <a:pt x="32222" y="63177"/>
                </a:lnTo>
                <a:lnTo>
                  <a:pt x="40159" y="36464"/>
                </a:lnTo>
                <a:lnTo>
                  <a:pt x="62796" y="16555"/>
                </a:lnTo>
                <a:lnTo>
                  <a:pt x="98373" y="4162"/>
                </a:lnTo>
                <a:lnTo>
                  <a:pt x="145130" y="0"/>
                </a:lnTo>
                <a:lnTo>
                  <a:pt x="191740" y="4162"/>
                </a:lnTo>
                <a:lnTo>
                  <a:pt x="227241" y="16555"/>
                </a:lnTo>
                <a:lnTo>
                  <a:pt x="234372" y="22835"/>
                </a:lnTo>
                <a:lnTo>
                  <a:pt x="145130" y="22835"/>
                </a:lnTo>
                <a:lnTo>
                  <a:pt x="110389" y="25641"/>
                </a:lnTo>
                <a:lnTo>
                  <a:pt x="83950" y="33681"/>
                </a:lnTo>
                <a:lnTo>
                  <a:pt x="67169" y="46383"/>
                </a:lnTo>
                <a:lnTo>
                  <a:pt x="61401" y="63177"/>
                </a:lnTo>
                <a:lnTo>
                  <a:pt x="67169" y="80224"/>
                </a:lnTo>
                <a:lnTo>
                  <a:pt x="83950" y="92989"/>
                </a:lnTo>
                <a:lnTo>
                  <a:pt x="110389" y="100998"/>
                </a:lnTo>
                <a:lnTo>
                  <a:pt x="145130" y="103773"/>
                </a:lnTo>
                <a:lnTo>
                  <a:pt x="234224" y="103773"/>
                </a:lnTo>
                <a:lnTo>
                  <a:pt x="227241" y="109957"/>
                </a:lnTo>
                <a:lnTo>
                  <a:pt x="191740" y="122513"/>
                </a:lnTo>
                <a:lnTo>
                  <a:pt x="145130" y="126862"/>
                </a:lnTo>
                <a:close/>
              </a:path>
              <a:path w="290829" h="300990">
                <a:moveTo>
                  <a:pt x="234224" y="103773"/>
                </a:moveTo>
                <a:lnTo>
                  <a:pt x="145130" y="103773"/>
                </a:lnTo>
                <a:lnTo>
                  <a:pt x="179874" y="100998"/>
                </a:lnTo>
                <a:lnTo>
                  <a:pt x="206341" y="92989"/>
                </a:lnTo>
                <a:lnTo>
                  <a:pt x="223197" y="80224"/>
                </a:lnTo>
                <a:lnTo>
                  <a:pt x="229112" y="63177"/>
                </a:lnTo>
                <a:lnTo>
                  <a:pt x="223197" y="46383"/>
                </a:lnTo>
                <a:lnTo>
                  <a:pt x="206341" y="33681"/>
                </a:lnTo>
                <a:lnTo>
                  <a:pt x="179874" y="25641"/>
                </a:lnTo>
                <a:lnTo>
                  <a:pt x="145130" y="22835"/>
                </a:lnTo>
                <a:lnTo>
                  <a:pt x="234372" y="22835"/>
                </a:lnTo>
                <a:lnTo>
                  <a:pt x="249850" y="36464"/>
                </a:lnTo>
                <a:lnTo>
                  <a:pt x="257783" y="63177"/>
                </a:lnTo>
                <a:lnTo>
                  <a:pt x="249850" y="89933"/>
                </a:lnTo>
                <a:lnTo>
                  <a:pt x="234224" y="103773"/>
                </a:lnTo>
                <a:close/>
              </a:path>
              <a:path w="290829" h="300990">
                <a:moveTo>
                  <a:pt x="290767" y="179890"/>
                </a:moveTo>
                <a:lnTo>
                  <a:pt x="0" y="179890"/>
                </a:lnTo>
                <a:lnTo>
                  <a:pt x="0" y="157055"/>
                </a:lnTo>
                <a:lnTo>
                  <a:pt x="290767" y="157055"/>
                </a:lnTo>
                <a:lnTo>
                  <a:pt x="290767" y="179890"/>
                </a:lnTo>
                <a:close/>
              </a:path>
              <a:path w="290829" h="300990">
                <a:moveTo>
                  <a:pt x="258291" y="300663"/>
                </a:moveTo>
                <a:lnTo>
                  <a:pt x="37551" y="300663"/>
                </a:lnTo>
                <a:lnTo>
                  <a:pt x="37551" y="208053"/>
                </a:lnTo>
                <a:lnTo>
                  <a:pt x="65968" y="208053"/>
                </a:lnTo>
                <a:lnTo>
                  <a:pt x="65968" y="277320"/>
                </a:lnTo>
                <a:lnTo>
                  <a:pt x="258291" y="277320"/>
                </a:lnTo>
                <a:lnTo>
                  <a:pt x="258291" y="3006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440634" y="9162912"/>
            <a:ext cx="290830" cy="302260"/>
          </a:xfrm>
          <a:custGeom>
            <a:avLst/>
            <a:gdLst/>
            <a:ahLst/>
            <a:cxnLst/>
            <a:rect l="l" t="t" r="r" b="b"/>
            <a:pathLst>
              <a:path w="290829" h="302259">
                <a:moveTo>
                  <a:pt x="244336" y="111638"/>
                </a:moveTo>
                <a:lnTo>
                  <a:pt x="216680" y="108593"/>
                </a:lnTo>
                <a:lnTo>
                  <a:pt x="221667" y="85449"/>
                </a:lnTo>
                <a:lnTo>
                  <a:pt x="224228" y="64826"/>
                </a:lnTo>
                <a:lnTo>
                  <a:pt x="225172" y="45725"/>
                </a:lnTo>
                <a:lnTo>
                  <a:pt x="225307" y="27148"/>
                </a:lnTo>
                <a:lnTo>
                  <a:pt x="225307" y="23088"/>
                </a:lnTo>
                <a:lnTo>
                  <a:pt x="34506" y="23088"/>
                </a:lnTo>
                <a:lnTo>
                  <a:pt x="34506" y="0"/>
                </a:lnTo>
                <a:lnTo>
                  <a:pt x="253216" y="0"/>
                </a:lnTo>
                <a:lnTo>
                  <a:pt x="253216" y="27148"/>
                </a:lnTo>
                <a:lnTo>
                  <a:pt x="253077" y="46522"/>
                </a:lnTo>
                <a:lnTo>
                  <a:pt x="252106" y="66634"/>
                </a:lnTo>
                <a:lnTo>
                  <a:pt x="249470" y="88125"/>
                </a:lnTo>
                <a:lnTo>
                  <a:pt x="244336" y="111638"/>
                </a:lnTo>
                <a:close/>
              </a:path>
              <a:path w="290829" h="302259">
                <a:moveTo>
                  <a:pt x="147921" y="132444"/>
                </a:moveTo>
                <a:lnTo>
                  <a:pt x="120265" y="132444"/>
                </a:lnTo>
                <a:lnTo>
                  <a:pt x="120265" y="70789"/>
                </a:lnTo>
                <a:lnTo>
                  <a:pt x="147921" y="70789"/>
                </a:lnTo>
                <a:lnTo>
                  <a:pt x="147921" y="132444"/>
                </a:lnTo>
                <a:close/>
              </a:path>
              <a:path w="290829" h="302259">
                <a:moveTo>
                  <a:pt x="290260" y="155532"/>
                </a:moveTo>
                <a:lnTo>
                  <a:pt x="0" y="155532"/>
                </a:lnTo>
                <a:lnTo>
                  <a:pt x="0" y="132444"/>
                </a:lnTo>
                <a:lnTo>
                  <a:pt x="290260" y="132444"/>
                </a:lnTo>
                <a:lnTo>
                  <a:pt x="290260" y="155532"/>
                </a:lnTo>
                <a:close/>
              </a:path>
              <a:path w="290829" h="302259">
                <a:moveTo>
                  <a:pt x="143861" y="301931"/>
                </a:moveTo>
                <a:lnTo>
                  <a:pt x="97624" y="297991"/>
                </a:lnTo>
                <a:lnTo>
                  <a:pt x="62447" y="286581"/>
                </a:lnTo>
                <a:lnTo>
                  <a:pt x="40068" y="268321"/>
                </a:lnTo>
                <a:lnTo>
                  <a:pt x="32222" y="243828"/>
                </a:lnTo>
                <a:lnTo>
                  <a:pt x="40068" y="219043"/>
                </a:lnTo>
                <a:lnTo>
                  <a:pt x="62447" y="200632"/>
                </a:lnTo>
                <a:lnTo>
                  <a:pt x="97624" y="189167"/>
                </a:lnTo>
                <a:lnTo>
                  <a:pt x="143861" y="185218"/>
                </a:lnTo>
                <a:lnTo>
                  <a:pt x="190249" y="189167"/>
                </a:lnTo>
                <a:lnTo>
                  <a:pt x="225529" y="200632"/>
                </a:lnTo>
                <a:lnTo>
                  <a:pt x="233042" y="206785"/>
                </a:lnTo>
                <a:lnTo>
                  <a:pt x="143861" y="206785"/>
                </a:lnTo>
                <a:lnTo>
                  <a:pt x="109374" y="209469"/>
                </a:lnTo>
                <a:lnTo>
                  <a:pt x="82999" y="216839"/>
                </a:lnTo>
                <a:lnTo>
                  <a:pt x="66186" y="228442"/>
                </a:lnTo>
                <a:lnTo>
                  <a:pt x="60386" y="243828"/>
                </a:lnTo>
                <a:lnTo>
                  <a:pt x="66186" y="258731"/>
                </a:lnTo>
                <a:lnTo>
                  <a:pt x="82999" y="269994"/>
                </a:lnTo>
                <a:lnTo>
                  <a:pt x="109374" y="277118"/>
                </a:lnTo>
                <a:lnTo>
                  <a:pt x="143861" y="279604"/>
                </a:lnTo>
                <a:lnTo>
                  <a:pt x="234119" y="279604"/>
                </a:lnTo>
                <a:lnTo>
                  <a:pt x="225529" y="286581"/>
                </a:lnTo>
                <a:lnTo>
                  <a:pt x="190249" y="297991"/>
                </a:lnTo>
                <a:lnTo>
                  <a:pt x="143861" y="301931"/>
                </a:lnTo>
                <a:close/>
              </a:path>
              <a:path w="290829" h="302259">
                <a:moveTo>
                  <a:pt x="234119" y="279604"/>
                </a:moveTo>
                <a:lnTo>
                  <a:pt x="143861" y="279604"/>
                </a:lnTo>
                <a:lnTo>
                  <a:pt x="178463" y="277118"/>
                </a:lnTo>
                <a:lnTo>
                  <a:pt x="204882" y="269994"/>
                </a:lnTo>
                <a:lnTo>
                  <a:pt x="221786" y="258731"/>
                </a:lnTo>
                <a:lnTo>
                  <a:pt x="227844" y="243828"/>
                </a:lnTo>
                <a:lnTo>
                  <a:pt x="221786" y="228442"/>
                </a:lnTo>
                <a:lnTo>
                  <a:pt x="204882" y="216839"/>
                </a:lnTo>
                <a:lnTo>
                  <a:pt x="178463" y="209469"/>
                </a:lnTo>
                <a:lnTo>
                  <a:pt x="143861" y="206785"/>
                </a:lnTo>
                <a:lnTo>
                  <a:pt x="233042" y="206785"/>
                </a:lnTo>
                <a:lnTo>
                  <a:pt x="248011" y="219043"/>
                </a:lnTo>
                <a:lnTo>
                  <a:pt x="256007" y="243828"/>
                </a:lnTo>
                <a:lnTo>
                  <a:pt x="248011" y="268321"/>
                </a:lnTo>
                <a:lnTo>
                  <a:pt x="234119" y="279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992737" y="9146673"/>
            <a:ext cx="28575" cy="320040"/>
          </a:xfrm>
          <a:custGeom>
            <a:avLst/>
            <a:gdLst/>
            <a:ahLst/>
            <a:cxnLst/>
            <a:rect l="l" t="t" r="r" b="b"/>
            <a:pathLst>
              <a:path w="28575" h="320040">
                <a:moveTo>
                  <a:pt x="28163" y="319438"/>
                </a:moveTo>
                <a:lnTo>
                  <a:pt x="0" y="319438"/>
                </a:lnTo>
                <a:lnTo>
                  <a:pt x="0" y="0"/>
                </a:lnTo>
                <a:lnTo>
                  <a:pt x="28163" y="0"/>
                </a:lnTo>
                <a:lnTo>
                  <a:pt x="28163" y="3194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776564" y="9173209"/>
            <a:ext cx="28575" cy="191770"/>
          </a:xfrm>
          <a:custGeom>
            <a:avLst/>
            <a:gdLst/>
            <a:ahLst/>
            <a:cxnLst/>
            <a:rect l="l" t="t" r="r" b="b"/>
            <a:pathLst>
              <a:path w="28575" h="191770">
                <a:moveTo>
                  <a:pt x="0" y="0"/>
                </a:moveTo>
                <a:lnTo>
                  <a:pt x="28163" y="0"/>
                </a:lnTo>
                <a:lnTo>
                  <a:pt x="28163" y="191770"/>
                </a:lnTo>
                <a:lnTo>
                  <a:pt x="0" y="1917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776564" y="9258300"/>
            <a:ext cx="151130" cy="22860"/>
          </a:xfrm>
          <a:custGeom>
            <a:avLst/>
            <a:gdLst/>
            <a:ahLst/>
            <a:cxnLst/>
            <a:rect l="l" t="t" r="r" b="b"/>
            <a:pathLst>
              <a:path w="151129" h="22859">
                <a:moveTo>
                  <a:pt x="0" y="0"/>
                </a:moveTo>
                <a:lnTo>
                  <a:pt x="150965" y="0"/>
                </a:lnTo>
                <a:lnTo>
                  <a:pt x="150965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776564" y="9364980"/>
            <a:ext cx="151130" cy="24130"/>
          </a:xfrm>
          <a:custGeom>
            <a:avLst/>
            <a:gdLst/>
            <a:ahLst/>
            <a:cxnLst/>
            <a:rect l="l" t="t" r="r" b="b"/>
            <a:pathLst>
              <a:path w="151129" h="24129">
                <a:moveTo>
                  <a:pt x="0" y="0"/>
                </a:moveTo>
                <a:lnTo>
                  <a:pt x="150965" y="0"/>
                </a:lnTo>
                <a:lnTo>
                  <a:pt x="150965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899620" y="9173822"/>
            <a:ext cx="27940" cy="191770"/>
          </a:xfrm>
          <a:custGeom>
            <a:avLst/>
            <a:gdLst/>
            <a:ahLst/>
            <a:cxnLst/>
            <a:rect l="l" t="t" r="r" b="b"/>
            <a:pathLst>
              <a:path w="27940" h="191770">
                <a:moveTo>
                  <a:pt x="0" y="0"/>
                </a:moveTo>
                <a:lnTo>
                  <a:pt x="27909" y="0"/>
                </a:lnTo>
                <a:lnTo>
                  <a:pt x="27909" y="191561"/>
                </a:lnTo>
                <a:lnTo>
                  <a:pt x="0" y="1915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7205105" y="9161780"/>
            <a:ext cx="216535" cy="22860"/>
          </a:xfrm>
          <a:custGeom>
            <a:avLst/>
            <a:gdLst/>
            <a:ahLst/>
            <a:cxnLst/>
            <a:rect l="l" t="t" r="r" b="b"/>
            <a:pathLst>
              <a:path w="216534" h="22859">
                <a:moveTo>
                  <a:pt x="0" y="0"/>
                </a:moveTo>
                <a:lnTo>
                  <a:pt x="215919" y="0"/>
                </a:lnTo>
                <a:lnTo>
                  <a:pt x="215919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7205105" y="9184640"/>
            <a:ext cx="27940" cy="66040"/>
          </a:xfrm>
          <a:custGeom>
            <a:avLst/>
            <a:gdLst/>
            <a:ahLst/>
            <a:cxnLst/>
            <a:rect l="l" t="t" r="r" b="b"/>
            <a:pathLst>
              <a:path w="27940" h="66040">
                <a:moveTo>
                  <a:pt x="0" y="0"/>
                </a:moveTo>
                <a:lnTo>
                  <a:pt x="27655" y="0"/>
                </a:lnTo>
                <a:lnTo>
                  <a:pt x="27655" y="66039"/>
                </a:lnTo>
                <a:lnTo>
                  <a:pt x="0" y="660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205105" y="9250680"/>
            <a:ext cx="216535" cy="22860"/>
          </a:xfrm>
          <a:custGeom>
            <a:avLst/>
            <a:gdLst/>
            <a:ahLst/>
            <a:cxnLst/>
            <a:rect l="l" t="t" r="r" b="b"/>
            <a:pathLst>
              <a:path w="216534" h="22859">
                <a:moveTo>
                  <a:pt x="0" y="0"/>
                </a:moveTo>
                <a:lnTo>
                  <a:pt x="215919" y="0"/>
                </a:lnTo>
                <a:lnTo>
                  <a:pt x="215919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393115" y="9184732"/>
            <a:ext cx="27940" cy="66040"/>
          </a:xfrm>
          <a:custGeom>
            <a:avLst/>
            <a:gdLst/>
            <a:ahLst/>
            <a:cxnLst/>
            <a:rect l="l" t="t" r="r" b="b"/>
            <a:pathLst>
              <a:path w="27940" h="66040">
                <a:moveTo>
                  <a:pt x="27909" y="65968"/>
                </a:moveTo>
                <a:lnTo>
                  <a:pt x="0" y="65968"/>
                </a:lnTo>
                <a:lnTo>
                  <a:pt x="0" y="0"/>
                </a:lnTo>
                <a:lnTo>
                  <a:pt x="27909" y="0"/>
                </a:lnTo>
                <a:lnTo>
                  <a:pt x="27909" y="65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167047" y="9309817"/>
            <a:ext cx="292100" cy="23495"/>
          </a:xfrm>
          <a:custGeom>
            <a:avLst/>
            <a:gdLst/>
            <a:ahLst/>
            <a:cxnLst/>
            <a:rect l="l" t="t" r="r" b="b"/>
            <a:pathLst>
              <a:path w="292100" h="23495">
                <a:moveTo>
                  <a:pt x="292036" y="23342"/>
                </a:moveTo>
                <a:lnTo>
                  <a:pt x="0" y="23342"/>
                </a:lnTo>
                <a:lnTo>
                  <a:pt x="0" y="0"/>
                </a:lnTo>
                <a:lnTo>
                  <a:pt x="292036" y="0"/>
                </a:lnTo>
                <a:lnTo>
                  <a:pt x="292036" y="23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301267" y="9333160"/>
            <a:ext cx="27940" cy="65405"/>
          </a:xfrm>
          <a:custGeom>
            <a:avLst/>
            <a:gdLst/>
            <a:ahLst/>
            <a:cxnLst/>
            <a:rect l="l" t="t" r="r" b="b"/>
            <a:pathLst>
              <a:path w="27940" h="65404">
                <a:moveTo>
                  <a:pt x="27909" y="65207"/>
                </a:moveTo>
                <a:lnTo>
                  <a:pt x="0" y="65207"/>
                </a:lnTo>
                <a:lnTo>
                  <a:pt x="0" y="0"/>
                </a:lnTo>
                <a:lnTo>
                  <a:pt x="27909" y="0"/>
                </a:lnTo>
                <a:lnTo>
                  <a:pt x="27909" y="65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204598" y="9367519"/>
            <a:ext cx="28575" cy="67310"/>
          </a:xfrm>
          <a:custGeom>
            <a:avLst/>
            <a:gdLst/>
            <a:ahLst/>
            <a:cxnLst/>
            <a:rect l="l" t="t" r="r" b="b"/>
            <a:pathLst>
              <a:path w="28575" h="67309">
                <a:moveTo>
                  <a:pt x="0" y="0"/>
                </a:moveTo>
                <a:lnTo>
                  <a:pt x="28163" y="0"/>
                </a:lnTo>
                <a:lnTo>
                  <a:pt x="28163" y="67309"/>
                </a:lnTo>
                <a:lnTo>
                  <a:pt x="0" y="67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204598" y="9434830"/>
            <a:ext cx="222250" cy="24130"/>
          </a:xfrm>
          <a:custGeom>
            <a:avLst/>
            <a:gdLst/>
            <a:ahLst/>
            <a:cxnLst/>
            <a:rect l="l" t="t" r="r" b="b"/>
            <a:pathLst>
              <a:path w="222250" h="24129">
                <a:moveTo>
                  <a:pt x="0" y="0"/>
                </a:moveTo>
                <a:lnTo>
                  <a:pt x="222008" y="0"/>
                </a:lnTo>
                <a:lnTo>
                  <a:pt x="222008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481411" y="9146673"/>
            <a:ext cx="276860" cy="319405"/>
          </a:xfrm>
          <a:custGeom>
            <a:avLst/>
            <a:gdLst/>
            <a:ahLst/>
            <a:cxnLst/>
            <a:rect l="l" t="t" r="r" b="b"/>
            <a:pathLst>
              <a:path w="276859" h="319404">
                <a:moveTo>
                  <a:pt x="276305" y="318931"/>
                </a:moveTo>
                <a:lnTo>
                  <a:pt x="249410" y="318931"/>
                </a:lnTo>
                <a:lnTo>
                  <a:pt x="249410" y="0"/>
                </a:lnTo>
                <a:lnTo>
                  <a:pt x="276305" y="0"/>
                </a:lnTo>
                <a:lnTo>
                  <a:pt x="276305" y="318931"/>
                </a:lnTo>
                <a:close/>
              </a:path>
              <a:path w="276859" h="319404">
                <a:moveTo>
                  <a:pt x="211859" y="302185"/>
                </a:moveTo>
                <a:lnTo>
                  <a:pt x="185218" y="302185"/>
                </a:lnTo>
                <a:lnTo>
                  <a:pt x="185218" y="138025"/>
                </a:lnTo>
                <a:lnTo>
                  <a:pt x="131429" y="138025"/>
                </a:lnTo>
                <a:lnTo>
                  <a:pt x="131429" y="114937"/>
                </a:lnTo>
                <a:lnTo>
                  <a:pt x="185218" y="114937"/>
                </a:lnTo>
                <a:lnTo>
                  <a:pt x="185218" y="7611"/>
                </a:lnTo>
                <a:lnTo>
                  <a:pt x="211859" y="7611"/>
                </a:lnTo>
                <a:lnTo>
                  <a:pt x="211859" y="302185"/>
                </a:lnTo>
                <a:close/>
              </a:path>
              <a:path w="276859" h="319404">
                <a:moveTo>
                  <a:pt x="155786" y="60893"/>
                </a:moveTo>
                <a:lnTo>
                  <a:pt x="8626" y="60893"/>
                </a:lnTo>
                <a:lnTo>
                  <a:pt x="8626" y="37551"/>
                </a:lnTo>
                <a:lnTo>
                  <a:pt x="155786" y="37551"/>
                </a:lnTo>
                <a:lnTo>
                  <a:pt x="155786" y="60893"/>
                </a:lnTo>
                <a:close/>
              </a:path>
              <a:path w="276859" h="319404">
                <a:moveTo>
                  <a:pt x="17760" y="254992"/>
                </a:moveTo>
                <a:lnTo>
                  <a:pt x="0" y="233933"/>
                </a:lnTo>
                <a:lnTo>
                  <a:pt x="29713" y="208505"/>
                </a:lnTo>
                <a:lnTo>
                  <a:pt x="51791" y="174181"/>
                </a:lnTo>
                <a:lnTo>
                  <a:pt x="65544" y="133958"/>
                </a:lnTo>
                <a:lnTo>
                  <a:pt x="70281" y="90833"/>
                </a:lnTo>
                <a:lnTo>
                  <a:pt x="70281" y="60893"/>
                </a:lnTo>
                <a:lnTo>
                  <a:pt x="97430" y="60893"/>
                </a:lnTo>
                <a:lnTo>
                  <a:pt x="97430" y="90833"/>
                </a:lnTo>
                <a:lnTo>
                  <a:pt x="102001" y="131809"/>
                </a:lnTo>
                <a:lnTo>
                  <a:pt x="109641" y="153629"/>
                </a:lnTo>
                <a:lnTo>
                  <a:pt x="84236" y="153629"/>
                </a:lnTo>
                <a:lnTo>
                  <a:pt x="73528" y="185167"/>
                </a:lnTo>
                <a:lnTo>
                  <a:pt x="58705" y="213255"/>
                </a:lnTo>
                <a:lnTo>
                  <a:pt x="40028" y="236871"/>
                </a:lnTo>
                <a:lnTo>
                  <a:pt x="17760" y="254992"/>
                </a:lnTo>
                <a:close/>
              </a:path>
              <a:path w="276859" h="319404">
                <a:moveTo>
                  <a:pt x="149189" y="247381"/>
                </a:moveTo>
                <a:lnTo>
                  <a:pt x="127409" y="230520"/>
                </a:lnTo>
                <a:lnTo>
                  <a:pt x="109196" y="208688"/>
                </a:lnTo>
                <a:lnTo>
                  <a:pt x="94742" y="182764"/>
                </a:lnTo>
                <a:lnTo>
                  <a:pt x="84236" y="153629"/>
                </a:lnTo>
                <a:lnTo>
                  <a:pt x="109641" y="153629"/>
                </a:lnTo>
                <a:lnTo>
                  <a:pt x="115349" y="169931"/>
                </a:lnTo>
                <a:lnTo>
                  <a:pt x="136927" y="202440"/>
                </a:lnTo>
                <a:lnTo>
                  <a:pt x="166189" y="226575"/>
                </a:lnTo>
                <a:lnTo>
                  <a:pt x="149189" y="247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839416" y="9156700"/>
            <a:ext cx="217804" cy="20320"/>
          </a:xfrm>
          <a:custGeom>
            <a:avLst/>
            <a:gdLst/>
            <a:ahLst/>
            <a:cxnLst/>
            <a:rect l="l" t="t" r="r" b="b"/>
            <a:pathLst>
              <a:path w="217804" h="20320">
                <a:moveTo>
                  <a:pt x="0" y="0"/>
                </a:moveTo>
                <a:lnTo>
                  <a:pt x="217441" y="0"/>
                </a:lnTo>
                <a:lnTo>
                  <a:pt x="217441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028694" y="9177019"/>
            <a:ext cx="28575" cy="25400"/>
          </a:xfrm>
          <a:custGeom>
            <a:avLst/>
            <a:gdLst/>
            <a:ahLst/>
            <a:cxnLst/>
            <a:rect l="l" t="t" r="r" b="b"/>
            <a:pathLst>
              <a:path w="28575" h="25400">
                <a:moveTo>
                  <a:pt x="0" y="0"/>
                </a:moveTo>
                <a:lnTo>
                  <a:pt x="28163" y="0"/>
                </a:lnTo>
                <a:lnTo>
                  <a:pt x="28163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840430" y="9202419"/>
            <a:ext cx="216535" cy="20320"/>
          </a:xfrm>
          <a:custGeom>
            <a:avLst/>
            <a:gdLst/>
            <a:ahLst/>
            <a:cxnLst/>
            <a:rect l="l" t="t" r="r" b="b"/>
            <a:pathLst>
              <a:path w="216534" h="20320">
                <a:moveTo>
                  <a:pt x="0" y="0"/>
                </a:moveTo>
                <a:lnTo>
                  <a:pt x="216426" y="0"/>
                </a:lnTo>
                <a:lnTo>
                  <a:pt x="216426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840430" y="922274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09" y="0"/>
                </a:lnTo>
                <a:lnTo>
                  <a:pt x="27909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840430" y="9250680"/>
            <a:ext cx="222250" cy="20320"/>
          </a:xfrm>
          <a:custGeom>
            <a:avLst/>
            <a:gdLst/>
            <a:ahLst/>
            <a:cxnLst/>
            <a:rect l="l" t="t" r="r" b="b"/>
            <a:pathLst>
              <a:path w="222250" h="20320">
                <a:moveTo>
                  <a:pt x="0" y="0"/>
                </a:moveTo>
                <a:lnTo>
                  <a:pt x="222008" y="0"/>
                </a:lnTo>
                <a:lnTo>
                  <a:pt x="222008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802372" y="9294848"/>
            <a:ext cx="292100" cy="22225"/>
          </a:xfrm>
          <a:custGeom>
            <a:avLst/>
            <a:gdLst/>
            <a:ahLst/>
            <a:cxnLst/>
            <a:rect l="l" t="t" r="r" b="b"/>
            <a:pathLst>
              <a:path w="292100" h="22225">
                <a:moveTo>
                  <a:pt x="292036" y="22073"/>
                </a:moveTo>
                <a:lnTo>
                  <a:pt x="0" y="22073"/>
                </a:lnTo>
                <a:lnTo>
                  <a:pt x="0" y="0"/>
                </a:lnTo>
                <a:lnTo>
                  <a:pt x="292036" y="0"/>
                </a:lnTo>
                <a:lnTo>
                  <a:pt x="292036" y="22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7837640" y="9342119"/>
            <a:ext cx="220345" cy="21590"/>
          </a:xfrm>
          <a:custGeom>
            <a:avLst/>
            <a:gdLst/>
            <a:ahLst/>
            <a:cxnLst/>
            <a:rect l="l" t="t" r="r" b="b"/>
            <a:pathLst>
              <a:path w="220345" h="21590">
                <a:moveTo>
                  <a:pt x="0" y="0"/>
                </a:moveTo>
                <a:lnTo>
                  <a:pt x="220232" y="0"/>
                </a:lnTo>
                <a:lnTo>
                  <a:pt x="220232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029963" y="9363709"/>
            <a:ext cx="27940" cy="26670"/>
          </a:xfrm>
          <a:custGeom>
            <a:avLst/>
            <a:gdLst/>
            <a:ahLst/>
            <a:cxnLst/>
            <a:rect l="l" t="t" r="r" b="b"/>
            <a:pathLst>
              <a:path w="27940" h="26670">
                <a:moveTo>
                  <a:pt x="0" y="0"/>
                </a:moveTo>
                <a:lnTo>
                  <a:pt x="27909" y="0"/>
                </a:lnTo>
                <a:lnTo>
                  <a:pt x="27909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7838147" y="9390380"/>
            <a:ext cx="220345" cy="20320"/>
          </a:xfrm>
          <a:custGeom>
            <a:avLst/>
            <a:gdLst/>
            <a:ahLst/>
            <a:cxnLst/>
            <a:rect l="l" t="t" r="r" b="b"/>
            <a:pathLst>
              <a:path w="220345" h="20320">
                <a:moveTo>
                  <a:pt x="0" y="0"/>
                </a:moveTo>
                <a:lnTo>
                  <a:pt x="219725" y="0"/>
                </a:lnTo>
                <a:lnTo>
                  <a:pt x="219725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7838147" y="9410700"/>
            <a:ext cx="28575" cy="30480"/>
          </a:xfrm>
          <a:custGeom>
            <a:avLst/>
            <a:gdLst/>
            <a:ahLst/>
            <a:cxnLst/>
            <a:rect l="l" t="t" r="r" b="b"/>
            <a:pathLst>
              <a:path w="28575" h="30479">
                <a:moveTo>
                  <a:pt x="0" y="0"/>
                </a:moveTo>
                <a:lnTo>
                  <a:pt x="28163" y="0"/>
                </a:lnTo>
                <a:lnTo>
                  <a:pt x="28163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838147" y="9441180"/>
            <a:ext cx="230504" cy="20320"/>
          </a:xfrm>
          <a:custGeom>
            <a:avLst/>
            <a:gdLst/>
            <a:ahLst/>
            <a:cxnLst/>
            <a:rect l="l" t="t" r="r" b="b"/>
            <a:pathLst>
              <a:path w="230504" h="20320">
                <a:moveTo>
                  <a:pt x="0" y="0"/>
                </a:moveTo>
                <a:lnTo>
                  <a:pt x="230127" y="0"/>
                </a:lnTo>
                <a:lnTo>
                  <a:pt x="230127" y="20320"/>
                </a:lnTo>
                <a:lnTo>
                  <a:pt x="0" y="203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211715" y="9146673"/>
            <a:ext cx="273050" cy="319405"/>
          </a:xfrm>
          <a:custGeom>
            <a:avLst/>
            <a:gdLst/>
            <a:ahLst/>
            <a:cxnLst/>
            <a:rect l="l" t="t" r="r" b="b"/>
            <a:pathLst>
              <a:path w="273050" h="319404">
                <a:moveTo>
                  <a:pt x="272499" y="134473"/>
                </a:moveTo>
                <a:lnTo>
                  <a:pt x="245604" y="134473"/>
                </a:lnTo>
                <a:lnTo>
                  <a:pt x="245604" y="0"/>
                </a:lnTo>
                <a:lnTo>
                  <a:pt x="272499" y="0"/>
                </a:lnTo>
                <a:lnTo>
                  <a:pt x="272499" y="134473"/>
                </a:lnTo>
                <a:close/>
              </a:path>
              <a:path w="273050" h="319404">
                <a:moveTo>
                  <a:pt x="203233" y="303200"/>
                </a:moveTo>
                <a:lnTo>
                  <a:pt x="176592" y="303200"/>
                </a:lnTo>
                <a:lnTo>
                  <a:pt x="176592" y="7611"/>
                </a:lnTo>
                <a:lnTo>
                  <a:pt x="203233" y="7611"/>
                </a:lnTo>
                <a:lnTo>
                  <a:pt x="203233" y="134473"/>
                </a:lnTo>
                <a:lnTo>
                  <a:pt x="272499" y="134473"/>
                </a:lnTo>
                <a:lnTo>
                  <a:pt x="272499" y="157816"/>
                </a:lnTo>
                <a:lnTo>
                  <a:pt x="203233" y="157816"/>
                </a:lnTo>
                <a:lnTo>
                  <a:pt x="203233" y="303200"/>
                </a:lnTo>
                <a:close/>
              </a:path>
              <a:path w="273050" h="319404">
                <a:moveTo>
                  <a:pt x="272499" y="318931"/>
                </a:moveTo>
                <a:lnTo>
                  <a:pt x="245604" y="318931"/>
                </a:lnTo>
                <a:lnTo>
                  <a:pt x="245604" y="157816"/>
                </a:lnTo>
                <a:lnTo>
                  <a:pt x="272499" y="157816"/>
                </a:lnTo>
                <a:lnTo>
                  <a:pt x="272499" y="318931"/>
                </a:lnTo>
                <a:close/>
              </a:path>
              <a:path w="273050" h="319404">
                <a:moveTo>
                  <a:pt x="94385" y="55058"/>
                </a:moveTo>
                <a:lnTo>
                  <a:pt x="66222" y="55058"/>
                </a:lnTo>
                <a:lnTo>
                  <a:pt x="66222" y="9641"/>
                </a:lnTo>
                <a:lnTo>
                  <a:pt x="94385" y="9641"/>
                </a:lnTo>
                <a:lnTo>
                  <a:pt x="94385" y="55058"/>
                </a:lnTo>
                <a:close/>
              </a:path>
              <a:path w="273050" h="319404">
                <a:moveTo>
                  <a:pt x="160099" y="78147"/>
                </a:moveTo>
                <a:lnTo>
                  <a:pt x="0" y="78147"/>
                </a:lnTo>
                <a:lnTo>
                  <a:pt x="0" y="55058"/>
                </a:lnTo>
                <a:lnTo>
                  <a:pt x="160099" y="55058"/>
                </a:lnTo>
                <a:lnTo>
                  <a:pt x="160099" y="78147"/>
                </a:lnTo>
                <a:close/>
              </a:path>
              <a:path w="273050" h="319404">
                <a:moveTo>
                  <a:pt x="80176" y="245097"/>
                </a:moveTo>
                <a:lnTo>
                  <a:pt x="52631" y="239709"/>
                </a:lnTo>
                <a:lnTo>
                  <a:pt x="30890" y="224641"/>
                </a:lnTo>
                <a:lnTo>
                  <a:pt x="16666" y="201532"/>
                </a:lnTo>
                <a:lnTo>
                  <a:pt x="11671" y="172024"/>
                </a:lnTo>
                <a:lnTo>
                  <a:pt x="16666" y="142850"/>
                </a:lnTo>
                <a:lnTo>
                  <a:pt x="30890" y="119979"/>
                </a:lnTo>
                <a:lnTo>
                  <a:pt x="52631" y="105053"/>
                </a:lnTo>
                <a:lnTo>
                  <a:pt x="80176" y="99713"/>
                </a:lnTo>
                <a:lnTo>
                  <a:pt x="107836" y="105053"/>
                </a:lnTo>
                <a:lnTo>
                  <a:pt x="129621" y="119979"/>
                </a:lnTo>
                <a:lnTo>
                  <a:pt x="131705" y="123309"/>
                </a:lnTo>
                <a:lnTo>
                  <a:pt x="80176" y="123309"/>
                </a:lnTo>
                <a:lnTo>
                  <a:pt x="62654" y="127103"/>
                </a:lnTo>
                <a:lnTo>
                  <a:pt x="48841" y="137296"/>
                </a:lnTo>
                <a:lnTo>
                  <a:pt x="39787" y="152674"/>
                </a:lnTo>
                <a:lnTo>
                  <a:pt x="36536" y="172024"/>
                </a:lnTo>
                <a:lnTo>
                  <a:pt x="39787" y="191621"/>
                </a:lnTo>
                <a:lnTo>
                  <a:pt x="48841" y="207007"/>
                </a:lnTo>
                <a:lnTo>
                  <a:pt x="62654" y="217017"/>
                </a:lnTo>
                <a:lnTo>
                  <a:pt x="80176" y="220486"/>
                </a:lnTo>
                <a:lnTo>
                  <a:pt x="132195" y="220486"/>
                </a:lnTo>
                <a:lnTo>
                  <a:pt x="129621" y="224641"/>
                </a:lnTo>
                <a:lnTo>
                  <a:pt x="107836" y="239709"/>
                </a:lnTo>
                <a:lnTo>
                  <a:pt x="80176" y="245097"/>
                </a:lnTo>
                <a:close/>
              </a:path>
              <a:path w="273050" h="319404">
                <a:moveTo>
                  <a:pt x="132195" y="220486"/>
                </a:moveTo>
                <a:lnTo>
                  <a:pt x="80176" y="220486"/>
                </a:lnTo>
                <a:lnTo>
                  <a:pt x="97739" y="217017"/>
                </a:lnTo>
                <a:lnTo>
                  <a:pt x="111638" y="207007"/>
                </a:lnTo>
                <a:lnTo>
                  <a:pt x="120780" y="191621"/>
                </a:lnTo>
                <a:lnTo>
                  <a:pt x="124071" y="172024"/>
                </a:lnTo>
                <a:lnTo>
                  <a:pt x="120780" y="152674"/>
                </a:lnTo>
                <a:lnTo>
                  <a:pt x="111638" y="137296"/>
                </a:lnTo>
                <a:lnTo>
                  <a:pt x="97739" y="127103"/>
                </a:lnTo>
                <a:lnTo>
                  <a:pt x="80176" y="123309"/>
                </a:lnTo>
                <a:lnTo>
                  <a:pt x="131705" y="123309"/>
                </a:lnTo>
                <a:lnTo>
                  <a:pt x="143936" y="142850"/>
                </a:lnTo>
                <a:lnTo>
                  <a:pt x="149189" y="172024"/>
                </a:lnTo>
                <a:lnTo>
                  <a:pt x="143936" y="201532"/>
                </a:lnTo>
                <a:lnTo>
                  <a:pt x="132195" y="220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535467" y="9146673"/>
            <a:ext cx="270510" cy="316230"/>
          </a:xfrm>
          <a:custGeom>
            <a:avLst/>
            <a:gdLst/>
            <a:ahLst/>
            <a:cxnLst/>
            <a:rect l="l" t="t" r="r" b="b"/>
            <a:pathLst>
              <a:path w="270509" h="316229">
                <a:moveTo>
                  <a:pt x="259052" y="46431"/>
                </a:moveTo>
                <a:lnTo>
                  <a:pt x="230888" y="46431"/>
                </a:lnTo>
                <a:lnTo>
                  <a:pt x="230888" y="0"/>
                </a:lnTo>
                <a:lnTo>
                  <a:pt x="259052" y="0"/>
                </a:lnTo>
                <a:lnTo>
                  <a:pt x="259052" y="46431"/>
                </a:lnTo>
                <a:close/>
              </a:path>
              <a:path w="270509" h="316229">
                <a:moveTo>
                  <a:pt x="10148" y="170248"/>
                </a:moveTo>
                <a:lnTo>
                  <a:pt x="0" y="146906"/>
                </a:lnTo>
                <a:lnTo>
                  <a:pt x="52473" y="129653"/>
                </a:lnTo>
                <a:lnTo>
                  <a:pt x="91895" y="105580"/>
                </a:lnTo>
                <a:lnTo>
                  <a:pt x="117618" y="75260"/>
                </a:lnTo>
                <a:lnTo>
                  <a:pt x="128891" y="39327"/>
                </a:lnTo>
                <a:lnTo>
                  <a:pt x="16238" y="39327"/>
                </a:lnTo>
                <a:lnTo>
                  <a:pt x="16238" y="15984"/>
                </a:lnTo>
                <a:lnTo>
                  <a:pt x="160099" y="15984"/>
                </a:lnTo>
                <a:lnTo>
                  <a:pt x="159909" y="23881"/>
                </a:lnTo>
                <a:lnTo>
                  <a:pt x="159338" y="31588"/>
                </a:lnTo>
                <a:lnTo>
                  <a:pt x="158346" y="39327"/>
                </a:lnTo>
                <a:lnTo>
                  <a:pt x="157055" y="46431"/>
                </a:lnTo>
                <a:lnTo>
                  <a:pt x="259052" y="46431"/>
                </a:lnTo>
                <a:lnTo>
                  <a:pt x="259052" y="69012"/>
                </a:lnTo>
                <a:lnTo>
                  <a:pt x="150331" y="69012"/>
                </a:lnTo>
                <a:lnTo>
                  <a:pt x="129980" y="103652"/>
                </a:lnTo>
                <a:lnTo>
                  <a:pt x="99317" y="132142"/>
                </a:lnTo>
                <a:lnTo>
                  <a:pt x="59115" y="154377"/>
                </a:lnTo>
                <a:lnTo>
                  <a:pt x="10148" y="170248"/>
                </a:lnTo>
                <a:close/>
              </a:path>
              <a:path w="270509" h="316229">
                <a:moveTo>
                  <a:pt x="259052" y="163144"/>
                </a:moveTo>
                <a:lnTo>
                  <a:pt x="230888" y="163144"/>
                </a:lnTo>
                <a:lnTo>
                  <a:pt x="230888" y="129653"/>
                </a:lnTo>
                <a:lnTo>
                  <a:pt x="145637" y="129653"/>
                </a:lnTo>
                <a:lnTo>
                  <a:pt x="145637" y="107325"/>
                </a:lnTo>
                <a:lnTo>
                  <a:pt x="230888" y="107325"/>
                </a:lnTo>
                <a:lnTo>
                  <a:pt x="230888" y="69012"/>
                </a:lnTo>
                <a:lnTo>
                  <a:pt x="259052" y="69012"/>
                </a:lnTo>
                <a:lnTo>
                  <a:pt x="259052" y="163144"/>
                </a:lnTo>
                <a:close/>
              </a:path>
              <a:path w="270509" h="316229">
                <a:moveTo>
                  <a:pt x="269962" y="315886"/>
                </a:moveTo>
                <a:lnTo>
                  <a:pt x="53028" y="315886"/>
                </a:lnTo>
                <a:lnTo>
                  <a:pt x="53028" y="233679"/>
                </a:lnTo>
                <a:lnTo>
                  <a:pt x="230888" y="233679"/>
                </a:lnTo>
                <a:lnTo>
                  <a:pt x="230888" y="200442"/>
                </a:lnTo>
                <a:lnTo>
                  <a:pt x="52267" y="200442"/>
                </a:lnTo>
                <a:lnTo>
                  <a:pt x="52267" y="177606"/>
                </a:lnTo>
                <a:lnTo>
                  <a:pt x="259052" y="177606"/>
                </a:lnTo>
                <a:lnTo>
                  <a:pt x="259052" y="255246"/>
                </a:lnTo>
                <a:lnTo>
                  <a:pt x="80938" y="255246"/>
                </a:lnTo>
                <a:lnTo>
                  <a:pt x="80938" y="292797"/>
                </a:lnTo>
                <a:lnTo>
                  <a:pt x="269962" y="292797"/>
                </a:lnTo>
                <a:lnTo>
                  <a:pt x="269962" y="3158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847041" y="9146673"/>
            <a:ext cx="273050" cy="319405"/>
          </a:xfrm>
          <a:custGeom>
            <a:avLst/>
            <a:gdLst/>
            <a:ahLst/>
            <a:cxnLst/>
            <a:rect l="l" t="t" r="r" b="b"/>
            <a:pathLst>
              <a:path w="273050" h="319404">
                <a:moveTo>
                  <a:pt x="272499" y="134473"/>
                </a:moveTo>
                <a:lnTo>
                  <a:pt x="245604" y="134473"/>
                </a:lnTo>
                <a:lnTo>
                  <a:pt x="245604" y="0"/>
                </a:lnTo>
                <a:lnTo>
                  <a:pt x="272499" y="0"/>
                </a:lnTo>
                <a:lnTo>
                  <a:pt x="272499" y="134473"/>
                </a:lnTo>
                <a:close/>
              </a:path>
              <a:path w="273050" h="319404">
                <a:moveTo>
                  <a:pt x="203233" y="303200"/>
                </a:moveTo>
                <a:lnTo>
                  <a:pt x="176592" y="303200"/>
                </a:lnTo>
                <a:lnTo>
                  <a:pt x="176592" y="7611"/>
                </a:lnTo>
                <a:lnTo>
                  <a:pt x="203233" y="7611"/>
                </a:lnTo>
                <a:lnTo>
                  <a:pt x="203233" y="134473"/>
                </a:lnTo>
                <a:lnTo>
                  <a:pt x="272499" y="134473"/>
                </a:lnTo>
                <a:lnTo>
                  <a:pt x="272499" y="157816"/>
                </a:lnTo>
                <a:lnTo>
                  <a:pt x="203233" y="157816"/>
                </a:lnTo>
                <a:lnTo>
                  <a:pt x="203233" y="303200"/>
                </a:lnTo>
                <a:close/>
              </a:path>
              <a:path w="273050" h="319404">
                <a:moveTo>
                  <a:pt x="272499" y="318931"/>
                </a:moveTo>
                <a:lnTo>
                  <a:pt x="245604" y="318931"/>
                </a:lnTo>
                <a:lnTo>
                  <a:pt x="245604" y="157816"/>
                </a:lnTo>
                <a:lnTo>
                  <a:pt x="272499" y="157816"/>
                </a:lnTo>
                <a:lnTo>
                  <a:pt x="272499" y="318931"/>
                </a:lnTo>
                <a:close/>
              </a:path>
              <a:path w="273050" h="319404">
                <a:moveTo>
                  <a:pt x="94385" y="55058"/>
                </a:moveTo>
                <a:lnTo>
                  <a:pt x="66222" y="55058"/>
                </a:lnTo>
                <a:lnTo>
                  <a:pt x="66222" y="9641"/>
                </a:lnTo>
                <a:lnTo>
                  <a:pt x="94385" y="9641"/>
                </a:lnTo>
                <a:lnTo>
                  <a:pt x="94385" y="55058"/>
                </a:lnTo>
                <a:close/>
              </a:path>
              <a:path w="273050" h="319404">
                <a:moveTo>
                  <a:pt x="160099" y="78147"/>
                </a:moveTo>
                <a:lnTo>
                  <a:pt x="0" y="78147"/>
                </a:lnTo>
                <a:lnTo>
                  <a:pt x="0" y="55058"/>
                </a:lnTo>
                <a:lnTo>
                  <a:pt x="160099" y="55058"/>
                </a:lnTo>
                <a:lnTo>
                  <a:pt x="160099" y="78147"/>
                </a:lnTo>
                <a:close/>
              </a:path>
              <a:path w="273050" h="319404">
                <a:moveTo>
                  <a:pt x="80176" y="245097"/>
                </a:moveTo>
                <a:lnTo>
                  <a:pt x="52631" y="239709"/>
                </a:lnTo>
                <a:lnTo>
                  <a:pt x="30890" y="224641"/>
                </a:lnTo>
                <a:lnTo>
                  <a:pt x="16666" y="201532"/>
                </a:lnTo>
                <a:lnTo>
                  <a:pt x="11671" y="172024"/>
                </a:lnTo>
                <a:lnTo>
                  <a:pt x="16666" y="142850"/>
                </a:lnTo>
                <a:lnTo>
                  <a:pt x="30890" y="119979"/>
                </a:lnTo>
                <a:lnTo>
                  <a:pt x="52631" y="105053"/>
                </a:lnTo>
                <a:lnTo>
                  <a:pt x="80176" y="99713"/>
                </a:lnTo>
                <a:lnTo>
                  <a:pt x="107836" y="105053"/>
                </a:lnTo>
                <a:lnTo>
                  <a:pt x="129621" y="119979"/>
                </a:lnTo>
                <a:lnTo>
                  <a:pt x="131705" y="123309"/>
                </a:lnTo>
                <a:lnTo>
                  <a:pt x="80176" y="123309"/>
                </a:lnTo>
                <a:lnTo>
                  <a:pt x="62654" y="127103"/>
                </a:lnTo>
                <a:lnTo>
                  <a:pt x="48841" y="137296"/>
                </a:lnTo>
                <a:lnTo>
                  <a:pt x="39787" y="152674"/>
                </a:lnTo>
                <a:lnTo>
                  <a:pt x="36536" y="172024"/>
                </a:lnTo>
                <a:lnTo>
                  <a:pt x="39787" y="191621"/>
                </a:lnTo>
                <a:lnTo>
                  <a:pt x="48841" y="207007"/>
                </a:lnTo>
                <a:lnTo>
                  <a:pt x="62654" y="217017"/>
                </a:lnTo>
                <a:lnTo>
                  <a:pt x="80176" y="220486"/>
                </a:lnTo>
                <a:lnTo>
                  <a:pt x="132195" y="220486"/>
                </a:lnTo>
                <a:lnTo>
                  <a:pt x="129621" y="224641"/>
                </a:lnTo>
                <a:lnTo>
                  <a:pt x="107836" y="239709"/>
                </a:lnTo>
                <a:lnTo>
                  <a:pt x="80176" y="245097"/>
                </a:lnTo>
                <a:close/>
              </a:path>
              <a:path w="273050" h="319404">
                <a:moveTo>
                  <a:pt x="132195" y="220486"/>
                </a:moveTo>
                <a:lnTo>
                  <a:pt x="80176" y="220486"/>
                </a:lnTo>
                <a:lnTo>
                  <a:pt x="97739" y="217017"/>
                </a:lnTo>
                <a:lnTo>
                  <a:pt x="111638" y="207007"/>
                </a:lnTo>
                <a:lnTo>
                  <a:pt x="120780" y="191621"/>
                </a:lnTo>
                <a:lnTo>
                  <a:pt x="124071" y="172024"/>
                </a:lnTo>
                <a:lnTo>
                  <a:pt x="120780" y="152674"/>
                </a:lnTo>
                <a:lnTo>
                  <a:pt x="111638" y="137296"/>
                </a:lnTo>
                <a:lnTo>
                  <a:pt x="97739" y="127103"/>
                </a:lnTo>
                <a:lnTo>
                  <a:pt x="80176" y="123309"/>
                </a:lnTo>
                <a:lnTo>
                  <a:pt x="131705" y="123309"/>
                </a:lnTo>
                <a:lnTo>
                  <a:pt x="143936" y="142850"/>
                </a:lnTo>
                <a:lnTo>
                  <a:pt x="149189" y="172024"/>
                </a:lnTo>
                <a:lnTo>
                  <a:pt x="143936" y="201532"/>
                </a:lnTo>
                <a:lnTo>
                  <a:pt x="132195" y="220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9273234" y="9146673"/>
            <a:ext cx="248920" cy="320040"/>
          </a:xfrm>
          <a:custGeom>
            <a:avLst/>
            <a:gdLst/>
            <a:ahLst/>
            <a:cxnLst/>
            <a:rect l="l" t="t" r="r" b="b"/>
            <a:pathLst>
              <a:path w="248920" h="320040">
                <a:moveTo>
                  <a:pt x="248649" y="319438"/>
                </a:moveTo>
                <a:lnTo>
                  <a:pt x="220486" y="319438"/>
                </a:lnTo>
                <a:lnTo>
                  <a:pt x="220486" y="139548"/>
                </a:lnTo>
                <a:lnTo>
                  <a:pt x="127369" y="139548"/>
                </a:lnTo>
                <a:lnTo>
                  <a:pt x="127369" y="115951"/>
                </a:lnTo>
                <a:lnTo>
                  <a:pt x="220486" y="115951"/>
                </a:lnTo>
                <a:lnTo>
                  <a:pt x="220486" y="0"/>
                </a:lnTo>
                <a:lnTo>
                  <a:pt x="248649" y="0"/>
                </a:lnTo>
                <a:lnTo>
                  <a:pt x="248649" y="319438"/>
                </a:lnTo>
                <a:close/>
              </a:path>
              <a:path w="248920" h="320040">
                <a:moveTo>
                  <a:pt x="24611" y="240530"/>
                </a:moveTo>
                <a:lnTo>
                  <a:pt x="0" y="240530"/>
                </a:lnTo>
                <a:lnTo>
                  <a:pt x="0" y="30446"/>
                </a:lnTo>
                <a:lnTo>
                  <a:pt x="146398" y="30446"/>
                </a:lnTo>
                <a:lnTo>
                  <a:pt x="146398" y="54043"/>
                </a:lnTo>
                <a:lnTo>
                  <a:pt x="28417" y="54043"/>
                </a:lnTo>
                <a:lnTo>
                  <a:pt x="28417" y="216680"/>
                </a:lnTo>
                <a:lnTo>
                  <a:pt x="169689" y="216680"/>
                </a:lnTo>
                <a:lnTo>
                  <a:pt x="171517" y="229620"/>
                </a:lnTo>
                <a:lnTo>
                  <a:pt x="137359" y="235071"/>
                </a:lnTo>
                <a:lnTo>
                  <a:pt x="103392" y="238405"/>
                </a:lnTo>
                <a:lnTo>
                  <a:pt x="66761" y="240074"/>
                </a:lnTo>
                <a:lnTo>
                  <a:pt x="24611" y="240530"/>
                </a:lnTo>
                <a:close/>
              </a:path>
              <a:path w="248920" h="320040">
                <a:moveTo>
                  <a:pt x="169689" y="216680"/>
                </a:moveTo>
                <a:lnTo>
                  <a:pt x="28417" y="216680"/>
                </a:lnTo>
                <a:lnTo>
                  <a:pt x="68261" y="216196"/>
                </a:lnTo>
                <a:lnTo>
                  <a:pt x="103218" y="214618"/>
                </a:lnTo>
                <a:lnTo>
                  <a:pt x="135724" y="211471"/>
                </a:lnTo>
                <a:lnTo>
                  <a:pt x="168219" y="206277"/>
                </a:lnTo>
                <a:lnTo>
                  <a:pt x="169689" y="216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9706809" y="9154159"/>
            <a:ext cx="27940" cy="74930"/>
          </a:xfrm>
          <a:custGeom>
            <a:avLst/>
            <a:gdLst/>
            <a:ahLst/>
            <a:cxnLst/>
            <a:rect l="l" t="t" r="r" b="b"/>
            <a:pathLst>
              <a:path w="27940" h="74929">
                <a:moveTo>
                  <a:pt x="0" y="0"/>
                </a:moveTo>
                <a:lnTo>
                  <a:pt x="27909" y="0"/>
                </a:lnTo>
                <a:lnTo>
                  <a:pt x="27909" y="74929"/>
                </a:lnTo>
                <a:lnTo>
                  <a:pt x="0" y="749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9706809" y="9229090"/>
            <a:ext cx="219075" cy="22860"/>
          </a:xfrm>
          <a:custGeom>
            <a:avLst/>
            <a:gdLst/>
            <a:ahLst/>
            <a:cxnLst/>
            <a:rect l="l" t="t" r="r" b="b"/>
            <a:pathLst>
              <a:path w="219075" h="22859">
                <a:moveTo>
                  <a:pt x="0" y="0"/>
                </a:moveTo>
                <a:lnTo>
                  <a:pt x="218456" y="0"/>
                </a:lnTo>
                <a:lnTo>
                  <a:pt x="21845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9798403" y="9251715"/>
            <a:ext cx="27940" cy="40640"/>
          </a:xfrm>
          <a:custGeom>
            <a:avLst/>
            <a:gdLst/>
            <a:ahLst/>
            <a:cxnLst/>
            <a:rect l="l" t="t" r="r" b="b"/>
            <a:pathLst>
              <a:path w="27940" h="40640">
                <a:moveTo>
                  <a:pt x="27909" y="40595"/>
                </a:moveTo>
                <a:lnTo>
                  <a:pt x="0" y="40595"/>
                </a:lnTo>
                <a:lnTo>
                  <a:pt x="0" y="0"/>
                </a:lnTo>
                <a:lnTo>
                  <a:pt x="27909" y="0"/>
                </a:lnTo>
                <a:lnTo>
                  <a:pt x="27909" y="405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9666974" y="9292311"/>
            <a:ext cx="290830" cy="23495"/>
          </a:xfrm>
          <a:custGeom>
            <a:avLst/>
            <a:gdLst/>
            <a:ahLst/>
            <a:cxnLst/>
            <a:rect l="l" t="t" r="r" b="b"/>
            <a:pathLst>
              <a:path w="290829" h="23495">
                <a:moveTo>
                  <a:pt x="290767" y="23088"/>
                </a:moveTo>
                <a:lnTo>
                  <a:pt x="0" y="23088"/>
                </a:lnTo>
                <a:lnTo>
                  <a:pt x="0" y="0"/>
                </a:lnTo>
                <a:lnTo>
                  <a:pt x="290767" y="0"/>
                </a:lnTo>
                <a:lnTo>
                  <a:pt x="290767" y="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9699450" y="9347623"/>
            <a:ext cx="226695" cy="22860"/>
          </a:xfrm>
          <a:custGeom>
            <a:avLst/>
            <a:gdLst/>
            <a:ahLst/>
            <a:cxnLst/>
            <a:rect l="l" t="t" r="r" b="b"/>
            <a:pathLst>
              <a:path w="226695" h="22859">
                <a:moveTo>
                  <a:pt x="226068" y="22327"/>
                </a:moveTo>
                <a:lnTo>
                  <a:pt x="0" y="22327"/>
                </a:lnTo>
                <a:lnTo>
                  <a:pt x="0" y="0"/>
                </a:lnTo>
                <a:lnTo>
                  <a:pt x="226068" y="0"/>
                </a:lnTo>
                <a:lnTo>
                  <a:pt x="226068" y="22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9748673" y="9369950"/>
            <a:ext cx="27940" cy="68580"/>
          </a:xfrm>
          <a:custGeom>
            <a:avLst/>
            <a:gdLst/>
            <a:ahLst/>
            <a:cxnLst/>
            <a:rect l="l" t="t" r="r" b="b"/>
            <a:pathLst>
              <a:path w="27940" h="68579">
                <a:moveTo>
                  <a:pt x="27909" y="68251"/>
                </a:moveTo>
                <a:lnTo>
                  <a:pt x="0" y="68251"/>
                </a:lnTo>
                <a:lnTo>
                  <a:pt x="0" y="0"/>
                </a:lnTo>
                <a:lnTo>
                  <a:pt x="27909" y="0"/>
                </a:lnTo>
                <a:lnTo>
                  <a:pt x="27909" y="68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9848387" y="9369950"/>
            <a:ext cx="27940" cy="68580"/>
          </a:xfrm>
          <a:custGeom>
            <a:avLst/>
            <a:gdLst/>
            <a:ahLst/>
            <a:cxnLst/>
            <a:rect l="l" t="t" r="r" b="b"/>
            <a:pathLst>
              <a:path w="27940" h="68579">
                <a:moveTo>
                  <a:pt x="27909" y="68251"/>
                </a:moveTo>
                <a:lnTo>
                  <a:pt x="0" y="68251"/>
                </a:lnTo>
                <a:lnTo>
                  <a:pt x="0" y="0"/>
                </a:lnTo>
                <a:lnTo>
                  <a:pt x="27909" y="0"/>
                </a:lnTo>
                <a:lnTo>
                  <a:pt x="27909" y="68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9696660" y="9438202"/>
            <a:ext cx="231775" cy="23495"/>
          </a:xfrm>
          <a:custGeom>
            <a:avLst/>
            <a:gdLst/>
            <a:ahLst/>
            <a:cxnLst/>
            <a:rect l="l" t="t" r="r" b="b"/>
            <a:pathLst>
              <a:path w="231775" h="23495">
                <a:moveTo>
                  <a:pt x="231650" y="23088"/>
                </a:moveTo>
                <a:lnTo>
                  <a:pt x="0" y="23088"/>
                </a:lnTo>
                <a:lnTo>
                  <a:pt x="0" y="0"/>
                </a:lnTo>
                <a:lnTo>
                  <a:pt x="231650" y="0"/>
                </a:lnTo>
                <a:lnTo>
                  <a:pt x="231650" y="230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9984637" y="9157837"/>
            <a:ext cx="290830" cy="300990"/>
          </a:xfrm>
          <a:custGeom>
            <a:avLst/>
            <a:gdLst/>
            <a:ahLst/>
            <a:cxnLst/>
            <a:rect l="l" t="t" r="r" b="b"/>
            <a:pathLst>
              <a:path w="290829" h="300990">
                <a:moveTo>
                  <a:pt x="145130" y="126862"/>
                </a:moveTo>
                <a:lnTo>
                  <a:pt x="98373" y="122513"/>
                </a:lnTo>
                <a:lnTo>
                  <a:pt x="62796" y="109957"/>
                </a:lnTo>
                <a:lnTo>
                  <a:pt x="40159" y="89933"/>
                </a:lnTo>
                <a:lnTo>
                  <a:pt x="32222" y="63177"/>
                </a:lnTo>
                <a:lnTo>
                  <a:pt x="40159" y="36464"/>
                </a:lnTo>
                <a:lnTo>
                  <a:pt x="62796" y="16555"/>
                </a:lnTo>
                <a:lnTo>
                  <a:pt x="98373" y="4162"/>
                </a:lnTo>
                <a:lnTo>
                  <a:pt x="145130" y="0"/>
                </a:lnTo>
                <a:lnTo>
                  <a:pt x="191740" y="4162"/>
                </a:lnTo>
                <a:lnTo>
                  <a:pt x="227241" y="16555"/>
                </a:lnTo>
                <a:lnTo>
                  <a:pt x="234372" y="22835"/>
                </a:lnTo>
                <a:lnTo>
                  <a:pt x="145130" y="22835"/>
                </a:lnTo>
                <a:lnTo>
                  <a:pt x="110389" y="25641"/>
                </a:lnTo>
                <a:lnTo>
                  <a:pt x="83950" y="33681"/>
                </a:lnTo>
                <a:lnTo>
                  <a:pt x="67169" y="46383"/>
                </a:lnTo>
                <a:lnTo>
                  <a:pt x="61401" y="63177"/>
                </a:lnTo>
                <a:lnTo>
                  <a:pt x="67169" y="80224"/>
                </a:lnTo>
                <a:lnTo>
                  <a:pt x="83950" y="92989"/>
                </a:lnTo>
                <a:lnTo>
                  <a:pt x="110389" y="100998"/>
                </a:lnTo>
                <a:lnTo>
                  <a:pt x="145130" y="103773"/>
                </a:lnTo>
                <a:lnTo>
                  <a:pt x="234224" y="103773"/>
                </a:lnTo>
                <a:lnTo>
                  <a:pt x="227241" y="109957"/>
                </a:lnTo>
                <a:lnTo>
                  <a:pt x="191740" y="122513"/>
                </a:lnTo>
                <a:lnTo>
                  <a:pt x="145130" y="126862"/>
                </a:lnTo>
                <a:close/>
              </a:path>
              <a:path w="290829" h="300990">
                <a:moveTo>
                  <a:pt x="234224" y="103773"/>
                </a:moveTo>
                <a:lnTo>
                  <a:pt x="145130" y="103773"/>
                </a:lnTo>
                <a:lnTo>
                  <a:pt x="179874" y="100998"/>
                </a:lnTo>
                <a:lnTo>
                  <a:pt x="206341" y="92989"/>
                </a:lnTo>
                <a:lnTo>
                  <a:pt x="223197" y="80224"/>
                </a:lnTo>
                <a:lnTo>
                  <a:pt x="229112" y="63177"/>
                </a:lnTo>
                <a:lnTo>
                  <a:pt x="223197" y="46383"/>
                </a:lnTo>
                <a:lnTo>
                  <a:pt x="206341" y="33681"/>
                </a:lnTo>
                <a:lnTo>
                  <a:pt x="179874" y="25641"/>
                </a:lnTo>
                <a:lnTo>
                  <a:pt x="145130" y="22835"/>
                </a:lnTo>
                <a:lnTo>
                  <a:pt x="234372" y="22835"/>
                </a:lnTo>
                <a:lnTo>
                  <a:pt x="249850" y="36464"/>
                </a:lnTo>
                <a:lnTo>
                  <a:pt x="257783" y="63177"/>
                </a:lnTo>
                <a:lnTo>
                  <a:pt x="249850" y="89933"/>
                </a:lnTo>
                <a:lnTo>
                  <a:pt x="234224" y="103773"/>
                </a:lnTo>
                <a:close/>
              </a:path>
              <a:path w="290829" h="300990">
                <a:moveTo>
                  <a:pt x="290767" y="179890"/>
                </a:moveTo>
                <a:lnTo>
                  <a:pt x="0" y="179890"/>
                </a:lnTo>
                <a:lnTo>
                  <a:pt x="0" y="157055"/>
                </a:lnTo>
                <a:lnTo>
                  <a:pt x="290767" y="157055"/>
                </a:lnTo>
                <a:lnTo>
                  <a:pt x="290767" y="179890"/>
                </a:lnTo>
                <a:close/>
              </a:path>
              <a:path w="290829" h="300990">
                <a:moveTo>
                  <a:pt x="258291" y="300663"/>
                </a:moveTo>
                <a:lnTo>
                  <a:pt x="37551" y="300663"/>
                </a:lnTo>
                <a:lnTo>
                  <a:pt x="37551" y="208053"/>
                </a:lnTo>
                <a:lnTo>
                  <a:pt x="65968" y="208053"/>
                </a:lnTo>
                <a:lnTo>
                  <a:pt x="65968" y="277320"/>
                </a:lnTo>
                <a:lnTo>
                  <a:pt x="258291" y="277320"/>
                </a:lnTo>
                <a:lnTo>
                  <a:pt x="258291" y="3006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0393789" y="9154792"/>
            <a:ext cx="292100" cy="304165"/>
          </a:xfrm>
          <a:custGeom>
            <a:avLst/>
            <a:gdLst/>
            <a:ahLst/>
            <a:cxnLst/>
            <a:rect l="l" t="t" r="r" b="b"/>
            <a:pathLst>
              <a:path w="292100" h="304165">
                <a:moveTo>
                  <a:pt x="29178" y="127115"/>
                </a:moveTo>
                <a:lnTo>
                  <a:pt x="18014" y="104788"/>
                </a:lnTo>
                <a:lnTo>
                  <a:pt x="59284" y="93338"/>
                </a:lnTo>
                <a:lnTo>
                  <a:pt x="95654" y="73326"/>
                </a:lnTo>
                <a:lnTo>
                  <a:pt x="121557" y="46843"/>
                </a:lnTo>
                <a:lnTo>
                  <a:pt x="131429" y="15984"/>
                </a:lnTo>
                <a:lnTo>
                  <a:pt x="131429" y="0"/>
                </a:lnTo>
                <a:lnTo>
                  <a:pt x="160353" y="0"/>
                </a:lnTo>
                <a:lnTo>
                  <a:pt x="160353" y="15984"/>
                </a:lnTo>
                <a:lnTo>
                  <a:pt x="170296" y="46265"/>
                </a:lnTo>
                <a:lnTo>
                  <a:pt x="178080" y="54170"/>
                </a:lnTo>
                <a:lnTo>
                  <a:pt x="146145" y="54170"/>
                </a:lnTo>
                <a:lnTo>
                  <a:pt x="126263" y="80392"/>
                </a:lnTo>
                <a:lnTo>
                  <a:pt x="98413" y="101727"/>
                </a:lnTo>
                <a:lnTo>
                  <a:pt x="65187" y="117519"/>
                </a:lnTo>
                <a:lnTo>
                  <a:pt x="29178" y="127115"/>
                </a:lnTo>
                <a:close/>
              </a:path>
              <a:path w="292100" h="304165">
                <a:moveTo>
                  <a:pt x="262604" y="126608"/>
                </a:moveTo>
                <a:lnTo>
                  <a:pt x="226781" y="117038"/>
                </a:lnTo>
                <a:lnTo>
                  <a:pt x="193718" y="101235"/>
                </a:lnTo>
                <a:lnTo>
                  <a:pt x="165983" y="80010"/>
                </a:lnTo>
                <a:lnTo>
                  <a:pt x="146145" y="54170"/>
                </a:lnTo>
                <a:lnTo>
                  <a:pt x="178080" y="54170"/>
                </a:lnTo>
                <a:lnTo>
                  <a:pt x="196319" y="72691"/>
                </a:lnTo>
                <a:lnTo>
                  <a:pt x="232712" y="92839"/>
                </a:lnTo>
                <a:lnTo>
                  <a:pt x="273768" y="104280"/>
                </a:lnTo>
                <a:lnTo>
                  <a:pt x="262604" y="126608"/>
                </a:lnTo>
                <a:close/>
              </a:path>
              <a:path w="292100" h="304165">
                <a:moveTo>
                  <a:pt x="292036" y="177606"/>
                </a:moveTo>
                <a:lnTo>
                  <a:pt x="0" y="177606"/>
                </a:lnTo>
                <a:lnTo>
                  <a:pt x="0" y="154264"/>
                </a:lnTo>
                <a:lnTo>
                  <a:pt x="292036" y="154264"/>
                </a:lnTo>
                <a:lnTo>
                  <a:pt x="292036" y="177606"/>
                </a:lnTo>
                <a:close/>
              </a:path>
              <a:path w="292100" h="304165">
                <a:moveTo>
                  <a:pt x="162129" y="242814"/>
                </a:moveTo>
                <a:lnTo>
                  <a:pt x="134220" y="242814"/>
                </a:lnTo>
                <a:lnTo>
                  <a:pt x="134220" y="177606"/>
                </a:lnTo>
                <a:lnTo>
                  <a:pt x="162129" y="177606"/>
                </a:lnTo>
                <a:lnTo>
                  <a:pt x="162129" y="242814"/>
                </a:lnTo>
                <a:close/>
              </a:path>
              <a:path w="292100" h="304165">
                <a:moveTo>
                  <a:pt x="259559" y="303707"/>
                </a:moveTo>
                <a:lnTo>
                  <a:pt x="37551" y="303707"/>
                </a:lnTo>
                <a:lnTo>
                  <a:pt x="37551" y="211605"/>
                </a:lnTo>
                <a:lnTo>
                  <a:pt x="65714" y="211605"/>
                </a:lnTo>
                <a:lnTo>
                  <a:pt x="65714" y="280365"/>
                </a:lnTo>
                <a:lnTo>
                  <a:pt x="259559" y="280365"/>
                </a:lnTo>
                <a:lnTo>
                  <a:pt x="259559" y="303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0749257" y="9171940"/>
            <a:ext cx="217804" cy="24130"/>
          </a:xfrm>
          <a:custGeom>
            <a:avLst/>
            <a:gdLst/>
            <a:ahLst/>
            <a:cxnLst/>
            <a:rect l="l" t="t" r="r" b="b"/>
            <a:pathLst>
              <a:path w="217804" h="24129">
                <a:moveTo>
                  <a:pt x="0" y="0"/>
                </a:moveTo>
                <a:lnTo>
                  <a:pt x="217187" y="0"/>
                </a:lnTo>
                <a:lnTo>
                  <a:pt x="21718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0749257" y="9196069"/>
            <a:ext cx="28575" cy="100330"/>
          </a:xfrm>
          <a:custGeom>
            <a:avLst/>
            <a:gdLst/>
            <a:ahLst/>
            <a:cxnLst/>
            <a:rect l="l" t="t" r="r" b="b"/>
            <a:pathLst>
              <a:path w="28575" h="100329">
                <a:moveTo>
                  <a:pt x="0" y="0"/>
                </a:moveTo>
                <a:lnTo>
                  <a:pt x="28163" y="0"/>
                </a:lnTo>
                <a:lnTo>
                  <a:pt x="28163" y="100329"/>
                </a:lnTo>
                <a:lnTo>
                  <a:pt x="0" y="1003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0749257" y="9296400"/>
            <a:ext cx="220345" cy="22860"/>
          </a:xfrm>
          <a:custGeom>
            <a:avLst/>
            <a:gdLst/>
            <a:ahLst/>
            <a:cxnLst/>
            <a:rect l="l" t="t" r="r" b="b"/>
            <a:pathLst>
              <a:path w="220345" h="22859">
                <a:moveTo>
                  <a:pt x="0" y="0"/>
                </a:moveTo>
                <a:lnTo>
                  <a:pt x="220232" y="0"/>
                </a:lnTo>
                <a:lnTo>
                  <a:pt x="220232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0843135" y="9319259"/>
            <a:ext cx="27940" cy="82550"/>
          </a:xfrm>
          <a:custGeom>
            <a:avLst/>
            <a:gdLst/>
            <a:ahLst/>
            <a:cxnLst/>
            <a:rect l="l" t="t" r="r" b="b"/>
            <a:pathLst>
              <a:path w="27940" h="82550">
                <a:moveTo>
                  <a:pt x="0" y="0"/>
                </a:moveTo>
                <a:lnTo>
                  <a:pt x="27909" y="0"/>
                </a:lnTo>
                <a:lnTo>
                  <a:pt x="27909" y="82550"/>
                </a:lnTo>
                <a:lnTo>
                  <a:pt x="0" y="825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0711959" y="9401809"/>
            <a:ext cx="292100" cy="22860"/>
          </a:xfrm>
          <a:custGeom>
            <a:avLst/>
            <a:gdLst/>
            <a:ahLst/>
            <a:cxnLst/>
            <a:rect l="l" t="t" r="r" b="b"/>
            <a:pathLst>
              <a:path w="292100" h="22859">
                <a:moveTo>
                  <a:pt x="0" y="0"/>
                </a:moveTo>
                <a:lnTo>
                  <a:pt x="292036" y="0"/>
                </a:lnTo>
                <a:lnTo>
                  <a:pt x="29203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1031398" y="9146673"/>
            <a:ext cx="260350" cy="320040"/>
          </a:xfrm>
          <a:custGeom>
            <a:avLst/>
            <a:gdLst/>
            <a:ahLst/>
            <a:cxnLst/>
            <a:rect l="l" t="t" r="r" b="b"/>
            <a:pathLst>
              <a:path w="260350" h="320040">
                <a:moveTo>
                  <a:pt x="259813" y="319438"/>
                </a:moveTo>
                <a:lnTo>
                  <a:pt x="231650" y="319438"/>
                </a:lnTo>
                <a:lnTo>
                  <a:pt x="231650" y="0"/>
                </a:lnTo>
                <a:lnTo>
                  <a:pt x="259813" y="0"/>
                </a:lnTo>
                <a:lnTo>
                  <a:pt x="259813" y="319438"/>
                </a:lnTo>
                <a:close/>
              </a:path>
              <a:path w="260350" h="320040">
                <a:moveTo>
                  <a:pt x="102504" y="173039"/>
                </a:moveTo>
                <a:lnTo>
                  <a:pt x="67835" y="167588"/>
                </a:lnTo>
                <a:lnTo>
                  <a:pt x="40564" y="152266"/>
                </a:lnTo>
                <a:lnTo>
                  <a:pt x="22759" y="128618"/>
                </a:lnTo>
                <a:lnTo>
                  <a:pt x="16492" y="98191"/>
                </a:lnTo>
                <a:lnTo>
                  <a:pt x="22759" y="67764"/>
                </a:lnTo>
                <a:lnTo>
                  <a:pt x="40564" y="44116"/>
                </a:lnTo>
                <a:lnTo>
                  <a:pt x="67835" y="28793"/>
                </a:lnTo>
                <a:lnTo>
                  <a:pt x="102504" y="23342"/>
                </a:lnTo>
                <a:lnTo>
                  <a:pt x="137102" y="28793"/>
                </a:lnTo>
                <a:lnTo>
                  <a:pt x="164254" y="44116"/>
                </a:lnTo>
                <a:lnTo>
                  <a:pt x="167140" y="47953"/>
                </a:lnTo>
                <a:lnTo>
                  <a:pt x="102504" y="47953"/>
                </a:lnTo>
                <a:lnTo>
                  <a:pt x="79007" y="51628"/>
                </a:lnTo>
                <a:lnTo>
                  <a:pt x="60481" y="61940"/>
                </a:lnTo>
                <a:lnTo>
                  <a:pt x="48378" y="77817"/>
                </a:lnTo>
                <a:lnTo>
                  <a:pt x="44148" y="98191"/>
                </a:lnTo>
                <a:lnTo>
                  <a:pt x="48378" y="118564"/>
                </a:lnTo>
                <a:lnTo>
                  <a:pt x="60481" y="134442"/>
                </a:lnTo>
                <a:lnTo>
                  <a:pt x="79007" y="144753"/>
                </a:lnTo>
                <a:lnTo>
                  <a:pt x="102504" y="148428"/>
                </a:lnTo>
                <a:lnTo>
                  <a:pt x="167140" y="148428"/>
                </a:lnTo>
                <a:lnTo>
                  <a:pt x="164254" y="152266"/>
                </a:lnTo>
                <a:lnTo>
                  <a:pt x="137102" y="167588"/>
                </a:lnTo>
                <a:lnTo>
                  <a:pt x="102504" y="173039"/>
                </a:lnTo>
                <a:close/>
              </a:path>
              <a:path w="260350" h="320040">
                <a:moveTo>
                  <a:pt x="167140" y="148428"/>
                </a:moveTo>
                <a:lnTo>
                  <a:pt x="102504" y="148428"/>
                </a:lnTo>
                <a:lnTo>
                  <a:pt x="125859" y="144753"/>
                </a:lnTo>
                <a:lnTo>
                  <a:pt x="144337" y="134442"/>
                </a:lnTo>
                <a:lnTo>
                  <a:pt x="156488" y="118564"/>
                </a:lnTo>
                <a:lnTo>
                  <a:pt x="160861" y="98191"/>
                </a:lnTo>
                <a:lnTo>
                  <a:pt x="156488" y="77817"/>
                </a:lnTo>
                <a:lnTo>
                  <a:pt x="144337" y="61940"/>
                </a:lnTo>
                <a:lnTo>
                  <a:pt x="125859" y="51628"/>
                </a:lnTo>
                <a:lnTo>
                  <a:pt x="102504" y="47953"/>
                </a:lnTo>
                <a:lnTo>
                  <a:pt x="167140" y="47953"/>
                </a:lnTo>
                <a:lnTo>
                  <a:pt x="182035" y="67764"/>
                </a:lnTo>
                <a:lnTo>
                  <a:pt x="188517" y="98191"/>
                </a:lnTo>
                <a:lnTo>
                  <a:pt x="182035" y="128618"/>
                </a:lnTo>
                <a:lnTo>
                  <a:pt x="167140" y="148428"/>
                </a:lnTo>
                <a:close/>
              </a:path>
              <a:path w="260350" h="320040">
                <a:moveTo>
                  <a:pt x="3805" y="249157"/>
                </a:moveTo>
                <a:lnTo>
                  <a:pt x="0" y="225053"/>
                </a:lnTo>
                <a:lnTo>
                  <a:pt x="47819" y="224958"/>
                </a:lnTo>
                <a:lnTo>
                  <a:pt x="100918" y="223721"/>
                </a:lnTo>
                <a:lnTo>
                  <a:pt x="156206" y="220486"/>
                </a:lnTo>
                <a:lnTo>
                  <a:pt x="210591" y="214396"/>
                </a:lnTo>
                <a:lnTo>
                  <a:pt x="212874" y="235202"/>
                </a:lnTo>
                <a:lnTo>
                  <a:pt x="157479" y="243162"/>
                </a:lnTo>
                <a:lnTo>
                  <a:pt x="102536" y="247317"/>
                </a:lnTo>
                <a:lnTo>
                  <a:pt x="50495" y="248903"/>
                </a:lnTo>
                <a:lnTo>
                  <a:pt x="3805" y="249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1443130" y="9146673"/>
            <a:ext cx="269240" cy="319405"/>
          </a:xfrm>
          <a:custGeom>
            <a:avLst/>
            <a:gdLst/>
            <a:ahLst/>
            <a:cxnLst/>
            <a:rect l="l" t="t" r="r" b="b"/>
            <a:pathLst>
              <a:path w="269240" h="319404">
                <a:moveTo>
                  <a:pt x="269201" y="318931"/>
                </a:moveTo>
                <a:lnTo>
                  <a:pt x="242052" y="318931"/>
                </a:lnTo>
                <a:lnTo>
                  <a:pt x="242052" y="0"/>
                </a:lnTo>
                <a:lnTo>
                  <a:pt x="269201" y="0"/>
                </a:lnTo>
                <a:lnTo>
                  <a:pt x="269201" y="318931"/>
                </a:lnTo>
                <a:close/>
              </a:path>
              <a:path w="269240" h="319404">
                <a:moveTo>
                  <a:pt x="205262" y="124324"/>
                </a:moveTo>
                <a:lnTo>
                  <a:pt x="178114" y="124324"/>
                </a:lnTo>
                <a:lnTo>
                  <a:pt x="178114" y="6850"/>
                </a:lnTo>
                <a:lnTo>
                  <a:pt x="205262" y="6850"/>
                </a:lnTo>
                <a:lnTo>
                  <a:pt x="205262" y="124324"/>
                </a:lnTo>
                <a:close/>
              </a:path>
              <a:path w="269240" h="319404">
                <a:moveTo>
                  <a:pt x="68251" y="248395"/>
                </a:moveTo>
                <a:lnTo>
                  <a:pt x="40139" y="240740"/>
                </a:lnTo>
                <a:lnTo>
                  <a:pt x="18617" y="218551"/>
                </a:lnTo>
                <a:lnTo>
                  <a:pt x="4848" y="183565"/>
                </a:lnTo>
                <a:lnTo>
                  <a:pt x="0" y="137518"/>
                </a:lnTo>
                <a:lnTo>
                  <a:pt x="4848" y="91653"/>
                </a:lnTo>
                <a:lnTo>
                  <a:pt x="18617" y="56802"/>
                </a:lnTo>
                <a:lnTo>
                  <a:pt x="40139" y="34653"/>
                </a:lnTo>
                <a:lnTo>
                  <a:pt x="68251" y="26894"/>
                </a:lnTo>
                <a:lnTo>
                  <a:pt x="94853" y="33662"/>
                </a:lnTo>
                <a:lnTo>
                  <a:pt x="115793" y="53060"/>
                </a:lnTo>
                <a:lnTo>
                  <a:pt x="115897" y="53282"/>
                </a:lnTo>
                <a:lnTo>
                  <a:pt x="68251" y="53282"/>
                </a:lnTo>
                <a:lnTo>
                  <a:pt x="50863" y="59165"/>
                </a:lnTo>
                <a:lnTo>
                  <a:pt x="37614" y="75990"/>
                </a:lnTo>
                <a:lnTo>
                  <a:pt x="29217" y="102520"/>
                </a:lnTo>
                <a:lnTo>
                  <a:pt x="26387" y="137518"/>
                </a:lnTo>
                <a:lnTo>
                  <a:pt x="29217" y="172552"/>
                </a:lnTo>
                <a:lnTo>
                  <a:pt x="37614" y="199141"/>
                </a:lnTo>
                <a:lnTo>
                  <a:pt x="50863" y="215978"/>
                </a:lnTo>
                <a:lnTo>
                  <a:pt x="68251" y="221754"/>
                </a:lnTo>
                <a:lnTo>
                  <a:pt x="116046" y="221754"/>
                </a:lnTo>
                <a:lnTo>
                  <a:pt x="95247" y="241505"/>
                </a:lnTo>
                <a:lnTo>
                  <a:pt x="68251" y="248395"/>
                </a:lnTo>
                <a:close/>
              </a:path>
              <a:path w="269240" h="319404">
                <a:moveTo>
                  <a:pt x="116046" y="221754"/>
                </a:moveTo>
                <a:lnTo>
                  <a:pt x="68251" y="221754"/>
                </a:lnTo>
                <a:lnTo>
                  <a:pt x="85937" y="215978"/>
                </a:lnTo>
                <a:lnTo>
                  <a:pt x="99364" y="199141"/>
                </a:lnTo>
                <a:lnTo>
                  <a:pt x="107892" y="172552"/>
                </a:lnTo>
                <a:lnTo>
                  <a:pt x="110877" y="137518"/>
                </a:lnTo>
                <a:lnTo>
                  <a:pt x="107892" y="102520"/>
                </a:lnTo>
                <a:lnTo>
                  <a:pt x="99364" y="75990"/>
                </a:lnTo>
                <a:lnTo>
                  <a:pt x="85937" y="59165"/>
                </a:lnTo>
                <a:lnTo>
                  <a:pt x="68251" y="53282"/>
                </a:lnTo>
                <a:lnTo>
                  <a:pt x="115897" y="53282"/>
                </a:lnTo>
                <a:lnTo>
                  <a:pt x="130120" y="83732"/>
                </a:lnTo>
                <a:lnTo>
                  <a:pt x="136884" y="124324"/>
                </a:lnTo>
                <a:lnTo>
                  <a:pt x="205262" y="124324"/>
                </a:lnTo>
                <a:lnTo>
                  <a:pt x="205262" y="147667"/>
                </a:lnTo>
                <a:lnTo>
                  <a:pt x="137011" y="147667"/>
                </a:lnTo>
                <a:lnTo>
                  <a:pt x="130638" y="189666"/>
                </a:lnTo>
                <a:lnTo>
                  <a:pt x="116380" y="221437"/>
                </a:lnTo>
                <a:lnTo>
                  <a:pt x="116046" y="221754"/>
                </a:lnTo>
                <a:close/>
              </a:path>
              <a:path w="269240" h="319404">
                <a:moveTo>
                  <a:pt x="205262" y="302692"/>
                </a:moveTo>
                <a:lnTo>
                  <a:pt x="178114" y="302692"/>
                </a:lnTo>
                <a:lnTo>
                  <a:pt x="178114" y="147667"/>
                </a:lnTo>
                <a:lnTo>
                  <a:pt x="205262" y="147667"/>
                </a:lnTo>
                <a:lnTo>
                  <a:pt x="205262" y="302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1771703" y="9146420"/>
            <a:ext cx="282575" cy="312420"/>
          </a:xfrm>
          <a:custGeom>
            <a:avLst/>
            <a:gdLst/>
            <a:ahLst/>
            <a:cxnLst/>
            <a:rect l="l" t="t" r="r" b="b"/>
            <a:pathLst>
              <a:path w="282575" h="312420">
                <a:moveTo>
                  <a:pt x="234441" y="236217"/>
                </a:moveTo>
                <a:lnTo>
                  <a:pt x="206277" y="236217"/>
                </a:lnTo>
                <a:lnTo>
                  <a:pt x="206277" y="0"/>
                </a:lnTo>
                <a:lnTo>
                  <a:pt x="234441" y="0"/>
                </a:lnTo>
                <a:lnTo>
                  <a:pt x="234441" y="99459"/>
                </a:lnTo>
                <a:lnTo>
                  <a:pt x="282394" y="99459"/>
                </a:lnTo>
                <a:lnTo>
                  <a:pt x="282394" y="123056"/>
                </a:lnTo>
                <a:lnTo>
                  <a:pt x="234441" y="123056"/>
                </a:lnTo>
                <a:lnTo>
                  <a:pt x="234441" y="236217"/>
                </a:lnTo>
                <a:close/>
              </a:path>
              <a:path w="282575" h="312420">
                <a:moveTo>
                  <a:pt x="24103" y="187755"/>
                </a:moveTo>
                <a:lnTo>
                  <a:pt x="0" y="187755"/>
                </a:lnTo>
                <a:lnTo>
                  <a:pt x="0" y="25879"/>
                </a:lnTo>
                <a:lnTo>
                  <a:pt x="146652" y="25879"/>
                </a:lnTo>
                <a:lnTo>
                  <a:pt x="146652" y="48715"/>
                </a:lnTo>
                <a:lnTo>
                  <a:pt x="28163" y="48715"/>
                </a:lnTo>
                <a:lnTo>
                  <a:pt x="28163" y="93877"/>
                </a:lnTo>
                <a:lnTo>
                  <a:pt x="140816" y="93877"/>
                </a:lnTo>
                <a:lnTo>
                  <a:pt x="140816" y="116966"/>
                </a:lnTo>
                <a:lnTo>
                  <a:pt x="28163" y="116966"/>
                </a:lnTo>
                <a:lnTo>
                  <a:pt x="28163" y="164666"/>
                </a:lnTo>
                <a:lnTo>
                  <a:pt x="169045" y="164666"/>
                </a:lnTo>
                <a:lnTo>
                  <a:pt x="171010" y="178114"/>
                </a:lnTo>
                <a:lnTo>
                  <a:pt x="138707" y="183046"/>
                </a:lnTo>
                <a:lnTo>
                  <a:pt x="105739" y="185979"/>
                </a:lnTo>
                <a:lnTo>
                  <a:pt x="68679" y="187391"/>
                </a:lnTo>
                <a:lnTo>
                  <a:pt x="24103" y="187755"/>
                </a:lnTo>
                <a:close/>
              </a:path>
              <a:path w="282575" h="312420">
                <a:moveTo>
                  <a:pt x="169045" y="164666"/>
                </a:moveTo>
                <a:lnTo>
                  <a:pt x="28163" y="164666"/>
                </a:lnTo>
                <a:lnTo>
                  <a:pt x="70501" y="164185"/>
                </a:lnTo>
                <a:lnTo>
                  <a:pt x="105691" y="162811"/>
                </a:lnTo>
                <a:lnTo>
                  <a:pt x="137005" y="160082"/>
                </a:lnTo>
                <a:lnTo>
                  <a:pt x="167711" y="155532"/>
                </a:lnTo>
                <a:lnTo>
                  <a:pt x="169045" y="164666"/>
                </a:lnTo>
                <a:close/>
              </a:path>
              <a:path w="282575" h="312420">
                <a:moveTo>
                  <a:pt x="249157" y="312080"/>
                </a:moveTo>
                <a:lnTo>
                  <a:pt x="34760" y="312080"/>
                </a:lnTo>
                <a:lnTo>
                  <a:pt x="34760" y="215158"/>
                </a:lnTo>
                <a:lnTo>
                  <a:pt x="62669" y="215158"/>
                </a:lnTo>
                <a:lnTo>
                  <a:pt x="62669" y="288738"/>
                </a:lnTo>
                <a:lnTo>
                  <a:pt x="249157" y="288738"/>
                </a:lnTo>
                <a:lnTo>
                  <a:pt x="249157" y="3120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2074396" y="9150479"/>
            <a:ext cx="290830" cy="311785"/>
          </a:xfrm>
          <a:custGeom>
            <a:avLst/>
            <a:gdLst/>
            <a:ahLst/>
            <a:cxnLst/>
            <a:rect l="l" t="t" r="r" b="b"/>
            <a:pathLst>
              <a:path w="290829" h="311784">
                <a:moveTo>
                  <a:pt x="158577" y="134727"/>
                </a:moveTo>
                <a:lnTo>
                  <a:pt x="130921" y="134727"/>
                </a:lnTo>
                <a:lnTo>
                  <a:pt x="130921" y="110496"/>
                </a:lnTo>
                <a:lnTo>
                  <a:pt x="89168" y="105442"/>
                </a:lnTo>
                <a:lnTo>
                  <a:pt x="58166" y="94417"/>
                </a:lnTo>
                <a:lnTo>
                  <a:pt x="38867" y="77635"/>
                </a:lnTo>
                <a:lnTo>
                  <a:pt x="32222" y="55311"/>
                </a:lnTo>
                <a:lnTo>
                  <a:pt x="39874" y="31683"/>
                </a:lnTo>
                <a:lnTo>
                  <a:pt x="62035" y="14335"/>
                </a:lnTo>
                <a:lnTo>
                  <a:pt x="97517" y="3647"/>
                </a:lnTo>
                <a:lnTo>
                  <a:pt x="145130" y="0"/>
                </a:lnTo>
                <a:lnTo>
                  <a:pt x="192703" y="3647"/>
                </a:lnTo>
                <a:lnTo>
                  <a:pt x="228098" y="14335"/>
                </a:lnTo>
                <a:lnTo>
                  <a:pt x="237298" y="21566"/>
                </a:lnTo>
                <a:lnTo>
                  <a:pt x="145130" y="21566"/>
                </a:lnTo>
                <a:lnTo>
                  <a:pt x="109787" y="23984"/>
                </a:lnTo>
                <a:lnTo>
                  <a:pt x="83506" y="30637"/>
                </a:lnTo>
                <a:lnTo>
                  <a:pt x="67169" y="41190"/>
                </a:lnTo>
                <a:lnTo>
                  <a:pt x="61654" y="55311"/>
                </a:lnTo>
                <a:lnTo>
                  <a:pt x="67169" y="69793"/>
                </a:lnTo>
                <a:lnTo>
                  <a:pt x="83506" y="80398"/>
                </a:lnTo>
                <a:lnTo>
                  <a:pt x="109787" y="86959"/>
                </a:lnTo>
                <a:lnTo>
                  <a:pt x="145130" y="89310"/>
                </a:lnTo>
                <a:lnTo>
                  <a:pt x="237742" y="89310"/>
                </a:lnTo>
                <a:lnTo>
                  <a:pt x="231729" y="94528"/>
                </a:lnTo>
                <a:lnTo>
                  <a:pt x="200570" y="105567"/>
                </a:lnTo>
                <a:lnTo>
                  <a:pt x="158577" y="110623"/>
                </a:lnTo>
                <a:lnTo>
                  <a:pt x="158577" y="134727"/>
                </a:lnTo>
                <a:close/>
              </a:path>
              <a:path w="290829" h="311784">
                <a:moveTo>
                  <a:pt x="237742" y="89310"/>
                </a:moveTo>
                <a:lnTo>
                  <a:pt x="145130" y="89310"/>
                </a:lnTo>
                <a:lnTo>
                  <a:pt x="180623" y="86959"/>
                </a:lnTo>
                <a:lnTo>
                  <a:pt x="207007" y="80398"/>
                </a:lnTo>
                <a:lnTo>
                  <a:pt x="223447" y="69793"/>
                </a:lnTo>
                <a:lnTo>
                  <a:pt x="229112" y="55311"/>
                </a:lnTo>
                <a:lnTo>
                  <a:pt x="223447" y="41190"/>
                </a:lnTo>
                <a:lnTo>
                  <a:pt x="207007" y="30637"/>
                </a:lnTo>
                <a:lnTo>
                  <a:pt x="180623" y="23984"/>
                </a:lnTo>
                <a:lnTo>
                  <a:pt x="145130" y="21566"/>
                </a:lnTo>
                <a:lnTo>
                  <a:pt x="237298" y="21566"/>
                </a:lnTo>
                <a:lnTo>
                  <a:pt x="250172" y="31683"/>
                </a:lnTo>
                <a:lnTo>
                  <a:pt x="257783" y="55311"/>
                </a:lnTo>
                <a:lnTo>
                  <a:pt x="251113" y="77708"/>
                </a:lnTo>
                <a:lnTo>
                  <a:pt x="237742" y="89310"/>
                </a:lnTo>
                <a:close/>
              </a:path>
              <a:path w="290829" h="311784">
                <a:moveTo>
                  <a:pt x="290767" y="157816"/>
                </a:moveTo>
                <a:lnTo>
                  <a:pt x="0" y="157816"/>
                </a:lnTo>
                <a:lnTo>
                  <a:pt x="0" y="134727"/>
                </a:lnTo>
                <a:lnTo>
                  <a:pt x="290767" y="134727"/>
                </a:lnTo>
                <a:lnTo>
                  <a:pt x="290767" y="157816"/>
                </a:lnTo>
                <a:close/>
              </a:path>
              <a:path w="290829" h="311784">
                <a:moveTo>
                  <a:pt x="262858" y="311573"/>
                </a:moveTo>
                <a:lnTo>
                  <a:pt x="36028" y="311573"/>
                </a:lnTo>
                <a:lnTo>
                  <a:pt x="36028" y="235456"/>
                </a:lnTo>
                <a:lnTo>
                  <a:pt x="225560" y="235456"/>
                </a:lnTo>
                <a:lnTo>
                  <a:pt x="225560" y="206785"/>
                </a:lnTo>
                <a:lnTo>
                  <a:pt x="35267" y="206785"/>
                </a:lnTo>
                <a:lnTo>
                  <a:pt x="35267" y="184711"/>
                </a:lnTo>
                <a:lnTo>
                  <a:pt x="253216" y="184711"/>
                </a:lnTo>
                <a:lnTo>
                  <a:pt x="253216" y="256261"/>
                </a:lnTo>
                <a:lnTo>
                  <a:pt x="63684" y="256261"/>
                </a:lnTo>
                <a:lnTo>
                  <a:pt x="63684" y="289245"/>
                </a:lnTo>
                <a:lnTo>
                  <a:pt x="262858" y="289245"/>
                </a:lnTo>
                <a:lnTo>
                  <a:pt x="262858" y="311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2392058" y="9152255"/>
            <a:ext cx="290830" cy="309880"/>
          </a:xfrm>
          <a:custGeom>
            <a:avLst/>
            <a:gdLst/>
            <a:ahLst/>
            <a:cxnLst/>
            <a:rect l="l" t="t" r="r" b="b"/>
            <a:pathLst>
              <a:path w="290829" h="309879">
                <a:moveTo>
                  <a:pt x="145130" y="110877"/>
                </a:moveTo>
                <a:lnTo>
                  <a:pt x="97517" y="107115"/>
                </a:lnTo>
                <a:lnTo>
                  <a:pt x="62035" y="96383"/>
                </a:lnTo>
                <a:lnTo>
                  <a:pt x="39874" y="78943"/>
                </a:lnTo>
                <a:lnTo>
                  <a:pt x="32222" y="55058"/>
                </a:lnTo>
                <a:lnTo>
                  <a:pt x="39874" y="31469"/>
                </a:lnTo>
                <a:lnTo>
                  <a:pt x="62035" y="14208"/>
                </a:lnTo>
                <a:lnTo>
                  <a:pt x="97517" y="3607"/>
                </a:lnTo>
                <a:lnTo>
                  <a:pt x="145130" y="0"/>
                </a:lnTo>
                <a:lnTo>
                  <a:pt x="192703" y="3607"/>
                </a:lnTo>
                <a:lnTo>
                  <a:pt x="228098" y="14208"/>
                </a:lnTo>
                <a:lnTo>
                  <a:pt x="237183" y="21312"/>
                </a:lnTo>
                <a:lnTo>
                  <a:pt x="145130" y="21312"/>
                </a:lnTo>
                <a:lnTo>
                  <a:pt x="109787" y="23624"/>
                </a:lnTo>
                <a:lnTo>
                  <a:pt x="83506" y="30288"/>
                </a:lnTo>
                <a:lnTo>
                  <a:pt x="67169" y="40901"/>
                </a:lnTo>
                <a:lnTo>
                  <a:pt x="61654" y="55058"/>
                </a:lnTo>
                <a:lnTo>
                  <a:pt x="67169" y="69722"/>
                </a:lnTo>
                <a:lnTo>
                  <a:pt x="83506" y="80462"/>
                </a:lnTo>
                <a:lnTo>
                  <a:pt x="109787" y="87063"/>
                </a:lnTo>
                <a:lnTo>
                  <a:pt x="145130" y="89310"/>
                </a:lnTo>
                <a:lnTo>
                  <a:pt x="237050" y="89310"/>
                </a:lnTo>
                <a:lnTo>
                  <a:pt x="228098" y="96383"/>
                </a:lnTo>
                <a:lnTo>
                  <a:pt x="192703" y="107115"/>
                </a:lnTo>
                <a:lnTo>
                  <a:pt x="145130" y="110877"/>
                </a:lnTo>
                <a:close/>
              </a:path>
              <a:path w="290829" h="309879">
                <a:moveTo>
                  <a:pt x="237050" y="89310"/>
                </a:moveTo>
                <a:lnTo>
                  <a:pt x="145130" y="89310"/>
                </a:lnTo>
                <a:lnTo>
                  <a:pt x="180623" y="87063"/>
                </a:lnTo>
                <a:lnTo>
                  <a:pt x="207007" y="80462"/>
                </a:lnTo>
                <a:lnTo>
                  <a:pt x="223447" y="69722"/>
                </a:lnTo>
                <a:lnTo>
                  <a:pt x="229112" y="55058"/>
                </a:lnTo>
                <a:lnTo>
                  <a:pt x="223447" y="40901"/>
                </a:lnTo>
                <a:lnTo>
                  <a:pt x="207007" y="30288"/>
                </a:lnTo>
                <a:lnTo>
                  <a:pt x="180623" y="23624"/>
                </a:lnTo>
                <a:lnTo>
                  <a:pt x="145130" y="21312"/>
                </a:lnTo>
                <a:lnTo>
                  <a:pt x="237183" y="21312"/>
                </a:lnTo>
                <a:lnTo>
                  <a:pt x="250172" y="31469"/>
                </a:lnTo>
                <a:lnTo>
                  <a:pt x="257783" y="55058"/>
                </a:lnTo>
                <a:lnTo>
                  <a:pt x="250172" y="78943"/>
                </a:lnTo>
                <a:lnTo>
                  <a:pt x="237050" y="89310"/>
                </a:lnTo>
                <a:close/>
              </a:path>
              <a:path w="290829" h="309879">
                <a:moveTo>
                  <a:pt x="290767" y="155279"/>
                </a:moveTo>
                <a:lnTo>
                  <a:pt x="0" y="155279"/>
                </a:lnTo>
                <a:lnTo>
                  <a:pt x="0" y="132444"/>
                </a:lnTo>
                <a:lnTo>
                  <a:pt x="290767" y="132444"/>
                </a:lnTo>
                <a:lnTo>
                  <a:pt x="290767" y="155279"/>
                </a:lnTo>
                <a:close/>
              </a:path>
              <a:path w="290829" h="309879">
                <a:moveTo>
                  <a:pt x="262858" y="309797"/>
                </a:moveTo>
                <a:lnTo>
                  <a:pt x="36028" y="309797"/>
                </a:lnTo>
                <a:lnTo>
                  <a:pt x="36028" y="233426"/>
                </a:lnTo>
                <a:lnTo>
                  <a:pt x="225560" y="233426"/>
                </a:lnTo>
                <a:lnTo>
                  <a:pt x="225560" y="204501"/>
                </a:lnTo>
                <a:lnTo>
                  <a:pt x="35267" y="204501"/>
                </a:lnTo>
                <a:lnTo>
                  <a:pt x="35267" y="182935"/>
                </a:lnTo>
                <a:lnTo>
                  <a:pt x="253216" y="182935"/>
                </a:lnTo>
                <a:lnTo>
                  <a:pt x="253216" y="254231"/>
                </a:lnTo>
                <a:lnTo>
                  <a:pt x="63684" y="254231"/>
                </a:lnTo>
                <a:lnTo>
                  <a:pt x="63684" y="287469"/>
                </a:lnTo>
                <a:lnTo>
                  <a:pt x="262858" y="287469"/>
                </a:lnTo>
                <a:lnTo>
                  <a:pt x="262858" y="3097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2806518" y="9146673"/>
            <a:ext cx="266065" cy="314960"/>
          </a:xfrm>
          <a:custGeom>
            <a:avLst/>
            <a:gdLst/>
            <a:ahLst/>
            <a:cxnLst/>
            <a:rect l="l" t="t" r="r" b="b"/>
            <a:pathLst>
              <a:path w="266065" h="314959">
                <a:moveTo>
                  <a:pt x="259306" y="80684"/>
                </a:moveTo>
                <a:lnTo>
                  <a:pt x="231142" y="80684"/>
                </a:lnTo>
                <a:lnTo>
                  <a:pt x="231142" y="0"/>
                </a:lnTo>
                <a:lnTo>
                  <a:pt x="259306" y="0"/>
                </a:lnTo>
                <a:lnTo>
                  <a:pt x="259306" y="80684"/>
                </a:lnTo>
                <a:close/>
              </a:path>
              <a:path w="266065" h="314959">
                <a:moveTo>
                  <a:pt x="82714" y="168726"/>
                </a:moveTo>
                <a:lnTo>
                  <a:pt x="49630" y="163013"/>
                </a:lnTo>
                <a:lnTo>
                  <a:pt x="23374" y="147382"/>
                </a:lnTo>
                <a:lnTo>
                  <a:pt x="6109" y="123520"/>
                </a:lnTo>
                <a:lnTo>
                  <a:pt x="0" y="93116"/>
                </a:lnTo>
                <a:lnTo>
                  <a:pt x="6109" y="62535"/>
                </a:lnTo>
                <a:lnTo>
                  <a:pt x="23374" y="38566"/>
                </a:lnTo>
                <a:lnTo>
                  <a:pt x="49630" y="22969"/>
                </a:lnTo>
                <a:lnTo>
                  <a:pt x="82714" y="17506"/>
                </a:lnTo>
                <a:lnTo>
                  <a:pt x="112566" y="21972"/>
                </a:lnTo>
                <a:lnTo>
                  <a:pt x="137137" y="34871"/>
                </a:lnTo>
                <a:lnTo>
                  <a:pt x="142881" y="41357"/>
                </a:lnTo>
                <a:lnTo>
                  <a:pt x="82714" y="41357"/>
                </a:lnTo>
                <a:lnTo>
                  <a:pt x="60291" y="45055"/>
                </a:lnTo>
                <a:lnTo>
                  <a:pt x="42625" y="55724"/>
                </a:lnTo>
                <a:lnTo>
                  <a:pt x="31049" y="72148"/>
                </a:lnTo>
                <a:lnTo>
                  <a:pt x="26894" y="93116"/>
                </a:lnTo>
                <a:lnTo>
                  <a:pt x="31049" y="113652"/>
                </a:lnTo>
                <a:lnTo>
                  <a:pt x="42625" y="129906"/>
                </a:lnTo>
                <a:lnTo>
                  <a:pt x="60291" y="140642"/>
                </a:lnTo>
                <a:lnTo>
                  <a:pt x="82714" y="144622"/>
                </a:lnTo>
                <a:lnTo>
                  <a:pt x="142895" y="144622"/>
                </a:lnTo>
                <a:lnTo>
                  <a:pt x="137581" y="150728"/>
                </a:lnTo>
                <a:lnTo>
                  <a:pt x="112871" y="163919"/>
                </a:lnTo>
                <a:lnTo>
                  <a:pt x="82714" y="168726"/>
                </a:lnTo>
                <a:close/>
              </a:path>
              <a:path w="266065" h="314959">
                <a:moveTo>
                  <a:pt x="142895" y="144622"/>
                </a:moveTo>
                <a:lnTo>
                  <a:pt x="82714" y="144622"/>
                </a:lnTo>
                <a:lnTo>
                  <a:pt x="104629" y="140642"/>
                </a:lnTo>
                <a:lnTo>
                  <a:pt x="122168" y="129906"/>
                </a:lnTo>
                <a:lnTo>
                  <a:pt x="133807" y="113652"/>
                </a:lnTo>
                <a:lnTo>
                  <a:pt x="138025" y="93116"/>
                </a:lnTo>
                <a:lnTo>
                  <a:pt x="133807" y="72148"/>
                </a:lnTo>
                <a:lnTo>
                  <a:pt x="122168" y="55724"/>
                </a:lnTo>
                <a:lnTo>
                  <a:pt x="104629" y="45055"/>
                </a:lnTo>
                <a:lnTo>
                  <a:pt x="82714" y="41357"/>
                </a:lnTo>
                <a:lnTo>
                  <a:pt x="142881" y="41357"/>
                </a:lnTo>
                <a:lnTo>
                  <a:pt x="154858" y="54881"/>
                </a:lnTo>
                <a:lnTo>
                  <a:pt x="164159" y="80684"/>
                </a:lnTo>
                <a:lnTo>
                  <a:pt x="259306" y="80684"/>
                </a:lnTo>
                <a:lnTo>
                  <a:pt x="259306" y="104280"/>
                </a:lnTo>
                <a:lnTo>
                  <a:pt x="164286" y="104280"/>
                </a:lnTo>
                <a:lnTo>
                  <a:pt x="155251" y="130424"/>
                </a:lnTo>
                <a:lnTo>
                  <a:pt x="142895" y="144622"/>
                </a:lnTo>
                <a:close/>
              </a:path>
              <a:path w="266065" h="314959">
                <a:moveTo>
                  <a:pt x="259306" y="183188"/>
                </a:moveTo>
                <a:lnTo>
                  <a:pt x="231142" y="183188"/>
                </a:lnTo>
                <a:lnTo>
                  <a:pt x="231142" y="104280"/>
                </a:lnTo>
                <a:lnTo>
                  <a:pt x="259306" y="104280"/>
                </a:lnTo>
                <a:lnTo>
                  <a:pt x="259306" y="183188"/>
                </a:lnTo>
                <a:close/>
              </a:path>
              <a:path w="266065" h="314959">
                <a:moveTo>
                  <a:pt x="265902" y="314617"/>
                </a:moveTo>
                <a:lnTo>
                  <a:pt x="52013" y="314617"/>
                </a:lnTo>
                <a:lnTo>
                  <a:pt x="52013" y="201203"/>
                </a:lnTo>
                <a:lnTo>
                  <a:pt x="261082" y="201203"/>
                </a:lnTo>
                <a:lnTo>
                  <a:pt x="261082" y="224292"/>
                </a:lnTo>
                <a:lnTo>
                  <a:pt x="80176" y="224292"/>
                </a:lnTo>
                <a:lnTo>
                  <a:pt x="80176" y="291529"/>
                </a:lnTo>
                <a:lnTo>
                  <a:pt x="265902" y="291529"/>
                </a:lnTo>
                <a:lnTo>
                  <a:pt x="265902" y="3146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3158686" y="9157969"/>
            <a:ext cx="27940" cy="85090"/>
          </a:xfrm>
          <a:custGeom>
            <a:avLst/>
            <a:gdLst/>
            <a:ahLst/>
            <a:cxnLst/>
            <a:rect l="l" t="t" r="r" b="b"/>
            <a:pathLst>
              <a:path w="27940" h="85090">
                <a:moveTo>
                  <a:pt x="0" y="0"/>
                </a:moveTo>
                <a:lnTo>
                  <a:pt x="27909" y="0"/>
                </a:lnTo>
                <a:lnTo>
                  <a:pt x="27909" y="85089"/>
                </a:lnTo>
                <a:lnTo>
                  <a:pt x="0" y="850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3158686" y="9243059"/>
            <a:ext cx="218440" cy="22860"/>
          </a:xfrm>
          <a:custGeom>
            <a:avLst/>
            <a:gdLst/>
            <a:ahLst/>
            <a:cxnLst/>
            <a:rect l="l" t="t" r="r" b="b"/>
            <a:pathLst>
              <a:path w="218440" h="22859">
                <a:moveTo>
                  <a:pt x="0" y="0"/>
                </a:moveTo>
                <a:lnTo>
                  <a:pt x="218202" y="0"/>
                </a:lnTo>
                <a:lnTo>
                  <a:pt x="218202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3118599" y="9309564"/>
            <a:ext cx="292100" cy="22860"/>
          </a:xfrm>
          <a:custGeom>
            <a:avLst/>
            <a:gdLst/>
            <a:ahLst/>
            <a:cxnLst/>
            <a:rect l="l" t="t" r="r" b="b"/>
            <a:pathLst>
              <a:path w="292100" h="22859">
                <a:moveTo>
                  <a:pt x="292036" y="22835"/>
                </a:moveTo>
                <a:lnTo>
                  <a:pt x="0" y="22835"/>
                </a:lnTo>
                <a:lnTo>
                  <a:pt x="0" y="0"/>
                </a:lnTo>
                <a:lnTo>
                  <a:pt x="292036" y="0"/>
                </a:lnTo>
                <a:lnTo>
                  <a:pt x="292036" y="22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3156657" y="9364980"/>
            <a:ext cx="27940" cy="69850"/>
          </a:xfrm>
          <a:custGeom>
            <a:avLst/>
            <a:gdLst/>
            <a:ahLst/>
            <a:cxnLst/>
            <a:rect l="l" t="t" r="r" b="b"/>
            <a:pathLst>
              <a:path w="27940" h="69850">
                <a:moveTo>
                  <a:pt x="0" y="0"/>
                </a:moveTo>
                <a:lnTo>
                  <a:pt x="27909" y="0"/>
                </a:lnTo>
                <a:lnTo>
                  <a:pt x="27909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3156657" y="9434830"/>
            <a:ext cx="222885" cy="22860"/>
          </a:xfrm>
          <a:custGeom>
            <a:avLst/>
            <a:gdLst/>
            <a:ahLst/>
            <a:cxnLst/>
            <a:rect l="l" t="t" r="r" b="b"/>
            <a:pathLst>
              <a:path w="222884" h="22859">
                <a:moveTo>
                  <a:pt x="0" y="0"/>
                </a:moveTo>
                <a:lnTo>
                  <a:pt x="222262" y="0"/>
                </a:lnTo>
                <a:lnTo>
                  <a:pt x="222262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3542467" y="9146673"/>
            <a:ext cx="283845" cy="318770"/>
          </a:xfrm>
          <a:custGeom>
            <a:avLst/>
            <a:gdLst/>
            <a:ahLst/>
            <a:cxnLst/>
            <a:rect l="l" t="t" r="r" b="b"/>
            <a:pathLst>
              <a:path w="283844" h="318770">
                <a:moveTo>
                  <a:pt x="235709" y="191815"/>
                </a:moveTo>
                <a:lnTo>
                  <a:pt x="207546" y="191815"/>
                </a:lnTo>
                <a:lnTo>
                  <a:pt x="207546" y="0"/>
                </a:lnTo>
                <a:lnTo>
                  <a:pt x="235709" y="0"/>
                </a:lnTo>
                <a:lnTo>
                  <a:pt x="235709" y="80176"/>
                </a:lnTo>
                <a:lnTo>
                  <a:pt x="283663" y="80176"/>
                </a:lnTo>
                <a:lnTo>
                  <a:pt x="283663" y="104280"/>
                </a:lnTo>
                <a:lnTo>
                  <a:pt x="235709" y="104280"/>
                </a:lnTo>
                <a:lnTo>
                  <a:pt x="235709" y="191815"/>
                </a:lnTo>
                <a:close/>
              </a:path>
              <a:path w="283844" h="318770">
                <a:moveTo>
                  <a:pt x="148428" y="166950"/>
                </a:moveTo>
                <a:lnTo>
                  <a:pt x="0" y="166950"/>
                </a:lnTo>
                <a:lnTo>
                  <a:pt x="0" y="19790"/>
                </a:lnTo>
                <a:lnTo>
                  <a:pt x="27655" y="19790"/>
                </a:lnTo>
                <a:lnTo>
                  <a:pt x="27655" y="68759"/>
                </a:lnTo>
                <a:lnTo>
                  <a:pt x="148428" y="68759"/>
                </a:lnTo>
                <a:lnTo>
                  <a:pt x="148428" y="91086"/>
                </a:lnTo>
                <a:lnTo>
                  <a:pt x="27655" y="91086"/>
                </a:lnTo>
                <a:lnTo>
                  <a:pt x="27655" y="144115"/>
                </a:lnTo>
                <a:lnTo>
                  <a:pt x="148428" y="144115"/>
                </a:lnTo>
                <a:lnTo>
                  <a:pt x="148428" y="166950"/>
                </a:lnTo>
                <a:close/>
              </a:path>
              <a:path w="283844" h="318770">
                <a:moveTo>
                  <a:pt x="148428" y="68759"/>
                </a:moveTo>
                <a:lnTo>
                  <a:pt x="120518" y="68759"/>
                </a:lnTo>
                <a:lnTo>
                  <a:pt x="120518" y="19790"/>
                </a:lnTo>
                <a:lnTo>
                  <a:pt x="148428" y="19790"/>
                </a:lnTo>
                <a:lnTo>
                  <a:pt x="148428" y="68759"/>
                </a:lnTo>
                <a:close/>
              </a:path>
              <a:path w="283844" h="318770">
                <a:moveTo>
                  <a:pt x="148428" y="144115"/>
                </a:moveTo>
                <a:lnTo>
                  <a:pt x="120518" y="144115"/>
                </a:lnTo>
                <a:lnTo>
                  <a:pt x="120518" y="91086"/>
                </a:lnTo>
                <a:lnTo>
                  <a:pt x="148428" y="91086"/>
                </a:lnTo>
                <a:lnTo>
                  <a:pt x="148428" y="144115"/>
                </a:lnTo>
                <a:close/>
              </a:path>
              <a:path w="283844" h="318770">
                <a:moveTo>
                  <a:pt x="133458" y="318677"/>
                </a:moveTo>
                <a:lnTo>
                  <a:pt x="89203" y="314574"/>
                </a:lnTo>
                <a:lnTo>
                  <a:pt x="55914" y="302978"/>
                </a:lnTo>
                <a:lnTo>
                  <a:pt x="34946" y="284389"/>
                </a:lnTo>
                <a:lnTo>
                  <a:pt x="27655" y="259306"/>
                </a:lnTo>
                <a:lnTo>
                  <a:pt x="34946" y="234373"/>
                </a:lnTo>
                <a:lnTo>
                  <a:pt x="55914" y="215887"/>
                </a:lnTo>
                <a:lnTo>
                  <a:pt x="89203" y="204394"/>
                </a:lnTo>
                <a:lnTo>
                  <a:pt x="133458" y="200442"/>
                </a:lnTo>
                <a:lnTo>
                  <a:pt x="177487" y="204394"/>
                </a:lnTo>
                <a:lnTo>
                  <a:pt x="210527" y="215887"/>
                </a:lnTo>
                <a:lnTo>
                  <a:pt x="218258" y="222769"/>
                </a:lnTo>
                <a:lnTo>
                  <a:pt x="133458" y="222769"/>
                </a:lnTo>
                <a:lnTo>
                  <a:pt x="100954" y="225374"/>
                </a:lnTo>
                <a:lnTo>
                  <a:pt x="76466" y="232569"/>
                </a:lnTo>
                <a:lnTo>
                  <a:pt x="61064" y="243999"/>
                </a:lnTo>
                <a:lnTo>
                  <a:pt x="55819" y="259306"/>
                </a:lnTo>
                <a:lnTo>
                  <a:pt x="61064" y="274648"/>
                </a:lnTo>
                <a:lnTo>
                  <a:pt x="76466" y="286137"/>
                </a:lnTo>
                <a:lnTo>
                  <a:pt x="100954" y="293344"/>
                </a:lnTo>
                <a:lnTo>
                  <a:pt x="133458" y="295842"/>
                </a:lnTo>
                <a:lnTo>
                  <a:pt x="218499" y="295842"/>
                </a:lnTo>
                <a:lnTo>
                  <a:pt x="210527" y="302978"/>
                </a:lnTo>
                <a:lnTo>
                  <a:pt x="177487" y="314574"/>
                </a:lnTo>
                <a:lnTo>
                  <a:pt x="133458" y="318677"/>
                </a:lnTo>
                <a:close/>
              </a:path>
              <a:path w="283844" h="318770">
                <a:moveTo>
                  <a:pt x="218499" y="295842"/>
                </a:moveTo>
                <a:lnTo>
                  <a:pt x="133458" y="295842"/>
                </a:lnTo>
                <a:lnTo>
                  <a:pt x="165927" y="293344"/>
                </a:lnTo>
                <a:lnTo>
                  <a:pt x="190356" y="286137"/>
                </a:lnTo>
                <a:lnTo>
                  <a:pt x="205746" y="274648"/>
                </a:lnTo>
                <a:lnTo>
                  <a:pt x="211098" y="259306"/>
                </a:lnTo>
                <a:lnTo>
                  <a:pt x="205746" y="243999"/>
                </a:lnTo>
                <a:lnTo>
                  <a:pt x="190356" y="232569"/>
                </a:lnTo>
                <a:lnTo>
                  <a:pt x="165927" y="225374"/>
                </a:lnTo>
                <a:lnTo>
                  <a:pt x="133458" y="222769"/>
                </a:lnTo>
                <a:lnTo>
                  <a:pt x="218258" y="222769"/>
                </a:lnTo>
                <a:lnTo>
                  <a:pt x="231293" y="234373"/>
                </a:lnTo>
                <a:lnTo>
                  <a:pt x="238500" y="259306"/>
                </a:lnTo>
                <a:lnTo>
                  <a:pt x="231293" y="284389"/>
                </a:lnTo>
                <a:lnTo>
                  <a:pt x="218499" y="295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3847190" y="9144136"/>
            <a:ext cx="295910" cy="321310"/>
          </a:xfrm>
          <a:custGeom>
            <a:avLst/>
            <a:gdLst/>
            <a:ahLst/>
            <a:cxnLst/>
            <a:rect l="l" t="t" r="r" b="b"/>
            <a:pathLst>
              <a:path w="295909" h="321309">
                <a:moveTo>
                  <a:pt x="109101" y="38819"/>
                </a:moveTo>
                <a:lnTo>
                  <a:pt x="81191" y="38819"/>
                </a:lnTo>
                <a:lnTo>
                  <a:pt x="81191" y="0"/>
                </a:lnTo>
                <a:lnTo>
                  <a:pt x="109101" y="0"/>
                </a:lnTo>
                <a:lnTo>
                  <a:pt x="109101" y="38819"/>
                </a:lnTo>
                <a:close/>
              </a:path>
              <a:path w="295909" h="321309">
                <a:moveTo>
                  <a:pt x="190039" y="61401"/>
                </a:moveTo>
                <a:lnTo>
                  <a:pt x="0" y="61401"/>
                </a:lnTo>
                <a:lnTo>
                  <a:pt x="0" y="38819"/>
                </a:lnTo>
                <a:lnTo>
                  <a:pt x="190039" y="38819"/>
                </a:lnTo>
                <a:lnTo>
                  <a:pt x="190039" y="61401"/>
                </a:lnTo>
                <a:close/>
              </a:path>
              <a:path w="295909" h="321309">
                <a:moveTo>
                  <a:pt x="248649" y="208307"/>
                </a:moveTo>
                <a:lnTo>
                  <a:pt x="220486" y="208307"/>
                </a:lnTo>
                <a:lnTo>
                  <a:pt x="220486" y="2537"/>
                </a:lnTo>
                <a:lnTo>
                  <a:pt x="248649" y="2537"/>
                </a:lnTo>
                <a:lnTo>
                  <a:pt x="248649" y="58356"/>
                </a:lnTo>
                <a:lnTo>
                  <a:pt x="295842" y="58356"/>
                </a:lnTo>
                <a:lnTo>
                  <a:pt x="295842" y="81699"/>
                </a:lnTo>
                <a:lnTo>
                  <a:pt x="248649" y="81699"/>
                </a:lnTo>
                <a:lnTo>
                  <a:pt x="248649" y="125847"/>
                </a:lnTo>
                <a:lnTo>
                  <a:pt x="295842" y="125847"/>
                </a:lnTo>
                <a:lnTo>
                  <a:pt x="295842" y="149443"/>
                </a:lnTo>
                <a:lnTo>
                  <a:pt x="248649" y="149443"/>
                </a:lnTo>
                <a:lnTo>
                  <a:pt x="248649" y="208307"/>
                </a:lnTo>
                <a:close/>
              </a:path>
              <a:path w="295909" h="321309">
                <a:moveTo>
                  <a:pt x="95146" y="190293"/>
                </a:moveTo>
                <a:lnTo>
                  <a:pt x="63510" y="186455"/>
                </a:lnTo>
                <a:lnTo>
                  <a:pt x="39200" y="175196"/>
                </a:lnTo>
                <a:lnTo>
                  <a:pt x="23643" y="157467"/>
                </a:lnTo>
                <a:lnTo>
                  <a:pt x="18268" y="134220"/>
                </a:lnTo>
                <a:lnTo>
                  <a:pt x="23643" y="110968"/>
                </a:lnTo>
                <a:lnTo>
                  <a:pt x="39200" y="93211"/>
                </a:lnTo>
                <a:lnTo>
                  <a:pt x="63510" y="81877"/>
                </a:lnTo>
                <a:lnTo>
                  <a:pt x="95146" y="77893"/>
                </a:lnTo>
                <a:lnTo>
                  <a:pt x="126350" y="81877"/>
                </a:lnTo>
                <a:lnTo>
                  <a:pt x="150490" y="93211"/>
                </a:lnTo>
                <a:lnTo>
                  <a:pt x="155541" y="98952"/>
                </a:lnTo>
                <a:lnTo>
                  <a:pt x="95146" y="98952"/>
                </a:lnTo>
                <a:lnTo>
                  <a:pt x="74563" y="101608"/>
                </a:lnTo>
                <a:lnTo>
                  <a:pt x="58737" y="108784"/>
                </a:lnTo>
                <a:lnTo>
                  <a:pt x="48619" y="119860"/>
                </a:lnTo>
                <a:lnTo>
                  <a:pt x="45162" y="134220"/>
                </a:lnTo>
                <a:lnTo>
                  <a:pt x="48619" y="148349"/>
                </a:lnTo>
                <a:lnTo>
                  <a:pt x="58737" y="159148"/>
                </a:lnTo>
                <a:lnTo>
                  <a:pt x="74563" y="166046"/>
                </a:lnTo>
                <a:lnTo>
                  <a:pt x="95146" y="168472"/>
                </a:lnTo>
                <a:lnTo>
                  <a:pt x="156415" y="168472"/>
                </a:lnTo>
                <a:lnTo>
                  <a:pt x="150490" y="175196"/>
                </a:lnTo>
                <a:lnTo>
                  <a:pt x="126350" y="186455"/>
                </a:lnTo>
                <a:lnTo>
                  <a:pt x="95146" y="190293"/>
                </a:lnTo>
                <a:close/>
              </a:path>
              <a:path w="295909" h="321309">
                <a:moveTo>
                  <a:pt x="156415" y="168472"/>
                </a:moveTo>
                <a:lnTo>
                  <a:pt x="95146" y="168472"/>
                </a:lnTo>
                <a:lnTo>
                  <a:pt x="115444" y="166046"/>
                </a:lnTo>
                <a:lnTo>
                  <a:pt x="131175" y="159148"/>
                </a:lnTo>
                <a:lnTo>
                  <a:pt x="141387" y="148349"/>
                </a:lnTo>
                <a:lnTo>
                  <a:pt x="145130" y="134220"/>
                </a:lnTo>
                <a:lnTo>
                  <a:pt x="141387" y="119860"/>
                </a:lnTo>
                <a:lnTo>
                  <a:pt x="131175" y="108784"/>
                </a:lnTo>
                <a:lnTo>
                  <a:pt x="115444" y="101608"/>
                </a:lnTo>
                <a:lnTo>
                  <a:pt x="95146" y="98952"/>
                </a:lnTo>
                <a:lnTo>
                  <a:pt x="155541" y="98952"/>
                </a:lnTo>
                <a:lnTo>
                  <a:pt x="166114" y="110968"/>
                </a:lnTo>
                <a:lnTo>
                  <a:pt x="171771" y="134220"/>
                </a:lnTo>
                <a:lnTo>
                  <a:pt x="166114" y="157467"/>
                </a:lnTo>
                <a:lnTo>
                  <a:pt x="156415" y="168472"/>
                </a:lnTo>
                <a:close/>
              </a:path>
              <a:path w="295909" h="321309">
                <a:moveTo>
                  <a:pt x="147921" y="320707"/>
                </a:moveTo>
                <a:lnTo>
                  <a:pt x="104042" y="316996"/>
                </a:lnTo>
                <a:lnTo>
                  <a:pt x="71106" y="306245"/>
                </a:lnTo>
                <a:lnTo>
                  <a:pt x="50443" y="289023"/>
                </a:lnTo>
                <a:lnTo>
                  <a:pt x="43386" y="265902"/>
                </a:lnTo>
                <a:lnTo>
                  <a:pt x="50443" y="242488"/>
                </a:lnTo>
                <a:lnTo>
                  <a:pt x="71106" y="225116"/>
                </a:lnTo>
                <a:lnTo>
                  <a:pt x="104042" y="214309"/>
                </a:lnTo>
                <a:lnTo>
                  <a:pt x="147921" y="210591"/>
                </a:lnTo>
                <a:lnTo>
                  <a:pt x="191510" y="214309"/>
                </a:lnTo>
                <a:lnTo>
                  <a:pt x="224323" y="225116"/>
                </a:lnTo>
                <a:lnTo>
                  <a:pt x="233310" y="232665"/>
                </a:lnTo>
                <a:lnTo>
                  <a:pt x="147921" y="232665"/>
                </a:lnTo>
                <a:lnTo>
                  <a:pt x="115682" y="234861"/>
                </a:lnTo>
                <a:lnTo>
                  <a:pt x="91530" y="241291"/>
                </a:lnTo>
                <a:lnTo>
                  <a:pt x="76418" y="251718"/>
                </a:lnTo>
                <a:lnTo>
                  <a:pt x="71296" y="265902"/>
                </a:lnTo>
                <a:lnTo>
                  <a:pt x="76418" y="279722"/>
                </a:lnTo>
                <a:lnTo>
                  <a:pt x="91530" y="290070"/>
                </a:lnTo>
                <a:lnTo>
                  <a:pt x="115682" y="296516"/>
                </a:lnTo>
                <a:lnTo>
                  <a:pt x="147921" y="298633"/>
                </a:lnTo>
                <a:lnTo>
                  <a:pt x="233465" y="298633"/>
                </a:lnTo>
                <a:lnTo>
                  <a:pt x="224323" y="306245"/>
                </a:lnTo>
                <a:lnTo>
                  <a:pt x="191510" y="316996"/>
                </a:lnTo>
                <a:lnTo>
                  <a:pt x="147921" y="320707"/>
                </a:lnTo>
                <a:close/>
              </a:path>
              <a:path w="295909" h="321309">
                <a:moveTo>
                  <a:pt x="233465" y="298633"/>
                </a:moveTo>
                <a:lnTo>
                  <a:pt x="147921" y="298633"/>
                </a:lnTo>
                <a:lnTo>
                  <a:pt x="179870" y="296516"/>
                </a:lnTo>
                <a:lnTo>
                  <a:pt x="203899" y="290070"/>
                </a:lnTo>
                <a:lnTo>
                  <a:pt x="219031" y="279722"/>
                </a:lnTo>
                <a:lnTo>
                  <a:pt x="224292" y="265902"/>
                </a:lnTo>
                <a:lnTo>
                  <a:pt x="219031" y="251718"/>
                </a:lnTo>
                <a:lnTo>
                  <a:pt x="203899" y="241291"/>
                </a:lnTo>
                <a:lnTo>
                  <a:pt x="179870" y="234861"/>
                </a:lnTo>
                <a:lnTo>
                  <a:pt x="147921" y="232665"/>
                </a:lnTo>
                <a:lnTo>
                  <a:pt x="233310" y="232665"/>
                </a:lnTo>
                <a:lnTo>
                  <a:pt x="245006" y="242488"/>
                </a:lnTo>
                <a:lnTo>
                  <a:pt x="252201" y="265902"/>
                </a:lnTo>
                <a:lnTo>
                  <a:pt x="245006" y="289023"/>
                </a:lnTo>
                <a:lnTo>
                  <a:pt x="233465" y="2986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4164092" y="9167224"/>
            <a:ext cx="292100" cy="255904"/>
          </a:xfrm>
          <a:custGeom>
            <a:avLst/>
            <a:gdLst/>
            <a:ahLst/>
            <a:cxnLst/>
            <a:rect l="l" t="t" r="r" b="b"/>
            <a:pathLst>
              <a:path w="292100" h="255904">
                <a:moveTo>
                  <a:pt x="145130" y="175323"/>
                </a:moveTo>
                <a:lnTo>
                  <a:pt x="98888" y="169210"/>
                </a:lnTo>
                <a:lnTo>
                  <a:pt x="61972" y="151536"/>
                </a:lnTo>
                <a:lnTo>
                  <a:pt x="37519" y="123872"/>
                </a:lnTo>
                <a:lnTo>
                  <a:pt x="28670" y="87788"/>
                </a:lnTo>
                <a:lnTo>
                  <a:pt x="37519" y="51842"/>
                </a:lnTo>
                <a:lnTo>
                  <a:pt x="61972" y="24198"/>
                </a:lnTo>
                <a:lnTo>
                  <a:pt x="98888" y="6402"/>
                </a:lnTo>
                <a:lnTo>
                  <a:pt x="145130" y="0"/>
                </a:lnTo>
                <a:lnTo>
                  <a:pt x="191518" y="6402"/>
                </a:lnTo>
                <a:lnTo>
                  <a:pt x="226202" y="23088"/>
                </a:lnTo>
                <a:lnTo>
                  <a:pt x="145130" y="23088"/>
                </a:lnTo>
                <a:lnTo>
                  <a:pt x="109478" y="27703"/>
                </a:lnTo>
                <a:lnTo>
                  <a:pt x="81033" y="40976"/>
                </a:lnTo>
                <a:lnTo>
                  <a:pt x="62245" y="61480"/>
                </a:lnTo>
                <a:lnTo>
                  <a:pt x="55565" y="87788"/>
                </a:lnTo>
                <a:lnTo>
                  <a:pt x="62245" y="114128"/>
                </a:lnTo>
                <a:lnTo>
                  <a:pt x="81033" y="134473"/>
                </a:lnTo>
                <a:lnTo>
                  <a:pt x="109478" y="147588"/>
                </a:lnTo>
                <a:lnTo>
                  <a:pt x="145130" y="152234"/>
                </a:lnTo>
                <a:lnTo>
                  <a:pt x="227049" y="152234"/>
                </a:lnTo>
                <a:lnTo>
                  <a:pt x="191518" y="169210"/>
                </a:lnTo>
                <a:lnTo>
                  <a:pt x="145130" y="175323"/>
                </a:lnTo>
                <a:close/>
              </a:path>
              <a:path w="292100" h="255904">
                <a:moveTo>
                  <a:pt x="227049" y="152234"/>
                </a:moveTo>
                <a:lnTo>
                  <a:pt x="145130" y="152234"/>
                </a:lnTo>
                <a:lnTo>
                  <a:pt x="180746" y="147588"/>
                </a:lnTo>
                <a:lnTo>
                  <a:pt x="209132" y="134473"/>
                </a:lnTo>
                <a:lnTo>
                  <a:pt x="227907" y="114128"/>
                </a:lnTo>
                <a:lnTo>
                  <a:pt x="234694" y="87788"/>
                </a:lnTo>
                <a:lnTo>
                  <a:pt x="227907" y="61480"/>
                </a:lnTo>
                <a:lnTo>
                  <a:pt x="209132" y="40976"/>
                </a:lnTo>
                <a:lnTo>
                  <a:pt x="180746" y="27703"/>
                </a:lnTo>
                <a:lnTo>
                  <a:pt x="145130" y="23088"/>
                </a:lnTo>
                <a:lnTo>
                  <a:pt x="226202" y="23088"/>
                </a:lnTo>
                <a:lnTo>
                  <a:pt x="228510" y="24198"/>
                </a:lnTo>
                <a:lnTo>
                  <a:pt x="252990" y="51842"/>
                </a:lnTo>
                <a:lnTo>
                  <a:pt x="261843" y="87788"/>
                </a:lnTo>
                <a:lnTo>
                  <a:pt x="252990" y="123872"/>
                </a:lnTo>
                <a:lnTo>
                  <a:pt x="228510" y="151536"/>
                </a:lnTo>
                <a:lnTo>
                  <a:pt x="227049" y="152234"/>
                </a:lnTo>
                <a:close/>
              </a:path>
              <a:path w="292100" h="255904">
                <a:moveTo>
                  <a:pt x="292036" y="255753"/>
                </a:moveTo>
                <a:lnTo>
                  <a:pt x="0" y="255753"/>
                </a:lnTo>
                <a:lnTo>
                  <a:pt x="0" y="232157"/>
                </a:lnTo>
                <a:lnTo>
                  <a:pt x="292036" y="232157"/>
                </a:lnTo>
                <a:lnTo>
                  <a:pt x="292036" y="2557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4517529" y="9170669"/>
            <a:ext cx="219710" cy="22860"/>
          </a:xfrm>
          <a:custGeom>
            <a:avLst/>
            <a:gdLst/>
            <a:ahLst/>
            <a:cxnLst/>
            <a:rect l="l" t="t" r="r" b="b"/>
            <a:pathLst>
              <a:path w="219709" h="22859">
                <a:moveTo>
                  <a:pt x="0" y="0"/>
                </a:moveTo>
                <a:lnTo>
                  <a:pt x="219471" y="0"/>
                </a:lnTo>
                <a:lnTo>
                  <a:pt x="219471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4709091" y="9193530"/>
            <a:ext cx="27940" cy="49530"/>
          </a:xfrm>
          <a:custGeom>
            <a:avLst/>
            <a:gdLst/>
            <a:ahLst/>
            <a:cxnLst/>
            <a:rect l="l" t="t" r="r" b="b"/>
            <a:pathLst>
              <a:path w="27940" h="49529">
                <a:moveTo>
                  <a:pt x="0" y="0"/>
                </a:moveTo>
                <a:lnTo>
                  <a:pt x="27909" y="0"/>
                </a:lnTo>
                <a:lnTo>
                  <a:pt x="27909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4518290" y="9243059"/>
            <a:ext cx="219075" cy="24130"/>
          </a:xfrm>
          <a:custGeom>
            <a:avLst/>
            <a:gdLst/>
            <a:ahLst/>
            <a:cxnLst/>
            <a:rect l="l" t="t" r="r" b="b"/>
            <a:pathLst>
              <a:path w="219075" h="24129">
                <a:moveTo>
                  <a:pt x="0" y="0"/>
                </a:moveTo>
                <a:lnTo>
                  <a:pt x="218710" y="0"/>
                </a:lnTo>
                <a:lnTo>
                  <a:pt x="218710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4518290" y="9267190"/>
            <a:ext cx="27940" cy="52069"/>
          </a:xfrm>
          <a:custGeom>
            <a:avLst/>
            <a:gdLst/>
            <a:ahLst/>
            <a:cxnLst/>
            <a:rect l="l" t="t" r="r" b="b"/>
            <a:pathLst>
              <a:path w="27940" h="52070">
                <a:moveTo>
                  <a:pt x="0" y="0"/>
                </a:moveTo>
                <a:lnTo>
                  <a:pt x="27909" y="0"/>
                </a:lnTo>
                <a:lnTo>
                  <a:pt x="27909" y="52070"/>
                </a:lnTo>
                <a:lnTo>
                  <a:pt x="0" y="520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4518290" y="9319259"/>
            <a:ext cx="226695" cy="22860"/>
          </a:xfrm>
          <a:custGeom>
            <a:avLst/>
            <a:gdLst/>
            <a:ahLst/>
            <a:cxnLst/>
            <a:rect l="l" t="t" r="r" b="b"/>
            <a:pathLst>
              <a:path w="226694" h="22859">
                <a:moveTo>
                  <a:pt x="0" y="0"/>
                </a:moveTo>
                <a:lnTo>
                  <a:pt x="226068" y="0"/>
                </a:lnTo>
                <a:lnTo>
                  <a:pt x="226068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4612929" y="9342119"/>
            <a:ext cx="27940" cy="59690"/>
          </a:xfrm>
          <a:custGeom>
            <a:avLst/>
            <a:gdLst/>
            <a:ahLst/>
            <a:cxnLst/>
            <a:rect l="l" t="t" r="r" b="b"/>
            <a:pathLst>
              <a:path w="27940" h="59690">
                <a:moveTo>
                  <a:pt x="0" y="0"/>
                </a:moveTo>
                <a:lnTo>
                  <a:pt x="27909" y="0"/>
                </a:lnTo>
                <a:lnTo>
                  <a:pt x="27909" y="59690"/>
                </a:lnTo>
                <a:lnTo>
                  <a:pt x="0" y="596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4481754" y="9401809"/>
            <a:ext cx="292100" cy="24130"/>
          </a:xfrm>
          <a:custGeom>
            <a:avLst/>
            <a:gdLst/>
            <a:ahLst/>
            <a:cxnLst/>
            <a:rect l="l" t="t" r="r" b="b"/>
            <a:pathLst>
              <a:path w="292100" h="24129">
                <a:moveTo>
                  <a:pt x="0" y="0"/>
                </a:moveTo>
                <a:lnTo>
                  <a:pt x="292036" y="0"/>
                </a:lnTo>
                <a:lnTo>
                  <a:pt x="292036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4895706" y="9146926"/>
            <a:ext cx="269240" cy="311785"/>
          </a:xfrm>
          <a:custGeom>
            <a:avLst/>
            <a:gdLst/>
            <a:ahLst/>
            <a:cxnLst/>
            <a:rect l="l" t="t" r="r" b="b"/>
            <a:pathLst>
              <a:path w="269240" h="311784">
                <a:moveTo>
                  <a:pt x="258798" y="233933"/>
                </a:moveTo>
                <a:lnTo>
                  <a:pt x="230635" y="233933"/>
                </a:lnTo>
                <a:lnTo>
                  <a:pt x="230635" y="0"/>
                </a:lnTo>
                <a:lnTo>
                  <a:pt x="258798" y="0"/>
                </a:lnTo>
                <a:lnTo>
                  <a:pt x="258798" y="233933"/>
                </a:lnTo>
                <a:close/>
              </a:path>
              <a:path w="269240" h="311784">
                <a:moveTo>
                  <a:pt x="183696" y="49476"/>
                </a:moveTo>
                <a:lnTo>
                  <a:pt x="7357" y="49476"/>
                </a:lnTo>
                <a:lnTo>
                  <a:pt x="7357" y="26387"/>
                </a:lnTo>
                <a:lnTo>
                  <a:pt x="183696" y="26387"/>
                </a:lnTo>
                <a:lnTo>
                  <a:pt x="183696" y="49476"/>
                </a:lnTo>
                <a:close/>
              </a:path>
              <a:path w="269240" h="311784">
                <a:moveTo>
                  <a:pt x="14716" y="194098"/>
                </a:moveTo>
                <a:lnTo>
                  <a:pt x="0" y="171517"/>
                </a:lnTo>
                <a:lnTo>
                  <a:pt x="32999" y="154664"/>
                </a:lnTo>
                <a:lnTo>
                  <a:pt x="58864" y="130509"/>
                </a:lnTo>
                <a:lnTo>
                  <a:pt x="75784" y="100978"/>
                </a:lnTo>
                <a:lnTo>
                  <a:pt x="81952" y="67998"/>
                </a:lnTo>
                <a:lnTo>
                  <a:pt x="81952" y="49476"/>
                </a:lnTo>
                <a:lnTo>
                  <a:pt x="110370" y="49476"/>
                </a:lnTo>
                <a:lnTo>
                  <a:pt x="110370" y="67998"/>
                </a:lnTo>
                <a:lnTo>
                  <a:pt x="116427" y="99237"/>
                </a:lnTo>
                <a:lnTo>
                  <a:pt x="126046" y="115063"/>
                </a:lnTo>
                <a:lnTo>
                  <a:pt x="96668" y="115063"/>
                </a:lnTo>
                <a:lnTo>
                  <a:pt x="83275" y="140810"/>
                </a:lnTo>
                <a:lnTo>
                  <a:pt x="64683" y="163001"/>
                </a:lnTo>
                <a:lnTo>
                  <a:pt x="41596" y="180982"/>
                </a:lnTo>
                <a:lnTo>
                  <a:pt x="14716" y="194098"/>
                </a:lnTo>
                <a:close/>
              </a:path>
              <a:path w="269240" h="311784">
                <a:moveTo>
                  <a:pt x="177606" y="187502"/>
                </a:moveTo>
                <a:lnTo>
                  <a:pt x="151348" y="175612"/>
                </a:lnTo>
                <a:lnTo>
                  <a:pt x="128622" y="159180"/>
                </a:lnTo>
                <a:lnTo>
                  <a:pt x="110153" y="138799"/>
                </a:lnTo>
                <a:lnTo>
                  <a:pt x="96668" y="115063"/>
                </a:lnTo>
                <a:lnTo>
                  <a:pt x="126046" y="115063"/>
                </a:lnTo>
                <a:lnTo>
                  <a:pt x="133332" y="127052"/>
                </a:lnTo>
                <a:lnTo>
                  <a:pt x="159180" y="149633"/>
                </a:lnTo>
                <a:lnTo>
                  <a:pt x="192069" y="165174"/>
                </a:lnTo>
                <a:lnTo>
                  <a:pt x="177606" y="187502"/>
                </a:lnTo>
                <a:close/>
              </a:path>
              <a:path w="269240" h="311784">
                <a:moveTo>
                  <a:pt x="268693" y="311573"/>
                </a:moveTo>
                <a:lnTo>
                  <a:pt x="52774" y="311573"/>
                </a:lnTo>
                <a:lnTo>
                  <a:pt x="52774" y="211605"/>
                </a:lnTo>
                <a:lnTo>
                  <a:pt x="80938" y="211605"/>
                </a:lnTo>
                <a:lnTo>
                  <a:pt x="80938" y="288230"/>
                </a:lnTo>
                <a:lnTo>
                  <a:pt x="268693" y="288230"/>
                </a:lnTo>
                <a:lnTo>
                  <a:pt x="268693" y="311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5207025" y="9146673"/>
            <a:ext cx="274320" cy="318770"/>
          </a:xfrm>
          <a:custGeom>
            <a:avLst/>
            <a:gdLst/>
            <a:ahLst/>
            <a:cxnLst/>
            <a:rect l="l" t="t" r="r" b="b"/>
            <a:pathLst>
              <a:path w="274319" h="318770">
                <a:moveTo>
                  <a:pt x="272499" y="87027"/>
                </a:moveTo>
                <a:lnTo>
                  <a:pt x="245858" y="87027"/>
                </a:lnTo>
                <a:lnTo>
                  <a:pt x="245858" y="0"/>
                </a:lnTo>
                <a:lnTo>
                  <a:pt x="272499" y="0"/>
                </a:lnTo>
                <a:lnTo>
                  <a:pt x="272499" y="87027"/>
                </a:lnTo>
                <a:close/>
              </a:path>
              <a:path w="274319" h="318770">
                <a:moveTo>
                  <a:pt x="202979" y="190546"/>
                </a:moveTo>
                <a:lnTo>
                  <a:pt x="176592" y="190546"/>
                </a:lnTo>
                <a:lnTo>
                  <a:pt x="176592" y="6343"/>
                </a:lnTo>
                <a:lnTo>
                  <a:pt x="202979" y="6343"/>
                </a:lnTo>
                <a:lnTo>
                  <a:pt x="202979" y="87027"/>
                </a:lnTo>
                <a:lnTo>
                  <a:pt x="272499" y="87027"/>
                </a:lnTo>
                <a:lnTo>
                  <a:pt x="272499" y="110370"/>
                </a:lnTo>
                <a:lnTo>
                  <a:pt x="202979" y="110370"/>
                </a:lnTo>
                <a:lnTo>
                  <a:pt x="202979" y="190546"/>
                </a:lnTo>
                <a:close/>
              </a:path>
              <a:path w="274319" h="318770">
                <a:moveTo>
                  <a:pt x="272499" y="201964"/>
                </a:moveTo>
                <a:lnTo>
                  <a:pt x="245858" y="201964"/>
                </a:lnTo>
                <a:lnTo>
                  <a:pt x="245858" y="110370"/>
                </a:lnTo>
                <a:lnTo>
                  <a:pt x="272499" y="110370"/>
                </a:lnTo>
                <a:lnTo>
                  <a:pt x="272499" y="201964"/>
                </a:lnTo>
                <a:close/>
              </a:path>
              <a:path w="274319" h="318770">
                <a:moveTo>
                  <a:pt x="96161" y="38312"/>
                </a:moveTo>
                <a:lnTo>
                  <a:pt x="68251" y="38312"/>
                </a:lnTo>
                <a:lnTo>
                  <a:pt x="68251" y="2283"/>
                </a:lnTo>
                <a:lnTo>
                  <a:pt x="96161" y="2283"/>
                </a:lnTo>
                <a:lnTo>
                  <a:pt x="96161" y="38312"/>
                </a:lnTo>
                <a:close/>
              </a:path>
              <a:path w="274319" h="318770">
                <a:moveTo>
                  <a:pt x="163652" y="60893"/>
                </a:moveTo>
                <a:lnTo>
                  <a:pt x="0" y="60893"/>
                </a:lnTo>
                <a:lnTo>
                  <a:pt x="0" y="38312"/>
                </a:lnTo>
                <a:lnTo>
                  <a:pt x="163652" y="38312"/>
                </a:lnTo>
                <a:lnTo>
                  <a:pt x="163652" y="60893"/>
                </a:lnTo>
                <a:close/>
              </a:path>
              <a:path w="274319" h="318770">
                <a:moveTo>
                  <a:pt x="81952" y="186740"/>
                </a:moveTo>
                <a:lnTo>
                  <a:pt x="54380" y="182895"/>
                </a:lnTo>
                <a:lnTo>
                  <a:pt x="32825" y="171961"/>
                </a:lnTo>
                <a:lnTo>
                  <a:pt x="18835" y="154843"/>
                </a:lnTo>
                <a:lnTo>
                  <a:pt x="13954" y="132444"/>
                </a:lnTo>
                <a:lnTo>
                  <a:pt x="18835" y="109898"/>
                </a:lnTo>
                <a:lnTo>
                  <a:pt x="32825" y="92704"/>
                </a:lnTo>
                <a:lnTo>
                  <a:pt x="54380" y="81742"/>
                </a:lnTo>
                <a:lnTo>
                  <a:pt x="81952" y="77893"/>
                </a:lnTo>
                <a:lnTo>
                  <a:pt x="109787" y="81742"/>
                </a:lnTo>
                <a:lnTo>
                  <a:pt x="131460" y="92704"/>
                </a:lnTo>
                <a:lnTo>
                  <a:pt x="136587" y="98952"/>
                </a:lnTo>
                <a:lnTo>
                  <a:pt x="81952" y="98952"/>
                </a:lnTo>
                <a:lnTo>
                  <a:pt x="64549" y="101366"/>
                </a:lnTo>
                <a:lnTo>
                  <a:pt x="50998" y="108181"/>
                </a:lnTo>
                <a:lnTo>
                  <a:pt x="42205" y="118754"/>
                </a:lnTo>
                <a:lnTo>
                  <a:pt x="39073" y="132444"/>
                </a:lnTo>
                <a:lnTo>
                  <a:pt x="42205" y="145986"/>
                </a:lnTo>
                <a:lnTo>
                  <a:pt x="50998" y="156484"/>
                </a:lnTo>
                <a:lnTo>
                  <a:pt x="64549" y="163271"/>
                </a:lnTo>
                <a:lnTo>
                  <a:pt x="81952" y="165681"/>
                </a:lnTo>
                <a:lnTo>
                  <a:pt x="136636" y="165681"/>
                </a:lnTo>
                <a:lnTo>
                  <a:pt x="131460" y="171961"/>
                </a:lnTo>
                <a:lnTo>
                  <a:pt x="109787" y="182895"/>
                </a:lnTo>
                <a:lnTo>
                  <a:pt x="81952" y="186740"/>
                </a:lnTo>
                <a:close/>
              </a:path>
              <a:path w="274319" h="318770">
                <a:moveTo>
                  <a:pt x="136636" y="165681"/>
                </a:moveTo>
                <a:lnTo>
                  <a:pt x="81952" y="165681"/>
                </a:lnTo>
                <a:lnTo>
                  <a:pt x="99503" y="163271"/>
                </a:lnTo>
                <a:lnTo>
                  <a:pt x="113129" y="156484"/>
                </a:lnTo>
                <a:lnTo>
                  <a:pt x="121950" y="145986"/>
                </a:lnTo>
                <a:lnTo>
                  <a:pt x="125086" y="132444"/>
                </a:lnTo>
                <a:lnTo>
                  <a:pt x="121950" y="118754"/>
                </a:lnTo>
                <a:lnTo>
                  <a:pt x="113129" y="108181"/>
                </a:lnTo>
                <a:lnTo>
                  <a:pt x="99503" y="101366"/>
                </a:lnTo>
                <a:lnTo>
                  <a:pt x="81952" y="98952"/>
                </a:lnTo>
                <a:lnTo>
                  <a:pt x="136587" y="98952"/>
                </a:lnTo>
                <a:lnTo>
                  <a:pt x="145570" y="109898"/>
                </a:lnTo>
                <a:lnTo>
                  <a:pt x="150712" y="132444"/>
                </a:lnTo>
                <a:lnTo>
                  <a:pt x="145570" y="154843"/>
                </a:lnTo>
                <a:lnTo>
                  <a:pt x="136636" y="165681"/>
                </a:lnTo>
                <a:close/>
              </a:path>
              <a:path w="274319" h="318770">
                <a:moveTo>
                  <a:pt x="167204" y="318170"/>
                </a:moveTo>
                <a:lnTo>
                  <a:pt x="122073" y="314491"/>
                </a:lnTo>
                <a:lnTo>
                  <a:pt x="88359" y="303771"/>
                </a:lnTo>
                <a:lnTo>
                  <a:pt x="67300" y="286486"/>
                </a:lnTo>
                <a:lnTo>
                  <a:pt x="60132" y="263111"/>
                </a:lnTo>
                <a:lnTo>
                  <a:pt x="67300" y="239297"/>
                </a:lnTo>
                <a:lnTo>
                  <a:pt x="88359" y="221786"/>
                </a:lnTo>
                <a:lnTo>
                  <a:pt x="122073" y="210983"/>
                </a:lnTo>
                <a:lnTo>
                  <a:pt x="167204" y="207292"/>
                </a:lnTo>
                <a:lnTo>
                  <a:pt x="212192" y="210983"/>
                </a:lnTo>
                <a:lnTo>
                  <a:pt x="245858" y="221786"/>
                </a:lnTo>
                <a:lnTo>
                  <a:pt x="254995" y="229366"/>
                </a:lnTo>
                <a:lnTo>
                  <a:pt x="167204" y="229366"/>
                </a:lnTo>
                <a:lnTo>
                  <a:pt x="133819" y="231463"/>
                </a:lnTo>
                <a:lnTo>
                  <a:pt x="108879" y="237961"/>
                </a:lnTo>
                <a:lnTo>
                  <a:pt x="93311" y="248598"/>
                </a:lnTo>
                <a:lnTo>
                  <a:pt x="88042" y="263111"/>
                </a:lnTo>
                <a:lnTo>
                  <a:pt x="93311" y="277078"/>
                </a:lnTo>
                <a:lnTo>
                  <a:pt x="108879" y="287501"/>
                </a:lnTo>
                <a:lnTo>
                  <a:pt x="133819" y="293975"/>
                </a:lnTo>
                <a:lnTo>
                  <a:pt x="167204" y="296096"/>
                </a:lnTo>
                <a:lnTo>
                  <a:pt x="255230" y="296096"/>
                </a:lnTo>
                <a:lnTo>
                  <a:pt x="245858" y="303771"/>
                </a:lnTo>
                <a:lnTo>
                  <a:pt x="212192" y="314491"/>
                </a:lnTo>
                <a:lnTo>
                  <a:pt x="167204" y="318170"/>
                </a:lnTo>
                <a:close/>
              </a:path>
              <a:path w="274319" h="318770">
                <a:moveTo>
                  <a:pt x="255230" y="296096"/>
                </a:moveTo>
                <a:lnTo>
                  <a:pt x="167204" y="296096"/>
                </a:lnTo>
                <a:lnTo>
                  <a:pt x="200410" y="293975"/>
                </a:lnTo>
                <a:lnTo>
                  <a:pt x="225243" y="287501"/>
                </a:lnTo>
                <a:lnTo>
                  <a:pt x="240847" y="277078"/>
                </a:lnTo>
                <a:lnTo>
                  <a:pt x="246366" y="263111"/>
                </a:lnTo>
                <a:lnTo>
                  <a:pt x="240847" y="248598"/>
                </a:lnTo>
                <a:lnTo>
                  <a:pt x="225243" y="237961"/>
                </a:lnTo>
                <a:lnTo>
                  <a:pt x="200410" y="231463"/>
                </a:lnTo>
                <a:lnTo>
                  <a:pt x="167204" y="229366"/>
                </a:lnTo>
                <a:lnTo>
                  <a:pt x="254995" y="229366"/>
                </a:lnTo>
                <a:lnTo>
                  <a:pt x="266965" y="239297"/>
                </a:lnTo>
                <a:lnTo>
                  <a:pt x="274275" y="263111"/>
                </a:lnTo>
                <a:lnTo>
                  <a:pt x="266965" y="286486"/>
                </a:lnTo>
                <a:lnTo>
                  <a:pt x="255230" y="29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933731" y="2172590"/>
            <a:ext cx="12420537" cy="626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4281584" y="8259560"/>
            <a:ext cx="2875853" cy="1305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171809" y="8315431"/>
            <a:ext cx="41275" cy="8890"/>
          </a:xfrm>
          <a:custGeom>
            <a:avLst/>
            <a:gdLst/>
            <a:ahLst/>
            <a:cxnLst/>
            <a:rect l="l" t="t" r="r" b="b"/>
            <a:pathLst>
              <a:path w="41275" h="8890">
                <a:moveTo>
                  <a:pt x="40836" y="8489"/>
                </a:moveTo>
                <a:lnTo>
                  <a:pt x="0" y="8489"/>
                </a:lnTo>
                <a:lnTo>
                  <a:pt x="0" y="0"/>
                </a:lnTo>
                <a:lnTo>
                  <a:pt x="40836" y="0"/>
                </a:lnTo>
                <a:lnTo>
                  <a:pt x="40836" y="848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225262" y="8259608"/>
            <a:ext cx="38100" cy="102235"/>
          </a:xfrm>
          <a:custGeom>
            <a:avLst/>
            <a:gdLst/>
            <a:ahLst/>
            <a:cxnLst/>
            <a:rect l="l" t="t" r="r" b="b"/>
            <a:pathLst>
              <a:path w="38100" h="102234">
                <a:moveTo>
                  <a:pt x="20441" y="101640"/>
                </a:moveTo>
                <a:lnTo>
                  <a:pt x="11288" y="101640"/>
                </a:lnTo>
                <a:lnTo>
                  <a:pt x="11288" y="36615"/>
                </a:lnTo>
                <a:lnTo>
                  <a:pt x="0" y="36615"/>
                </a:lnTo>
                <a:lnTo>
                  <a:pt x="0" y="28789"/>
                </a:lnTo>
                <a:lnTo>
                  <a:pt x="11288" y="28789"/>
                </a:lnTo>
                <a:lnTo>
                  <a:pt x="11288" y="18354"/>
                </a:lnTo>
                <a:lnTo>
                  <a:pt x="12592" y="10664"/>
                </a:lnTo>
                <a:lnTo>
                  <a:pt x="16351" y="4891"/>
                </a:lnTo>
                <a:lnTo>
                  <a:pt x="22333" y="1260"/>
                </a:lnTo>
                <a:lnTo>
                  <a:pt x="30307" y="0"/>
                </a:lnTo>
                <a:lnTo>
                  <a:pt x="32820" y="0"/>
                </a:lnTo>
                <a:lnTo>
                  <a:pt x="35808" y="332"/>
                </a:lnTo>
                <a:lnTo>
                  <a:pt x="37895" y="758"/>
                </a:lnTo>
                <a:lnTo>
                  <a:pt x="37895" y="8964"/>
                </a:lnTo>
                <a:lnTo>
                  <a:pt x="35761" y="8584"/>
                </a:lnTo>
                <a:lnTo>
                  <a:pt x="24188" y="8489"/>
                </a:lnTo>
                <a:lnTo>
                  <a:pt x="20441" y="12331"/>
                </a:lnTo>
                <a:lnTo>
                  <a:pt x="20441" y="28789"/>
                </a:lnTo>
                <a:lnTo>
                  <a:pt x="36472" y="28789"/>
                </a:lnTo>
                <a:lnTo>
                  <a:pt x="36472" y="36615"/>
                </a:lnTo>
                <a:lnTo>
                  <a:pt x="20441" y="366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276106" y="8264114"/>
            <a:ext cx="9525" cy="97155"/>
          </a:xfrm>
          <a:custGeom>
            <a:avLst/>
            <a:gdLst/>
            <a:ahLst/>
            <a:cxnLst/>
            <a:rect l="l" t="t" r="r" b="b"/>
            <a:pathLst>
              <a:path w="9525" h="97154">
                <a:moveTo>
                  <a:pt x="9153" y="97134"/>
                </a:moveTo>
                <a:lnTo>
                  <a:pt x="0" y="97134"/>
                </a:lnTo>
                <a:lnTo>
                  <a:pt x="0" y="0"/>
                </a:lnTo>
                <a:lnTo>
                  <a:pt x="9153" y="0"/>
                </a:lnTo>
                <a:lnTo>
                  <a:pt x="9153" y="9713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301196" y="8287401"/>
            <a:ext cx="64769" cy="75565"/>
          </a:xfrm>
          <a:custGeom>
            <a:avLst/>
            <a:gdLst/>
            <a:ahLst/>
            <a:cxnLst/>
            <a:rect l="l" t="t" r="r" b="b"/>
            <a:pathLst>
              <a:path w="64770" h="75565">
                <a:moveTo>
                  <a:pt x="32346" y="75364"/>
                </a:moveTo>
                <a:lnTo>
                  <a:pt x="19248" y="72615"/>
                </a:lnTo>
                <a:lnTo>
                  <a:pt x="9023" y="64900"/>
                </a:lnTo>
                <a:lnTo>
                  <a:pt x="2372" y="53014"/>
                </a:lnTo>
                <a:lnTo>
                  <a:pt x="0" y="37753"/>
                </a:lnTo>
                <a:lnTo>
                  <a:pt x="2372" y="22390"/>
                </a:lnTo>
                <a:lnTo>
                  <a:pt x="9023" y="10464"/>
                </a:lnTo>
                <a:lnTo>
                  <a:pt x="19248" y="2744"/>
                </a:lnTo>
                <a:lnTo>
                  <a:pt x="32346" y="0"/>
                </a:lnTo>
                <a:lnTo>
                  <a:pt x="45436" y="2750"/>
                </a:lnTo>
                <a:lnTo>
                  <a:pt x="52639" y="8205"/>
                </a:lnTo>
                <a:lnTo>
                  <a:pt x="32346" y="8205"/>
                </a:lnTo>
                <a:lnTo>
                  <a:pt x="22427" y="10574"/>
                </a:lnTo>
                <a:lnTo>
                  <a:pt x="15171" y="16985"/>
                </a:lnTo>
                <a:lnTo>
                  <a:pt x="10716" y="26393"/>
                </a:lnTo>
                <a:lnTo>
                  <a:pt x="9201" y="37753"/>
                </a:lnTo>
                <a:lnTo>
                  <a:pt x="10710" y="49091"/>
                </a:lnTo>
                <a:lnTo>
                  <a:pt x="15153" y="58450"/>
                </a:lnTo>
                <a:lnTo>
                  <a:pt x="22407" y="64812"/>
                </a:lnTo>
                <a:lnTo>
                  <a:pt x="32346" y="67159"/>
                </a:lnTo>
                <a:lnTo>
                  <a:pt x="52675" y="67159"/>
                </a:lnTo>
                <a:lnTo>
                  <a:pt x="45456" y="72615"/>
                </a:lnTo>
                <a:lnTo>
                  <a:pt x="32346" y="75364"/>
                </a:lnTo>
                <a:close/>
              </a:path>
              <a:path w="64770" h="75565">
                <a:moveTo>
                  <a:pt x="52675" y="67159"/>
                </a:moveTo>
                <a:lnTo>
                  <a:pt x="32346" y="67159"/>
                </a:lnTo>
                <a:lnTo>
                  <a:pt x="42265" y="64812"/>
                </a:lnTo>
                <a:lnTo>
                  <a:pt x="49521" y="58450"/>
                </a:lnTo>
                <a:lnTo>
                  <a:pt x="53976" y="49091"/>
                </a:lnTo>
                <a:lnTo>
                  <a:pt x="55491" y="37753"/>
                </a:lnTo>
                <a:lnTo>
                  <a:pt x="53976" y="26393"/>
                </a:lnTo>
                <a:lnTo>
                  <a:pt x="49521" y="16985"/>
                </a:lnTo>
                <a:lnTo>
                  <a:pt x="42265" y="10574"/>
                </a:lnTo>
                <a:lnTo>
                  <a:pt x="32346" y="8205"/>
                </a:lnTo>
                <a:lnTo>
                  <a:pt x="52639" y="8205"/>
                </a:lnTo>
                <a:lnTo>
                  <a:pt x="55622" y="10464"/>
                </a:lnTo>
                <a:lnTo>
                  <a:pt x="62280" y="22410"/>
                </a:lnTo>
                <a:lnTo>
                  <a:pt x="64645" y="37753"/>
                </a:lnTo>
                <a:lnTo>
                  <a:pt x="62286" y="53014"/>
                </a:lnTo>
                <a:lnTo>
                  <a:pt x="55663" y="64900"/>
                </a:lnTo>
                <a:lnTo>
                  <a:pt x="52675" y="6715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375990" y="8288397"/>
            <a:ext cx="97790" cy="73025"/>
          </a:xfrm>
          <a:custGeom>
            <a:avLst/>
            <a:gdLst/>
            <a:ahLst/>
            <a:cxnLst/>
            <a:rect l="l" t="t" r="r" b="b"/>
            <a:pathLst>
              <a:path w="97790" h="73025">
                <a:moveTo>
                  <a:pt x="75554" y="72850"/>
                </a:moveTo>
                <a:lnTo>
                  <a:pt x="66210" y="72850"/>
                </a:lnTo>
                <a:lnTo>
                  <a:pt x="49231" y="13991"/>
                </a:lnTo>
                <a:lnTo>
                  <a:pt x="48282" y="13991"/>
                </a:lnTo>
                <a:lnTo>
                  <a:pt x="31397" y="72850"/>
                </a:lnTo>
                <a:lnTo>
                  <a:pt x="21959" y="72850"/>
                </a:lnTo>
                <a:lnTo>
                  <a:pt x="0" y="0"/>
                </a:lnTo>
                <a:lnTo>
                  <a:pt x="9628" y="0"/>
                </a:lnTo>
                <a:lnTo>
                  <a:pt x="26512" y="59191"/>
                </a:lnTo>
                <a:lnTo>
                  <a:pt x="27176" y="59191"/>
                </a:lnTo>
                <a:lnTo>
                  <a:pt x="43966" y="0"/>
                </a:lnTo>
                <a:lnTo>
                  <a:pt x="53689" y="0"/>
                </a:lnTo>
                <a:lnTo>
                  <a:pt x="70337" y="59049"/>
                </a:lnTo>
                <a:lnTo>
                  <a:pt x="71001" y="59049"/>
                </a:lnTo>
                <a:lnTo>
                  <a:pt x="87885" y="0"/>
                </a:lnTo>
                <a:lnTo>
                  <a:pt x="97513" y="0"/>
                </a:lnTo>
                <a:lnTo>
                  <a:pt x="75554" y="7285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486311" y="8315431"/>
            <a:ext cx="41275" cy="8890"/>
          </a:xfrm>
          <a:custGeom>
            <a:avLst/>
            <a:gdLst/>
            <a:ahLst/>
            <a:cxnLst/>
            <a:rect l="l" t="t" r="r" b="b"/>
            <a:pathLst>
              <a:path w="41275" h="8890">
                <a:moveTo>
                  <a:pt x="40836" y="8489"/>
                </a:moveTo>
                <a:lnTo>
                  <a:pt x="0" y="8489"/>
                </a:lnTo>
                <a:lnTo>
                  <a:pt x="0" y="0"/>
                </a:lnTo>
                <a:lnTo>
                  <a:pt x="40836" y="0"/>
                </a:lnTo>
                <a:lnTo>
                  <a:pt x="40836" y="848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7542040" y="8264114"/>
            <a:ext cx="62230" cy="99060"/>
          </a:xfrm>
          <a:custGeom>
            <a:avLst/>
            <a:gdLst/>
            <a:ahLst/>
            <a:cxnLst/>
            <a:rect l="l" t="t" r="r" b="b"/>
            <a:pathLst>
              <a:path w="62229" h="99059">
                <a:moveTo>
                  <a:pt x="62226" y="37848"/>
                </a:moveTo>
                <a:lnTo>
                  <a:pt x="53072" y="37848"/>
                </a:lnTo>
                <a:lnTo>
                  <a:pt x="53072" y="0"/>
                </a:lnTo>
                <a:lnTo>
                  <a:pt x="62226" y="0"/>
                </a:lnTo>
                <a:lnTo>
                  <a:pt x="62226" y="37848"/>
                </a:lnTo>
                <a:close/>
              </a:path>
              <a:path w="62229" h="99059">
                <a:moveTo>
                  <a:pt x="30117" y="98652"/>
                </a:moveTo>
                <a:lnTo>
                  <a:pt x="17868" y="95941"/>
                </a:lnTo>
                <a:lnTo>
                  <a:pt x="8353" y="88277"/>
                </a:lnTo>
                <a:lnTo>
                  <a:pt x="2191" y="76362"/>
                </a:lnTo>
                <a:lnTo>
                  <a:pt x="0" y="60898"/>
                </a:lnTo>
                <a:lnTo>
                  <a:pt x="2206" y="45497"/>
                </a:lnTo>
                <a:lnTo>
                  <a:pt x="8406" y="33627"/>
                </a:lnTo>
                <a:lnTo>
                  <a:pt x="17968" y="25989"/>
                </a:lnTo>
                <a:lnTo>
                  <a:pt x="30259" y="23287"/>
                </a:lnTo>
                <a:lnTo>
                  <a:pt x="38975" y="24688"/>
                </a:lnTo>
                <a:lnTo>
                  <a:pt x="45276" y="28238"/>
                </a:lnTo>
                <a:lnTo>
                  <a:pt x="48301" y="31540"/>
                </a:lnTo>
                <a:lnTo>
                  <a:pt x="31350" y="31540"/>
                </a:lnTo>
                <a:lnTo>
                  <a:pt x="21814" y="33784"/>
                </a:lnTo>
                <a:lnTo>
                  <a:pt x="14892" y="39958"/>
                </a:lnTo>
                <a:lnTo>
                  <a:pt x="10674" y="49228"/>
                </a:lnTo>
                <a:lnTo>
                  <a:pt x="9248" y="60756"/>
                </a:lnTo>
                <a:lnTo>
                  <a:pt x="10694" y="72403"/>
                </a:lnTo>
                <a:lnTo>
                  <a:pt x="14946" y="81797"/>
                </a:lnTo>
                <a:lnTo>
                  <a:pt x="21874" y="88068"/>
                </a:lnTo>
                <a:lnTo>
                  <a:pt x="31350" y="90352"/>
                </a:lnTo>
                <a:lnTo>
                  <a:pt x="48187" y="90352"/>
                </a:lnTo>
                <a:lnTo>
                  <a:pt x="45116" y="93684"/>
                </a:lnTo>
                <a:lnTo>
                  <a:pt x="38795" y="97248"/>
                </a:lnTo>
                <a:lnTo>
                  <a:pt x="30117" y="98652"/>
                </a:lnTo>
                <a:close/>
              </a:path>
              <a:path w="62229" h="99059">
                <a:moveTo>
                  <a:pt x="48187" y="90352"/>
                </a:moveTo>
                <a:lnTo>
                  <a:pt x="31350" y="90352"/>
                </a:lnTo>
                <a:lnTo>
                  <a:pt x="40636" y="88155"/>
                </a:lnTo>
                <a:lnTo>
                  <a:pt x="47517" y="82028"/>
                </a:lnTo>
                <a:lnTo>
                  <a:pt x="51793" y="72664"/>
                </a:lnTo>
                <a:lnTo>
                  <a:pt x="53262" y="60756"/>
                </a:lnTo>
                <a:lnTo>
                  <a:pt x="51813" y="48928"/>
                </a:lnTo>
                <a:lnTo>
                  <a:pt x="47571" y="39692"/>
                </a:lnTo>
                <a:lnTo>
                  <a:pt x="40697" y="33684"/>
                </a:lnTo>
                <a:lnTo>
                  <a:pt x="31350" y="31540"/>
                </a:lnTo>
                <a:lnTo>
                  <a:pt x="48301" y="31540"/>
                </a:lnTo>
                <a:lnTo>
                  <a:pt x="49595" y="32951"/>
                </a:lnTo>
                <a:lnTo>
                  <a:pt x="52361" y="37848"/>
                </a:lnTo>
                <a:lnTo>
                  <a:pt x="62226" y="37848"/>
                </a:lnTo>
                <a:lnTo>
                  <a:pt x="62226" y="83949"/>
                </a:lnTo>
                <a:lnTo>
                  <a:pt x="52361" y="83949"/>
                </a:lnTo>
                <a:lnTo>
                  <a:pt x="49499" y="88927"/>
                </a:lnTo>
                <a:lnTo>
                  <a:pt x="48187" y="90352"/>
                </a:lnTo>
                <a:close/>
              </a:path>
              <a:path w="62229" h="99059">
                <a:moveTo>
                  <a:pt x="62226" y="97134"/>
                </a:moveTo>
                <a:lnTo>
                  <a:pt x="53357" y="97134"/>
                </a:lnTo>
                <a:lnTo>
                  <a:pt x="53357" y="83949"/>
                </a:lnTo>
                <a:lnTo>
                  <a:pt x="62226" y="83949"/>
                </a:lnTo>
                <a:lnTo>
                  <a:pt x="62226" y="9713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7623712" y="8263260"/>
            <a:ext cx="161827" cy="126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7805270" y="8287306"/>
            <a:ext cx="98415" cy="756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7923463" y="8259608"/>
            <a:ext cx="332761" cy="1031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276525" y="8263260"/>
            <a:ext cx="492217" cy="996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8788520" y="8264114"/>
            <a:ext cx="498952" cy="1244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9308862" y="8263260"/>
            <a:ext cx="354721" cy="995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4281585" y="8534671"/>
            <a:ext cx="62230" cy="101600"/>
          </a:xfrm>
          <a:custGeom>
            <a:avLst/>
            <a:gdLst/>
            <a:ahLst/>
            <a:cxnLst/>
            <a:rect l="l" t="t" r="r" b="b"/>
            <a:pathLst>
              <a:path w="62229" h="101600">
                <a:moveTo>
                  <a:pt x="16794" y="14560"/>
                </a:moveTo>
                <a:lnTo>
                  <a:pt x="9960" y="14560"/>
                </a:lnTo>
                <a:lnTo>
                  <a:pt x="12739" y="9664"/>
                </a:lnTo>
                <a:lnTo>
                  <a:pt x="17038" y="4950"/>
                </a:lnTo>
                <a:lnTo>
                  <a:pt x="23312" y="1401"/>
                </a:lnTo>
                <a:lnTo>
                  <a:pt x="32014" y="0"/>
                </a:lnTo>
                <a:lnTo>
                  <a:pt x="44338" y="2695"/>
                </a:lnTo>
                <a:lnTo>
                  <a:pt x="51290" y="8252"/>
                </a:lnTo>
                <a:lnTo>
                  <a:pt x="30923" y="8252"/>
                </a:lnTo>
                <a:lnTo>
                  <a:pt x="21557" y="10396"/>
                </a:lnTo>
                <a:lnTo>
                  <a:pt x="16794" y="14560"/>
                </a:lnTo>
                <a:close/>
              </a:path>
              <a:path w="62229" h="101600">
                <a:moveTo>
                  <a:pt x="9153" y="101165"/>
                </a:moveTo>
                <a:lnTo>
                  <a:pt x="0" y="101165"/>
                </a:lnTo>
                <a:lnTo>
                  <a:pt x="0" y="996"/>
                </a:lnTo>
                <a:lnTo>
                  <a:pt x="8916" y="996"/>
                </a:lnTo>
                <a:lnTo>
                  <a:pt x="8916" y="14560"/>
                </a:lnTo>
                <a:lnTo>
                  <a:pt x="16794" y="14560"/>
                </a:lnTo>
                <a:lnTo>
                  <a:pt x="14685" y="16404"/>
                </a:lnTo>
                <a:lnTo>
                  <a:pt x="10454" y="25640"/>
                </a:lnTo>
                <a:lnTo>
                  <a:pt x="9011" y="37468"/>
                </a:lnTo>
                <a:lnTo>
                  <a:pt x="10474" y="49376"/>
                </a:lnTo>
                <a:lnTo>
                  <a:pt x="14738" y="58740"/>
                </a:lnTo>
                <a:lnTo>
                  <a:pt x="16895" y="60661"/>
                </a:lnTo>
                <a:lnTo>
                  <a:pt x="9153" y="60661"/>
                </a:lnTo>
                <a:lnTo>
                  <a:pt x="9153" y="101165"/>
                </a:lnTo>
                <a:close/>
              </a:path>
              <a:path w="62229" h="101600">
                <a:moveTo>
                  <a:pt x="51307" y="67064"/>
                </a:moveTo>
                <a:lnTo>
                  <a:pt x="30923" y="67064"/>
                </a:lnTo>
                <a:lnTo>
                  <a:pt x="40407" y="64781"/>
                </a:lnTo>
                <a:lnTo>
                  <a:pt x="47351" y="58509"/>
                </a:lnTo>
                <a:lnTo>
                  <a:pt x="51619" y="49116"/>
                </a:lnTo>
                <a:lnTo>
                  <a:pt x="53072" y="37468"/>
                </a:lnTo>
                <a:lnTo>
                  <a:pt x="51646" y="25940"/>
                </a:lnTo>
                <a:lnTo>
                  <a:pt x="47423" y="16671"/>
                </a:lnTo>
                <a:lnTo>
                  <a:pt x="40487" y="10496"/>
                </a:lnTo>
                <a:lnTo>
                  <a:pt x="30923" y="8252"/>
                </a:lnTo>
                <a:lnTo>
                  <a:pt x="51290" y="8252"/>
                </a:lnTo>
                <a:lnTo>
                  <a:pt x="53879" y="10321"/>
                </a:lnTo>
                <a:lnTo>
                  <a:pt x="60040" y="22190"/>
                </a:lnTo>
                <a:lnTo>
                  <a:pt x="62226" y="37611"/>
                </a:lnTo>
                <a:lnTo>
                  <a:pt x="60036" y="53074"/>
                </a:lnTo>
                <a:lnTo>
                  <a:pt x="53879" y="64989"/>
                </a:lnTo>
                <a:lnTo>
                  <a:pt x="51307" y="67064"/>
                </a:lnTo>
                <a:close/>
              </a:path>
              <a:path w="62229" h="101600">
                <a:moveTo>
                  <a:pt x="32156" y="75364"/>
                </a:moveTo>
                <a:lnTo>
                  <a:pt x="23486" y="73960"/>
                </a:lnTo>
                <a:lnTo>
                  <a:pt x="17145" y="70396"/>
                </a:lnTo>
                <a:lnTo>
                  <a:pt x="12761" y="65640"/>
                </a:lnTo>
                <a:lnTo>
                  <a:pt x="9960" y="60661"/>
                </a:lnTo>
                <a:lnTo>
                  <a:pt x="16895" y="60661"/>
                </a:lnTo>
                <a:lnTo>
                  <a:pt x="21617" y="64867"/>
                </a:lnTo>
                <a:lnTo>
                  <a:pt x="30923" y="67064"/>
                </a:lnTo>
                <a:lnTo>
                  <a:pt x="51307" y="67064"/>
                </a:lnTo>
                <a:lnTo>
                  <a:pt x="44378" y="72653"/>
                </a:lnTo>
                <a:lnTo>
                  <a:pt x="32156" y="7536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4359747" y="8534575"/>
            <a:ext cx="34290" cy="74295"/>
          </a:xfrm>
          <a:custGeom>
            <a:avLst/>
            <a:gdLst/>
            <a:ahLst/>
            <a:cxnLst/>
            <a:rect l="l" t="t" r="r" b="b"/>
            <a:pathLst>
              <a:path w="34289" h="74295">
                <a:moveTo>
                  <a:pt x="9153" y="73941"/>
                </a:moveTo>
                <a:lnTo>
                  <a:pt x="0" y="73941"/>
                </a:lnTo>
                <a:lnTo>
                  <a:pt x="0" y="1090"/>
                </a:lnTo>
                <a:lnTo>
                  <a:pt x="8916" y="1090"/>
                </a:lnTo>
                <a:lnTo>
                  <a:pt x="8916" y="12331"/>
                </a:lnTo>
                <a:lnTo>
                  <a:pt x="9533" y="12331"/>
                </a:lnTo>
                <a:lnTo>
                  <a:pt x="12426" y="4932"/>
                </a:lnTo>
                <a:lnTo>
                  <a:pt x="20204" y="0"/>
                </a:lnTo>
                <a:lnTo>
                  <a:pt x="33959" y="142"/>
                </a:lnTo>
                <a:lnTo>
                  <a:pt x="33959" y="9390"/>
                </a:lnTo>
                <a:lnTo>
                  <a:pt x="30876" y="8821"/>
                </a:lnTo>
                <a:lnTo>
                  <a:pt x="28552" y="8821"/>
                </a:lnTo>
                <a:lnTo>
                  <a:pt x="20799" y="10202"/>
                </a:lnTo>
                <a:lnTo>
                  <a:pt x="14655" y="14033"/>
                </a:lnTo>
                <a:lnTo>
                  <a:pt x="10610" y="19846"/>
                </a:lnTo>
                <a:lnTo>
                  <a:pt x="9153" y="27176"/>
                </a:lnTo>
                <a:lnTo>
                  <a:pt x="9153" y="739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4401912" y="8534671"/>
            <a:ext cx="64769" cy="75565"/>
          </a:xfrm>
          <a:custGeom>
            <a:avLst/>
            <a:gdLst/>
            <a:ahLst/>
            <a:cxnLst/>
            <a:rect l="l" t="t" r="r" b="b"/>
            <a:pathLst>
              <a:path w="64770" h="75565">
                <a:moveTo>
                  <a:pt x="32346" y="75364"/>
                </a:moveTo>
                <a:lnTo>
                  <a:pt x="19248" y="72615"/>
                </a:lnTo>
                <a:lnTo>
                  <a:pt x="9023" y="64900"/>
                </a:lnTo>
                <a:lnTo>
                  <a:pt x="2372" y="53014"/>
                </a:lnTo>
                <a:lnTo>
                  <a:pt x="0" y="37753"/>
                </a:lnTo>
                <a:lnTo>
                  <a:pt x="2372" y="22390"/>
                </a:lnTo>
                <a:lnTo>
                  <a:pt x="9023" y="10464"/>
                </a:lnTo>
                <a:lnTo>
                  <a:pt x="19248" y="2744"/>
                </a:lnTo>
                <a:lnTo>
                  <a:pt x="32346" y="0"/>
                </a:lnTo>
                <a:lnTo>
                  <a:pt x="45436" y="2750"/>
                </a:lnTo>
                <a:lnTo>
                  <a:pt x="52639" y="8205"/>
                </a:lnTo>
                <a:lnTo>
                  <a:pt x="32346" y="8205"/>
                </a:lnTo>
                <a:lnTo>
                  <a:pt x="22427" y="10574"/>
                </a:lnTo>
                <a:lnTo>
                  <a:pt x="15171" y="16985"/>
                </a:lnTo>
                <a:lnTo>
                  <a:pt x="10716" y="26393"/>
                </a:lnTo>
                <a:lnTo>
                  <a:pt x="9201" y="37753"/>
                </a:lnTo>
                <a:lnTo>
                  <a:pt x="10710" y="49091"/>
                </a:lnTo>
                <a:lnTo>
                  <a:pt x="15153" y="58450"/>
                </a:lnTo>
                <a:lnTo>
                  <a:pt x="22407" y="64812"/>
                </a:lnTo>
                <a:lnTo>
                  <a:pt x="32346" y="67159"/>
                </a:lnTo>
                <a:lnTo>
                  <a:pt x="52675" y="67159"/>
                </a:lnTo>
                <a:lnTo>
                  <a:pt x="45456" y="72615"/>
                </a:lnTo>
                <a:lnTo>
                  <a:pt x="32346" y="75364"/>
                </a:lnTo>
                <a:close/>
              </a:path>
              <a:path w="64770" h="75565">
                <a:moveTo>
                  <a:pt x="52675" y="67159"/>
                </a:moveTo>
                <a:lnTo>
                  <a:pt x="32346" y="67159"/>
                </a:lnTo>
                <a:lnTo>
                  <a:pt x="42265" y="64812"/>
                </a:lnTo>
                <a:lnTo>
                  <a:pt x="49521" y="58450"/>
                </a:lnTo>
                <a:lnTo>
                  <a:pt x="53976" y="49091"/>
                </a:lnTo>
                <a:lnTo>
                  <a:pt x="55491" y="37753"/>
                </a:lnTo>
                <a:lnTo>
                  <a:pt x="53976" y="26393"/>
                </a:lnTo>
                <a:lnTo>
                  <a:pt x="49521" y="16985"/>
                </a:lnTo>
                <a:lnTo>
                  <a:pt x="42265" y="10574"/>
                </a:lnTo>
                <a:lnTo>
                  <a:pt x="32346" y="8205"/>
                </a:lnTo>
                <a:lnTo>
                  <a:pt x="52639" y="8205"/>
                </a:lnTo>
                <a:lnTo>
                  <a:pt x="55622" y="10464"/>
                </a:lnTo>
                <a:lnTo>
                  <a:pt x="62280" y="22410"/>
                </a:lnTo>
                <a:lnTo>
                  <a:pt x="64645" y="37753"/>
                </a:lnTo>
                <a:lnTo>
                  <a:pt x="62286" y="53014"/>
                </a:lnTo>
                <a:lnTo>
                  <a:pt x="55663" y="64900"/>
                </a:lnTo>
                <a:lnTo>
                  <a:pt x="52675" y="6715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4478794" y="8534670"/>
            <a:ext cx="60960" cy="75565"/>
          </a:xfrm>
          <a:custGeom>
            <a:avLst/>
            <a:gdLst/>
            <a:ahLst/>
            <a:cxnLst/>
            <a:rect l="l" t="t" r="r" b="b"/>
            <a:pathLst>
              <a:path w="60960" h="75565">
                <a:moveTo>
                  <a:pt x="32488" y="75364"/>
                </a:moveTo>
                <a:lnTo>
                  <a:pt x="19068" y="72542"/>
                </a:lnTo>
                <a:lnTo>
                  <a:pt x="8827" y="64704"/>
                </a:lnTo>
                <a:lnTo>
                  <a:pt x="2295" y="52794"/>
                </a:lnTo>
                <a:lnTo>
                  <a:pt x="0" y="37753"/>
                </a:lnTo>
                <a:lnTo>
                  <a:pt x="2346" y="22590"/>
                </a:lnTo>
                <a:lnTo>
                  <a:pt x="8952" y="10641"/>
                </a:lnTo>
                <a:lnTo>
                  <a:pt x="19168" y="2810"/>
                </a:lnTo>
                <a:lnTo>
                  <a:pt x="32346" y="0"/>
                </a:lnTo>
                <a:lnTo>
                  <a:pt x="42689" y="1642"/>
                </a:lnTo>
                <a:lnTo>
                  <a:pt x="51205" y="6278"/>
                </a:lnTo>
                <a:lnTo>
                  <a:pt x="57311" y="13466"/>
                </a:lnTo>
                <a:lnTo>
                  <a:pt x="60424" y="22765"/>
                </a:lnTo>
                <a:lnTo>
                  <a:pt x="51270" y="22765"/>
                </a:lnTo>
                <a:lnTo>
                  <a:pt x="49515" y="14797"/>
                </a:lnTo>
                <a:lnTo>
                  <a:pt x="42733" y="8205"/>
                </a:lnTo>
                <a:lnTo>
                  <a:pt x="32488" y="8205"/>
                </a:lnTo>
                <a:lnTo>
                  <a:pt x="23027" y="10329"/>
                </a:lnTo>
                <a:lnTo>
                  <a:pt x="15669" y="16309"/>
                </a:lnTo>
                <a:lnTo>
                  <a:pt x="10899" y="25553"/>
                </a:lnTo>
                <a:lnTo>
                  <a:pt x="9201" y="37468"/>
                </a:lnTo>
                <a:lnTo>
                  <a:pt x="10865" y="49496"/>
                </a:lnTo>
                <a:lnTo>
                  <a:pt x="15580" y="58847"/>
                </a:lnTo>
                <a:lnTo>
                  <a:pt x="22927" y="64907"/>
                </a:lnTo>
                <a:lnTo>
                  <a:pt x="32488" y="67064"/>
                </a:lnTo>
                <a:lnTo>
                  <a:pt x="41927" y="67064"/>
                </a:lnTo>
                <a:lnTo>
                  <a:pt x="49326" y="61562"/>
                </a:lnTo>
                <a:lnTo>
                  <a:pt x="51318" y="52456"/>
                </a:lnTo>
                <a:lnTo>
                  <a:pt x="60471" y="52456"/>
                </a:lnTo>
                <a:lnTo>
                  <a:pt x="57460" y="61618"/>
                </a:lnTo>
                <a:lnTo>
                  <a:pt x="51531" y="68872"/>
                </a:lnTo>
                <a:lnTo>
                  <a:pt x="43077" y="73646"/>
                </a:lnTo>
                <a:lnTo>
                  <a:pt x="32488" y="7536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4550981" y="8534671"/>
            <a:ext cx="63500" cy="75565"/>
          </a:xfrm>
          <a:custGeom>
            <a:avLst/>
            <a:gdLst/>
            <a:ahLst/>
            <a:cxnLst/>
            <a:rect l="l" t="t" r="r" b="b"/>
            <a:pathLst>
              <a:path w="63500" h="75565">
                <a:moveTo>
                  <a:pt x="33389" y="75364"/>
                </a:moveTo>
                <a:lnTo>
                  <a:pt x="19528" y="72618"/>
                </a:lnTo>
                <a:lnTo>
                  <a:pt x="9011" y="64918"/>
                </a:lnTo>
                <a:lnTo>
                  <a:pt x="2335" y="53074"/>
                </a:lnTo>
                <a:lnTo>
                  <a:pt x="0" y="37895"/>
                </a:lnTo>
                <a:lnTo>
                  <a:pt x="2349" y="22630"/>
                </a:lnTo>
                <a:lnTo>
                  <a:pt x="8946" y="10641"/>
                </a:lnTo>
                <a:lnTo>
                  <a:pt x="19108" y="2806"/>
                </a:lnTo>
                <a:lnTo>
                  <a:pt x="32156" y="0"/>
                </a:lnTo>
                <a:lnTo>
                  <a:pt x="43666" y="2128"/>
                </a:lnTo>
                <a:lnTo>
                  <a:pt x="52887" y="8205"/>
                </a:lnTo>
                <a:lnTo>
                  <a:pt x="32204" y="8205"/>
                </a:lnTo>
                <a:lnTo>
                  <a:pt x="23208" y="10114"/>
                </a:lnTo>
                <a:lnTo>
                  <a:pt x="16119" y="15301"/>
                </a:lnTo>
                <a:lnTo>
                  <a:pt x="11334" y="22951"/>
                </a:lnTo>
                <a:lnTo>
                  <a:pt x="9248" y="32251"/>
                </a:lnTo>
                <a:lnTo>
                  <a:pt x="62578" y="32251"/>
                </a:lnTo>
                <a:lnTo>
                  <a:pt x="63175" y="35903"/>
                </a:lnTo>
                <a:lnTo>
                  <a:pt x="63175" y="40219"/>
                </a:lnTo>
                <a:lnTo>
                  <a:pt x="9201" y="40219"/>
                </a:lnTo>
                <a:lnTo>
                  <a:pt x="11133" y="51352"/>
                </a:lnTo>
                <a:lnTo>
                  <a:pt x="16048" y="59843"/>
                </a:lnTo>
                <a:lnTo>
                  <a:pt x="23587" y="65257"/>
                </a:lnTo>
                <a:lnTo>
                  <a:pt x="33389" y="67159"/>
                </a:lnTo>
                <a:lnTo>
                  <a:pt x="55054" y="67159"/>
                </a:lnTo>
                <a:lnTo>
                  <a:pt x="51875" y="70123"/>
                </a:lnTo>
                <a:lnTo>
                  <a:pt x="43584" y="73962"/>
                </a:lnTo>
                <a:lnTo>
                  <a:pt x="33389" y="75364"/>
                </a:lnTo>
                <a:close/>
              </a:path>
              <a:path w="63500" h="75565">
                <a:moveTo>
                  <a:pt x="62578" y="32251"/>
                </a:moveTo>
                <a:lnTo>
                  <a:pt x="53879" y="32251"/>
                </a:lnTo>
                <a:lnTo>
                  <a:pt x="52320" y="22951"/>
                </a:lnTo>
                <a:lnTo>
                  <a:pt x="52215" y="22630"/>
                </a:lnTo>
                <a:lnTo>
                  <a:pt x="47826" y="15123"/>
                </a:lnTo>
                <a:lnTo>
                  <a:pt x="40973" y="10048"/>
                </a:lnTo>
                <a:lnTo>
                  <a:pt x="32204" y="8205"/>
                </a:lnTo>
                <a:lnTo>
                  <a:pt x="52887" y="8205"/>
                </a:lnTo>
                <a:lnTo>
                  <a:pt x="53588" y="8667"/>
                </a:lnTo>
                <a:lnTo>
                  <a:pt x="60549" y="19849"/>
                </a:lnTo>
                <a:lnTo>
                  <a:pt x="62578" y="32251"/>
                </a:lnTo>
                <a:close/>
              </a:path>
              <a:path w="63500" h="75565">
                <a:moveTo>
                  <a:pt x="55054" y="67159"/>
                </a:moveTo>
                <a:lnTo>
                  <a:pt x="43444" y="67159"/>
                </a:lnTo>
                <a:lnTo>
                  <a:pt x="49373" y="61989"/>
                </a:lnTo>
                <a:lnTo>
                  <a:pt x="51934" y="57341"/>
                </a:lnTo>
                <a:lnTo>
                  <a:pt x="61752" y="57341"/>
                </a:lnTo>
                <a:lnTo>
                  <a:pt x="58014" y="64399"/>
                </a:lnTo>
                <a:lnTo>
                  <a:pt x="55054" y="6715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4626440" y="8534670"/>
            <a:ext cx="54610" cy="75565"/>
          </a:xfrm>
          <a:custGeom>
            <a:avLst/>
            <a:gdLst/>
            <a:ahLst/>
            <a:cxnLst/>
            <a:rect l="l" t="t" r="r" b="b"/>
            <a:pathLst>
              <a:path w="54610" h="75565">
                <a:moveTo>
                  <a:pt x="26892" y="75364"/>
                </a:moveTo>
                <a:lnTo>
                  <a:pt x="16434" y="74044"/>
                </a:lnTo>
                <a:lnTo>
                  <a:pt x="8359" y="70177"/>
                </a:lnTo>
                <a:lnTo>
                  <a:pt x="2827" y="63899"/>
                </a:lnTo>
                <a:lnTo>
                  <a:pt x="0" y="55349"/>
                </a:lnTo>
                <a:lnTo>
                  <a:pt x="9580" y="55349"/>
                </a:lnTo>
                <a:lnTo>
                  <a:pt x="11003" y="63270"/>
                </a:lnTo>
                <a:lnTo>
                  <a:pt x="16884" y="67301"/>
                </a:lnTo>
                <a:lnTo>
                  <a:pt x="37800" y="67301"/>
                </a:lnTo>
                <a:lnTo>
                  <a:pt x="44867" y="62274"/>
                </a:lnTo>
                <a:lnTo>
                  <a:pt x="44867" y="48756"/>
                </a:lnTo>
                <a:lnTo>
                  <a:pt x="40931" y="44725"/>
                </a:lnTo>
                <a:lnTo>
                  <a:pt x="21248" y="40077"/>
                </a:lnTo>
                <a:lnTo>
                  <a:pt x="13131" y="37187"/>
                </a:lnTo>
                <a:lnTo>
                  <a:pt x="7250" y="32933"/>
                </a:lnTo>
                <a:lnTo>
                  <a:pt x="3673" y="27425"/>
                </a:lnTo>
                <a:lnTo>
                  <a:pt x="2466" y="20773"/>
                </a:lnTo>
                <a:lnTo>
                  <a:pt x="4335" y="12398"/>
                </a:lnTo>
                <a:lnTo>
                  <a:pt x="9592" y="5815"/>
                </a:lnTo>
                <a:lnTo>
                  <a:pt x="17713" y="1518"/>
                </a:lnTo>
                <a:lnTo>
                  <a:pt x="28172" y="0"/>
                </a:lnTo>
                <a:lnTo>
                  <a:pt x="37901" y="1391"/>
                </a:lnTo>
                <a:lnTo>
                  <a:pt x="45460" y="5300"/>
                </a:lnTo>
                <a:lnTo>
                  <a:pt x="50636" y="11325"/>
                </a:lnTo>
                <a:lnTo>
                  <a:pt x="53215" y="19066"/>
                </a:lnTo>
                <a:lnTo>
                  <a:pt x="44108" y="19066"/>
                </a:lnTo>
                <a:lnTo>
                  <a:pt x="42543" y="12284"/>
                </a:lnTo>
                <a:lnTo>
                  <a:pt x="37136" y="7968"/>
                </a:lnTo>
                <a:lnTo>
                  <a:pt x="18449" y="7920"/>
                </a:lnTo>
                <a:lnTo>
                  <a:pt x="11620" y="13280"/>
                </a:lnTo>
                <a:lnTo>
                  <a:pt x="11620" y="25896"/>
                </a:lnTo>
                <a:lnTo>
                  <a:pt x="15793" y="29785"/>
                </a:lnTo>
                <a:lnTo>
                  <a:pt x="35761" y="34717"/>
                </a:lnTo>
                <a:lnTo>
                  <a:pt x="43873" y="37614"/>
                </a:lnTo>
                <a:lnTo>
                  <a:pt x="49652" y="41808"/>
                </a:lnTo>
                <a:lnTo>
                  <a:pt x="53109" y="47283"/>
                </a:lnTo>
                <a:lnTo>
                  <a:pt x="54258" y="54021"/>
                </a:lnTo>
                <a:lnTo>
                  <a:pt x="52410" y="62578"/>
                </a:lnTo>
                <a:lnTo>
                  <a:pt x="47049" y="69335"/>
                </a:lnTo>
                <a:lnTo>
                  <a:pt x="38451" y="73770"/>
                </a:lnTo>
                <a:lnTo>
                  <a:pt x="26892" y="7536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4693030" y="8534670"/>
            <a:ext cx="54610" cy="75565"/>
          </a:xfrm>
          <a:custGeom>
            <a:avLst/>
            <a:gdLst/>
            <a:ahLst/>
            <a:cxnLst/>
            <a:rect l="l" t="t" r="r" b="b"/>
            <a:pathLst>
              <a:path w="54610" h="75565">
                <a:moveTo>
                  <a:pt x="26892" y="75364"/>
                </a:moveTo>
                <a:lnTo>
                  <a:pt x="16434" y="74044"/>
                </a:lnTo>
                <a:lnTo>
                  <a:pt x="8359" y="70177"/>
                </a:lnTo>
                <a:lnTo>
                  <a:pt x="2827" y="63899"/>
                </a:lnTo>
                <a:lnTo>
                  <a:pt x="0" y="55349"/>
                </a:lnTo>
                <a:lnTo>
                  <a:pt x="9580" y="55349"/>
                </a:lnTo>
                <a:lnTo>
                  <a:pt x="11003" y="63270"/>
                </a:lnTo>
                <a:lnTo>
                  <a:pt x="16884" y="67301"/>
                </a:lnTo>
                <a:lnTo>
                  <a:pt x="37800" y="67301"/>
                </a:lnTo>
                <a:lnTo>
                  <a:pt x="44867" y="62274"/>
                </a:lnTo>
                <a:lnTo>
                  <a:pt x="44867" y="48756"/>
                </a:lnTo>
                <a:lnTo>
                  <a:pt x="40931" y="44725"/>
                </a:lnTo>
                <a:lnTo>
                  <a:pt x="21248" y="40077"/>
                </a:lnTo>
                <a:lnTo>
                  <a:pt x="13131" y="37187"/>
                </a:lnTo>
                <a:lnTo>
                  <a:pt x="7250" y="32933"/>
                </a:lnTo>
                <a:lnTo>
                  <a:pt x="3673" y="27425"/>
                </a:lnTo>
                <a:lnTo>
                  <a:pt x="2466" y="20773"/>
                </a:lnTo>
                <a:lnTo>
                  <a:pt x="4335" y="12398"/>
                </a:lnTo>
                <a:lnTo>
                  <a:pt x="9592" y="5815"/>
                </a:lnTo>
                <a:lnTo>
                  <a:pt x="17713" y="1518"/>
                </a:lnTo>
                <a:lnTo>
                  <a:pt x="28172" y="0"/>
                </a:lnTo>
                <a:lnTo>
                  <a:pt x="37901" y="1391"/>
                </a:lnTo>
                <a:lnTo>
                  <a:pt x="45460" y="5300"/>
                </a:lnTo>
                <a:lnTo>
                  <a:pt x="50636" y="11325"/>
                </a:lnTo>
                <a:lnTo>
                  <a:pt x="53215" y="19066"/>
                </a:lnTo>
                <a:lnTo>
                  <a:pt x="44108" y="19066"/>
                </a:lnTo>
                <a:lnTo>
                  <a:pt x="42543" y="12284"/>
                </a:lnTo>
                <a:lnTo>
                  <a:pt x="37136" y="7968"/>
                </a:lnTo>
                <a:lnTo>
                  <a:pt x="18449" y="7920"/>
                </a:lnTo>
                <a:lnTo>
                  <a:pt x="11620" y="13280"/>
                </a:lnTo>
                <a:lnTo>
                  <a:pt x="11620" y="25896"/>
                </a:lnTo>
                <a:lnTo>
                  <a:pt x="15793" y="29785"/>
                </a:lnTo>
                <a:lnTo>
                  <a:pt x="35761" y="34717"/>
                </a:lnTo>
                <a:lnTo>
                  <a:pt x="43873" y="37614"/>
                </a:lnTo>
                <a:lnTo>
                  <a:pt x="49652" y="41808"/>
                </a:lnTo>
                <a:lnTo>
                  <a:pt x="53109" y="47283"/>
                </a:lnTo>
                <a:lnTo>
                  <a:pt x="54258" y="54021"/>
                </a:lnTo>
                <a:lnTo>
                  <a:pt x="52410" y="62578"/>
                </a:lnTo>
                <a:lnTo>
                  <a:pt x="47049" y="69335"/>
                </a:lnTo>
                <a:lnTo>
                  <a:pt x="38451" y="73770"/>
                </a:lnTo>
                <a:lnTo>
                  <a:pt x="26892" y="7536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4762229" y="8562701"/>
            <a:ext cx="41275" cy="8890"/>
          </a:xfrm>
          <a:custGeom>
            <a:avLst/>
            <a:gdLst/>
            <a:ahLst/>
            <a:cxnLst/>
            <a:rect l="l" t="t" r="r" b="b"/>
            <a:pathLst>
              <a:path w="41275" h="8890">
                <a:moveTo>
                  <a:pt x="40836" y="8489"/>
                </a:moveTo>
                <a:lnTo>
                  <a:pt x="0" y="8489"/>
                </a:lnTo>
                <a:lnTo>
                  <a:pt x="0" y="0"/>
                </a:lnTo>
                <a:lnTo>
                  <a:pt x="40836" y="0"/>
                </a:lnTo>
                <a:lnTo>
                  <a:pt x="40836" y="848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4819191" y="8511382"/>
            <a:ext cx="33655" cy="97155"/>
          </a:xfrm>
          <a:custGeom>
            <a:avLst/>
            <a:gdLst/>
            <a:ahLst/>
            <a:cxnLst/>
            <a:rect l="l" t="t" r="r" b="b"/>
            <a:pathLst>
              <a:path w="33654" h="97154">
                <a:moveTo>
                  <a:pt x="33152" y="97134"/>
                </a:moveTo>
                <a:lnTo>
                  <a:pt x="23572" y="97134"/>
                </a:lnTo>
                <a:lnTo>
                  <a:pt x="23572" y="9960"/>
                </a:lnTo>
                <a:lnTo>
                  <a:pt x="23003" y="9960"/>
                </a:lnTo>
                <a:lnTo>
                  <a:pt x="0" y="25137"/>
                </a:lnTo>
                <a:lnTo>
                  <a:pt x="0" y="15366"/>
                </a:lnTo>
                <a:lnTo>
                  <a:pt x="23240" y="0"/>
                </a:lnTo>
                <a:lnTo>
                  <a:pt x="33152" y="0"/>
                </a:lnTo>
                <a:lnTo>
                  <a:pt x="33152" y="9713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4879094" y="8511382"/>
            <a:ext cx="62865" cy="99060"/>
          </a:xfrm>
          <a:custGeom>
            <a:avLst/>
            <a:gdLst/>
            <a:ahLst/>
            <a:cxnLst/>
            <a:rect l="l" t="t" r="r" b="b"/>
            <a:pathLst>
              <a:path w="62864" h="99059">
                <a:moveTo>
                  <a:pt x="30259" y="98462"/>
                </a:moveTo>
                <a:lnTo>
                  <a:pt x="18401" y="96547"/>
                </a:lnTo>
                <a:lnTo>
                  <a:pt x="8922" y="91217"/>
                </a:lnTo>
                <a:lnTo>
                  <a:pt x="2547" y="83095"/>
                </a:lnTo>
                <a:lnTo>
                  <a:pt x="0" y="72803"/>
                </a:lnTo>
                <a:lnTo>
                  <a:pt x="9296" y="72803"/>
                </a:lnTo>
                <a:lnTo>
                  <a:pt x="11177" y="79668"/>
                </a:lnTo>
                <a:lnTo>
                  <a:pt x="15633" y="85105"/>
                </a:lnTo>
                <a:lnTo>
                  <a:pt x="22161" y="88683"/>
                </a:lnTo>
                <a:lnTo>
                  <a:pt x="30259" y="89972"/>
                </a:lnTo>
                <a:lnTo>
                  <a:pt x="39620" y="88185"/>
                </a:lnTo>
                <a:lnTo>
                  <a:pt x="46984" y="83255"/>
                </a:lnTo>
                <a:lnTo>
                  <a:pt x="51796" y="75826"/>
                </a:lnTo>
                <a:lnTo>
                  <a:pt x="53499" y="66542"/>
                </a:lnTo>
                <a:lnTo>
                  <a:pt x="51645" y="56988"/>
                </a:lnTo>
                <a:lnTo>
                  <a:pt x="46598" y="49509"/>
                </a:lnTo>
                <a:lnTo>
                  <a:pt x="39026" y="44619"/>
                </a:lnTo>
                <a:lnTo>
                  <a:pt x="29595" y="42828"/>
                </a:lnTo>
                <a:lnTo>
                  <a:pt x="21295" y="42780"/>
                </a:lnTo>
                <a:lnTo>
                  <a:pt x="14608" y="45531"/>
                </a:lnTo>
                <a:lnTo>
                  <a:pt x="10813" y="51744"/>
                </a:lnTo>
                <a:lnTo>
                  <a:pt x="1328" y="51792"/>
                </a:lnTo>
                <a:lnTo>
                  <a:pt x="7968" y="0"/>
                </a:lnTo>
                <a:lnTo>
                  <a:pt x="58479" y="0"/>
                </a:lnTo>
                <a:lnTo>
                  <a:pt x="58479" y="8537"/>
                </a:lnTo>
                <a:lnTo>
                  <a:pt x="15936" y="8537"/>
                </a:lnTo>
                <a:lnTo>
                  <a:pt x="11857" y="40694"/>
                </a:lnTo>
                <a:lnTo>
                  <a:pt x="12710" y="40694"/>
                </a:lnTo>
                <a:lnTo>
                  <a:pt x="16884" y="36662"/>
                </a:lnTo>
                <a:lnTo>
                  <a:pt x="23951" y="34243"/>
                </a:lnTo>
                <a:lnTo>
                  <a:pt x="31160" y="34243"/>
                </a:lnTo>
                <a:lnTo>
                  <a:pt x="43647" y="36606"/>
                </a:lnTo>
                <a:lnTo>
                  <a:pt x="53683" y="43219"/>
                </a:lnTo>
                <a:lnTo>
                  <a:pt x="60367" y="53372"/>
                </a:lnTo>
                <a:lnTo>
                  <a:pt x="62795" y="66353"/>
                </a:lnTo>
                <a:lnTo>
                  <a:pt x="60339" y="79213"/>
                </a:lnTo>
                <a:lnTo>
                  <a:pt x="53570" y="89379"/>
                </a:lnTo>
                <a:lnTo>
                  <a:pt x="43280" y="96059"/>
                </a:lnTo>
                <a:lnTo>
                  <a:pt x="30259" y="98462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4948530" y="8608517"/>
            <a:ext cx="60325" cy="8890"/>
          </a:xfrm>
          <a:custGeom>
            <a:avLst/>
            <a:gdLst/>
            <a:ahLst/>
            <a:cxnLst/>
            <a:rect l="l" t="t" r="r" b="b"/>
            <a:pathLst>
              <a:path w="60325" h="8890">
                <a:moveTo>
                  <a:pt x="59902" y="8489"/>
                </a:moveTo>
                <a:lnTo>
                  <a:pt x="0" y="8489"/>
                </a:lnTo>
                <a:lnTo>
                  <a:pt x="0" y="0"/>
                </a:lnTo>
                <a:lnTo>
                  <a:pt x="59902" y="0"/>
                </a:lnTo>
                <a:lnTo>
                  <a:pt x="59902" y="848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5010899" y="8506877"/>
            <a:ext cx="38100" cy="102235"/>
          </a:xfrm>
          <a:custGeom>
            <a:avLst/>
            <a:gdLst/>
            <a:ahLst/>
            <a:cxnLst/>
            <a:rect l="l" t="t" r="r" b="b"/>
            <a:pathLst>
              <a:path w="38100" h="102234">
                <a:moveTo>
                  <a:pt x="20441" y="101640"/>
                </a:moveTo>
                <a:lnTo>
                  <a:pt x="11288" y="101640"/>
                </a:lnTo>
                <a:lnTo>
                  <a:pt x="11288" y="36615"/>
                </a:lnTo>
                <a:lnTo>
                  <a:pt x="0" y="36615"/>
                </a:lnTo>
                <a:lnTo>
                  <a:pt x="0" y="28789"/>
                </a:lnTo>
                <a:lnTo>
                  <a:pt x="11288" y="28789"/>
                </a:lnTo>
                <a:lnTo>
                  <a:pt x="11288" y="18354"/>
                </a:lnTo>
                <a:lnTo>
                  <a:pt x="12592" y="10664"/>
                </a:lnTo>
                <a:lnTo>
                  <a:pt x="16351" y="4891"/>
                </a:lnTo>
                <a:lnTo>
                  <a:pt x="22333" y="1260"/>
                </a:lnTo>
                <a:lnTo>
                  <a:pt x="30307" y="0"/>
                </a:lnTo>
                <a:lnTo>
                  <a:pt x="32820" y="0"/>
                </a:lnTo>
                <a:lnTo>
                  <a:pt x="35808" y="332"/>
                </a:lnTo>
                <a:lnTo>
                  <a:pt x="37895" y="758"/>
                </a:lnTo>
                <a:lnTo>
                  <a:pt x="37895" y="8964"/>
                </a:lnTo>
                <a:lnTo>
                  <a:pt x="35761" y="8584"/>
                </a:lnTo>
                <a:lnTo>
                  <a:pt x="24188" y="8489"/>
                </a:lnTo>
                <a:lnTo>
                  <a:pt x="20441" y="12331"/>
                </a:lnTo>
                <a:lnTo>
                  <a:pt x="20441" y="28789"/>
                </a:lnTo>
                <a:lnTo>
                  <a:pt x="36472" y="28789"/>
                </a:lnTo>
                <a:lnTo>
                  <a:pt x="36472" y="36615"/>
                </a:lnTo>
                <a:lnTo>
                  <a:pt x="20441" y="366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5059798" y="8510529"/>
            <a:ext cx="13970" cy="98425"/>
          </a:xfrm>
          <a:custGeom>
            <a:avLst/>
            <a:gdLst/>
            <a:ahLst/>
            <a:cxnLst/>
            <a:rect l="l" t="t" r="r" b="b"/>
            <a:pathLst>
              <a:path w="13970" h="98425">
                <a:moveTo>
                  <a:pt x="10292" y="12758"/>
                </a:moveTo>
                <a:lnTo>
                  <a:pt x="3035" y="12758"/>
                </a:lnTo>
                <a:lnTo>
                  <a:pt x="0" y="9912"/>
                </a:lnTo>
                <a:lnTo>
                  <a:pt x="0" y="2845"/>
                </a:lnTo>
                <a:lnTo>
                  <a:pt x="3035" y="0"/>
                </a:lnTo>
                <a:lnTo>
                  <a:pt x="10292" y="0"/>
                </a:lnTo>
                <a:lnTo>
                  <a:pt x="13374" y="2845"/>
                </a:lnTo>
                <a:lnTo>
                  <a:pt x="13374" y="9912"/>
                </a:lnTo>
                <a:lnTo>
                  <a:pt x="10292" y="12758"/>
                </a:lnTo>
                <a:close/>
              </a:path>
              <a:path w="13970" h="98425">
                <a:moveTo>
                  <a:pt x="11240" y="97988"/>
                </a:moveTo>
                <a:lnTo>
                  <a:pt x="2039" y="97988"/>
                </a:lnTo>
                <a:lnTo>
                  <a:pt x="2039" y="25137"/>
                </a:lnTo>
                <a:lnTo>
                  <a:pt x="11240" y="25137"/>
                </a:lnTo>
                <a:lnTo>
                  <a:pt x="11240" y="9798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5087070" y="8534671"/>
            <a:ext cx="62230" cy="102870"/>
          </a:xfrm>
          <a:custGeom>
            <a:avLst/>
            <a:gdLst/>
            <a:ahLst/>
            <a:cxnLst/>
            <a:rect l="l" t="t" r="r" b="b"/>
            <a:pathLst>
              <a:path w="62229" h="102870">
                <a:moveTo>
                  <a:pt x="30117" y="73040"/>
                </a:moveTo>
                <a:lnTo>
                  <a:pt x="18048" y="70533"/>
                </a:lnTo>
                <a:lnTo>
                  <a:pt x="8513" y="63335"/>
                </a:lnTo>
                <a:lnTo>
                  <a:pt x="2251" y="51930"/>
                </a:lnTo>
                <a:lnTo>
                  <a:pt x="0" y="36804"/>
                </a:lnTo>
                <a:lnTo>
                  <a:pt x="2193" y="21669"/>
                </a:lnTo>
                <a:lnTo>
                  <a:pt x="8371" y="10060"/>
                </a:lnTo>
                <a:lnTo>
                  <a:pt x="17928" y="2622"/>
                </a:lnTo>
                <a:lnTo>
                  <a:pt x="30259" y="0"/>
                </a:lnTo>
                <a:lnTo>
                  <a:pt x="38997" y="1401"/>
                </a:lnTo>
                <a:lnTo>
                  <a:pt x="45312" y="4950"/>
                </a:lnTo>
                <a:lnTo>
                  <a:pt x="48359" y="8252"/>
                </a:lnTo>
                <a:lnTo>
                  <a:pt x="31350" y="8252"/>
                </a:lnTo>
                <a:lnTo>
                  <a:pt x="21814" y="10490"/>
                </a:lnTo>
                <a:lnTo>
                  <a:pt x="14892" y="16623"/>
                </a:lnTo>
                <a:lnTo>
                  <a:pt x="10674" y="25780"/>
                </a:lnTo>
                <a:lnTo>
                  <a:pt x="9248" y="37089"/>
                </a:lnTo>
                <a:lnTo>
                  <a:pt x="10694" y="48327"/>
                </a:lnTo>
                <a:lnTo>
                  <a:pt x="14946" y="57098"/>
                </a:lnTo>
                <a:lnTo>
                  <a:pt x="21874" y="62801"/>
                </a:lnTo>
                <a:lnTo>
                  <a:pt x="31350" y="64835"/>
                </a:lnTo>
                <a:lnTo>
                  <a:pt x="48647" y="64835"/>
                </a:lnTo>
                <a:lnTo>
                  <a:pt x="45134" y="68428"/>
                </a:lnTo>
                <a:lnTo>
                  <a:pt x="38775" y="71748"/>
                </a:lnTo>
                <a:lnTo>
                  <a:pt x="30117" y="73040"/>
                </a:lnTo>
                <a:close/>
              </a:path>
              <a:path w="62229" h="102870">
                <a:moveTo>
                  <a:pt x="62226" y="14560"/>
                </a:moveTo>
                <a:lnTo>
                  <a:pt x="53357" y="14560"/>
                </a:lnTo>
                <a:lnTo>
                  <a:pt x="53357" y="996"/>
                </a:lnTo>
                <a:lnTo>
                  <a:pt x="62226" y="996"/>
                </a:lnTo>
                <a:lnTo>
                  <a:pt x="62226" y="14560"/>
                </a:lnTo>
                <a:close/>
              </a:path>
              <a:path w="62229" h="102870">
                <a:moveTo>
                  <a:pt x="48647" y="64835"/>
                </a:moveTo>
                <a:lnTo>
                  <a:pt x="31350" y="64835"/>
                </a:lnTo>
                <a:lnTo>
                  <a:pt x="40616" y="62927"/>
                </a:lnTo>
                <a:lnTo>
                  <a:pt x="47500" y="57436"/>
                </a:lnTo>
                <a:lnTo>
                  <a:pt x="51786" y="48708"/>
                </a:lnTo>
                <a:lnTo>
                  <a:pt x="53262" y="37089"/>
                </a:lnTo>
                <a:lnTo>
                  <a:pt x="51813" y="25480"/>
                </a:lnTo>
                <a:lnTo>
                  <a:pt x="47571" y="16357"/>
                </a:lnTo>
                <a:lnTo>
                  <a:pt x="40696" y="10390"/>
                </a:lnTo>
                <a:lnTo>
                  <a:pt x="31350" y="8252"/>
                </a:lnTo>
                <a:lnTo>
                  <a:pt x="48359" y="8252"/>
                </a:lnTo>
                <a:lnTo>
                  <a:pt x="49661" y="9664"/>
                </a:lnTo>
                <a:lnTo>
                  <a:pt x="52503" y="14560"/>
                </a:lnTo>
                <a:lnTo>
                  <a:pt x="62226" y="14560"/>
                </a:lnTo>
                <a:lnTo>
                  <a:pt x="62226" y="59049"/>
                </a:lnTo>
                <a:lnTo>
                  <a:pt x="52361" y="59049"/>
                </a:lnTo>
                <a:lnTo>
                  <a:pt x="49546" y="63916"/>
                </a:lnTo>
                <a:lnTo>
                  <a:pt x="48647" y="64835"/>
                </a:lnTo>
                <a:close/>
              </a:path>
              <a:path w="62229" h="102870">
                <a:moveTo>
                  <a:pt x="54765" y="94620"/>
                </a:moveTo>
                <a:lnTo>
                  <a:pt x="31919" y="94620"/>
                </a:lnTo>
                <a:lnTo>
                  <a:pt x="40794" y="93457"/>
                </a:lnTo>
                <a:lnTo>
                  <a:pt x="47464" y="89901"/>
                </a:lnTo>
                <a:lnTo>
                  <a:pt x="51661" y="83855"/>
                </a:lnTo>
                <a:lnTo>
                  <a:pt x="53040" y="75696"/>
                </a:lnTo>
                <a:lnTo>
                  <a:pt x="53120" y="59049"/>
                </a:lnTo>
                <a:lnTo>
                  <a:pt x="62226" y="59049"/>
                </a:lnTo>
                <a:lnTo>
                  <a:pt x="62226" y="75696"/>
                </a:lnTo>
                <a:lnTo>
                  <a:pt x="59945" y="87736"/>
                </a:lnTo>
                <a:lnTo>
                  <a:pt x="54765" y="94620"/>
                </a:lnTo>
                <a:close/>
              </a:path>
              <a:path w="62229" h="102870">
                <a:moveTo>
                  <a:pt x="31919" y="102683"/>
                </a:moveTo>
                <a:lnTo>
                  <a:pt x="20731" y="101409"/>
                </a:lnTo>
                <a:lnTo>
                  <a:pt x="11709" y="97644"/>
                </a:lnTo>
                <a:lnTo>
                  <a:pt x="5380" y="91478"/>
                </a:lnTo>
                <a:lnTo>
                  <a:pt x="2276" y="83000"/>
                </a:lnTo>
                <a:lnTo>
                  <a:pt x="11952" y="83000"/>
                </a:lnTo>
                <a:lnTo>
                  <a:pt x="13706" y="90778"/>
                </a:lnTo>
                <a:lnTo>
                  <a:pt x="21390" y="94620"/>
                </a:lnTo>
                <a:lnTo>
                  <a:pt x="54765" y="94620"/>
                </a:lnTo>
                <a:lnTo>
                  <a:pt x="53618" y="96144"/>
                </a:lnTo>
                <a:lnTo>
                  <a:pt x="44018" y="101074"/>
                </a:lnTo>
                <a:lnTo>
                  <a:pt x="31919" y="10268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5166419" y="8511383"/>
            <a:ext cx="69215" cy="97155"/>
          </a:xfrm>
          <a:custGeom>
            <a:avLst/>
            <a:gdLst/>
            <a:ahLst/>
            <a:cxnLst/>
            <a:rect l="l" t="t" r="r" b="b"/>
            <a:pathLst>
              <a:path w="69214" h="97154">
                <a:moveTo>
                  <a:pt x="69151" y="76502"/>
                </a:moveTo>
                <a:lnTo>
                  <a:pt x="0" y="76502"/>
                </a:lnTo>
                <a:lnTo>
                  <a:pt x="0" y="68677"/>
                </a:lnTo>
                <a:lnTo>
                  <a:pt x="44346" y="0"/>
                </a:lnTo>
                <a:lnTo>
                  <a:pt x="55823" y="0"/>
                </a:lnTo>
                <a:lnTo>
                  <a:pt x="55823" y="12710"/>
                </a:lnTo>
                <a:lnTo>
                  <a:pt x="45768" y="12710"/>
                </a:lnTo>
                <a:lnTo>
                  <a:pt x="10576" y="67349"/>
                </a:lnTo>
                <a:lnTo>
                  <a:pt x="10576" y="68013"/>
                </a:lnTo>
                <a:lnTo>
                  <a:pt x="69151" y="68013"/>
                </a:lnTo>
                <a:lnTo>
                  <a:pt x="69151" y="76502"/>
                </a:lnTo>
                <a:close/>
              </a:path>
              <a:path w="69214" h="97154">
                <a:moveTo>
                  <a:pt x="55823" y="68013"/>
                </a:moveTo>
                <a:lnTo>
                  <a:pt x="46717" y="68013"/>
                </a:lnTo>
                <a:lnTo>
                  <a:pt x="46717" y="12710"/>
                </a:lnTo>
                <a:lnTo>
                  <a:pt x="55823" y="12710"/>
                </a:lnTo>
                <a:lnTo>
                  <a:pt x="55823" y="68013"/>
                </a:lnTo>
                <a:close/>
              </a:path>
              <a:path w="69214" h="97154">
                <a:moveTo>
                  <a:pt x="55823" y="97134"/>
                </a:moveTo>
                <a:lnTo>
                  <a:pt x="46717" y="97134"/>
                </a:lnTo>
                <a:lnTo>
                  <a:pt x="46717" y="76502"/>
                </a:lnTo>
                <a:lnTo>
                  <a:pt x="55823" y="76502"/>
                </a:lnTo>
                <a:lnTo>
                  <a:pt x="55823" y="9713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5241356" y="8510054"/>
            <a:ext cx="794102" cy="1069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40479" y="1922281"/>
            <a:ext cx="161925" cy="321945"/>
          </a:xfrm>
          <a:custGeom>
            <a:avLst/>
            <a:gdLst/>
            <a:ahLst/>
            <a:cxnLst/>
            <a:rect l="l" t="t" r="r" b="b"/>
            <a:pathLst>
              <a:path w="161925" h="321944">
                <a:moveTo>
                  <a:pt x="72923" y="118592"/>
                </a:moveTo>
                <a:lnTo>
                  <a:pt x="72923" y="0"/>
                </a:lnTo>
                <a:lnTo>
                  <a:pt x="0" y="0"/>
                </a:lnTo>
                <a:lnTo>
                  <a:pt x="0" y="321892"/>
                </a:lnTo>
                <a:lnTo>
                  <a:pt x="72923" y="321892"/>
                </a:lnTo>
                <a:lnTo>
                  <a:pt x="72923" y="181939"/>
                </a:lnTo>
                <a:lnTo>
                  <a:pt x="161314" y="181939"/>
                </a:lnTo>
                <a:lnTo>
                  <a:pt x="161314" y="118592"/>
                </a:lnTo>
                <a:lnTo>
                  <a:pt x="72923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66111" y="1937750"/>
            <a:ext cx="429259" cy="289560"/>
          </a:xfrm>
          <a:custGeom>
            <a:avLst/>
            <a:gdLst/>
            <a:ahLst/>
            <a:cxnLst/>
            <a:rect l="l" t="t" r="r" b="b"/>
            <a:pathLst>
              <a:path w="429259" h="289560">
                <a:moveTo>
                  <a:pt x="428699" y="262228"/>
                </a:moveTo>
                <a:lnTo>
                  <a:pt x="428699" y="207720"/>
                </a:lnTo>
                <a:lnTo>
                  <a:pt x="392663" y="219126"/>
                </a:lnTo>
                <a:lnTo>
                  <a:pt x="346476" y="227700"/>
                </a:lnTo>
                <a:lnTo>
                  <a:pt x="291864" y="233098"/>
                </a:lnTo>
                <a:lnTo>
                  <a:pt x="230554" y="234974"/>
                </a:lnTo>
                <a:lnTo>
                  <a:pt x="72186" y="234974"/>
                </a:lnTo>
                <a:lnTo>
                  <a:pt x="72186" y="170153"/>
                </a:lnTo>
                <a:lnTo>
                  <a:pt x="371244" y="170153"/>
                </a:lnTo>
                <a:lnTo>
                  <a:pt x="371244" y="117855"/>
                </a:lnTo>
                <a:lnTo>
                  <a:pt x="72186" y="117855"/>
                </a:lnTo>
                <a:lnTo>
                  <a:pt x="72186" y="54508"/>
                </a:lnTo>
                <a:lnTo>
                  <a:pt x="383766" y="54508"/>
                </a:lnTo>
                <a:lnTo>
                  <a:pt x="383766" y="0"/>
                </a:lnTo>
                <a:lnTo>
                  <a:pt x="0" y="0"/>
                </a:lnTo>
                <a:lnTo>
                  <a:pt x="0" y="289482"/>
                </a:lnTo>
                <a:lnTo>
                  <a:pt x="224662" y="289482"/>
                </a:lnTo>
                <a:lnTo>
                  <a:pt x="288653" y="287606"/>
                </a:lnTo>
                <a:lnTo>
                  <a:pt x="345463" y="282208"/>
                </a:lnTo>
                <a:lnTo>
                  <a:pt x="392882" y="273634"/>
                </a:lnTo>
                <a:lnTo>
                  <a:pt x="428699" y="262228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86736" y="2278794"/>
            <a:ext cx="542290" cy="264795"/>
          </a:xfrm>
          <a:custGeom>
            <a:avLst/>
            <a:gdLst/>
            <a:ahLst/>
            <a:cxnLst/>
            <a:rect l="l" t="t" r="r" b="b"/>
            <a:pathLst>
              <a:path w="542290" h="264794">
                <a:moveTo>
                  <a:pt x="72923" y="157631"/>
                </a:moveTo>
                <a:lnTo>
                  <a:pt x="526666" y="157631"/>
                </a:lnTo>
                <a:lnTo>
                  <a:pt x="526666" y="0"/>
                </a:lnTo>
                <a:lnTo>
                  <a:pt x="0" y="0"/>
                </a:lnTo>
                <a:lnTo>
                  <a:pt x="0" y="54508"/>
                </a:lnTo>
                <a:lnTo>
                  <a:pt x="455216" y="54508"/>
                </a:lnTo>
                <a:lnTo>
                  <a:pt x="455216" y="106069"/>
                </a:lnTo>
                <a:lnTo>
                  <a:pt x="1473" y="106069"/>
                </a:lnTo>
                <a:lnTo>
                  <a:pt x="1473" y="264438"/>
                </a:lnTo>
                <a:lnTo>
                  <a:pt x="542135" y="264438"/>
                </a:lnTo>
                <a:lnTo>
                  <a:pt x="542135" y="209930"/>
                </a:lnTo>
                <a:lnTo>
                  <a:pt x="72923" y="209930"/>
                </a:lnTo>
                <a:lnTo>
                  <a:pt x="72923" y="15763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67352" y="1917862"/>
            <a:ext cx="597535" cy="338455"/>
          </a:xfrm>
          <a:custGeom>
            <a:avLst/>
            <a:gdLst/>
            <a:ahLst/>
            <a:cxnLst/>
            <a:rect l="l" t="t" r="r" b="b"/>
            <a:pathLst>
              <a:path w="597534" h="338455">
                <a:moveTo>
                  <a:pt x="292428" y="182676"/>
                </a:moveTo>
                <a:lnTo>
                  <a:pt x="563496" y="337361"/>
                </a:lnTo>
                <a:lnTo>
                  <a:pt x="597380" y="276223"/>
                </a:lnTo>
                <a:lnTo>
                  <a:pt x="327785" y="126694"/>
                </a:lnTo>
                <a:lnTo>
                  <a:pt x="340192" y="99521"/>
                </a:lnTo>
                <a:lnTo>
                  <a:pt x="350804" y="71173"/>
                </a:lnTo>
                <a:lnTo>
                  <a:pt x="359482" y="41859"/>
                </a:lnTo>
                <a:lnTo>
                  <a:pt x="366088" y="11785"/>
                </a:lnTo>
                <a:lnTo>
                  <a:pt x="290955" y="0"/>
                </a:lnTo>
                <a:lnTo>
                  <a:pt x="278261" y="48432"/>
                </a:lnTo>
                <a:lnTo>
                  <a:pt x="258862" y="94021"/>
                </a:lnTo>
                <a:lnTo>
                  <a:pt x="233528" y="135997"/>
                </a:lnTo>
                <a:lnTo>
                  <a:pt x="203028" y="173590"/>
                </a:lnTo>
                <a:lnTo>
                  <a:pt x="168134" y="206029"/>
                </a:lnTo>
                <a:lnTo>
                  <a:pt x="129613" y="232546"/>
                </a:lnTo>
                <a:lnTo>
                  <a:pt x="88238" y="252369"/>
                </a:lnTo>
                <a:lnTo>
                  <a:pt x="44776" y="264730"/>
                </a:lnTo>
                <a:lnTo>
                  <a:pt x="0" y="268857"/>
                </a:lnTo>
                <a:lnTo>
                  <a:pt x="0" y="338097"/>
                </a:lnTo>
                <a:lnTo>
                  <a:pt x="48707" y="334243"/>
                </a:lnTo>
                <a:lnTo>
                  <a:pt x="95985" y="323585"/>
                </a:lnTo>
                <a:lnTo>
                  <a:pt x="141304" y="306535"/>
                </a:lnTo>
                <a:lnTo>
                  <a:pt x="184136" y="283508"/>
                </a:lnTo>
                <a:lnTo>
                  <a:pt x="223953" y="254914"/>
                </a:lnTo>
                <a:lnTo>
                  <a:pt x="260226" y="221165"/>
                </a:lnTo>
                <a:lnTo>
                  <a:pt x="292428" y="18267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2619" y="2322253"/>
            <a:ext cx="628650" cy="243840"/>
          </a:xfrm>
          <a:custGeom>
            <a:avLst/>
            <a:gdLst/>
            <a:ahLst/>
            <a:cxnLst/>
            <a:rect l="l" t="t" r="r" b="b"/>
            <a:pathLst>
              <a:path w="628650" h="243839">
                <a:moveTo>
                  <a:pt x="628317" y="0"/>
                </a:moveTo>
                <a:lnTo>
                  <a:pt x="0" y="0"/>
                </a:lnTo>
                <a:lnTo>
                  <a:pt x="0" y="67766"/>
                </a:lnTo>
                <a:lnTo>
                  <a:pt x="276223" y="67766"/>
                </a:lnTo>
                <a:lnTo>
                  <a:pt x="276223" y="243813"/>
                </a:lnTo>
                <a:lnTo>
                  <a:pt x="350620" y="243813"/>
                </a:lnTo>
                <a:lnTo>
                  <a:pt x="350620" y="67766"/>
                </a:lnTo>
                <a:lnTo>
                  <a:pt x="628317" y="67766"/>
                </a:lnTo>
                <a:lnTo>
                  <a:pt x="62831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09268" y="1929647"/>
            <a:ext cx="540385" cy="213995"/>
          </a:xfrm>
          <a:custGeom>
            <a:avLst/>
            <a:gdLst/>
            <a:ahLst/>
            <a:cxnLst/>
            <a:rect l="l" t="t" r="r" b="b"/>
            <a:pathLst>
              <a:path w="540384" h="213994">
                <a:moveTo>
                  <a:pt x="467002" y="213613"/>
                </a:moveTo>
                <a:lnTo>
                  <a:pt x="539925" y="213613"/>
                </a:lnTo>
                <a:lnTo>
                  <a:pt x="539925" y="0"/>
                </a:lnTo>
                <a:lnTo>
                  <a:pt x="0" y="0"/>
                </a:lnTo>
                <a:lnTo>
                  <a:pt x="0" y="61874"/>
                </a:lnTo>
                <a:lnTo>
                  <a:pt x="467002" y="61874"/>
                </a:lnTo>
                <a:lnTo>
                  <a:pt x="467002" y="21361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67282" y="2064444"/>
            <a:ext cx="628650" cy="183515"/>
          </a:xfrm>
          <a:custGeom>
            <a:avLst/>
            <a:gdLst/>
            <a:ahLst/>
            <a:cxnLst/>
            <a:rect l="l" t="t" r="r" b="b"/>
            <a:pathLst>
              <a:path w="628650" h="183514">
                <a:moveTo>
                  <a:pt x="309370" y="123011"/>
                </a:moveTo>
                <a:lnTo>
                  <a:pt x="309370" y="0"/>
                </a:lnTo>
                <a:lnTo>
                  <a:pt x="235710" y="0"/>
                </a:lnTo>
                <a:lnTo>
                  <a:pt x="235710" y="123011"/>
                </a:lnTo>
                <a:lnTo>
                  <a:pt x="0" y="123011"/>
                </a:lnTo>
                <a:lnTo>
                  <a:pt x="0" y="183412"/>
                </a:lnTo>
                <a:lnTo>
                  <a:pt x="628317" y="183412"/>
                </a:lnTo>
                <a:lnTo>
                  <a:pt x="628317" y="123011"/>
                </a:lnTo>
                <a:lnTo>
                  <a:pt x="309370" y="12301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04848" y="2306785"/>
            <a:ext cx="552450" cy="245745"/>
          </a:xfrm>
          <a:custGeom>
            <a:avLst/>
            <a:gdLst/>
            <a:ahLst/>
            <a:cxnLst/>
            <a:rect l="l" t="t" r="r" b="b"/>
            <a:pathLst>
              <a:path w="552450" h="245744">
                <a:moveTo>
                  <a:pt x="276223" y="0"/>
                </a:moveTo>
                <a:lnTo>
                  <a:pt x="213608" y="2018"/>
                </a:lnTo>
                <a:lnTo>
                  <a:pt x="155748" y="8392"/>
                </a:lnTo>
                <a:lnTo>
                  <a:pt x="104420" y="19598"/>
                </a:lnTo>
                <a:lnTo>
                  <a:pt x="61403" y="36112"/>
                </a:lnTo>
                <a:lnTo>
                  <a:pt x="28476" y="58412"/>
                </a:lnTo>
                <a:lnTo>
                  <a:pt x="0" y="122275"/>
                </a:lnTo>
                <a:lnTo>
                  <a:pt x="7415" y="156920"/>
                </a:lnTo>
                <a:lnTo>
                  <a:pt x="61403" y="207799"/>
                </a:lnTo>
                <a:lnTo>
                  <a:pt x="104420" y="224702"/>
                </a:lnTo>
                <a:lnTo>
                  <a:pt x="155748" y="236361"/>
                </a:lnTo>
                <a:lnTo>
                  <a:pt x="213608" y="243111"/>
                </a:lnTo>
                <a:lnTo>
                  <a:pt x="276223" y="245286"/>
                </a:lnTo>
                <a:lnTo>
                  <a:pt x="338838" y="243111"/>
                </a:lnTo>
                <a:lnTo>
                  <a:pt x="396699" y="236361"/>
                </a:lnTo>
                <a:lnTo>
                  <a:pt x="448026" y="224702"/>
                </a:lnTo>
                <a:lnTo>
                  <a:pt x="491043" y="207799"/>
                </a:lnTo>
                <a:lnTo>
                  <a:pt x="523971" y="185317"/>
                </a:lnTo>
                <a:lnTo>
                  <a:pt x="552447" y="122275"/>
                </a:lnTo>
                <a:lnTo>
                  <a:pt x="545032" y="87901"/>
                </a:lnTo>
                <a:lnTo>
                  <a:pt x="491043" y="37349"/>
                </a:lnTo>
                <a:lnTo>
                  <a:pt x="448026" y="20525"/>
                </a:lnTo>
                <a:lnTo>
                  <a:pt x="396699" y="8907"/>
                </a:lnTo>
                <a:lnTo>
                  <a:pt x="338838" y="2173"/>
                </a:lnTo>
                <a:lnTo>
                  <a:pt x="2762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1454" y="2364976"/>
            <a:ext cx="399415" cy="128905"/>
          </a:xfrm>
          <a:custGeom>
            <a:avLst/>
            <a:gdLst/>
            <a:ahLst/>
            <a:cxnLst/>
            <a:rect l="l" t="t" r="r" b="b"/>
            <a:pathLst>
              <a:path w="399415" h="128905">
                <a:moveTo>
                  <a:pt x="199617" y="128904"/>
                </a:moveTo>
                <a:lnTo>
                  <a:pt x="139823" y="126476"/>
                </a:lnTo>
                <a:lnTo>
                  <a:pt x="85439" y="119028"/>
                </a:lnTo>
                <a:lnTo>
                  <a:pt x="40990" y="106311"/>
                </a:lnTo>
                <a:lnTo>
                  <a:pt x="0" y="64083"/>
                </a:lnTo>
                <a:lnTo>
                  <a:pt x="11001" y="39599"/>
                </a:lnTo>
                <a:lnTo>
                  <a:pt x="40990" y="21479"/>
                </a:lnTo>
                <a:lnTo>
                  <a:pt x="85439" y="9192"/>
                </a:lnTo>
                <a:lnTo>
                  <a:pt x="139823" y="2209"/>
                </a:lnTo>
                <a:lnTo>
                  <a:pt x="199617" y="0"/>
                </a:lnTo>
                <a:lnTo>
                  <a:pt x="259411" y="2421"/>
                </a:lnTo>
                <a:lnTo>
                  <a:pt x="313796" y="9829"/>
                </a:lnTo>
                <a:lnTo>
                  <a:pt x="358245" y="22433"/>
                </a:lnTo>
                <a:lnTo>
                  <a:pt x="388233" y="40448"/>
                </a:lnTo>
                <a:lnTo>
                  <a:pt x="399235" y="64083"/>
                </a:lnTo>
                <a:lnTo>
                  <a:pt x="388233" y="88079"/>
                </a:lnTo>
                <a:lnTo>
                  <a:pt x="358245" y="106311"/>
                </a:lnTo>
                <a:lnTo>
                  <a:pt x="313796" y="119028"/>
                </a:lnTo>
                <a:lnTo>
                  <a:pt x="259411" y="126476"/>
                </a:lnTo>
                <a:lnTo>
                  <a:pt x="199617" y="128904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72914" y="1922281"/>
            <a:ext cx="195580" cy="353695"/>
          </a:xfrm>
          <a:custGeom>
            <a:avLst/>
            <a:gdLst/>
            <a:ahLst/>
            <a:cxnLst/>
            <a:rect l="l" t="t" r="r" b="b"/>
            <a:pathLst>
              <a:path w="195579" h="353694">
                <a:moveTo>
                  <a:pt x="0" y="118592"/>
                </a:moveTo>
                <a:lnTo>
                  <a:pt x="0" y="181939"/>
                </a:lnTo>
                <a:lnTo>
                  <a:pt x="122275" y="181939"/>
                </a:lnTo>
                <a:lnTo>
                  <a:pt x="122275" y="353566"/>
                </a:lnTo>
                <a:lnTo>
                  <a:pt x="195198" y="353566"/>
                </a:lnTo>
                <a:lnTo>
                  <a:pt x="195198" y="0"/>
                </a:lnTo>
                <a:lnTo>
                  <a:pt x="122275" y="0"/>
                </a:lnTo>
                <a:lnTo>
                  <a:pt x="122275" y="118592"/>
                </a:lnTo>
                <a:lnTo>
                  <a:pt x="0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488410" y="1938486"/>
            <a:ext cx="430530" cy="319405"/>
          </a:xfrm>
          <a:custGeom>
            <a:avLst/>
            <a:gdLst/>
            <a:ahLst/>
            <a:cxnLst/>
            <a:rect l="l" t="t" r="r" b="b"/>
            <a:pathLst>
              <a:path w="430529" h="319405">
                <a:moveTo>
                  <a:pt x="209193" y="194461"/>
                </a:moveTo>
                <a:lnTo>
                  <a:pt x="394079" y="313053"/>
                </a:lnTo>
                <a:lnTo>
                  <a:pt x="430172" y="258545"/>
                </a:lnTo>
                <a:lnTo>
                  <a:pt x="236447" y="136270"/>
                </a:lnTo>
                <a:lnTo>
                  <a:pt x="241534" y="118442"/>
                </a:lnTo>
                <a:lnTo>
                  <a:pt x="245655" y="100269"/>
                </a:lnTo>
                <a:lnTo>
                  <a:pt x="248670" y="81681"/>
                </a:lnTo>
                <a:lnTo>
                  <a:pt x="250442" y="62610"/>
                </a:lnTo>
                <a:lnTo>
                  <a:pt x="409547" y="62610"/>
                </a:lnTo>
                <a:lnTo>
                  <a:pt x="409547" y="0"/>
                </a:lnTo>
                <a:lnTo>
                  <a:pt x="8102" y="0"/>
                </a:lnTo>
                <a:lnTo>
                  <a:pt x="8102" y="62610"/>
                </a:lnTo>
                <a:lnTo>
                  <a:pt x="177519" y="62610"/>
                </a:lnTo>
                <a:lnTo>
                  <a:pt x="168513" y="111321"/>
                </a:lnTo>
                <a:lnTo>
                  <a:pt x="150647" y="154467"/>
                </a:lnTo>
                <a:lnTo>
                  <a:pt x="124392" y="191146"/>
                </a:lnTo>
                <a:lnTo>
                  <a:pt x="90219" y="220460"/>
                </a:lnTo>
                <a:lnTo>
                  <a:pt x="48598" y="241508"/>
                </a:lnTo>
                <a:lnTo>
                  <a:pt x="0" y="253389"/>
                </a:lnTo>
                <a:lnTo>
                  <a:pt x="0" y="318946"/>
                </a:lnTo>
                <a:lnTo>
                  <a:pt x="53223" y="309182"/>
                </a:lnTo>
                <a:lnTo>
                  <a:pt x="101214" y="291038"/>
                </a:lnTo>
                <a:lnTo>
                  <a:pt x="143512" y="265328"/>
                </a:lnTo>
                <a:lnTo>
                  <a:pt x="179658" y="232864"/>
                </a:lnTo>
                <a:lnTo>
                  <a:pt x="209193" y="19446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29659" y="2296472"/>
            <a:ext cx="544195" cy="255270"/>
          </a:xfrm>
          <a:custGeom>
            <a:avLst/>
            <a:gdLst/>
            <a:ahLst/>
            <a:cxnLst/>
            <a:rect l="l" t="t" r="r" b="b"/>
            <a:pathLst>
              <a:path w="544195" h="255269">
                <a:moveTo>
                  <a:pt x="271804" y="0"/>
                </a:moveTo>
                <a:lnTo>
                  <a:pt x="208738" y="2226"/>
                </a:lnTo>
                <a:lnTo>
                  <a:pt x="151238" y="9156"/>
                </a:lnTo>
                <a:lnTo>
                  <a:pt x="100812" y="21163"/>
                </a:lnTo>
                <a:lnTo>
                  <a:pt x="58968" y="38620"/>
                </a:lnTo>
                <a:lnTo>
                  <a:pt x="27213" y="61902"/>
                </a:lnTo>
                <a:lnTo>
                  <a:pt x="0" y="127431"/>
                </a:lnTo>
                <a:lnTo>
                  <a:pt x="7054" y="163481"/>
                </a:lnTo>
                <a:lnTo>
                  <a:pt x="58968" y="216241"/>
                </a:lnTo>
                <a:lnTo>
                  <a:pt x="100812" y="233698"/>
                </a:lnTo>
                <a:lnTo>
                  <a:pt x="151238" y="245705"/>
                </a:lnTo>
                <a:lnTo>
                  <a:pt x="208738" y="252635"/>
                </a:lnTo>
                <a:lnTo>
                  <a:pt x="271804" y="254862"/>
                </a:lnTo>
                <a:lnTo>
                  <a:pt x="334870" y="252635"/>
                </a:lnTo>
                <a:lnTo>
                  <a:pt x="392369" y="245705"/>
                </a:lnTo>
                <a:lnTo>
                  <a:pt x="442795" y="233698"/>
                </a:lnTo>
                <a:lnTo>
                  <a:pt x="484639" y="216241"/>
                </a:lnTo>
                <a:lnTo>
                  <a:pt x="516395" y="192960"/>
                </a:lnTo>
                <a:lnTo>
                  <a:pt x="543608" y="127431"/>
                </a:lnTo>
                <a:lnTo>
                  <a:pt x="536553" y="91380"/>
                </a:lnTo>
                <a:lnTo>
                  <a:pt x="484639" y="38620"/>
                </a:lnTo>
                <a:lnTo>
                  <a:pt x="442795" y="21163"/>
                </a:lnTo>
                <a:lnTo>
                  <a:pt x="392369" y="9156"/>
                </a:lnTo>
                <a:lnTo>
                  <a:pt x="334870" y="2226"/>
                </a:lnTo>
                <a:lnTo>
                  <a:pt x="271804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07002" y="2356136"/>
            <a:ext cx="389255" cy="135890"/>
          </a:xfrm>
          <a:custGeom>
            <a:avLst/>
            <a:gdLst/>
            <a:ahLst/>
            <a:cxnLst/>
            <a:rect l="l" t="t" r="r" b="b"/>
            <a:pathLst>
              <a:path w="389254" h="135889">
                <a:moveTo>
                  <a:pt x="194461" y="135533"/>
                </a:moveTo>
                <a:lnTo>
                  <a:pt x="132658" y="132940"/>
                </a:lnTo>
                <a:lnTo>
                  <a:pt x="79234" y="125044"/>
                </a:lnTo>
                <a:lnTo>
                  <a:pt x="37265" y="111668"/>
                </a:lnTo>
                <a:lnTo>
                  <a:pt x="0" y="67766"/>
                </a:lnTo>
                <a:lnTo>
                  <a:pt x="9829" y="42899"/>
                </a:lnTo>
                <a:lnTo>
                  <a:pt x="37265" y="23865"/>
                </a:lnTo>
                <a:lnTo>
                  <a:pt x="79234" y="10489"/>
                </a:lnTo>
                <a:lnTo>
                  <a:pt x="132658" y="2592"/>
                </a:lnTo>
                <a:lnTo>
                  <a:pt x="194461" y="0"/>
                </a:lnTo>
                <a:lnTo>
                  <a:pt x="256264" y="2592"/>
                </a:lnTo>
                <a:lnTo>
                  <a:pt x="309688" y="10489"/>
                </a:lnTo>
                <a:lnTo>
                  <a:pt x="351657" y="23865"/>
                </a:lnTo>
                <a:lnTo>
                  <a:pt x="379093" y="42899"/>
                </a:lnTo>
                <a:lnTo>
                  <a:pt x="388923" y="67766"/>
                </a:lnTo>
                <a:lnTo>
                  <a:pt x="379093" y="92634"/>
                </a:lnTo>
                <a:lnTo>
                  <a:pt x="351657" y="111668"/>
                </a:lnTo>
                <a:lnTo>
                  <a:pt x="309688" y="125044"/>
                </a:lnTo>
                <a:lnTo>
                  <a:pt x="256264" y="132940"/>
                </a:lnTo>
                <a:lnTo>
                  <a:pt x="194461" y="13553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700848" y="1922281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05855" y="1935540"/>
            <a:ext cx="389255" cy="396875"/>
          </a:xfrm>
          <a:custGeom>
            <a:avLst/>
            <a:gdLst/>
            <a:ahLst/>
            <a:cxnLst/>
            <a:rect l="l" t="t" r="r" b="b"/>
            <a:pathLst>
              <a:path w="389254" h="396875">
                <a:moveTo>
                  <a:pt x="194461" y="396289"/>
                </a:moveTo>
                <a:lnTo>
                  <a:pt x="240718" y="391459"/>
                </a:lnTo>
                <a:lnTo>
                  <a:pt x="282299" y="377494"/>
                </a:lnTo>
                <a:lnTo>
                  <a:pt x="318312" y="355179"/>
                </a:lnTo>
                <a:lnTo>
                  <a:pt x="347871" y="325300"/>
                </a:lnTo>
                <a:lnTo>
                  <a:pt x="370085" y="288645"/>
                </a:lnTo>
                <a:lnTo>
                  <a:pt x="384065" y="245997"/>
                </a:lnTo>
                <a:lnTo>
                  <a:pt x="388923" y="198144"/>
                </a:lnTo>
                <a:lnTo>
                  <a:pt x="384065" y="150291"/>
                </a:lnTo>
                <a:lnTo>
                  <a:pt x="370085" y="107644"/>
                </a:lnTo>
                <a:lnTo>
                  <a:pt x="347871" y="70988"/>
                </a:lnTo>
                <a:lnTo>
                  <a:pt x="318312" y="41109"/>
                </a:lnTo>
                <a:lnTo>
                  <a:pt x="282299" y="18795"/>
                </a:lnTo>
                <a:lnTo>
                  <a:pt x="240718" y="4829"/>
                </a:lnTo>
                <a:lnTo>
                  <a:pt x="194461" y="0"/>
                </a:lnTo>
                <a:lnTo>
                  <a:pt x="147972" y="4829"/>
                </a:lnTo>
                <a:lnTo>
                  <a:pt x="106301" y="18795"/>
                </a:lnTo>
                <a:lnTo>
                  <a:pt x="70300" y="41109"/>
                </a:lnTo>
                <a:lnTo>
                  <a:pt x="40819" y="70988"/>
                </a:lnTo>
                <a:lnTo>
                  <a:pt x="18709" y="107644"/>
                </a:lnTo>
                <a:lnTo>
                  <a:pt x="4819" y="150291"/>
                </a:lnTo>
                <a:lnTo>
                  <a:pt x="0" y="198144"/>
                </a:lnTo>
                <a:lnTo>
                  <a:pt x="4819" y="245997"/>
                </a:lnTo>
                <a:lnTo>
                  <a:pt x="18709" y="288645"/>
                </a:lnTo>
                <a:lnTo>
                  <a:pt x="40819" y="325300"/>
                </a:lnTo>
                <a:lnTo>
                  <a:pt x="70300" y="355179"/>
                </a:lnTo>
                <a:lnTo>
                  <a:pt x="106301" y="377494"/>
                </a:lnTo>
                <a:lnTo>
                  <a:pt x="147972" y="391459"/>
                </a:lnTo>
                <a:lnTo>
                  <a:pt x="194461" y="39628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77305" y="2001097"/>
            <a:ext cx="246379" cy="264795"/>
          </a:xfrm>
          <a:custGeom>
            <a:avLst/>
            <a:gdLst/>
            <a:ahLst/>
            <a:cxnLst/>
            <a:rect l="l" t="t" r="r" b="b"/>
            <a:pathLst>
              <a:path w="246379" h="264794">
                <a:moveTo>
                  <a:pt x="123011" y="264438"/>
                </a:moveTo>
                <a:lnTo>
                  <a:pt x="72094" y="254402"/>
                </a:lnTo>
                <a:lnTo>
                  <a:pt x="33331" y="226687"/>
                </a:lnTo>
                <a:lnTo>
                  <a:pt x="8655" y="184885"/>
                </a:lnTo>
                <a:lnTo>
                  <a:pt x="0" y="132587"/>
                </a:lnTo>
                <a:lnTo>
                  <a:pt x="8655" y="80173"/>
                </a:lnTo>
                <a:lnTo>
                  <a:pt x="33331" y="38118"/>
                </a:lnTo>
                <a:lnTo>
                  <a:pt x="72094" y="10151"/>
                </a:lnTo>
                <a:lnTo>
                  <a:pt x="123011" y="0"/>
                </a:lnTo>
                <a:lnTo>
                  <a:pt x="173618" y="10151"/>
                </a:lnTo>
                <a:lnTo>
                  <a:pt x="212416" y="38118"/>
                </a:lnTo>
                <a:lnTo>
                  <a:pt x="237264" y="80173"/>
                </a:lnTo>
                <a:lnTo>
                  <a:pt x="246023" y="132587"/>
                </a:lnTo>
                <a:lnTo>
                  <a:pt x="237264" y="184885"/>
                </a:lnTo>
                <a:lnTo>
                  <a:pt x="212416" y="226687"/>
                </a:lnTo>
                <a:lnTo>
                  <a:pt x="173618" y="254402"/>
                </a:lnTo>
                <a:lnTo>
                  <a:pt x="123011" y="264438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84494" y="2415801"/>
            <a:ext cx="463550" cy="98425"/>
          </a:xfrm>
          <a:custGeom>
            <a:avLst/>
            <a:gdLst/>
            <a:ahLst/>
            <a:cxnLst/>
            <a:rect l="l" t="t" r="r" b="b"/>
            <a:pathLst>
              <a:path w="463550" h="98425">
                <a:moveTo>
                  <a:pt x="0" y="97967"/>
                </a:moveTo>
                <a:lnTo>
                  <a:pt x="252652" y="97967"/>
                </a:lnTo>
                <a:lnTo>
                  <a:pt x="317887" y="95941"/>
                </a:lnTo>
                <a:lnTo>
                  <a:pt x="376216" y="90048"/>
                </a:lnTo>
                <a:lnTo>
                  <a:pt x="425430" y="80565"/>
                </a:lnTo>
                <a:lnTo>
                  <a:pt x="463319" y="67766"/>
                </a:lnTo>
                <a:lnTo>
                  <a:pt x="463319" y="0"/>
                </a:lnTo>
                <a:lnTo>
                  <a:pt x="425189" y="12994"/>
                </a:lnTo>
                <a:lnTo>
                  <a:pt x="376493" y="22189"/>
                </a:lnTo>
                <a:lnTo>
                  <a:pt x="319648" y="27656"/>
                </a:lnTo>
                <a:lnTo>
                  <a:pt x="257072" y="29463"/>
                </a:lnTo>
                <a:lnTo>
                  <a:pt x="0" y="29463"/>
                </a:lnTo>
                <a:lnTo>
                  <a:pt x="0" y="97967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121368" y="1914179"/>
            <a:ext cx="583565" cy="153670"/>
          </a:xfrm>
          <a:custGeom>
            <a:avLst/>
            <a:gdLst/>
            <a:ahLst/>
            <a:cxnLst/>
            <a:rect l="l" t="t" r="r" b="b"/>
            <a:pathLst>
              <a:path w="583565" h="153669">
                <a:moveTo>
                  <a:pt x="583384" y="88391"/>
                </a:moveTo>
                <a:lnTo>
                  <a:pt x="328522" y="88391"/>
                </a:lnTo>
                <a:lnTo>
                  <a:pt x="328522" y="0"/>
                </a:lnTo>
                <a:lnTo>
                  <a:pt x="253389" y="0"/>
                </a:lnTo>
                <a:lnTo>
                  <a:pt x="253389" y="88391"/>
                </a:lnTo>
                <a:lnTo>
                  <a:pt x="0" y="88391"/>
                </a:lnTo>
                <a:lnTo>
                  <a:pt x="0" y="153212"/>
                </a:lnTo>
                <a:lnTo>
                  <a:pt x="583384" y="153212"/>
                </a:lnTo>
                <a:lnTo>
                  <a:pt x="583384" y="8839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099270" y="2110113"/>
            <a:ext cx="628650" cy="411480"/>
          </a:xfrm>
          <a:custGeom>
            <a:avLst/>
            <a:gdLst/>
            <a:ahLst/>
            <a:cxnLst/>
            <a:rect l="l" t="t" r="r" b="b"/>
            <a:pathLst>
              <a:path w="628650" h="411480">
                <a:moveTo>
                  <a:pt x="482470" y="346937"/>
                </a:moveTo>
                <a:lnTo>
                  <a:pt x="482470" y="224662"/>
                </a:lnTo>
                <a:lnTo>
                  <a:pt x="521752" y="207651"/>
                </a:lnTo>
                <a:lnTo>
                  <a:pt x="551434" y="185254"/>
                </a:lnTo>
                <a:lnTo>
                  <a:pt x="570206" y="157332"/>
                </a:lnTo>
                <a:lnTo>
                  <a:pt x="576755" y="123748"/>
                </a:lnTo>
                <a:lnTo>
                  <a:pt x="569997" y="89293"/>
                </a:lnTo>
                <a:lnTo>
                  <a:pt x="520106" y="38242"/>
                </a:lnTo>
                <a:lnTo>
                  <a:pt x="479756" y="21105"/>
                </a:lnTo>
                <a:lnTo>
                  <a:pt x="430992" y="9199"/>
                </a:lnTo>
                <a:lnTo>
                  <a:pt x="375206" y="2254"/>
                </a:lnTo>
                <a:lnTo>
                  <a:pt x="313790" y="0"/>
                </a:lnTo>
                <a:lnTo>
                  <a:pt x="252373" y="2254"/>
                </a:lnTo>
                <a:lnTo>
                  <a:pt x="196587" y="9199"/>
                </a:lnTo>
                <a:lnTo>
                  <a:pt x="147824" y="21105"/>
                </a:lnTo>
                <a:lnTo>
                  <a:pt x="107474" y="38242"/>
                </a:lnTo>
                <a:lnTo>
                  <a:pt x="57583" y="89293"/>
                </a:lnTo>
                <a:lnTo>
                  <a:pt x="50825" y="123748"/>
                </a:lnTo>
                <a:lnTo>
                  <a:pt x="57373" y="157332"/>
                </a:lnTo>
                <a:lnTo>
                  <a:pt x="76145" y="185254"/>
                </a:lnTo>
                <a:lnTo>
                  <a:pt x="105828" y="207651"/>
                </a:lnTo>
                <a:lnTo>
                  <a:pt x="145109" y="224662"/>
                </a:lnTo>
                <a:lnTo>
                  <a:pt x="145109" y="346937"/>
                </a:lnTo>
                <a:lnTo>
                  <a:pt x="0" y="346937"/>
                </a:lnTo>
                <a:lnTo>
                  <a:pt x="0" y="411021"/>
                </a:lnTo>
                <a:lnTo>
                  <a:pt x="628317" y="411021"/>
                </a:lnTo>
                <a:lnTo>
                  <a:pt x="628317" y="346937"/>
                </a:lnTo>
                <a:lnTo>
                  <a:pt x="482470" y="346937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24491" y="2170514"/>
            <a:ext cx="377190" cy="126364"/>
          </a:xfrm>
          <a:custGeom>
            <a:avLst/>
            <a:gdLst/>
            <a:ahLst/>
            <a:cxnLst/>
            <a:rect l="l" t="t" r="r" b="b"/>
            <a:pathLst>
              <a:path w="377190" h="126364">
                <a:moveTo>
                  <a:pt x="0" y="63347"/>
                </a:moveTo>
                <a:lnTo>
                  <a:pt x="35828" y="21320"/>
                </a:lnTo>
                <a:lnTo>
                  <a:pt x="76370" y="9145"/>
                </a:lnTo>
                <a:lnTo>
                  <a:pt x="128226" y="2203"/>
                </a:lnTo>
                <a:lnTo>
                  <a:pt x="188568" y="0"/>
                </a:lnTo>
                <a:lnTo>
                  <a:pt x="249193" y="2203"/>
                </a:lnTo>
                <a:lnTo>
                  <a:pt x="301085" y="9145"/>
                </a:lnTo>
                <a:lnTo>
                  <a:pt x="341521" y="21320"/>
                </a:lnTo>
                <a:lnTo>
                  <a:pt x="367779" y="39222"/>
                </a:lnTo>
                <a:lnTo>
                  <a:pt x="377137" y="63347"/>
                </a:lnTo>
                <a:lnTo>
                  <a:pt x="367779" y="87112"/>
                </a:lnTo>
                <a:lnTo>
                  <a:pt x="341521" y="104797"/>
                </a:lnTo>
                <a:lnTo>
                  <a:pt x="301085" y="116859"/>
                </a:lnTo>
                <a:lnTo>
                  <a:pt x="249193" y="123760"/>
                </a:lnTo>
                <a:lnTo>
                  <a:pt x="188568" y="125958"/>
                </a:lnTo>
                <a:lnTo>
                  <a:pt x="128226" y="123760"/>
                </a:lnTo>
                <a:lnTo>
                  <a:pt x="76370" y="116859"/>
                </a:lnTo>
                <a:lnTo>
                  <a:pt x="35828" y="104797"/>
                </a:lnTo>
                <a:lnTo>
                  <a:pt x="9428" y="87112"/>
                </a:lnTo>
                <a:lnTo>
                  <a:pt x="0" y="63347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309936" y="2342878"/>
            <a:ext cx="206983" cy="121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845442" y="1920071"/>
            <a:ext cx="552450" cy="226695"/>
          </a:xfrm>
          <a:custGeom>
            <a:avLst/>
            <a:gdLst/>
            <a:ahLst/>
            <a:cxnLst/>
            <a:rect l="l" t="t" r="r" b="b"/>
            <a:pathLst>
              <a:path w="552450" h="226694">
                <a:moveTo>
                  <a:pt x="276223" y="226135"/>
                </a:moveTo>
                <a:lnTo>
                  <a:pt x="339302" y="224219"/>
                </a:lnTo>
                <a:lnTo>
                  <a:pt x="397343" y="218206"/>
                </a:lnTo>
                <a:lnTo>
                  <a:pt x="448645" y="207696"/>
                </a:lnTo>
                <a:lnTo>
                  <a:pt x="491507" y="192290"/>
                </a:lnTo>
                <a:lnTo>
                  <a:pt x="524229" y="171588"/>
                </a:lnTo>
                <a:lnTo>
                  <a:pt x="552447" y="112699"/>
                </a:lnTo>
                <a:lnTo>
                  <a:pt x="545109" y="80480"/>
                </a:lnTo>
                <a:lnTo>
                  <a:pt x="491507" y="33707"/>
                </a:lnTo>
                <a:lnTo>
                  <a:pt x="448645" y="18380"/>
                </a:lnTo>
                <a:lnTo>
                  <a:pt x="397343" y="7911"/>
                </a:lnTo>
                <a:lnTo>
                  <a:pt x="339302" y="1913"/>
                </a:lnTo>
                <a:lnTo>
                  <a:pt x="276223" y="0"/>
                </a:lnTo>
                <a:lnTo>
                  <a:pt x="213144" y="1913"/>
                </a:lnTo>
                <a:lnTo>
                  <a:pt x="155104" y="7911"/>
                </a:lnTo>
                <a:lnTo>
                  <a:pt x="103802" y="18380"/>
                </a:lnTo>
                <a:lnTo>
                  <a:pt x="60939" y="33707"/>
                </a:lnTo>
                <a:lnTo>
                  <a:pt x="28218" y="54278"/>
                </a:lnTo>
                <a:lnTo>
                  <a:pt x="0" y="112699"/>
                </a:lnTo>
                <a:lnTo>
                  <a:pt x="7338" y="145191"/>
                </a:lnTo>
                <a:lnTo>
                  <a:pt x="60939" y="192290"/>
                </a:lnTo>
                <a:lnTo>
                  <a:pt x="103802" y="207696"/>
                </a:lnTo>
                <a:lnTo>
                  <a:pt x="155104" y="218206"/>
                </a:lnTo>
                <a:lnTo>
                  <a:pt x="213144" y="224219"/>
                </a:lnTo>
                <a:lnTo>
                  <a:pt x="276223" y="22613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920575" y="1975316"/>
            <a:ext cx="402590" cy="116205"/>
          </a:xfrm>
          <a:custGeom>
            <a:avLst/>
            <a:gdLst/>
            <a:ahLst/>
            <a:cxnLst/>
            <a:rect l="l" t="t" r="r" b="b"/>
            <a:pathLst>
              <a:path w="402590" h="116205">
                <a:moveTo>
                  <a:pt x="201090" y="0"/>
                </a:moveTo>
                <a:lnTo>
                  <a:pt x="264149" y="2015"/>
                </a:lnTo>
                <a:lnTo>
                  <a:pt x="319288" y="8344"/>
                </a:lnTo>
                <a:lnTo>
                  <a:pt x="363006" y="19410"/>
                </a:lnTo>
                <a:lnTo>
                  <a:pt x="402181" y="57454"/>
                </a:lnTo>
                <a:lnTo>
                  <a:pt x="391804" y="79629"/>
                </a:lnTo>
                <a:lnTo>
                  <a:pt x="363006" y="96075"/>
                </a:lnTo>
                <a:lnTo>
                  <a:pt x="319288" y="107254"/>
                </a:lnTo>
                <a:lnTo>
                  <a:pt x="264149" y="113624"/>
                </a:lnTo>
                <a:lnTo>
                  <a:pt x="201090" y="115645"/>
                </a:lnTo>
                <a:lnTo>
                  <a:pt x="138032" y="113624"/>
                </a:lnTo>
                <a:lnTo>
                  <a:pt x="82893" y="107254"/>
                </a:lnTo>
                <a:lnTo>
                  <a:pt x="39175" y="96075"/>
                </a:lnTo>
                <a:lnTo>
                  <a:pt x="10377" y="79629"/>
                </a:lnTo>
                <a:lnTo>
                  <a:pt x="0" y="57454"/>
                </a:lnTo>
                <a:lnTo>
                  <a:pt x="10377" y="35639"/>
                </a:lnTo>
                <a:lnTo>
                  <a:pt x="39175" y="19410"/>
                </a:lnTo>
                <a:lnTo>
                  <a:pt x="82893" y="8344"/>
                </a:lnTo>
                <a:lnTo>
                  <a:pt x="138032" y="2015"/>
                </a:lnTo>
                <a:lnTo>
                  <a:pt x="20109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807875" y="2182300"/>
            <a:ext cx="628650" cy="361950"/>
          </a:xfrm>
          <a:custGeom>
            <a:avLst/>
            <a:gdLst/>
            <a:ahLst/>
            <a:cxnLst/>
            <a:rect l="l" t="t" r="r" b="b"/>
            <a:pathLst>
              <a:path w="628650" h="361950">
                <a:moveTo>
                  <a:pt x="628317" y="55981"/>
                </a:moveTo>
                <a:lnTo>
                  <a:pt x="628317" y="0"/>
                </a:lnTo>
                <a:lnTo>
                  <a:pt x="0" y="0"/>
                </a:lnTo>
                <a:lnTo>
                  <a:pt x="0" y="55981"/>
                </a:lnTo>
                <a:lnTo>
                  <a:pt x="159841" y="55981"/>
                </a:lnTo>
                <a:lnTo>
                  <a:pt x="159841" y="114172"/>
                </a:lnTo>
                <a:lnTo>
                  <a:pt x="41986" y="114172"/>
                </a:lnTo>
                <a:lnTo>
                  <a:pt x="41986" y="168680"/>
                </a:lnTo>
                <a:lnTo>
                  <a:pt x="513407" y="168680"/>
                </a:lnTo>
                <a:lnTo>
                  <a:pt x="513407" y="212139"/>
                </a:lnTo>
                <a:lnTo>
                  <a:pt x="43459" y="212139"/>
                </a:lnTo>
                <a:lnTo>
                  <a:pt x="43459" y="361669"/>
                </a:lnTo>
                <a:lnTo>
                  <a:pt x="595906" y="361669"/>
                </a:lnTo>
                <a:lnTo>
                  <a:pt x="595906" y="307160"/>
                </a:lnTo>
                <a:lnTo>
                  <a:pt x="114909" y="307160"/>
                </a:lnTo>
                <a:lnTo>
                  <a:pt x="114909" y="263701"/>
                </a:lnTo>
                <a:lnTo>
                  <a:pt x="584857" y="263701"/>
                </a:lnTo>
                <a:lnTo>
                  <a:pt x="584857" y="114172"/>
                </a:lnTo>
                <a:lnTo>
                  <a:pt x="467738" y="114172"/>
                </a:lnTo>
                <a:lnTo>
                  <a:pt x="467738" y="55981"/>
                </a:lnTo>
                <a:lnTo>
                  <a:pt x="628317" y="5598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039167" y="2238281"/>
            <a:ext cx="165100" cy="58419"/>
          </a:xfrm>
          <a:custGeom>
            <a:avLst/>
            <a:gdLst/>
            <a:ahLst/>
            <a:cxnLst/>
            <a:rect l="l" t="t" r="r" b="b"/>
            <a:pathLst>
              <a:path w="165100" h="58419">
                <a:moveTo>
                  <a:pt x="164997" y="58191"/>
                </a:moveTo>
                <a:lnTo>
                  <a:pt x="0" y="58191"/>
                </a:lnTo>
                <a:lnTo>
                  <a:pt x="0" y="0"/>
                </a:lnTo>
                <a:lnTo>
                  <a:pt x="164997" y="0"/>
                </a:lnTo>
                <a:lnTo>
                  <a:pt x="164997" y="5819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513535" y="1915652"/>
            <a:ext cx="426720" cy="144145"/>
          </a:xfrm>
          <a:custGeom>
            <a:avLst/>
            <a:gdLst/>
            <a:ahLst/>
            <a:cxnLst/>
            <a:rect l="l" t="t" r="r" b="b"/>
            <a:pathLst>
              <a:path w="426720" h="144144">
                <a:moveTo>
                  <a:pt x="426489" y="79552"/>
                </a:moveTo>
                <a:lnTo>
                  <a:pt x="250442" y="79552"/>
                </a:lnTo>
                <a:lnTo>
                  <a:pt x="250442" y="0"/>
                </a:lnTo>
                <a:lnTo>
                  <a:pt x="176046" y="0"/>
                </a:lnTo>
                <a:lnTo>
                  <a:pt x="176046" y="79552"/>
                </a:lnTo>
                <a:lnTo>
                  <a:pt x="0" y="79552"/>
                </a:lnTo>
                <a:lnTo>
                  <a:pt x="0" y="143636"/>
                </a:lnTo>
                <a:lnTo>
                  <a:pt x="426489" y="143636"/>
                </a:lnTo>
                <a:lnTo>
                  <a:pt x="426489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014421" y="1922281"/>
            <a:ext cx="160020" cy="629285"/>
          </a:xfrm>
          <a:custGeom>
            <a:avLst/>
            <a:gdLst/>
            <a:ahLst/>
            <a:cxnLst/>
            <a:rect l="l" t="t" r="r" b="b"/>
            <a:pathLst>
              <a:path w="160020" h="629285">
                <a:moveTo>
                  <a:pt x="159841" y="248969"/>
                </a:moveTo>
                <a:lnTo>
                  <a:pt x="72923" y="248969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18946"/>
                </a:lnTo>
                <a:lnTo>
                  <a:pt x="159841" y="318946"/>
                </a:lnTo>
                <a:lnTo>
                  <a:pt x="159841" y="24896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516482" y="2097591"/>
            <a:ext cx="445770" cy="416559"/>
          </a:xfrm>
          <a:custGeom>
            <a:avLst/>
            <a:gdLst/>
            <a:ahLst/>
            <a:cxnLst/>
            <a:rect l="l" t="t" r="r" b="b"/>
            <a:pathLst>
              <a:path w="445770" h="416560">
                <a:moveTo>
                  <a:pt x="246759" y="258545"/>
                </a:moveTo>
                <a:lnTo>
                  <a:pt x="296795" y="248398"/>
                </a:lnTo>
                <a:lnTo>
                  <a:pt x="337496" y="229871"/>
                </a:lnTo>
                <a:lnTo>
                  <a:pt x="367838" y="203601"/>
                </a:lnTo>
                <a:lnTo>
                  <a:pt x="386795" y="170224"/>
                </a:lnTo>
                <a:lnTo>
                  <a:pt x="393342" y="130377"/>
                </a:lnTo>
                <a:lnTo>
                  <a:pt x="385098" y="85987"/>
                </a:lnTo>
                <a:lnTo>
                  <a:pt x="361333" y="49799"/>
                </a:lnTo>
                <a:lnTo>
                  <a:pt x="323495" y="22769"/>
                </a:lnTo>
                <a:lnTo>
                  <a:pt x="273035" y="5851"/>
                </a:lnTo>
                <a:lnTo>
                  <a:pt x="211403" y="0"/>
                </a:lnTo>
                <a:lnTo>
                  <a:pt x="149770" y="5851"/>
                </a:lnTo>
                <a:lnTo>
                  <a:pt x="99310" y="22769"/>
                </a:lnTo>
                <a:lnTo>
                  <a:pt x="61473" y="49799"/>
                </a:lnTo>
                <a:lnTo>
                  <a:pt x="37707" y="85987"/>
                </a:lnTo>
                <a:lnTo>
                  <a:pt x="29463" y="130377"/>
                </a:lnTo>
                <a:lnTo>
                  <a:pt x="35922" y="169865"/>
                </a:lnTo>
                <a:lnTo>
                  <a:pt x="54614" y="203023"/>
                </a:lnTo>
                <a:lnTo>
                  <a:pt x="84514" y="229181"/>
                </a:lnTo>
                <a:lnTo>
                  <a:pt x="124596" y="247667"/>
                </a:lnTo>
                <a:lnTo>
                  <a:pt x="173836" y="257808"/>
                </a:lnTo>
                <a:lnTo>
                  <a:pt x="173836" y="351356"/>
                </a:lnTo>
                <a:lnTo>
                  <a:pt x="0" y="351356"/>
                </a:lnTo>
                <a:lnTo>
                  <a:pt x="0" y="416177"/>
                </a:lnTo>
                <a:lnTo>
                  <a:pt x="240130" y="416177"/>
                </a:lnTo>
                <a:lnTo>
                  <a:pt x="303938" y="414519"/>
                </a:lnTo>
                <a:lnTo>
                  <a:pt x="361116" y="409547"/>
                </a:lnTo>
                <a:lnTo>
                  <a:pt x="409179" y="401261"/>
                </a:lnTo>
                <a:lnTo>
                  <a:pt x="445641" y="389659"/>
                </a:lnTo>
                <a:lnTo>
                  <a:pt x="445641" y="323366"/>
                </a:lnTo>
                <a:lnTo>
                  <a:pt x="407936" y="336026"/>
                </a:lnTo>
                <a:lnTo>
                  <a:pt x="361116" y="344543"/>
                </a:lnTo>
                <a:lnTo>
                  <a:pt x="306838" y="349469"/>
                </a:lnTo>
                <a:lnTo>
                  <a:pt x="246759" y="351356"/>
                </a:lnTo>
                <a:lnTo>
                  <a:pt x="246759" y="25854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1607820" y="2149889"/>
            <a:ext cx="240130" cy="1554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66111" y="1922281"/>
            <a:ext cx="636270" cy="621030"/>
          </a:xfrm>
          <a:custGeom>
            <a:avLst/>
            <a:gdLst/>
            <a:ahLst/>
            <a:cxnLst/>
            <a:rect l="l" t="t" r="r" b="b"/>
            <a:pathLst>
              <a:path w="636270" h="621030">
                <a:moveTo>
                  <a:pt x="547291" y="321892"/>
                </a:moveTo>
                <a:lnTo>
                  <a:pt x="474368" y="321892"/>
                </a:lnTo>
                <a:lnTo>
                  <a:pt x="474368" y="0"/>
                </a:lnTo>
                <a:lnTo>
                  <a:pt x="547291" y="0"/>
                </a:lnTo>
                <a:lnTo>
                  <a:pt x="547291" y="118592"/>
                </a:lnTo>
                <a:lnTo>
                  <a:pt x="635683" y="118592"/>
                </a:lnTo>
                <a:lnTo>
                  <a:pt x="635683" y="181939"/>
                </a:lnTo>
                <a:lnTo>
                  <a:pt x="547291" y="181939"/>
                </a:lnTo>
                <a:lnTo>
                  <a:pt x="547291" y="321892"/>
                </a:lnTo>
                <a:close/>
              </a:path>
              <a:path w="636270" h="621030">
                <a:moveTo>
                  <a:pt x="224662" y="304951"/>
                </a:moveTo>
                <a:lnTo>
                  <a:pt x="0" y="304951"/>
                </a:lnTo>
                <a:lnTo>
                  <a:pt x="0" y="15468"/>
                </a:lnTo>
                <a:lnTo>
                  <a:pt x="383766" y="15468"/>
                </a:lnTo>
                <a:lnTo>
                  <a:pt x="383766" y="69976"/>
                </a:lnTo>
                <a:lnTo>
                  <a:pt x="72186" y="69976"/>
                </a:lnTo>
                <a:lnTo>
                  <a:pt x="72186" y="133324"/>
                </a:lnTo>
                <a:lnTo>
                  <a:pt x="371244" y="133324"/>
                </a:lnTo>
                <a:lnTo>
                  <a:pt x="371244" y="185622"/>
                </a:lnTo>
                <a:lnTo>
                  <a:pt x="72186" y="185622"/>
                </a:lnTo>
                <a:lnTo>
                  <a:pt x="72186" y="250442"/>
                </a:lnTo>
                <a:lnTo>
                  <a:pt x="428699" y="250442"/>
                </a:lnTo>
                <a:lnTo>
                  <a:pt x="428699" y="277697"/>
                </a:lnTo>
                <a:lnTo>
                  <a:pt x="392882" y="289102"/>
                </a:lnTo>
                <a:lnTo>
                  <a:pt x="345463" y="297677"/>
                </a:lnTo>
                <a:lnTo>
                  <a:pt x="288653" y="303075"/>
                </a:lnTo>
                <a:lnTo>
                  <a:pt x="224662" y="304951"/>
                </a:lnTo>
                <a:close/>
              </a:path>
              <a:path w="636270" h="621030">
                <a:moveTo>
                  <a:pt x="428699" y="250442"/>
                </a:moveTo>
                <a:lnTo>
                  <a:pt x="230554" y="250442"/>
                </a:lnTo>
                <a:lnTo>
                  <a:pt x="291864" y="248566"/>
                </a:lnTo>
                <a:lnTo>
                  <a:pt x="346476" y="243169"/>
                </a:lnTo>
                <a:lnTo>
                  <a:pt x="392663" y="234594"/>
                </a:lnTo>
                <a:lnTo>
                  <a:pt x="428699" y="223188"/>
                </a:lnTo>
                <a:lnTo>
                  <a:pt x="428699" y="250442"/>
                </a:lnTo>
                <a:close/>
              </a:path>
              <a:path w="636270" h="621030">
                <a:moveTo>
                  <a:pt x="562759" y="620951"/>
                </a:moveTo>
                <a:lnTo>
                  <a:pt x="22097" y="620951"/>
                </a:lnTo>
                <a:lnTo>
                  <a:pt x="22097" y="462582"/>
                </a:lnTo>
                <a:lnTo>
                  <a:pt x="475841" y="462582"/>
                </a:lnTo>
                <a:lnTo>
                  <a:pt x="475841" y="411021"/>
                </a:lnTo>
                <a:lnTo>
                  <a:pt x="20624" y="411021"/>
                </a:lnTo>
                <a:lnTo>
                  <a:pt x="20624" y="356512"/>
                </a:lnTo>
                <a:lnTo>
                  <a:pt x="547291" y="356512"/>
                </a:lnTo>
                <a:lnTo>
                  <a:pt x="547291" y="514144"/>
                </a:lnTo>
                <a:lnTo>
                  <a:pt x="93547" y="514144"/>
                </a:lnTo>
                <a:lnTo>
                  <a:pt x="93547" y="566442"/>
                </a:lnTo>
                <a:lnTo>
                  <a:pt x="562759" y="566442"/>
                </a:lnTo>
                <a:lnTo>
                  <a:pt x="562759" y="620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40479" y="1922281"/>
            <a:ext cx="161925" cy="321945"/>
          </a:xfrm>
          <a:custGeom>
            <a:avLst/>
            <a:gdLst/>
            <a:ahLst/>
            <a:cxnLst/>
            <a:rect l="l" t="t" r="r" b="b"/>
            <a:pathLst>
              <a:path w="161925" h="321944">
                <a:moveTo>
                  <a:pt x="72923" y="118592"/>
                </a:moveTo>
                <a:lnTo>
                  <a:pt x="72923" y="0"/>
                </a:lnTo>
                <a:lnTo>
                  <a:pt x="0" y="0"/>
                </a:lnTo>
                <a:lnTo>
                  <a:pt x="0" y="321892"/>
                </a:lnTo>
                <a:lnTo>
                  <a:pt x="72923" y="321892"/>
                </a:lnTo>
                <a:lnTo>
                  <a:pt x="72923" y="181939"/>
                </a:lnTo>
                <a:lnTo>
                  <a:pt x="161314" y="181939"/>
                </a:lnTo>
                <a:lnTo>
                  <a:pt x="161314" y="118592"/>
                </a:lnTo>
                <a:lnTo>
                  <a:pt x="72923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66111" y="1937750"/>
            <a:ext cx="429259" cy="289560"/>
          </a:xfrm>
          <a:custGeom>
            <a:avLst/>
            <a:gdLst/>
            <a:ahLst/>
            <a:cxnLst/>
            <a:rect l="l" t="t" r="r" b="b"/>
            <a:pathLst>
              <a:path w="429259" h="289560">
                <a:moveTo>
                  <a:pt x="428699" y="262228"/>
                </a:moveTo>
                <a:lnTo>
                  <a:pt x="428699" y="207720"/>
                </a:lnTo>
                <a:lnTo>
                  <a:pt x="392663" y="219126"/>
                </a:lnTo>
                <a:lnTo>
                  <a:pt x="346476" y="227700"/>
                </a:lnTo>
                <a:lnTo>
                  <a:pt x="291864" y="233098"/>
                </a:lnTo>
                <a:lnTo>
                  <a:pt x="230554" y="234974"/>
                </a:lnTo>
                <a:lnTo>
                  <a:pt x="72186" y="234974"/>
                </a:lnTo>
                <a:lnTo>
                  <a:pt x="72186" y="170153"/>
                </a:lnTo>
                <a:lnTo>
                  <a:pt x="371244" y="170153"/>
                </a:lnTo>
                <a:lnTo>
                  <a:pt x="371244" y="117855"/>
                </a:lnTo>
                <a:lnTo>
                  <a:pt x="72186" y="117855"/>
                </a:lnTo>
                <a:lnTo>
                  <a:pt x="72186" y="54508"/>
                </a:lnTo>
                <a:lnTo>
                  <a:pt x="383766" y="54508"/>
                </a:lnTo>
                <a:lnTo>
                  <a:pt x="383766" y="0"/>
                </a:lnTo>
                <a:lnTo>
                  <a:pt x="0" y="0"/>
                </a:lnTo>
                <a:lnTo>
                  <a:pt x="0" y="289482"/>
                </a:lnTo>
                <a:lnTo>
                  <a:pt x="224662" y="289482"/>
                </a:lnTo>
                <a:lnTo>
                  <a:pt x="288653" y="287606"/>
                </a:lnTo>
                <a:lnTo>
                  <a:pt x="345463" y="282208"/>
                </a:lnTo>
                <a:lnTo>
                  <a:pt x="392882" y="273634"/>
                </a:lnTo>
                <a:lnTo>
                  <a:pt x="428699" y="262228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86736" y="2278794"/>
            <a:ext cx="542290" cy="264795"/>
          </a:xfrm>
          <a:custGeom>
            <a:avLst/>
            <a:gdLst/>
            <a:ahLst/>
            <a:cxnLst/>
            <a:rect l="l" t="t" r="r" b="b"/>
            <a:pathLst>
              <a:path w="542290" h="264794">
                <a:moveTo>
                  <a:pt x="72923" y="157631"/>
                </a:moveTo>
                <a:lnTo>
                  <a:pt x="526666" y="157631"/>
                </a:lnTo>
                <a:lnTo>
                  <a:pt x="526666" y="0"/>
                </a:lnTo>
                <a:lnTo>
                  <a:pt x="0" y="0"/>
                </a:lnTo>
                <a:lnTo>
                  <a:pt x="0" y="54508"/>
                </a:lnTo>
                <a:lnTo>
                  <a:pt x="455216" y="54508"/>
                </a:lnTo>
                <a:lnTo>
                  <a:pt x="455216" y="106069"/>
                </a:lnTo>
                <a:lnTo>
                  <a:pt x="1473" y="106069"/>
                </a:lnTo>
                <a:lnTo>
                  <a:pt x="1473" y="264438"/>
                </a:lnTo>
                <a:lnTo>
                  <a:pt x="542135" y="264438"/>
                </a:lnTo>
                <a:lnTo>
                  <a:pt x="542135" y="209930"/>
                </a:lnTo>
                <a:lnTo>
                  <a:pt x="72923" y="209930"/>
                </a:lnTo>
                <a:lnTo>
                  <a:pt x="72923" y="15763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52620" y="1917862"/>
            <a:ext cx="628650" cy="648335"/>
          </a:xfrm>
          <a:custGeom>
            <a:avLst/>
            <a:gdLst/>
            <a:ahLst/>
            <a:cxnLst/>
            <a:rect l="l" t="t" r="r" b="b"/>
            <a:pathLst>
              <a:path w="628650" h="648335">
                <a:moveTo>
                  <a:pt x="14731" y="338097"/>
                </a:moveTo>
                <a:lnTo>
                  <a:pt x="14731" y="268857"/>
                </a:lnTo>
                <a:lnTo>
                  <a:pt x="59508" y="264730"/>
                </a:lnTo>
                <a:lnTo>
                  <a:pt x="102969" y="252369"/>
                </a:lnTo>
                <a:lnTo>
                  <a:pt x="144345" y="232546"/>
                </a:lnTo>
                <a:lnTo>
                  <a:pt x="182865" y="206029"/>
                </a:lnTo>
                <a:lnTo>
                  <a:pt x="217760" y="173590"/>
                </a:lnTo>
                <a:lnTo>
                  <a:pt x="248260" y="135997"/>
                </a:lnTo>
                <a:lnTo>
                  <a:pt x="273594" y="94021"/>
                </a:lnTo>
                <a:lnTo>
                  <a:pt x="292993" y="48432"/>
                </a:lnTo>
                <a:lnTo>
                  <a:pt x="305687" y="0"/>
                </a:lnTo>
                <a:lnTo>
                  <a:pt x="380820" y="11785"/>
                </a:lnTo>
                <a:lnTo>
                  <a:pt x="374214" y="41859"/>
                </a:lnTo>
                <a:lnTo>
                  <a:pt x="365536" y="71173"/>
                </a:lnTo>
                <a:lnTo>
                  <a:pt x="354924" y="99521"/>
                </a:lnTo>
                <a:lnTo>
                  <a:pt x="342517" y="126694"/>
                </a:lnTo>
                <a:lnTo>
                  <a:pt x="443449" y="182676"/>
                </a:lnTo>
                <a:lnTo>
                  <a:pt x="307160" y="182676"/>
                </a:lnTo>
                <a:lnTo>
                  <a:pt x="274958" y="221165"/>
                </a:lnTo>
                <a:lnTo>
                  <a:pt x="238685" y="254914"/>
                </a:lnTo>
                <a:lnTo>
                  <a:pt x="198868" y="283508"/>
                </a:lnTo>
                <a:lnTo>
                  <a:pt x="156036" y="306535"/>
                </a:lnTo>
                <a:lnTo>
                  <a:pt x="110717" y="323585"/>
                </a:lnTo>
                <a:lnTo>
                  <a:pt x="63439" y="334243"/>
                </a:lnTo>
                <a:lnTo>
                  <a:pt x="14731" y="338097"/>
                </a:lnTo>
                <a:close/>
              </a:path>
              <a:path w="628650" h="648335">
                <a:moveTo>
                  <a:pt x="578228" y="337361"/>
                </a:moveTo>
                <a:lnTo>
                  <a:pt x="307160" y="182676"/>
                </a:lnTo>
                <a:lnTo>
                  <a:pt x="443449" y="182676"/>
                </a:lnTo>
                <a:lnTo>
                  <a:pt x="612111" y="276223"/>
                </a:lnTo>
                <a:lnTo>
                  <a:pt x="578228" y="337361"/>
                </a:lnTo>
                <a:close/>
              </a:path>
              <a:path w="628650" h="648335">
                <a:moveTo>
                  <a:pt x="628317" y="472158"/>
                </a:moveTo>
                <a:lnTo>
                  <a:pt x="0" y="472158"/>
                </a:lnTo>
                <a:lnTo>
                  <a:pt x="0" y="404391"/>
                </a:lnTo>
                <a:lnTo>
                  <a:pt x="628317" y="404391"/>
                </a:lnTo>
                <a:lnTo>
                  <a:pt x="628317" y="472158"/>
                </a:lnTo>
                <a:close/>
              </a:path>
              <a:path w="628650" h="648335">
                <a:moveTo>
                  <a:pt x="350620" y="648205"/>
                </a:moveTo>
                <a:lnTo>
                  <a:pt x="276223" y="648205"/>
                </a:lnTo>
                <a:lnTo>
                  <a:pt x="276223" y="472158"/>
                </a:lnTo>
                <a:lnTo>
                  <a:pt x="350620" y="472158"/>
                </a:lnTo>
                <a:lnTo>
                  <a:pt x="350620" y="648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67352" y="1917862"/>
            <a:ext cx="597535" cy="338455"/>
          </a:xfrm>
          <a:custGeom>
            <a:avLst/>
            <a:gdLst/>
            <a:ahLst/>
            <a:cxnLst/>
            <a:rect l="l" t="t" r="r" b="b"/>
            <a:pathLst>
              <a:path w="597534" h="338455">
                <a:moveTo>
                  <a:pt x="292428" y="182676"/>
                </a:moveTo>
                <a:lnTo>
                  <a:pt x="563496" y="337361"/>
                </a:lnTo>
                <a:lnTo>
                  <a:pt x="597380" y="276223"/>
                </a:lnTo>
                <a:lnTo>
                  <a:pt x="327785" y="126694"/>
                </a:lnTo>
                <a:lnTo>
                  <a:pt x="340192" y="99521"/>
                </a:lnTo>
                <a:lnTo>
                  <a:pt x="350804" y="71173"/>
                </a:lnTo>
                <a:lnTo>
                  <a:pt x="359482" y="41859"/>
                </a:lnTo>
                <a:lnTo>
                  <a:pt x="366088" y="11785"/>
                </a:lnTo>
                <a:lnTo>
                  <a:pt x="290955" y="0"/>
                </a:lnTo>
                <a:lnTo>
                  <a:pt x="278261" y="48432"/>
                </a:lnTo>
                <a:lnTo>
                  <a:pt x="258862" y="94021"/>
                </a:lnTo>
                <a:lnTo>
                  <a:pt x="233528" y="135997"/>
                </a:lnTo>
                <a:lnTo>
                  <a:pt x="203028" y="173590"/>
                </a:lnTo>
                <a:lnTo>
                  <a:pt x="168134" y="206029"/>
                </a:lnTo>
                <a:lnTo>
                  <a:pt x="129613" y="232546"/>
                </a:lnTo>
                <a:lnTo>
                  <a:pt x="88238" y="252369"/>
                </a:lnTo>
                <a:lnTo>
                  <a:pt x="44776" y="264730"/>
                </a:lnTo>
                <a:lnTo>
                  <a:pt x="0" y="268857"/>
                </a:lnTo>
                <a:lnTo>
                  <a:pt x="0" y="338097"/>
                </a:lnTo>
                <a:lnTo>
                  <a:pt x="48707" y="334243"/>
                </a:lnTo>
                <a:lnTo>
                  <a:pt x="95985" y="323585"/>
                </a:lnTo>
                <a:lnTo>
                  <a:pt x="141304" y="306535"/>
                </a:lnTo>
                <a:lnTo>
                  <a:pt x="184136" y="283508"/>
                </a:lnTo>
                <a:lnTo>
                  <a:pt x="223953" y="254914"/>
                </a:lnTo>
                <a:lnTo>
                  <a:pt x="260226" y="221165"/>
                </a:lnTo>
                <a:lnTo>
                  <a:pt x="292428" y="18267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52619" y="2322253"/>
            <a:ext cx="628650" cy="243840"/>
          </a:xfrm>
          <a:custGeom>
            <a:avLst/>
            <a:gdLst/>
            <a:ahLst/>
            <a:cxnLst/>
            <a:rect l="l" t="t" r="r" b="b"/>
            <a:pathLst>
              <a:path w="628650" h="243839">
                <a:moveTo>
                  <a:pt x="628317" y="0"/>
                </a:moveTo>
                <a:lnTo>
                  <a:pt x="0" y="0"/>
                </a:lnTo>
                <a:lnTo>
                  <a:pt x="0" y="67766"/>
                </a:lnTo>
                <a:lnTo>
                  <a:pt x="276223" y="67766"/>
                </a:lnTo>
                <a:lnTo>
                  <a:pt x="276223" y="243813"/>
                </a:lnTo>
                <a:lnTo>
                  <a:pt x="350620" y="243813"/>
                </a:lnTo>
                <a:lnTo>
                  <a:pt x="350620" y="67766"/>
                </a:lnTo>
                <a:lnTo>
                  <a:pt x="628317" y="67766"/>
                </a:lnTo>
                <a:lnTo>
                  <a:pt x="62831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67282" y="1929647"/>
            <a:ext cx="628650" cy="622935"/>
          </a:xfrm>
          <a:custGeom>
            <a:avLst/>
            <a:gdLst/>
            <a:ahLst/>
            <a:cxnLst/>
            <a:rect l="l" t="t" r="r" b="b"/>
            <a:pathLst>
              <a:path w="628650" h="622935">
                <a:moveTo>
                  <a:pt x="581911" y="213613"/>
                </a:moveTo>
                <a:lnTo>
                  <a:pt x="508988" y="213613"/>
                </a:lnTo>
                <a:lnTo>
                  <a:pt x="508988" y="61874"/>
                </a:lnTo>
                <a:lnTo>
                  <a:pt x="41986" y="61874"/>
                </a:lnTo>
                <a:lnTo>
                  <a:pt x="41986" y="0"/>
                </a:lnTo>
                <a:lnTo>
                  <a:pt x="581911" y="0"/>
                </a:lnTo>
                <a:lnTo>
                  <a:pt x="581911" y="213613"/>
                </a:lnTo>
                <a:close/>
              </a:path>
              <a:path w="628650" h="622935">
                <a:moveTo>
                  <a:pt x="309370" y="257808"/>
                </a:moveTo>
                <a:lnTo>
                  <a:pt x="235710" y="257808"/>
                </a:lnTo>
                <a:lnTo>
                  <a:pt x="235710" y="134797"/>
                </a:lnTo>
                <a:lnTo>
                  <a:pt x="309370" y="134797"/>
                </a:lnTo>
                <a:lnTo>
                  <a:pt x="309370" y="257808"/>
                </a:lnTo>
                <a:close/>
              </a:path>
              <a:path w="628650" h="622935">
                <a:moveTo>
                  <a:pt x="628317" y="318209"/>
                </a:moveTo>
                <a:lnTo>
                  <a:pt x="0" y="318209"/>
                </a:lnTo>
                <a:lnTo>
                  <a:pt x="0" y="257808"/>
                </a:lnTo>
                <a:lnTo>
                  <a:pt x="628317" y="257808"/>
                </a:lnTo>
                <a:lnTo>
                  <a:pt x="628317" y="318209"/>
                </a:lnTo>
                <a:close/>
              </a:path>
              <a:path w="628650" h="622935">
                <a:moveTo>
                  <a:pt x="313790" y="622424"/>
                </a:moveTo>
                <a:lnTo>
                  <a:pt x="251175" y="620248"/>
                </a:lnTo>
                <a:lnTo>
                  <a:pt x="193314" y="613499"/>
                </a:lnTo>
                <a:lnTo>
                  <a:pt x="141987" y="601840"/>
                </a:lnTo>
                <a:lnTo>
                  <a:pt x="98970" y="584937"/>
                </a:lnTo>
                <a:lnTo>
                  <a:pt x="66042" y="562455"/>
                </a:lnTo>
                <a:lnTo>
                  <a:pt x="37566" y="499412"/>
                </a:lnTo>
                <a:lnTo>
                  <a:pt x="44981" y="464111"/>
                </a:lnTo>
                <a:lnTo>
                  <a:pt x="98970" y="413250"/>
                </a:lnTo>
                <a:lnTo>
                  <a:pt x="141987" y="396735"/>
                </a:lnTo>
                <a:lnTo>
                  <a:pt x="193314" y="385530"/>
                </a:lnTo>
                <a:lnTo>
                  <a:pt x="251175" y="379156"/>
                </a:lnTo>
                <a:lnTo>
                  <a:pt x="313790" y="377137"/>
                </a:lnTo>
                <a:lnTo>
                  <a:pt x="376405" y="379310"/>
                </a:lnTo>
                <a:lnTo>
                  <a:pt x="434265" y="386045"/>
                </a:lnTo>
                <a:lnTo>
                  <a:pt x="485593" y="397663"/>
                </a:lnTo>
                <a:lnTo>
                  <a:pt x="528610" y="414487"/>
                </a:lnTo>
                <a:lnTo>
                  <a:pt x="559313" y="435328"/>
                </a:lnTo>
                <a:lnTo>
                  <a:pt x="313790" y="435328"/>
                </a:lnTo>
                <a:lnTo>
                  <a:pt x="253996" y="437538"/>
                </a:lnTo>
                <a:lnTo>
                  <a:pt x="199611" y="444521"/>
                </a:lnTo>
                <a:lnTo>
                  <a:pt x="155162" y="456807"/>
                </a:lnTo>
                <a:lnTo>
                  <a:pt x="125174" y="474928"/>
                </a:lnTo>
                <a:lnTo>
                  <a:pt x="114172" y="499412"/>
                </a:lnTo>
                <a:lnTo>
                  <a:pt x="125174" y="523408"/>
                </a:lnTo>
                <a:lnTo>
                  <a:pt x="155162" y="541640"/>
                </a:lnTo>
                <a:lnTo>
                  <a:pt x="199611" y="554356"/>
                </a:lnTo>
                <a:lnTo>
                  <a:pt x="253996" y="561805"/>
                </a:lnTo>
                <a:lnTo>
                  <a:pt x="313790" y="564233"/>
                </a:lnTo>
                <a:lnTo>
                  <a:pt x="558933" y="564233"/>
                </a:lnTo>
                <a:lnTo>
                  <a:pt x="528610" y="584937"/>
                </a:lnTo>
                <a:lnTo>
                  <a:pt x="485593" y="601840"/>
                </a:lnTo>
                <a:lnTo>
                  <a:pt x="434265" y="613499"/>
                </a:lnTo>
                <a:lnTo>
                  <a:pt x="376405" y="620248"/>
                </a:lnTo>
                <a:lnTo>
                  <a:pt x="313790" y="622424"/>
                </a:lnTo>
                <a:close/>
              </a:path>
              <a:path w="628650" h="622935">
                <a:moveTo>
                  <a:pt x="558933" y="564233"/>
                </a:moveTo>
                <a:lnTo>
                  <a:pt x="313790" y="564233"/>
                </a:lnTo>
                <a:lnTo>
                  <a:pt x="373584" y="561805"/>
                </a:lnTo>
                <a:lnTo>
                  <a:pt x="427968" y="554356"/>
                </a:lnTo>
                <a:lnTo>
                  <a:pt x="472417" y="541640"/>
                </a:lnTo>
                <a:lnTo>
                  <a:pt x="502406" y="523408"/>
                </a:lnTo>
                <a:lnTo>
                  <a:pt x="513408" y="499412"/>
                </a:lnTo>
                <a:lnTo>
                  <a:pt x="502406" y="475776"/>
                </a:lnTo>
                <a:lnTo>
                  <a:pt x="472417" y="457762"/>
                </a:lnTo>
                <a:lnTo>
                  <a:pt x="427968" y="445157"/>
                </a:lnTo>
                <a:lnTo>
                  <a:pt x="373584" y="437750"/>
                </a:lnTo>
                <a:lnTo>
                  <a:pt x="313790" y="435328"/>
                </a:lnTo>
                <a:lnTo>
                  <a:pt x="559313" y="435328"/>
                </a:lnTo>
                <a:lnTo>
                  <a:pt x="561538" y="436838"/>
                </a:lnTo>
                <a:lnTo>
                  <a:pt x="582598" y="465039"/>
                </a:lnTo>
                <a:lnTo>
                  <a:pt x="590014" y="499412"/>
                </a:lnTo>
                <a:lnTo>
                  <a:pt x="582598" y="534058"/>
                </a:lnTo>
                <a:lnTo>
                  <a:pt x="561538" y="562455"/>
                </a:lnTo>
                <a:lnTo>
                  <a:pt x="558933" y="564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809268" y="1929647"/>
            <a:ext cx="540385" cy="213995"/>
          </a:xfrm>
          <a:custGeom>
            <a:avLst/>
            <a:gdLst/>
            <a:ahLst/>
            <a:cxnLst/>
            <a:rect l="l" t="t" r="r" b="b"/>
            <a:pathLst>
              <a:path w="540384" h="213994">
                <a:moveTo>
                  <a:pt x="467002" y="213613"/>
                </a:moveTo>
                <a:lnTo>
                  <a:pt x="539925" y="213613"/>
                </a:lnTo>
                <a:lnTo>
                  <a:pt x="539925" y="0"/>
                </a:lnTo>
                <a:lnTo>
                  <a:pt x="0" y="0"/>
                </a:lnTo>
                <a:lnTo>
                  <a:pt x="0" y="61874"/>
                </a:lnTo>
                <a:lnTo>
                  <a:pt x="467002" y="61874"/>
                </a:lnTo>
                <a:lnTo>
                  <a:pt x="467002" y="21361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767282" y="2064444"/>
            <a:ext cx="628650" cy="183515"/>
          </a:xfrm>
          <a:custGeom>
            <a:avLst/>
            <a:gdLst/>
            <a:ahLst/>
            <a:cxnLst/>
            <a:rect l="l" t="t" r="r" b="b"/>
            <a:pathLst>
              <a:path w="628650" h="183514">
                <a:moveTo>
                  <a:pt x="309370" y="123011"/>
                </a:moveTo>
                <a:lnTo>
                  <a:pt x="309370" y="0"/>
                </a:lnTo>
                <a:lnTo>
                  <a:pt x="235710" y="0"/>
                </a:lnTo>
                <a:lnTo>
                  <a:pt x="235710" y="123011"/>
                </a:lnTo>
                <a:lnTo>
                  <a:pt x="0" y="123011"/>
                </a:lnTo>
                <a:lnTo>
                  <a:pt x="0" y="183412"/>
                </a:lnTo>
                <a:lnTo>
                  <a:pt x="628317" y="183412"/>
                </a:lnTo>
                <a:lnTo>
                  <a:pt x="628317" y="123011"/>
                </a:lnTo>
                <a:lnTo>
                  <a:pt x="309370" y="12301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804848" y="2306785"/>
            <a:ext cx="552450" cy="245745"/>
          </a:xfrm>
          <a:custGeom>
            <a:avLst/>
            <a:gdLst/>
            <a:ahLst/>
            <a:cxnLst/>
            <a:rect l="l" t="t" r="r" b="b"/>
            <a:pathLst>
              <a:path w="552450" h="245744">
                <a:moveTo>
                  <a:pt x="276223" y="0"/>
                </a:moveTo>
                <a:lnTo>
                  <a:pt x="213608" y="2018"/>
                </a:lnTo>
                <a:lnTo>
                  <a:pt x="155748" y="8392"/>
                </a:lnTo>
                <a:lnTo>
                  <a:pt x="104420" y="19598"/>
                </a:lnTo>
                <a:lnTo>
                  <a:pt x="61403" y="36112"/>
                </a:lnTo>
                <a:lnTo>
                  <a:pt x="28476" y="58412"/>
                </a:lnTo>
                <a:lnTo>
                  <a:pt x="0" y="122275"/>
                </a:lnTo>
                <a:lnTo>
                  <a:pt x="7415" y="156920"/>
                </a:lnTo>
                <a:lnTo>
                  <a:pt x="61403" y="207799"/>
                </a:lnTo>
                <a:lnTo>
                  <a:pt x="104420" y="224702"/>
                </a:lnTo>
                <a:lnTo>
                  <a:pt x="155748" y="236361"/>
                </a:lnTo>
                <a:lnTo>
                  <a:pt x="213608" y="243111"/>
                </a:lnTo>
                <a:lnTo>
                  <a:pt x="276223" y="245286"/>
                </a:lnTo>
                <a:lnTo>
                  <a:pt x="338838" y="243111"/>
                </a:lnTo>
                <a:lnTo>
                  <a:pt x="396699" y="236361"/>
                </a:lnTo>
                <a:lnTo>
                  <a:pt x="448026" y="224702"/>
                </a:lnTo>
                <a:lnTo>
                  <a:pt x="491043" y="207799"/>
                </a:lnTo>
                <a:lnTo>
                  <a:pt x="523971" y="185317"/>
                </a:lnTo>
                <a:lnTo>
                  <a:pt x="552447" y="122275"/>
                </a:lnTo>
                <a:lnTo>
                  <a:pt x="545032" y="87901"/>
                </a:lnTo>
                <a:lnTo>
                  <a:pt x="491043" y="37349"/>
                </a:lnTo>
                <a:lnTo>
                  <a:pt x="448026" y="20525"/>
                </a:lnTo>
                <a:lnTo>
                  <a:pt x="396699" y="8907"/>
                </a:lnTo>
                <a:lnTo>
                  <a:pt x="338838" y="2173"/>
                </a:lnTo>
                <a:lnTo>
                  <a:pt x="2762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881454" y="2364976"/>
            <a:ext cx="399415" cy="128905"/>
          </a:xfrm>
          <a:custGeom>
            <a:avLst/>
            <a:gdLst/>
            <a:ahLst/>
            <a:cxnLst/>
            <a:rect l="l" t="t" r="r" b="b"/>
            <a:pathLst>
              <a:path w="399415" h="128905">
                <a:moveTo>
                  <a:pt x="199617" y="128904"/>
                </a:moveTo>
                <a:lnTo>
                  <a:pt x="139823" y="126476"/>
                </a:lnTo>
                <a:lnTo>
                  <a:pt x="85439" y="119028"/>
                </a:lnTo>
                <a:lnTo>
                  <a:pt x="40990" y="106311"/>
                </a:lnTo>
                <a:lnTo>
                  <a:pt x="0" y="64083"/>
                </a:lnTo>
                <a:lnTo>
                  <a:pt x="11001" y="39599"/>
                </a:lnTo>
                <a:lnTo>
                  <a:pt x="40990" y="21479"/>
                </a:lnTo>
                <a:lnTo>
                  <a:pt x="85439" y="9192"/>
                </a:lnTo>
                <a:lnTo>
                  <a:pt x="139823" y="2209"/>
                </a:lnTo>
                <a:lnTo>
                  <a:pt x="199617" y="0"/>
                </a:lnTo>
                <a:lnTo>
                  <a:pt x="259411" y="2421"/>
                </a:lnTo>
                <a:lnTo>
                  <a:pt x="313796" y="9829"/>
                </a:lnTo>
                <a:lnTo>
                  <a:pt x="358245" y="22433"/>
                </a:lnTo>
                <a:lnTo>
                  <a:pt x="388233" y="40448"/>
                </a:lnTo>
                <a:lnTo>
                  <a:pt x="399235" y="64083"/>
                </a:lnTo>
                <a:lnTo>
                  <a:pt x="388233" y="88079"/>
                </a:lnTo>
                <a:lnTo>
                  <a:pt x="358245" y="106311"/>
                </a:lnTo>
                <a:lnTo>
                  <a:pt x="313796" y="119028"/>
                </a:lnTo>
                <a:lnTo>
                  <a:pt x="259411" y="126476"/>
                </a:lnTo>
                <a:lnTo>
                  <a:pt x="199617" y="128904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88410" y="1922281"/>
            <a:ext cx="585470" cy="629285"/>
          </a:xfrm>
          <a:custGeom>
            <a:avLst/>
            <a:gdLst/>
            <a:ahLst/>
            <a:cxnLst/>
            <a:rect l="l" t="t" r="r" b="b"/>
            <a:pathLst>
              <a:path w="585470" h="629285">
                <a:moveTo>
                  <a:pt x="579701" y="353566"/>
                </a:moveTo>
                <a:lnTo>
                  <a:pt x="506778" y="353566"/>
                </a:lnTo>
                <a:lnTo>
                  <a:pt x="506778" y="181939"/>
                </a:lnTo>
                <a:lnTo>
                  <a:pt x="384503" y="181939"/>
                </a:lnTo>
                <a:lnTo>
                  <a:pt x="384503" y="118592"/>
                </a:lnTo>
                <a:lnTo>
                  <a:pt x="506778" y="118592"/>
                </a:lnTo>
                <a:lnTo>
                  <a:pt x="506778" y="0"/>
                </a:lnTo>
                <a:lnTo>
                  <a:pt x="579701" y="0"/>
                </a:lnTo>
                <a:lnTo>
                  <a:pt x="579701" y="353566"/>
                </a:lnTo>
                <a:close/>
              </a:path>
              <a:path w="585470" h="629285">
                <a:moveTo>
                  <a:pt x="409547" y="78815"/>
                </a:moveTo>
                <a:lnTo>
                  <a:pt x="8102" y="78815"/>
                </a:lnTo>
                <a:lnTo>
                  <a:pt x="8102" y="16205"/>
                </a:lnTo>
                <a:lnTo>
                  <a:pt x="409547" y="16205"/>
                </a:lnTo>
                <a:lnTo>
                  <a:pt x="409547" y="78815"/>
                </a:lnTo>
                <a:close/>
              </a:path>
              <a:path w="585470" h="629285">
                <a:moveTo>
                  <a:pt x="0" y="335151"/>
                </a:moveTo>
                <a:lnTo>
                  <a:pt x="0" y="269594"/>
                </a:lnTo>
                <a:lnTo>
                  <a:pt x="48598" y="257713"/>
                </a:lnTo>
                <a:lnTo>
                  <a:pt x="90219" y="236665"/>
                </a:lnTo>
                <a:lnTo>
                  <a:pt x="124392" y="207352"/>
                </a:lnTo>
                <a:lnTo>
                  <a:pt x="150647" y="170672"/>
                </a:lnTo>
                <a:lnTo>
                  <a:pt x="168513" y="127526"/>
                </a:lnTo>
                <a:lnTo>
                  <a:pt x="177519" y="78815"/>
                </a:lnTo>
                <a:lnTo>
                  <a:pt x="250442" y="78815"/>
                </a:lnTo>
                <a:lnTo>
                  <a:pt x="248670" y="97886"/>
                </a:lnTo>
                <a:lnTo>
                  <a:pt x="245655" y="116474"/>
                </a:lnTo>
                <a:lnTo>
                  <a:pt x="241534" y="134647"/>
                </a:lnTo>
                <a:lnTo>
                  <a:pt x="236447" y="152475"/>
                </a:lnTo>
                <a:lnTo>
                  <a:pt x="328642" y="210666"/>
                </a:lnTo>
                <a:lnTo>
                  <a:pt x="209193" y="210666"/>
                </a:lnTo>
                <a:lnTo>
                  <a:pt x="179658" y="249069"/>
                </a:lnTo>
                <a:lnTo>
                  <a:pt x="143512" y="281533"/>
                </a:lnTo>
                <a:lnTo>
                  <a:pt x="101214" y="307243"/>
                </a:lnTo>
                <a:lnTo>
                  <a:pt x="53223" y="325387"/>
                </a:lnTo>
                <a:lnTo>
                  <a:pt x="0" y="335151"/>
                </a:lnTo>
                <a:close/>
              </a:path>
              <a:path w="585470" h="629285">
                <a:moveTo>
                  <a:pt x="394079" y="329258"/>
                </a:moveTo>
                <a:lnTo>
                  <a:pt x="209193" y="210666"/>
                </a:lnTo>
                <a:lnTo>
                  <a:pt x="328642" y="210666"/>
                </a:lnTo>
                <a:lnTo>
                  <a:pt x="430172" y="274750"/>
                </a:lnTo>
                <a:lnTo>
                  <a:pt x="394079" y="329258"/>
                </a:lnTo>
                <a:close/>
              </a:path>
              <a:path w="585470" h="629285">
                <a:moveTo>
                  <a:pt x="313053" y="629053"/>
                </a:moveTo>
                <a:lnTo>
                  <a:pt x="249987" y="626826"/>
                </a:lnTo>
                <a:lnTo>
                  <a:pt x="192488" y="619896"/>
                </a:lnTo>
                <a:lnTo>
                  <a:pt x="142062" y="607889"/>
                </a:lnTo>
                <a:lnTo>
                  <a:pt x="100217" y="590432"/>
                </a:lnTo>
                <a:lnTo>
                  <a:pt x="68462" y="567151"/>
                </a:lnTo>
                <a:lnTo>
                  <a:pt x="41249" y="501622"/>
                </a:lnTo>
                <a:lnTo>
                  <a:pt x="48304" y="465572"/>
                </a:lnTo>
                <a:lnTo>
                  <a:pt x="100217" y="412812"/>
                </a:lnTo>
                <a:lnTo>
                  <a:pt x="142062" y="395354"/>
                </a:lnTo>
                <a:lnTo>
                  <a:pt x="192488" y="383348"/>
                </a:lnTo>
                <a:lnTo>
                  <a:pt x="249987" y="376418"/>
                </a:lnTo>
                <a:lnTo>
                  <a:pt x="313053" y="374191"/>
                </a:lnTo>
                <a:lnTo>
                  <a:pt x="376119" y="376418"/>
                </a:lnTo>
                <a:lnTo>
                  <a:pt x="433619" y="383348"/>
                </a:lnTo>
                <a:lnTo>
                  <a:pt x="484045" y="395354"/>
                </a:lnTo>
                <a:lnTo>
                  <a:pt x="525889" y="412812"/>
                </a:lnTo>
                <a:lnTo>
                  <a:pt x="554592" y="433855"/>
                </a:lnTo>
                <a:lnTo>
                  <a:pt x="313053" y="433855"/>
                </a:lnTo>
                <a:lnTo>
                  <a:pt x="251250" y="436448"/>
                </a:lnTo>
                <a:lnTo>
                  <a:pt x="197826" y="444344"/>
                </a:lnTo>
                <a:lnTo>
                  <a:pt x="155858" y="457721"/>
                </a:lnTo>
                <a:lnTo>
                  <a:pt x="128421" y="476754"/>
                </a:lnTo>
                <a:lnTo>
                  <a:pt x="118592" y="501622"/>
                </a:lnTo>
                <a:lnTo>
                  <a:pt x="128421" y="526489"/>
                </a:lnTo>
                <a:lnTo>
                  <a:pt x="155858" y="545523"/>
                </a:lnTo>
                <a:lnTo>
                  <a:pt x="197826" y="558900"/>
                </a:lnTo>
                <a:lnTo>
                  <a:pt x="251250" y="566796"/>
                </a:lnTo>
                <a:lnTo>
                  <a:pt x="313053" y="569389"/>
                </a:lnTo>
                <a:lnTo>
                  <a:pt x="554592" y="569389"/>
                </a:lnTo>
                <a:lnTo>
                  <a:pt x="525889" y="590432"/>
                </a:lnTo>
                <a:lnTo>
                  <a:pt x="484045" y="607889"/>
                </a:lnTo>
                <a:lnTo>
                  <a:pt x="433619" y="619896"/>
                </a:lnTo>
                <a:lnTo>
                  <a:pt x="376119" y="626826"/>
                </a:lnTo>
                <a:lnTo>
                  <a:pt x="313053" y="629053"/>
                </a:lnTo>
                <a:close/>
              </a:path>
              <a:path w="585470" h="629285">
                <a:moveTo>
                  <a:pt x="554592" y="569389"/>
                </a:moveTo>
                <a:lnTo>
                  <a:pt x="313053" y="569389"/>
                </a:lnTo>
                <a:lnTo>
                  <a:pt x="374857" y="566796"/>
                </a:lnTo>
                <a:lnTo>
                  <a:pt x="428280" y="558900"/>
                </a:lnTo>
                <a:lnTo>
                  <a:pt x="470249" y="545523"/>
                </a:lnTo>
                <a:lnTo>
                  <a:pt x="497686" y="526489"/>
                </a:lnTo>
                <a:lnTo>
                  <a:pt x="507515" y="501622"/>
                </a:lnTo>
                <a:lnTo>
                  <a:pt x="497686" y="476754"/>
                </a:lnTo>
                <a:lnTo>
                  <a:pt x="470249" y="457721"/>
                </a:lnTo>
                <a:lnTo>
                  <a:pt x="428280" y="444344"/>
                </a:lnTo>
                <a:lnTo>
                  <a:pt x="374857" y="436448"/>
                </a:lnTo>
                <a:lnTo>
                  <a:pt x="313053" y="433855"/>
                </a:lnTo>
                <a:lnTo>
                  <a:pt x="554592" y="433855"/>
                </a:lnTo>
                <a:lnTo>
                  <a:pt x="557644" y="436093"/>
                </a:lnTo>
                <a:lnTo>
                  <a:pt x="577803" y="465572"/>
                </a:lnTo>
                <a:lnTo>
                  <a:pt x="584857" y="501622"/>
                </a:lnTo>
                <a:lnTo>
                  <a:pt x="577803" y="537672"/>
                </a:lnTo>
                <a:lnTo>
                  <a:pt x="557644" y="567151"/>
                </a:lnTo>
                <a:lnTo>
                  <a:pt x="554592" y="569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872914" y="1922281"/>
            <a:ext cx="195580" cy="353695"/>
          </a:xfrm>
          <a:custGeom>
            <a:avLst/>
            <a:gdLst/>
            <a:ahLst/>
            <a:cxnLst/>
            <a:rect l="l" t="t" r="r" b="b"/>
            <a:pathLst>
              <a:path w="195579" h="353694">
                <a:moveTo>
                  <a:pt x="0" y="118592"/>
                </a:moveTo>
                <a:lnTo>
                  <a:pt x="0" y="181939"/>
                </a:lnTo>
                <a:lnTo>
                  <a:pt x="122275" y="181939"/>
                </a:lnTo>
                <a:lnTo>
                  <a:pt x="122275" y="353566"/>
                </a:lnTo>
                <a:lnTo>
                  <a:pt x="195198" y="353566"/>
                </a:lnTo>
                <a:lnTo>
                  <a:pt x="195198" y="0"/>
                </a:lnTo>
                <a:lnTo>
                  <a:pt x="122275" y="0"/>
                </a:lnTo>
                <a:lnTo>
                  <a:pt x="122275" y="118592"/>
                </a:lnTo>
                <a:lnTo>
                  <a:pt x="0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488410" y="1938486"/>
            <a:ext cx="430530" cy="319405"/>
          </a:xfrm>
          <a:custGeom>
            <a:avLst/>
            <a:gdLst/>
            <a:ahLst/>
            <a:cxnLst/>
            <a:rect l="l" t="t" r="r" b="b"/>
            <a:pathLst>
              <a:path w="430529" h="319405">
                <a:moveTo>
                  <a:pt x="209193" y="194461"/>
                </a:moveTo>
                <a:lnTo>
                  <a:pt x="394079" y="313053"/>
                </a:lnTo>
                <a:lnTo>
                  <a:pt x="430172" y="258545"/>
                </a:lnTo>
                <a:lnTo>
                  <a:pt x="236447" y="136270"/>
                </a:lnTo>
                <a:lnTo>
                  <a:pt x="241534" y="118442"/>
                </a:lnTo>
                <a:lnTo>
                  <a:pt x="245655" y="100269"/>
                </a:lnTo>
                <a:lnTo>
                  <a:pt x="248670" y="81681"/>
                </a:lnTo>
                <a:lnTo>
                  <a:pt x="250442" y="62610"/>
                </a:lnTo>
                <a:lnTo>
                  <a:pt x="409547" y="62610"/>
                </a:lnTo>
                <a:lnTo>
                  <a:pt x="409547" y="0"/>
                </a:lnTo>
                <a:lnTo>
                  <a:pt x="8102" y="0"/>
                </a:lnTo>
                <a:lnTo>
                  <a:pt x="8102" y="62610"/>
                </a:lnTo>
                <a:lnTo>
                  <a:pt x="177519" y="62610"/>
                </a:lnTo>
                <a:lnTo>
                  <a:pt x="168513" y="111321"/>
                </a:lnTo>
                <a:lnTo>
                  <a:pt x="150647" y="154467"/>
                </a:lnTo>
                <a:lnTo>
                  <a:pt x="124392" y="191146"/>
                </a:lnTo>
                <a:lnTo>
                  <a:pt x="90219" y="220460"/>
                </a:lnTo>
                <a:lnTo>
                  <a:pt x="48598" y="241508"/>
                </a:lnTo>
                <a:lnTo>
                  <a:pt x="0" y="253389"/>
                </a:lnTo>
                <a:lnTo>
                  <a:pt x="0" y="318946"/>
                </a:lnTo>
                <a:lnTo>
                  <a:pt x="53223" y="309182"/>
                </a:lnTo>
                <a:lnTo>
                  <a:pt x="101214" y="291038"/>
                </a:lnTo>
                <a:lnTo>
                  <a:pt x="143512" y="265328"/>
                </a:lnTo>
                <a:lnTo>
                  <a:pt x="179658" y="232864"/>
                </a:lnTo>
                <a:lnTo>
                  <a:pt x="209193" y="19446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29659" y="2296472"/>
            <a:ext cx="544195" cy="255270"/>
          </a:xfrm>
          <a:custGeom>
            <a:avLst/>
            <a:gdLst/>
            <a:ahLst/>
            <a:cxnLst/>
            <a:rect l="l" t="t" r="r" b="b"/>
            <a:pathLst>
              <a:path w="544195" h="255269">
                <a:moveTo>
                  <a:pt x="271804" y="0"/>
                </a:moveTo>
                <a:lnTo>
                  <a:pt x="208738" y="2226"/>
                </a:lnTo>
                <a:lnTo>
                  <a:pt x="151238" y="9156"/>
                </a:lnTo>
                <a:lnTo>
                  <a:pt x="100812" y="21163"/>
                </a:lnTo>
                <a:lnTo>
                  <a:pt x="58968" y="38620"/>
                </a:lnTo>
                <a:lnTo>
                  <a:pt x="27213" y="61902"/>
                </a:lnTo>
                <a:lnTo>
                  <a:pt x="0" y="127431"/>
                </a:lnTo>
                <a:lnTo>
                  <a:pt x="7054" y="163481"/>
                </a:lnTo>
                <a:lnTo>
                  <a:pt x="58968" y="216241"/>
                </a:lnTo>
                <a:lnTo>
                  <a:pt x="100812" y="233698"/>
                </a:lnTo>
                <a:lnTo>
                  <a:pt x="151238" y="245705"/>
                </a:lnTo>
                <a:lnTo>
                  <a:pt x="208738" y="252635"/>
                </a:lnTo>
                <a:lnTo>
                  <a:pt x="271804" y="254862"/>
                </a:lnTo>
                <a:lnTo>
                  <a:pt x="334870" y="252635"/>
                </a:lnTo>
                <a:lnTo>
                  <a:pt x="392369" y="245705"/>
                </a:lnTo>
                <a:lnTo>
                  <a:pt x="442795" y="233698"/>
                </a:lnTo>
                <a:lnTo>
                  <a:pt x="484639" y="216241"/>
                </a:lnTo>
                <a:lnTo>
                  <a:pt x="516395" y="192960"/>
                </a:lnTo>
                <a:lnTo>
                  <a:pt x="543608" y="127431"/>
                </a:lnTo>
                <a:lnTo>
                  <a:pt x="536553" y="91380"/>
                </a:lnTo>
                <a:lnTo>
                  <a:pt x="484639" y="38620"/>
                </a:lnTo>
                <a:lnTo>
                  <a:pt x="442795" y="21163"/>
                </a:lnTo>
                <a:lnTo>
                  <a:pt x="392369" y="9156"/>
                </a:lnTo>
                <a:lnTo>
                  <a:pt x="334870" y="2226"/>
                </a:lnTo>
                <a:lnTo>
                  <a:pt x="271804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607002" y="2356136"/>
            <a:ext cx="389255" cy="135890"/>
          </a:xfrm>
          <a:custGeom>
            <a:avLst/>
            <a:gdLst/>
            <a:ahLst/>
            <a:cxnLst/>
            <a:rect l="l" t="t" r="r" b="b"/>
            <a:pathLst>
              <a:path w="389254" h="135889">
                <a:moveTo>
                  <a:pt x="194461" y="135533"/>
                </a:moveTo>
                <a:lnTo>
                  <a:pt x="132658" y="132940"/>
                </a:lnTo>
                <a:lnTo>
                  <a:pt x="79234" y="125044"/>
                </a:lnTo>
                <a:lnTo>
                  <a:pt x="37265" y="111668"/>
                </a:lnTo>
                <a:lnTo>
                  <a:pt x="0" y="67766"/>
                </a:lnTo>
                <a:lnTo>
                  <a:pt x="9829" y="42899"/>
                </a:lnTo>
                <a:lnTo>
                  <a:pt x="37265" y="23865"/>
                </a:lnTo>
                <a:lnTo>
                  <a:pt x="79234" y="10489"/>
                </a:lnTo>
                <a:lnTo>
                  <a:pt x="132658" y="2592"/>
                </a:lnTo>
                <a:lnTo>
                  <a:pt x="194461" y="0"/>
                </a:lnTo>
                <a:lnTo>
                  <a:pt x="256264" y="2592"/>
                </a:lnTo>
                <a:lnTo>
                  <a:pt x="309688" y="10489"/>
                </a:lnTo>
                <a:lnTo>
                  <a:pt x="351657" y="23865"/>
                </a:lnTo>
                <a:lnTo>
                  <a:pt x="379093" y="42899"/>
                </a:lnTo>
                <a:lnTo>
                  <a:pt x="388923" y="67766"/>
                </a:lnTo>
                <a:lnTo>
                  <a:pt x="379093" y="92634"/>
                </a:lnTo>
                <a:lnTo>
                  <a:pt x="351657" y="111668"/>
                </a:lnTo>
                <a:lnTo>
                  <a:pt x="309688" y="125044"/>
                </a:lnTo>
                <a:lnTo>
                  <a:pt x="256264" y="132940"/>
                </a:lnTo>
                <a:lnTo>
                  <a:pt x="194461" y="13553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184494" y="1922281"/>
            <a:ext cx="589280" cy="629285"/>
          </a:xfrm>
          <a:custGeom>
            <a:avLst/>
            <a:gdLst/>
            <a:ahLst/>
            <a:cxnLst/>
            <a:rect l="l" t="t" r="r" b="b"/>
            <a:pathLst>
              <a:path w="589279" h="629285">
                <a:moveTo>
                  <a:pt x="589277" y="629053"/>
                </a:moveTo>
                <a:lnTo>
                  <a:pt x="516354" y="629053"/>
                </a:lnTo>
                <a:lnTo>
                  <a:pt x="516354" y="0"/>
                </a:lnTo>
                <a:lnTo>
                  <a:pt x="589277" y="0"/>
                </a:lnTo>
                <a:lnTo>
                  <a:pt x="589277" y="629053"/>
                </a:lnTo>
                <a:close/>
              </a:path>
              <a:path w="589279" h="629285">
                <a:moveTo>
                  <a:pt x="215822" y="409547"/>
                </a:moveTo>
                <a:lnTo>
                  <a:pt x="169333" y="404718"/>
                </a:lnTo>
                <a:lnTo>
                  <a:pt x="127663" y="390752"/>
                </a:lnTo>
                <a:lnTo>
                  <a:pt x="91662" y="368438"/>
                </a:lnTo>
                <a:lnTo>
                  <a:pt x="62181" y="338559"/>
                </a:lnTo>
                <a:lnTo>
                  <a:pt x="40070" y="301903"/>
                </a:lnTo>
                <a:lnTo>
                  <a:pt x="26180" y="259256"/>
                </a:lnTo>
                <a:lnTo>
                  <a:pt x="21361" y="211403"/>
                </a:lnTo>
                <a:lnTo>
                  <a:pt x="26180" y="163550"/>
                </a:lnTo>
                <a:lnTo>
                  <a:pt x="40070" y="120902"/>
                </a:lnTo>
                <a:lnTo>
                  <a:pt x="62181" y="84246"/>
                </a:lnTo>
                <a:lnTo>
                  <a:pt x="91662" y="54368"/>
                </a:lnTo>
                <a:lnTo>
                  <a:pt x="127663" y="32053"/>
                </a:lnTo>
                <a:lnTo>
                  <a:pt x="169333" y="18088"/>
                </a:lnTo>
                <a:lnTo>
                  <a:pt x="215822" y="13258"/>
                </a:lnTo>
                <a:lnTo>
                  <a:pt x="262080" y="18088"/>
                </a:lnTo>
                <a:lnTo>
                  <a:pt x="303660" y="32053"/>
                </a:lnTo>
                <a:lnTo>
                  <a:pt x="339674" y="54368"/>
                </a:lnTo>
                <a:lnTo>
                  <a:pt x="363859" y="78815"/>
                </a:lnTo>
                <a:lnTo>
                  <a:pt x="215822" y="78815"/>
                </a:lnTo>
                <a:lnTo>
                  <a:pt x="164905" y="88967"/>
                </a:lnTo>
                <a:lnTo>
                  <a:pt x="126142" y="116934"/>
                </a:lnTo>
                <a:lnTo>
                  <a:pt x="101466" y="158989"/>
                </a:lnTo>
                <a:lnTo>
                  <a:pt x="92811" y="211403"/>
                </a:lnTo>
                <a:lnTo>
                  <a:pt x="101466" y="263701"/>
                </a:lnTo>
                <a:lnTo>
                  <a:pt x="126142" y="305503"/>
                </a:lnTo>
                <a:lnTo>
                  <a:pt x="164905" y="333217"/>
                </a:lnTo>
                <a:lnTo>
                  <a:pt x="215822" y="343254"/>
                </a:lnTo>
                <a:lnTo>
                  <a:pt x="364588" y="343254"/>
                </a:lnTo>
                <a:lnTo>
                  <a:pt x="339674" y="368438"/>
                </a:lnTo>
                <a:lnTo>
                  <a:pt x="303660" y="390752"/>
                </a:lnTo>
                <a:lnTo>
                  <a:pt x="262080" y="404718"/>
                </a:lnTo>
                <a:lnTo>
                  <a:pt x="215822" y="409547"/>
                </a:lnTo>
                <a:close/>
              </a:path>
              <a:path w="589279" h="629285">
                <a:moveTo>
                  <a:pt x="364588" y="343254"/>
                </a:moveTo>
                <a:lnTo>
                  <a:pt x="215822" y="343254"/>
                </a:lnTo>
                <a:lnTo>
                  <a:pt x="266429" y="333217"/>
                </a:lnTo>
                <a:lnTo>
                  <a:pt x="305227" y="305503"/>
                </a:lnTo>
                <a:lnTo>
                  <a:pt x="330075" y="263701"/>
                </a:lnTo>
                <a:lnTo>
                  <a:pt x="338834" y="211403"/>
                </a:lnTo>
                <a:lnTo>
                  <a:pt x="330075" y="158989"/>
                </a:lnTo>
                <a:lnTo>
                  <a:pt x="305227" y="116934"/>
                </a:lnTo>
                <a:lnTo>
                  <a:pt x="266429" y="88967"/>
                </a:lnTo>
                <a:lnTo>
                  <a:pt x="215822" y="78815"/>
                </a:lnTo>
                <a:lnTo>
                  <a:pt x="363859" y="78815"/>
                </a:lnTo>
                <a:lnTo>
                  <a:pt x="369232" y="84246"/>
                </a:lnTo>
                <a:lnTo>
                  <a:pt x="391446" y="120902"/>
                </a:lnTo>
                <a:lnTo>
                  <a:pt x="405426" y="163550"/>
                </a:lnTo>
                <a:lnTo>
                  <a:pt x="410284" y="211403"/>
                </a:lnTo>
                <a:lnTo>
                  <a:pt x="405426" y="259256"/>
                </a:lnTo>
                <a:lnTo>
                  <a:pt x="391446" y="301903"/>
                </a:lnTo>
                <a:lnTo>
                  <a:pt x="369232" y="338559"/>
                </a:lnTo>
                <a:lnTo>
                  <a:pt x="364588" y="343254"/>
                </a:lnTo>
                <a:close/>
              </a:path>
              <a:path w="589279" h="629285">
                <a:moveTo>
                  <a:pt x="252652" y="591487"/>
                </a:moveTo>
                <a:lnTo>
                  <a:pt x="0" y="591487"/>
                </a:lnTo>
                <a:lnTo>
                  <a:pt x="0" y="522983"/>
                </a:lnTo>
                <a:lnTo>
                  <a:pt x="257072" y="522983"/>
                </a:lnTo>
                <a:lnTo>
                  <a:pt x="319648" y="521176"/>
                </a:lnTo>
                <a:lnTo>
                  <a:pt x="376493" y="515709"/>
                </a:lnTo>
                <a:lnTo>
                  <a:pt x="425189" y="506513"/>
                </a:lnTo>
                <a:lnTo>
                  <a:pt x="463319" y="493519"/>
                </a:lnTo>
                <a:lnTo>
                  <a:pt x="463319" y="561286"/>
                </a:lnTo>
                <a:lnTo>
                  <a:pt x="425430" y="574085"/>
                </a:lnTo>
                <a:lnTo>
                  <a:pt x="376216" y="583568"/>
                </a:lnTo>
                <a:lnTo>
                  <a:pt x="317887" y="589461"/>
                </a:lnTo>
                <a:lnTo>
                  <a:pt x="252652" y="591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700848" y="1922281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205855" y="1935540"/>
            <a:ext cx="389255" cy="396875"/>
          </a:xfrm>
          <a:custGeom>
            <a:avLst/>
            <a:gdLst/>
            <a:ahLst/>
            <a:cxnLst/>
            <a:rect l="l" t="t" r="r" b="b"/>
            <a:pathLst>
              <a:path w="389254" h="396875">
                <a:moveTo>
                  <a:pt x="194461" y="396289"/>
                </a:moveTo>
                <a:lnTo>
                  <a:pt x="240718" y="391459"/>
                </a:lnTo>
                <a:lnTo>
                  <a:pt x="282299" y="377494"/>
                </a:lnTo>
                <a:lnTo>
                  <a:pt x="318312" y="355179"/>
                </a:lnTo>
                <a:lnTo>
                  <a:pt x="347871" y="325300"/>
                </a:lnTo>
                <a:lnTo>
                  <a:pt x="370085" y="288645"/>
                </a:lnTo>
                <a:lnTo>
                  <a:pt x="384065" y="245997"/>
                </a:lnTo>
                <a:lnTo>
                  <a:pt x="388923" y="198144"/>
                </a:lnTo>
                <a:lnTo>
                  <a:pt x="384065" y="150291"/>
                </a:lnTo>
                <a:lnTo>
                  <a:pt x="370085" y="107644"/>
                </a:lnTo>
                <a:lnTo>
                  <a:pt x="347871" y="70988"/>
                </a:lnTo>
                <a:lnTo>
                  <a:pt x="318312" y="41109"/>
                </a:lnTo>
                <a:lnTo>
                  <a:pt x="282299" y="18795"/>
                </a:lnTo>
                <a:lnTo>
                  <a:pt x="240718" y="4829"/>
                </a:lnTo>
                <a:lnTo>
                  <a:pt x="194461" y="0"/>
                </a:lnTo>
                <a:lnTo>
                  <a:pt x="147972" y="4829"/>
                </a:lnTo>
                <a:lnTo>
                  <a:pt x="106301" y="18795"/>
                </a:lnTo>
                <a:lnTo>
                  <a:pt x="70300" y="41109"/>
                </a:lnTo>
                <a:lnTo>
                  <a:pt x="40819" y="70988"/>
                </a:lnTo>
                <a:lnTo>
                  <a:pt x="18709" y="107644"/>
                </a:lnTo>
                <a:lnTo>
                  <a:pt x="4819" y="150291"/>
                </a:lnTo>
                <a:lnTo>
                  <a:pt x="0" y="198144"/>
                </a:lnTo>
                <a:lnTo>
                  <a:pt x="4819" y="245997"/>
                </a:lnTo>
                <a:lnTo>
                  <a:pt x="18709" y="288645"/>
                </a:lnTo>
                <a:lnTo>
                  <a:pt x="40819" y="325300"/>
                </a:lnTo>
                <a:lnTo>
                  <a:pt x="70300" y="355179"/>
                </a:lnTo>
                <a:lnTo>
                  <a:pt x="106301" y="377494"/>
                </a:lnTo>
                <a:lnTo>
                  <a:pt x="147972" y="391459"/>
                </a:lnTo>
                <a:lnTo>
                  <a:pt x="194461" y="39628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277305" y="2001097"/>
            <a:ext cx="246379" cy="264795"/>
          </a:xfrm>
          <a:custGeom>
            <a:avLst/>
            <a:gdLst/>
            <a:ahLst/>
            <a:cxnLst/>
            <a:rect l="l" t="t" r="r" b="b"/>
            <a:pathLst>
              <a:path w="246379" h="264794">
                <a:moveTo>
                  <a:pt x="123011" y="264438"/>
                </a:moveTo>
                <a:lnTo>
                  <a:pt x="72094" y="254402"/>
                </a:lnTo>
                <a:lnTo>
                  <a:pt x="33331" y="226687"/>
                </a:lnTo>
                <a:lnTo>
                  <a:pt x="8655" y="184885"/>
                </a:lnTo>
                <a:lnTo>
                  <a:pt x="0" y="132587"/>
                </a:lnTo>
                <a:lnTo>
                  <a:pt x="8655" y="80173"/>
                </a:lnTo>
                <a:lnTo>
                  <a:pt x="33331" y="38118"/>
                </a:lnTo>
                <a:lnTo>
                  <a:pt x="72094" y="10151"/>
                </a:lnTo>
                <a:lnTo>
                  <a:pt x="123011" y="0"/>
                </a:lnTo>
                <a:lnTo>
                  <a:pt x="173618" y="10151"/>
                </a:lnTo>
                <a:lnTo>
                  <a:pt x="212416" y="38118"/>
                </a:lnTo>
                <a:lnTo>
                  <a:pt x="237264" y="80173"/>
                </a:lnTo>
                <a:lnTo>
                  <a:pt x="246023" y="132587"/>
                </a:lnTo>
                <a:lnTo>
                  <a:pt x="237264" y="184885"/>
                </a:lnTo>
                <a:lnTo>
                  <a:pt x="212416" y="226687"/>
                </a:lnTo>
                <a:lnTo>
                  <a:pt x="173618" y="254402"/>
                </a:lnTo>
                <a:lnTo>
                  <a:pt x="123011" y="264438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184494" y="2415801"/>
            <a:ext cx="463550" cy="98425"/>
          </a:xfrm>
          <a:custGeom>
            <a:avLst/>
            <a:gdLst/>
            <a:ahLst/>
            <a:cxnLst/>
            <a:rect l="l" t="t" r="r" b="b"/>
            <a:pathLst>
              <a:path w="463550" h="98425">
                <a:moveTo>
                  <a:pt x="0" y="97967"/>
                </a:moveTo>
                <a:lnTo>
                  <a:pt x="252652" y="97967"/>
                </a:lnTo>
                <a:lnTo>
                  <a:pt x="317887" y="95941"/>
                </a:lnTo>
                <a:lnTo>
                  <a:pt x="376216" y="90048"/>
                </a:lnTo>
                <a:lnTo>
                  <a:pt x="425430" y="80565"/>
                </a:lnTo>
                <a:lnTo>
                  <a:pt x="463319" y="67766"/>
                </a:lnTo>
                <a:lnTo>
                  <a:pt x="463319" y="0"/>
                </a:lnTo>
                <a:lnTo>
                  <a:pt x="425189" y="12994"/>
                </a:lnTo>
                <a:lnTo>
                  <a:pt x="376493" y="22189"/>
                </a:lnTo>
                <a:lnTo>
                  <a:pt x="319648" y="27656"/>
                </a:lnTo>
                <a:lnTo>
                  <a:pt x="257072" y="29463"/>
                </a:lnTo>
                <a:lnTo>
                  <a:pt x="0" y="29463"/>
                </a:lnTo>
                <a:lnTo>
                  <a:pt x="0" y="97967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099270" y="1914179"/>
            <a:ext cx="628650" cy="607060"/>
          </a:xfrm>
          <a:custGeom>
            <a:avLst/>
            <a:gdLst/>
            <a:ahLst/>
            <a:cxnLst/>
            <a:rect l="l" t="t" r="r" b="b"/>
            <a:pathLst>
              <a:path w="628650" h="607060">
                <a:moveTo>
                  <a:pt x="350620" y="88391"/>
                </a:moveTo>
                <a:lnTo>
                  <a:pt x="275487" y="88391"/>
                </a:lnTo>
                <a:lnTo>
                  <a:pt x="275487" y="0"/>
                </a:lnTo>
                <a:lnTo>
                  <a:pt x="350620" y="0"/>
                </a:lnTo>
                <a:lnTo>
                  <a:pt x="350620" y="88391"/>
                </a:lnTo>
                <a:close/>
              </a:path>
              <a:path w="628650" h="607060">
                <a:moveTo>
                  <a:pt x="605482" y="153212"/>
                </a:moveTo>
                <a:lnTo>
                  <a:pt x="22097" y="153212"/>
                </a:lnTo>
                <a:lnTo>
                  <a:pt x="22097" y="88391"/>
                </a:lnTo>
                <a:lnTo>
                  <a:pt x="605482" y="88391"/>
                </a:lnTo>
                <a:lnTo>
                  <a:pt x="605482" y="153212"/>
                </a:lnTo>
                <a:close/>
              </a:path>
              <a:path w="628650" h="607060">
                <a:moveTo>
                  <a:pt x="218032" y="542871"/>
                </a:moveTo>
                <a:lnTo>
                  <a:pt x="145109" y="542871"/>
                </a:lnTo>
                <a:lnTo>
                  <a:pt x="145109" y="420596"/>
                </a:lnTo>
                <a:lnTo>
                  <a:pt x="105828" y="403586"/>
                </a:lnTo>
                <a:lnTo>
                  <a:pt x="76145" y="381188"/>
                </a:lnTo>
                <a:lnTo>
                  <a:pt x="57373" y="353267"/>
                </a:lnTo>
                <a:lnTo>
                  <a:pt x="50825" y="319683"/>
                </a:lnTo>
                <a:lnTo>
                  <a:pt x="57583" y="285228"/>
                </a:lnTo>
                <a:lnTo>
                  <a:pt x="107474" y="234177"/>
                </a:lnTo>
                <a:lnTo>
                  <a:pt x="147824" y="217040"/>
                </a:lnTo>
                <a:lnTo>
                  <a:pt x="196587" y="205134"/>
                </a:lnTo>
                <a:lnTo>
                  <a:pt x="252373" y="198189"/>
                </a:lnTo>
                <a:lnTo>
                  <a:pt x="313790" y="195934"/>
                </a:lnTo>
                <a:lnTo>
                  <a:pt x="375206" y="198189"/>
                </a:lnTo>
                <a:lnTo>
                  <a:pt x="430992" y="205134"/>
                </a:lnTo>
                <a:lnTo>
                  <a:pt x="479756" y="217040"/>
                </a:lnTo>
                <a:lnTo>
                  <a:pt x="520106" y="234177"/>
                </a:lnTo>
                <a:lnTo>
                  <a:pt x="550001" y="256335"/>
                </a:lnTo>
                <a:lnTo>
                  <a:pt x="313790" y="256335"/>
                </a:lnTo>
                <a:lnTo>
                  <a:pt x="253448" y="258539"/>
                </a:lnTo>
                <a:lnTo>
                  <a:pt x="201591" y="265481"/>
                </a:lnTo>
                <a:lnTo>
                  <a:pt x="161049" y="277655"/>
                </a:lnTo>
                <a:lnTo>
                  <a:pt x="134649" y="295558"/>
                </a:lnTo>
                <a:lnTo>
                  <a:pt x="125221" y="319683"/>
                </a:lnTo>
                <a:lnTo>
                  <a:pt x="134649" y="343448"/>
                </a:lnTo>
                <a:lnTo>
                  <a:pt x="161049" y="361132"/>
                </a:lnTo>
                <a:lnTo>
                  <a:pt x="201591" y="373195"/>
                </a:lnTo>
                <a:lnTo>
                  <a:pt x="253448" y="380095"/>
                </a:lnTo>
                <a:lnTo>
                  <a:pt x="313790" y="382293"/>
                </a:lnTo>
                <a:lnTo>
                  <a:pt x="549970" y="382293"/>
                </a:lnTo>
                <a:lnTo>
                  <a:pt x="521752" y="403586"/>
                </a:lnTo>
                <a:lnTo>
                  <a:pt x="482470" y="420596"/>
                </a:lnTo>
                <a:lnTo>
                  <a:pt x="482470" y="436065"/>
                </a:lnTo>
                <a:lnTo>
                  <a:pt x="218032" y="436065"/>
                </a:lnTo>
                <a:lnTo>
                  <a:pt x="218032" y="542871"/>
                </a:lnTo>
                <a:close/>
              </a:path>
              <a:path w="628650" h="607060">
                <a:moveTo>
                  <a:pt x="549970" y="382293"/>
                </a:moveTo>
                <a:lnTo>
                  <a:pt x="313790" y="382293"/>
                </a:lnTo>
                <a:lnTo>
                  <a:pt x="374415" y="380095"/>
                </a:lnTo>
                <a:lnTo>
                  <a:pt x="426306" y="373195"/>
                </a:lnTo>
                <a:lnTo>
                  <a:pt x="466743" y="361132"/>
                </a:lnTo>
                <a:lnTo>
                  <a:pt x="493001" y="343448"/>
                </a:lnTo>
                <a:lnTo>
                  <a:pt x="502359" y="319683"/>
                </a:lnTo>
                <a:lnTo>
                  <a:pt x="493001" y="295558"/>
                </a:lnTo>
                <a:lnTo>
                  <a:pt x="466743" y="277655"/>
                </a:lnTo>
                <a:lnTo>
                  <a:pt x="426306" y="265481"/>
                </a:lnTo>
                <a:lnTo>
                  <a:pt x="374415" y="258539"/>
                </a:lnTo>
                <a:lnTo>
                  <a:pt x="313790" y="256335"/>
                </a:lnTo>
                <a:lnTo>
                  <a:pt x="550001" y="256335"/>
                </a:lnTo>
                <a:lnTo>
                  <a:pt x="550650" y="256816"/>
                </a:lnTo>
                <a:lnTo>
                  <a:pt x="569997" y="285228"/>
                </a:lnTo>
                <a:lnTo>
                  <a:pt x="576755" y="319683"/>
                </a:lnTo>
                <a:lnTo>
                  <a:pt x="570206" y="353267"/>
                </a:lnTo>
                <a:lnTo>
                  <a:pt x="551434" y="381188"/>
                </a:lnTo>
                <a:lnTo>
                  <a:pt x="549970" y="382293"/>
                </a:lnTo>
                <a:close/>
              </a:path>
              <a:path w="628650" h="607060">
                <a:moveTo>
                  <a:pt x="313790" y="441958"/>
                </a:moveTo>
                <a:lnTo>
                  <a:pt x="288676" y="441555"/>
                </a:lnTo>
                <a:lnTo>
                  <a:pt x="264254" y="440392"/>
                </a:lnTo>
                <a:lnTo>
                  <a:pt x="240660" y="438539"/>
                </a:lnTo>
                <a:lnTo>
                  <a:pt x="218032" y="436065"/>
                </a:lnTo>
                <a:lnTo>
                  <a:pt x="410284" y="436065"/>
                </a:lnTo>
                <a:lnTo>
                  <a:pt x="387645" y="438539"/>
                </a:lnTo>
                <a:lnTo>
                  <a:pt x="363970" y="440392"/>
                </a:lnTo>
                <a:lnTo>
                  <a:pt x="339329" y="441555"/>
                </a:lnTo>
                <a:lnTo>
                  <a:pt x="313790" y="441958"/>
                </a:lnTo>
                <a:close/>
              </a:path>
              <a:path w="628650" h="607060">
                <a:moveTo>
                  <a:pt x="482470" y="542871"/>
                </a:moveTo>
                <a:lnTo>
                  <a:pt x="410284" y="542871"/>
                </a:lnTo>
                <a:lnTo>
                  <a:pt x="410284" y="436065"/>
                </a:lnTo>
                <a:lnTo>
                  <a:pt x="482470" y="436065"/>
                </a:lnTo>
                <a:lnTo>
                  <a:pt x="482470" y="542871"/>
                </a:lnTo>
                <a:close/>
              </a:path>
              <a:path w="628650" h="607060">
                <a:moveTo>
                  <a:pt x="628317" y="606955"/>
                </a:moveTo>
                <a:lnTo>
                  <a:pt x="0" y="606955"/>
                </a:lnTo>
                <a:lnTo>
                  <a:pt x="0" y="542871"/>
                </a:lnTo>
                <a:lnTo>
                  <a:pt x="628317" y="542871"/>
                </a:lnTo>
                <a:lnTo>
                  <a:pt x="628317" y="606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121368" y="1914179"/>
            <a:ext cx="583565" cy="153670"/>
          </a:xfrm>
          <a:custGeom>
            <a:avLst/>
            <a:gdLst/>
            <a:ahLst/>
            <a:cxnLst/>
            <a:rect l="l" t="t" r="r" b="b"/>
            <a:pathLst>
              <a:path w="583565" h="153669">
                <a:moveTo>
                  <a:pt x="583384" y="88391"/>
                </a:moveTo>
                <a:lnTo>
                  <a:pt x="328522" y="88391"/>
                </a:lnTo>
                <a:lnTo>
                  <a:pt x="328522" y="0"/>
                </a:lnTo>
                <a:lnTo>
                  <a:pt x="253389" y="0"/>
                </a:lnTo>
                <a:lnTo>
                  <a:pt x="253389" y="88391"/>
                </a:lnTo>
                <a:lnTo>
                  <a:pt x="0" y="88391"/>
                </a:lnTo>
                <a:lnTo>
                  <a:pt x="0" y="153212"/>
                </a:lnTo>
                <a:lnTo>
                  <a:pt x="583384" y="153212"/>
                </a:lnTo>
                <a:lnTo>
                  <a:pt x="583384" y="8839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099270" y="2110113"/>
            <a:ext cx="628650" cy="411480"/>
          </a:xfrm>
          <a:custGeom>
            <a:avLst/>
            <a:gdLst/>
            <a:ahLst/>
            <a:cxnLst/>
            <a:rect l="l" t="t" r="r" b="b"/>
            <a:pathLst>
              <a:path w="628650" h="411480">
                <a:moveTo>
                  <a:pt x="482470" y="346937"/>
                </a:moveTo>
                <a:lnTo>
                  <a:pt x="482470" y="224662"/>
                </a:lnTo>
                <a:lnTo>
                  <a:pt x="521752" y="207651"/>
                </a:lnTo>
                <a:lnTo>
                  <a:pt x="551434" y="185254"/>
                </a:lnTo>
                <a:lnTo>
                  <a:pt x="570206" y="157332"/>
                </a:lnTo>
                <a:lnTo>
                  <a:pt x="576755" y="123748"/>
                </a:lnTo>
                <a:lnTo>
                  <a:pt x="569997" y="89293"/>
                </a:lnTo>
                <a:lnTo>
                  <a:pt x="520106" y="38242"/>
                </a:lnTo>
                <a:lnTo>
                  <a:pt x="479756" y="21105"/>
                </a:lnTo>
                <a:lnTo>
                  <a:pt x="430992" y="9199"/>
                </a:lnTo>
                <a:lnTo>
                  <a:pt x="375206" y="2254"/>
                </a:lnTo>
                <a:lnTo>
                  <a:pt x="313790" y="0"/>
                </a:lnTo>
                <a:lnTo>
                  <a:pt x="252373" y="2254"/>
                </a:lnTo>
                <a:lnTo>
                  <a:pt x="196587" y="9199"/>
                </a:lnTo>
                <a:lnTo>
                  <a:pt x="147824" y="21105"/>
                </a:lnTo>
                <a:lnTo>
                  <a:pt x="107474" y="38242"/>
                </a:lnTo>
                <a:lnTo>
                  <a:pt x="57583" y="89293"/>
                </a:lnTo>
                <a:lnTo>
                  <a:pt x="50825" y="123748"/>
                </a:lnTo>
                <a:lnTo>
                  <a:pt x="57373" y="157332"/>
                </a:lnTo>
                <a:lnTo>
                  <a:pt x="76145" y="185254"/>
                </a:lnTo>
                <a:lnTo>
                  <a:pt x="105828" y="207651"/>
                </a:lnTo>
                <a:lnTo>
                  <a:pt x="145109" y="224662"/>
                </a:lnTo>
                <a:lnTo>
                  <a:pt x="145109" y="346937"/>
                </a:lnTo>
                <a:lnTo>
                  <a:pt x="0" y="346937"/>
                </a:lnTo>
                <a:lnTo>
                  <a:pt x="0" y="411021"/>
                </a:lnTo>
                <a:lnTo>
                  <a:pt x="628317" y="411021"/>
                </a:lnTo>
                <a:lnTo>
                  <a:pt x="628317" y="346937"/>
                </a:lnTo>
                <a:lnTo>
                  <a:pt x="482470" y="346937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224491" y="2170514"/>
            <a:ext cx="377190" cy="126364"/>
          </a:xfrm>
          <a:custGeom>
            <a:avLst/>
            <a:gdLst/>
            <a:ahLst/>
            <a:cxnLst/>
            <a:rect l="l" t="t" r="r" b="b"/>
            <a:pathLst>
              <a:path w="377190" h="126364">
                <a:moveTo>
                  <a:pt x="0" y="63347"/>
                </a:moveTo>
                <a:lnTo>
                  <a:pt x="35828" y="21320"/>
                </a:lnTo>
                <a:lnTo>
                  <a:pt x="76370" y="9145"/>
                </a:lnTo>
                <a:lnTo>
                  <a:pt x="128226" y="2203"/>
                </a:lnTo>
                <a:lnTo>
                  <a:pt x="188568" y="0"/>
                </a:lnTo>
                <a:lnTo>
                  <a:pt x="249193" y="2203"/>
                </a:lnTo>
                <a:lnTo>
                  <a:pt x="301085" y="9145"/>
                </a:lnTo>
                <a:lnTo>
                  <a:pt x="341521" y="21320"/>
                </a:lnTo>
                <a:lnTo>
                  <a:pt x="367779" y="39222"/>
                </a:lnTo>
                <a:lnTo>
                  <a:pt x="377137" y="63347"/>
                </a:lnTo>
                <a:lnTo>
                  <a:pt x="367779" y="87112"/>
                </a:lnTo>
                <a:lnTo>
                  <a:pt x="341521" y="104797"/>
                </a:lnTo>
                <a:lnTo>
                  <a:pt x="301085" y="116859"/>
                </a:lnTo>
                <a:lnTo>
                  <a:pt x="249193" y="123760"/>
                </a:lnTo>
                <a:lnTo>
                  <a:pt x="188568" y="125958"/>
                </a:lnTo>
                <a:lnTo>
                  <a:pt x="128226" y="123760"/>
                </a:lnTo>
                <a:lnTo>
                  <a:pt x="76370" y="116859"/>
                </a:lnTo>
                <a:lnTo>
                  <a:pt x="35828" y="104797"/>
                </a:lnTo>
                <a:lnTo>
                  <a:pt x="9428" y="87112"/>
                </a:lnTo>
                <a:lnTo>
                  <a:pt x="0" y="63347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309936" y="2342878"/>
            <a:ext cx="206983" cy="121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807876" y="1920071"/>
            <a:ext cx="628650" cy="624205"/>
          </a:xfrm>
          <a:custGeom>
            <a:avLst/>
            <a:gdLst/>
            <a:ahLst/>
            <a:cxnLst/>
            <a:rect l="l" t="t" r="r" b="b"/>
            <a:pathLst>
              <a:path w="628650" h="624205">
                <a:moveTo>
                  <a:pt x="313790" y="226135"/>
                </a:moveTo>
                <a:lnTo>
                  <a:pt x="250711" y="224219"/>
                </a:lnTo>
                <a:lnTo>
                  <a:pt x="192670" y="218206"/>
                </a:lnTo>
                <a:lnTo>
                  <a:pt x="141368" y="207696"/>
                </a:lnTo>
                <a:lnTo>
                  <a:pt x="98506" y="192290"/>
                </a:lnTo>
                <a:lnTo>
                  <a:pt x="65784" y="171588"/>
                </a:lnTo>
                <a:lnTo>
                  <a:pt x="37566" y="112699"/>
                </a:lnTo>
                <a:lnTo>
                  <a:pt x="44904" y="80480"/>
                </a:lnTo>
                <a:lnTo>
                  <a:pt x="98506" y="33707"/>
                </a:lnTo>
                <a:lnTo>
                  <a:pt x="141368" y="18380"/>
                </a:lnTo>
                <a:lnTo>
                  <a:pt x="192670" y="7911"/>
                </a:lnTo>
                <a:lnTo>
                  <a:pt x="250711" y="1913"/>
                </a:lnTo>
                <a:lnTo>
                  <a:pt x="313790" y="0"/>
                </a:lnTo>
                <a:lnTo>
                  <a:pt x="376869" y="1913"/>
                </a:lnTo>
                <a:lnTo>
                  <a:pt x="434909" y="7911"/>
                </a:lnTo>
                <a:lnTo>
                  <a:pt x="486211" y="18380"/>
                </a:lnTo>
                <a:lnTo>
                  <a:pt x="529074" y="33707"/>
                </a:lnTo>
                <a:lnTo>
                  <a:pt x="561795" y="54278"/>
                </a:lnTo>
                <a:lnTo>
                  <a:pt x="562565" y="55244"/>
                </a:lnTo>
                <a:lnTo>
                  <a:pt x="313790" y="55244"/>
                </a:lnTo>
                <a:lnTo>
                  <a:pt x="250731" y="57260"/>
                </a:lnTo>
                <a:lnTo>
                  <a:pt x="195592" y="63588"/>
                </a:lnTo>
                <a:lnTo>
                  <a:pt x="151874" y="74655"/>
                </a:lnTo>
                <a:lnTo>
                  <a:pt x="123076" y="90884"/>
                </a:lnTo>
                <a:lnTo>
                  <a:pt x="112699" y="112699"/>
                </a:lnTo>
                <a:lnTo>
                  <a:pt x="123076" y="134873"/>
                </a:lnTo>
                <a:lnTo>
                  <a:pt x="151874" y="151320"/>
                </a:lnTo>
                <a:lnTo>
                  <a:pt x="195592" y="162499"/>
                </a:lnTo>
                <a:lnTo>
                  <a:pt x="250731" y="168869"/>
                </a:lnTo>
                <a:lnTo>
                  <a:pt x="313790" y="170890"/>
                </a:lnTo>
                <a:lnTo>
                  <a:pt x="562347" y="170890"/>
                </a:lnTo>
                <a:lnTo>
                  <a:pt x="561795" y="171588"/>
                </a:lnTo>
                <a:lnTo>
                  <a:pt x="529074" y="192290"/>
                </a:lnTo>
                <a:lnTo>
                  <a:pt x="486211" y="207696"/>
                </a:lnTo>
                <a:lnTo>
                  <a:pt x="434909" y="218206"/>
                </a:lnTo>
                <a:lnTo>
                  <a:pt x="376869" y="224219"/>
                </a:lnTo>
                <a:lnTo>
                  <a:pt x="313790" y="226135"/>
                </a:lnTo>
                <a:close/>
              </a:path>
              <a:path w="628650" h="624205">
                <a:moveTo>
                  <a:pt x="562347" y="170890"/>
                </a:moveTo>
                <a:lnTo>
                  <a:pt x="313790" y="170890"/>
                </a:lnTo>
                <a:lnTo>
                  <a:pt x="376848" y="168869"/>
                </a:lnTo>
                <a:lnTo>
                  <a:pt x="431987" y="162499"/>
                </a:lnTo>
                <a:lnTo>
                  <a:pt x="475706" y="151320"/>
                </a:lnTo>
                <a:lnTo>
                  <a:pt x="504504" y="134873"/>
                </a:lnTo>
                <a:lnTo>
                  <a:pt x="514881" y="112699"/>
                </a:lnTo>
                <a:lnTo>
                  <a:pt x="504504" y="90884"/>
                </a:lnTo>
                <a:lnTo>
                  <a:pt x="475706" y="74655"/>
                </a:lnTo>
                <a:lnTo>
                  <a:pt x="431987" y="63588"/>
                </a:lnTo>
                <a:lnTo>
                  <a:pt x="376848" y="57260"/>
                </a:lnTo>
                <a:lnTo>
                  <a:pt x="313790" y="55244"/>
                </a:lnTo>
                <a:lnTo>
                  <a:pt x="562565" y="55244"/>
                </a:lnTo>
                <a:lnTo>
                  <a:pt x="582676" y="80480"/>
                </a:lnTo>
                <a:lnTo>
                  <a:pt x="590014" y="112699"/>
                </a:lnTo>
                <a:lnTo>
                  <a:pt x="582676" y="145191"/>
                </a:lnTo>
                <a:lnTo>
                  <a:pt x="562347" y="170890"/>
                </a:lnTo>
                <a:close/>
              </a:path>
              <a:path w="628650" h="624205">
                <a:moveTo>
                  <a:pt x="628317" y="318209"/>
                </a:moveTo>
                <a:lnTo>
                  <a:pt x="0" y="318209"/>
                </a:lnTo>
                <a:lnTo>
                  <a:pt x="0" y="262228"/>
                </a:lnTo>
                <a:lnTo>
                  <a:pt x="628317" y="262228"/>
                </a:lnTo>
                <a:lnTo>
                  <a:pt x="628317" y="318209"/>
                </a:lnTo>
                <a:close/>
              </a:path>
              <a:path w="628650" h="624205">
                <a:moveTo>
                  <a:pt x="231291" y="376400"/>
                </a:moveTo>
                <a:lnTo>
                  <a:pt x="159841" y="376400"/>
                </a:lnTo>
                <a:lnTo>
                  <a:pt x="159841" y="318209"/>
                </a:lnTo>
                <a:lnTo>
                  <a:pt x="231291" y="318209"/>
                </a:lnTo>
                <a:lnTo>
                  <a:pt x="231291" y="376400"/>
                </a:lnTo>
                <a:close/>
              </a:path>
              <a:path w="628650" h="624205">
                <a:moveTo>
                  <a:pt x="467738" y="376400"/>
                </a:moveTo>
                <a:lnTo>
                  <a:pt x="396289" y="376400"/>
                </a:lnTo>
                <a:lnTo>
                  <a:pt x="396289" y="318209"/>
                </a:lnTo>
                <a:lnTo>
                  <a:pt x="467738" y="318209"/>
                </a:lnTo>
                <a:lnTo>
                  <a:pt x="467738" y="376400"/>
                </a:lnTo>
                <a:close/>
              </a:path>
              <a:path w="628650" h="624205">
                <a:moveTo>
                  <a:pt x="595906" y="623897"/>
                </a:moveTo>
                <a:lnTo>
                  <a:pt x="43459" y="623897"/>
                </a:lnTo>
                <a:lnTo>
                  <a:pt x="43459" y="474368"/>
                </a:lnTo>
                <a:lnTo>
                  <a:pt x="513408" y="474368"/>
                </a:lnTo>
                <a:lnTo>
                  <a:pt x="513408" y="430909"/>
                </a:lnTo>
                <a:lnTo>
                  <a:pt x="41986" y="430909"/>
                </a:lnTo>
                <a:lnTo>
                  <a:pt x="41986" y="376400"/>
                </a:lnTo>
                <a:lnTo>
                  <a:pt x="584857" y="376400"/>
                </a:lnTo>
                <a:lnTo>
                  <a:pt x="584857" y="525930"/>
                </a:lnTo>
                <a:lnTo>
                  <a:pt x="114909" y="525930"/>
                </a:lnTo>
                <a:lnTo>
                  <a:pt x="114909" y="569389"/>
                </a:lnTo>
                <a:lnTo>
                  <a:pt x="595906" y="569389"/>
                </a:lnTo>
                <a:lnTo>
                  <a:pt x="595906" y="6238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845442" y="1920071"/>
            <a:ext cx="552450" cy="226695"/>
          </a:xfrm>
          <a:custGeom>
            <a:avLst/>
            <a:gdLst/>
            <a:ahLst/>
            <a:cxnLst/>
            <a:rect l="l" t="t" r="r" b="b"/>
            <a:pathLst>
              <a:path w="552450" h="226694">
                <a:moveTo>
                  <a:pt x="276223" y="226135"/>
                </a:moveTo>
                <a:lnTo>
                  <a:pt x="339302" y="224219"/>
                </a:lnTo>
                <a:lnTo>
                  <a:pt x="397343" y="218206"/>
                </a:lnTo>
                <a:lnTo>
                  <a:pt x="448645" y="207696"/>
                </a:lnTo>
                <a:lnTo>
                  <a:pt x="491507" y="192290"/>
                </a:lnTo>
                <a:lnTo>
                  <a:pt x="524229" y="171588"/>
                </a:lnTo>
                <a:lnTo>
                  <a:pt x="552447" y="112699"/>
                </a:lnTo>
                <a:lnTo>
                  <a:pt x="545109" y="80480"/>
                </a:lnTo>
                <a:lnTo>
                  <a:pt x="491507" y="33707"/>
                </a:lnTo>
                <a:lnTo>
                  <a:pt x="448645" y="18380"/>
                </a:lnTo>
                <a:lnTo>
                  <a:pt x="397343" y="7911"/>
                </a:lnTo>
                <a:lnTo>
                  <a:pt x="339302" y="1913"/>
                </a:lnTo>
                <a:lnTo>
                  <a:pt x="276223" y="0"/>
                </a:lnTo>
                <a:lnTo>
                  <a:pt x="213144" y="1913"/>
                </a:lnTo>
                <a:lnTo>
                  <a:pt x="155104" y="7911"/>
                </a:lnTo>
                <a:lnTo>
                  <a:pt x="103802" y="18380"/>
                </a:lnTo>
                <a:lnTo>
                  <a:pt x="60939" y="33707"/>
                </a:lnTo>
                <a:lnTo>
                  <a:pt x="28218" y="54278"/>
                </a:lnTo>
                <a:lnTo>
                  <a:pt x="0" y="112699"/>
                </a:lnTo>
                <a:lnTo>
                  <a:pt x="7338" y="145191"/>
                </a:lnTo>
                <a:lnTo>
                  <a:pt x="60939" y="192290"/>
                </a:lnTo>
                <a:lnTo>
                  <a:pt x="103802" y="207696"/>
                </a:lnTo>
                <a:lnTo>
                  <a:pt x="155104" y="218206"/>
                </a:lnTo>
                <a:lnTo>
                  <a:pt x="213144" y="224219"/>
                </a:lnTo>
                <a:lnTo>
                  <a:pt x="276223" y="22613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0920575" y="1975316"/>
            <a:ext cx="402590" cy="116205"/>
          </a:xfrm>
          <a:custGeom>
            <a:avLst/>
            <a:gdLst/>
            <a:ahLst/>
            <a:cxnLst/>
            <a:rect l="l" t="t" r="r" b="b"/>
            <a:pathLst>
              <a:path w="402590" h="116205">
                <a:moveTo>
                  <a:pt x="201090" y="0"/>
                </a:moveTo>
                <a:lnTo>
                  <a:pt x="264149" y="2015"/>
                </a:lnTo>
                <a:lnTo>
                  <a:pt x="319288" y="8344"/>
                </a:lnTo>
                <a:lnTo>
                  <a:pt x="363006" y="19410"/>
                </a:lnTo>
                <a:lnTo>
                  <a:pt x="402181" y="57454"/>
                </a:lnTo>
                <a:lnTo>
                  <a:pt x="391804" y="79629"/>
                </a:lnTo>
                <a:lnTo>
                  <a:pt x="363006" y="96075"/>
                </a:lnTo>
                <a:lnTo>
                  <a:pt x="319288" y="107254"/>
                </a:lnTo>
                <a:lnTo>
                  <a:pt x="264149" y="113624"/>
                </a:lnTo>
                <a:lnTo>
                  <a:pt x="201090" y="115645"/>
                </a:lnTo>
                <a:lnTo>
                  <a:pt x="138032" y="113624"/>
                </a:lnTo>
                <a:lnTo>
                  <a:pt x="82893" y="107254"/>
                </a:lnTo>
                <a:lnTo>
                  <a:pt x="39175" y="96075"/>
                </a:lnTo>
                <a:lnTo>
                  <a:pt x="10377" y="79629"/>
                </a:lnTo>
                <a:lnTo>
                  <a:pt x="0" y="57454"/>
                </a:lnTo>
                <a:lnTo>
                  <a:pt x="10377" y="35639"/>
                </a:lnTo>
                <a:lnTo>
                  <a:pt x="39175" y="19410"/>
                </a:lnTo>
                <a:lnTo>
                  <a:pt x="82893" y="8344"/>
                </a:lnTo>
                <a:lnTo>
                  <a:pt x="138032" y="2015"/>
                </a:lnTo>
                <a:lnTo>
                  <a:pt x="20109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807875" y="2182300"/>
            <a:ext cx="628650" cy="361950"/>
          </a:xfrm>
          <a:custGeom>
            <a:avLst/>
            <a:gdLst/>
            <a:ahLst/>
            <a:cxnLst/>
            <a:rect l="l" t="t" r="r" b="b"/>
            <a:pathLst>
              <a:path w="628650" h="361950">
                <a:moveTo>
                  <a:pt x="628317" y="55981"/>
                </a:moveTo>
                <a:lnTo>
                  <a:pt x="628317" y="0"/>
                </a:lnTo>
                <a:lnTo>
                  <a:pt x="0" y="0"/>
                </a:lnTo>
                <a:lnTo>
                  <a:pt x="0" y="55981"/>
                </a:lnTo>
                <a:lnTo>
                  <a:pt x="159841" y="55981"/>
                </a:lnTo>
                <a:lnTo>
                  <a:pt x="159841" y="114172"/>
                </a:lnTo>
                <a:lnTo>
                  <a:pt x="41986" y="114172"/>
                </a:lnTo>
                <a:lnTo>
                  <a:pt x="41986" y="168680"/>
                </a:lnTo>
                <a:lnTo>
                  <a:pt x="513407" y="168680"/>
                </a:lnTo>
                <a:lnTo>
                  <a:pt x="513407" y="212139"/>
                </a:lnTo>
                <a:lnTo>
                  <a:pt x="43459" y="212139"/>
                </a:lnTo>
                <a:lnTo>
                  <a:pt x="43459" y="361669"/>
                </a:lnTo>
                <a:lnTo>
                  <a:pt x="595906" y="361669"/>
                </a:lnTo>
                <a:lnTo>
                  <a:pt x="595906" y="307160"/>
                </a:lnTo>
                <a:lnTo>
                  <a:pt x="114909" y="307160"/>
                </a:lnTo>
                <a:lnTo>
                  <a:pt x="114909" y="263701"/>
                </a:lnTo>
                <a:lnTo>
                  <a:pt x="584857" y="263701"/>
                </a:lnTo>
                <a:lnTo>
                  <a:pt x="584857" y="114172"/>
                </a:lnTo>
                <a:lnTo>
                  <a:pt x="467738" y="114172"/>
                </a:lnTo>
                <a:lnTo>
                  <a:pt x="467738" y="55981"/>
                </a:lnTo>
                <a:lnTo>
                  <a:pt x="628317" y="5598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039167" y="2238281"/>
            <a:ext cx="165100" cy="58419"/>
          </a:xfrm>
          <a:custGeom>
            <a:avLst/>
            <a:gdLst/>
            <a:ahLst/>
            <a:cxnLst/>
            <a:rect l="l" t="t" r="r" b="b"/>
            <a:pathLst>
              <a:path w="165100" h="58419">
                <a:moveTo>
                  <a:pt x="164997" y="58191"/>
                </a:moveTo>
                <a:lnTo>
                  <a:pt x="0" y="58191"/>
                </a:lnTo>
                <a:lnTo>
                  <a:pt x="0" y="0"/>
                </a:lnTo>
                <a:lnTo>
                  <a:pt x="164997" y="0"/>
                </a:lnTo>
                <a:lnTo>
                  <a:pt x="164997" y="5819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1513535" y="1915652"/>
            <a:ext cx="661035" cy="636270"/>
          </a:xfrm>
          <a:custGeom>
            <a:avLst/>
            <a:gdLst/>
            <a:ahLst/>
            <a:cxnLst/>
            <a:rect l="l" t="t" r="r" b="b"/>
            <a:pathLst>
              <a:path w="661034" h="636269">
                <a:moveTo>
                  <a:pt x="250442" y="79552"/>
                </a:moveTo>
                <a:lnTo>
                  <a:pt x="176046" y="79552"/>
                </a:lnTo>
                <a:lnTo>
                  <a:pt x="176046" y="0"/>
                </a:lnTo>
                <a:lnTo>
                  <a:pt x="250442" y="0"/>
                </a:lnTo>
                <a:lnTo>
                  <a:pt x="250442" y="79552"/>
                </a:lnTo>
                <a:close/>
              </a:path>
              <a:path w="661034" h="636269">
                <a:moveTo>
                  <a:pt x="426489" y="143636"/>
                </a:moveTo>
                <a:lnTo>
                  <a:pt x="0" y="143636"/>
                </a:lnTo>
                <a:lnTo>
                  <a:pt x="0" y="79552"/>
                </a:lnTo>
                <a:lnTo>
                  <a:pt x="426489" y="79552"/>
                </a:lnTo>
                <a:lnTo>
                  <a:pt x="426489" y="143636"/>
                </a:lnTo>
                <a:close/>
              </a:path>
              <a:path w="661034" h="636269">
                <a:moveTo>
                  <a:pt x="573808" y="635683"/>
                </a:moveTo>
                <a:lnTo>
                  <a:pt x="500885" y="635683"/>
                </a:lnTo>
                <a:lnTo>
                  <a:pt x="500885" y="6629"/>
                </a:lnTo>
                <a:lnTo>
                  <a:pt x="573808" y="6629"/>
                </a:lnTo>
                <a:lnTo>
                  <a:pt x="573808" y="255599"/>
                </a:lnTo>
                <a:lnTo>
                  <a:pt x="660727" y="255599"/>
                </a:lnTo>
                <a:lnTo>
                  <a:pt x="660727" y="325575"/>
                </a:lnTo>
                <a:lnTo>
                  <a:pt x="573808" y="325575"/>
                </a:lnTo>
                <a:lnTo>
                  <a:pt x="573808" y="635683"/>
                </a:lnTo>
                <a:close/>
              </a:path>
              <a:path w="661034" h="636269">
                <a:moveTo>
                  <a:pt x="249706" y="533296"/>
                </a:moveTo>
                <a:lnTo>
                  <a:pt x="176783" y="533296"/>
                </a:lnTo>
                <a:lnTo>
                  <a:pt x="176783" y="439748"/>
                </a:lnTo>
                <a:lnTo>
                  <a:pt x="127543" y="429606"/>
                </a:lnTo>
                <a:lnTo>
                  <a:pt x="87460" y="411121"/>
                </a:lnTo>
                <a:lnTo>
                  <a:pt x="57560" y="384963"/>
                </a:lnTo>
                <a:lnTo>
                  <a:pt x="38868" y="351804"/>
                </a:lnTo>
                <a:lnTo>
                  <a:pt x="32410" y="312317"/>
                </a:lnTo>
                <a:lnTo>
                  <a:pt x="40654" y="267926"/>
                </a:lnTo>
                <a:lnTo>
                  <a:pt x="64419" y="231739"/>
                </a:lnTo>
                <a:lnTo>
                  <a:pt x="102257" y="204709"/>
                </a:lnTo>
                <a:lnTo>
                  <a:pt x="152717" y="187790"/>
                </a:lnTo>
                <a:lnTo>
                  <a:pt x="214349" y="181939"/>
                </a:lnTo>
                <a:lnTo>
                  <a:pt x="275982" y="187790"/>
                </a:lnTo>
                <a:lnTo>
                  <a:pt x="326442" y="204709"/>
                </a:lnTo>
                <a:lnTo>
                  <a:pt x="364279" y="231739"/>
                </a:lnTo>
                <a:lnTo>
                  <a:pt x="370757" y="241603"/>
                </a:lnTo>
                <a:lnTo>
                  <a:pt x="214349" y="241603"/>
                </a:lnTo>
                <a:lnTo>
                  <a:pt x="165354" y="247059"/>
                </a:lnTo>
                <a:lnTo>
                  <a:pt x="130101" y="262044"/>
                </a:lnTo>
                <a:lnTo>
                  <a:pt x="108797" y="284487"/>
                </a:lnTo>
                <a:lnTo>
                  <a:pt x="101650" y="312317"/>
                </a:lnTo>
                <a:lnTo>
                  <a:pt x="108797" y="340031"/>
                </a:lnTo>
                <a:lnTo>
                  <a:pt x="130101" y="362221"/>
                </a:lnTo>
                <a:lnTo>
                  <a:pt x="165354" y="376953"/>
                </a:lnTo>
                <a:lnTo>
                  <a:pt x="214349" y="382293"/>
                </a:lnTo>
                <a:lnTo>
                  <a:pt x="372629" y="382293"/>
                </a:lnTo>
                <a:lnTo>
                  <a:pt x="370785" y="385540"/>
                </a:lnTo>
                <a:lnTo>
                  <a:pt x="340443" y="411810"/>
                </a:lnTo>
                <a:lnTo>
                  <a:pt x="299741" y="430337"/>
                </a:lnTo>
                <a:lnTo>
                  <a:pt x="249706" y="440484"/>
                </a:lnTo>
                <a:lnTo>
                  <a:pt x="249706" y="533296"/>
                </a:lnTo>
                <a:close/>
              </a:path>
              <a:path w="661034" h="636269">
                <a:moveTo>
                  <a:pt x="372629" y="382293"/>
                </a:moveTo>
                <a:lnTo>
                  <a:pt x="214349" y="382293"/>
                </a:lnTo>
                <a:lnTo>
                  <a:pt x="263344" y="376953"/>
                </a:lnTo>
                <a:lnTo>
                  <a:pt x="298597" y="362221"/>
                </a:lnTo>
                <a:lnTo>
                  <a:pt x="319901" y="340031"/>
                </a:lnTo>
                <a:lnTo>
                  <a:pt x="327049" y="312317"/>
                </a:lnTo>
                <a:lnTo>
                  <a:pt x="319901" y="284487"/>
                </a:lnTo>
                <a:lnTo>
                  <a:pt x="298597" y="262044"/>
                </a:lnTo>
                <a:lnTo>
                  <a:pt x="263344" y="247059"/>
                </a:lnTo>
                <a:lnTo>
                  <a:pt x="214349" y="241603"/>
                </a:lnTo>
                <a:lnTo>
                  <a:pt x="370757" y="241603"/>
                </a:lnTo>
                <a:lnTo>
                  <a:pt x="388045" y="267926"/>
                </a:lnTo>
                <a:lnTo>
                  <a:pt x="396289" y="312317"/>
                </a:lnTo>
                <a:lnTo>
                  <a:pt x="389742" y="352164"/>
                </a:lnTo>
                <a:lnTo>
                  <a:pt x="372629" y="382293"/>
                </a:lnTo>
                <a:close/>
              </a:path>
              <a:path w="661034" h="636269">
                <a:moveTo>
                  <a:pt x="243076" y="598116"/>
                </a:moveTo>
                <a:lnTo>
                  <a:pt x="2946" y="598116"/>
                </a:lnTo>
                <a:lnTo>
                  <a:pt x="2946" y="533296"/>
                </a:lnTo>
                <a:lnTo>
                  <a:pt x="249706" y="533296"/>
                </a:lnTo>
                <a:lnTo>
                  <a:pt x="309785" y="531408"/>
                </a:lnTo>
                <a:lnTo>
                  <a:pt x="364062" y="526482"/>
                </a:lnTo>
                <a:lnTo>
                  <a:pt x="410882" y="517965"/>
                </a:lnTo>
                <a:lnTo>
                  <a:pt x="448587" y="505305"/>
                </a:lnTo>
                <a:lnTo>
                  <a:pt x="448587" y="571599"/>
                </a:lnTo>
                <a:lnTo>
                  <a:pt x="412125" y="583200"/>
                </a:lnTo>
                <a:lnTo>
                  <a:pt x="364062" y="591487"/>
                </a:lnTo>
                <a:lnTo>
                  <a:pt x="306884" y="596459"/>
                </a:lnTo>
                <a:lnTo>
                  <a:pt x="243076" y="598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1513535" y="1915652"/>
            <a:ext cx="426720" cy="144145"/>
          </a:xfrm>
          <a:custGeom>
            <a:avLst/>
            <a:gdLst/>
            <a:ahLst/>
            <a:cxnLst/>
            <a:rect l="l" t="t" r="r" b="b"/>
            <a:pathLst>
              <a:path w="426720" h="144144">
                <a:moveTo>
                  <a:pt x="426489" y="79552"/>
                </a:moveTo>
                <a:lnTo>
                  <a:pt x="250442" y="79552"/>
                </a:lnTo>
                <a:lnTo>
                  <a:pt x="250442" y="0"/>
                </a:lnTo>
                <a:lnTo>
                  <a:pt x="176046" y="0"/>
                </a:lnTo>
                <a:lnTo>
                  <a:pt x="176046" y="79552"/>
                </a:lnTo>
                <a:lnTo>
                  <a:pt x="0" y="79552"/>
                </a:lnTo>
                <a:lnTo>
                  <a:pt x="0" y="143636"/>
                </a:lnTo>
                <a:lnTo>
                  <a:pt x="426489" y="143636"/>
                </a:lnTo>
                <a:lnTo>
                  <a:pt x="426489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2014421" y="1922281"/>
            <a:ext cx="160020" cy="629285"/>
          </a:xfrm>
          <a:custGeom>
            <a:avLst/>
            <a:gdLst/>
            <a:ahLst/>
            <a:cxnLst/>
            <a:rect l="l" t="t" r="r" b="b"/>
            <a:pathLst>
              <a:path w="160020" h="629285">
                <a:moveTo>
                  <a:pt x="159841" y="248969"/>
                </a:moveTo>
                <a:lnTo>
                  <a:pt x="72923" y="248969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18946"/>
                </a:lnTo>
                <a:lnTo>
                  <a:pt x="159841" y="318946"/>
                </a:lnTo>
                <a:lnTo>
                  <a:pt x="159841" y="24896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516482" y="2097591"/>
            <a:ext cx="445770" cy="416559"/>
          </a:xfrm>
          <a:custGeom>
            <a:avLst/>
            <a:gdLst/>
            <a:ahLst/>
            <a:cxnLst/>
            <a:rect l="l" t="t" r="r" b="b"/>
            <a:pathLst>
              <a:path w="445770" h="416560">
                <a:moveTo>
                  <a:pt x="246759" y="258545"/>
                </a:moveTo>
                <a:lnTo>
                  <a:pt x="296795" y="248398"/>
                </a:lnTo>
                <a:lnTo>
                  <a:pt x="337496" y="229871"/>
                </a:lnTo>
                <a:lnTo>
                  <a:pt x="367838" y="203601"/>
                </a:lnTo>
                <a:lnTo>
                  <a:pt x="386795" y="170224"/>
                </a:lnTo>
                <a:lnTo>
                  <a:pt x="393342" y="130377"/>
                </a:lnTo>
                <a:lnTo>
                  <a:pt x="385098" y="85987"/>
                </a:lnTo>
                <a:lnTo>
                  <a:pt x="361333" y="49799"/>
                </a:lnTo>
                <a:lnTo>
                  <a:pt x="323495" y="22769"/>
                </a:lnTo>
                <a:lnTo>
                  <a:pt x="273035" y="5851"/>
                </a:lnTo>
                <a:lnTo>
                  <a:pt x="211403" y="0"/>
                </a:lnTo>
                <a:lnTo>
                  <a:pt x="149770" y="5851"/>
                </a:lnTo>
                <a:lnTo>
                  <a:pt x="99310" y="22769"/>
                </a:lnTo>
                <a:lnTo>
                  <a:pt x="61473" y="49799"/>
                </a:lnTo>
                <a:lnTo>
                  <a:pt x="37707" y="85987"/>
                </a:lnTo>
                <a:lnTo>
                  <a:pt x="29463" y="130377"/>
                </a:lnTo>
                <a:lnTo>
                  <a:pt x="35922" y="169865"/>
                </a:lnTo>
                <a:lnTo>
                  <a:pt x="54614" y="203023"/>
                </a:lnTo>
                <a:lnTo>
                  <a:pt x="84514" y="229181"/>
                </a:lnTo>
                <a:lnTo>
                  <a:pt x="124596" y="247667"/>
                </a:lnTo>
                <a:lnTo>
                  <a:pt x="173836" y="257808"/>
                </a:lnTo>
                <a:lnTo>
                  <a:pt x="173836" y="351356"/>
                </a:lnTo>
                <a:lnTo>
                  <a:pt x="0" y="351356"/>
                </a:lnTo>
                <a:lnTo>
                  <a:pt x="0" y="416177"/>
                </a:lnTo>
                <a:lnTo>
                  <a:pt x="240130" y="416177"/>
                </a:lnTo>
                <a:lnTo>
                  <a:pt x="303938" y="414519"/>
                </a:lnTo>
                <a:lnTo>
                  <a:pt x="361116" y="409547"/>
                </a:lnTo>
                <a:lnTo>
                  <a:pt x="409179" y="401261"/>
                </a:lnTo>
                <a:lnTo>
                  <a:pt x="445641" y="389659"/>
                </a:lnTo>
                <a:lnTo>
                  <a:pt x="445641" y="323366"/>
                </a:lnTo>
                <a:lnTo>
                  <a:pt x="407936" y="336026"/>
                </a:lnTo>
                <a:lnTo>
                  <a:pt x="361116" y="344543"/>
                </a:lnTo>
                <a:lnTo>
                  <a:pt x="306838" y="349469"/>
                </a:lnTo>
                <a:lnTo>
                  <a:pt x="246759" y="351356"/>
                </a:lnTo>
                <a:lnTo>
                  <a:pt x="246759" y="25854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607820" y="2149889"/>
            <a:ext cx="240130" cy="1554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02065" y="3174730"/>
            <a:ext cx="5563683" cy="51794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563195" y="2958917"/>
            <a:ext cx="8056880" cy="5763895"/>
          </a:xfrm>
          <a:custGeom>
            <a:avLst/>
            <a:gdLst/>
            <a:ahLst/>
            <a:cxnLst/>
            <a:rect l="l" t="t" r="r" b="b"/>
            <a:pathLst>
              <a:path w="8056880" h="5763895">
                <a:moveTo>
                  <a:pt x="7192228" y="5763463"/>
                </a:moveTo>
                <a:lnTo>
                  <a:pt x="864519" y="5763463"/>
                </a:lnTo>
                <a:lnTo>
                  <a:pt x="817086" y="5762184"/>
                </a:lnTo>
                <a:lnTo>
                  <a:pt x="770321" y="5758390"/>
                </a:lnTo>
                <a:lnTo>
                  <a:pt x="724291" y="5752148"/>
                </a:lnTo>
                <a:lnTo>
                  <a:pt x="679061" y="5743523"/>
                </a:lnTo>
                <a:lnTo>
                  <a:pt x="634698" y="5732582"/>
                </a:lnTo>
                <a:lnTo>
                  <a:pt x="591267" y="5719390"/>
                </a:lnTo>
                <a:lnTo>
                  <a:pt x="548834" y="5704013"/>
                </a:lnTo>
                <a:lnTo>
                  <a:pt x="507465" y="5686517"/>
                </a:lnTo>
                <a:lnTo>
                  <a:pt x="467226" y="5666968"/>
                </a:lnTo>
                <a:lnTo>
                  <a:pt x="428183" y="5645433"/>
                </a:lnTo>
                <a:lnTo>
                  <a:pt x="390401" y="5621975"/>
                </a:lnTo>
                <a:lnTo>
                  <a:pt x="353948" y="5596663"/>
                </a:lnTo>
                <a:lnTo>
                  <a:pt x="318888" y="5569562"/>
                </a:lnTo>
                <a:lnTo>
                  <a:pt x="285288" y="5540737"/>
                </a:lnTo>
                <a:lnTo>
                  <a:pt x="253214" y="5510254"/>
                </a:lnTo>
                <a:lnTo>
                  <a:pt x="222731" y="5478180"/>
                </a:lnTo>
                <a:lnTo>
                  <a:pt x="193906" y="5444580"/>
                </a:lnTo>
                <a:lnTo>
                  <a:pt x="166804" y="5409521"/>
                </a:lnTo>
                <a:lnTo>
                  <a:pt x="141491" y="5373068"/>
                </a:lnTo>
                <a:lnTo>
                  <a:pt x="118033" y="5335287"/>
                </a:lnTo>
                <a:lnTo>
                  <a:pt x="96497" y="5296244"/>
                </a:lnTo>
                <a:lnTo>
                  <a:pt x="76948" y="5256004"/>
                </a:lnTo>
                <a:lnTo>
                  <a:pt x="59451" y="5214635"/>
                </a:lnTo>
                <a:lnTo>
                  <a:pt x="44074" y="5172202"/>
                </a:lnTo>
                <a:lnTo>
                  <a:pt x="30881" y="5128770"/>
                </a:lnTo>
                <a:lnTo>
                  <a:pt x="19940" y="5084406"/>
                </a:lnTo>
                <a:lnTo>
                  <a:pt x="11315" y="5039175"/>
                </a:lnTo>
                <a:lnTo>
                  <a:pt x="5072" y="4993144"/>
                </a:lnTo>
                <a:lnTo>
                  <a:pt x="1279" y="4946378"/>
                </a:lnTo>
                <a:lnTo>
                  <a:pt x="0" y="4898943"/>
                </a:lnTo>
                <a:lnTo>
                  <a:pt x="0" y="864519"/>
                </a:lnTo>
                <a:lnTo>
                  <a:pt x="1279" y="817086"/>
                </a:lnTo>
                <a:lnTo>
                  <a:pt x="5072" y="770321"/>
                </a:lnTo>
                <a:lnTo>
                  <a:pt x="11314" y="724291"/>
                </a:lnTo>
                <a:lnTo>
                  <a:pt x="19939" y="679061"/>
                </a:lnTo>
                <a:lnTo>
                  <a:pt x="30880" y="634698"/>
                </a:lnTo>
                <a:lnTo>
                  <a:pt x="44072" y="591267"/>
                </a:lnTo>
                <a:lnTo>
                  <a:pt x="59449" y="548834"/>
                </a:lnTo>
                <a:lnTo>
                  <a:pt x="76945" y="507465"/>
                </a:lnTo>
                <a:lnTo>
                  <a:pt x="96494" y="467226"/>
                </a:lnTo>
                <a:lnTo>
                  <a:pt x="118030" y="428183"/>
                </a:lnTo>
                <a:lnTo>
                  <a:pt x="141487" y="390401"/>
                </a:lnTo>
                <a:lnTo>
                  <a:pt x="166799" y="353948"/>
                </a:lnTo>
                <a:lnTo>
                  <a:pt x="193901" y="318888"/>
                </a:lnTo>
                <a:lnTo>
                  <a:pt x="222726" y="285288"/>
                </a:lnTo>
                <a:lnTo>
                  <a:pt x="253208" y="253214"/>
                </a:lnTo>
                <a:lnTo>
                  <a:pt x="285282" y="222731"/>
                </a:lnTo>
                <a:lnTo>
                  <a:pt x="318882" y="193906"/>
                </a:lnTo>
                <a:lnTo>
                  <a:pt x="353941" y="166804"/>
                </a:lnTo>
                <a:lnTo>
                  <a:pt x="390395" y="141491"/>
                </a:lnTo>
                <a:lnTo>
                  <a:pt x="428176" y="118033"/>
                </a:lnTo>
                <a:lnTo>
                  <a:pt x="467219" y="96497"/>
                </a:lnTo>
                <a:lnTo>
                  <a:pt x="507458" y="76948"/>
                </a:lnTo>
                <a:lnTo>
                  <a:pt x="548827" y="59451"/>
                </a:lnTo>
                <a:lnTo>
                  <a:pt x="591261" y="44074"/>
                </a:lnTo>
                <a:lnTo>
                  <a:pt x="634693" y="30881"/>
                </a:lnTo>
                <a:lnTo>
                  <a:pt x="679057" y="19940"/>
                </a:lnTo>
                <a:lnTo>
                  <a:pt x="724287" y="11315"/>
                </a:lnTo>
                <a:lnTo>
                  <a:pt x="770319" y="5072"/>
                </a:lnTo>
                <a:lnTo>
                  <a:pt x="817084" y="1279"/>
                </a:lnTo>
                <a:lnTo>
                  <a:pt x="864519" y="0"/>
                </a:lnTo>
                <a:lnTo>
                  <a:pt x="7192228" y="0"/>
                </a:lnTo>
                <a:lnTo>
                  <a:pt x="7239661" y="1279"/>
                </a:lnTo>
                <a:lnTo>
                  <a:pt x="7286426" y="5072"/>
                </a:lnTo>
                <a:lnTo>
                  <a:pt x="7332456" y="11314"/>
                </a:lnTo>
                <a:lnTo>
                  <a:pt x="7377686" y="19939"/>
                </a:lnTo>
                <a:lnTo>
                  <a:pt x="7422049" y="30880"/>
                </a:lnTo>
                <a:lnTo>
                  <a:pt x="7465481" y="44072"/>
                </a:lnTo>
                <a:lnTo>
                  <a:pt x="7507914" y="59449"/>
                </a:lnTo>
                <a:lnTo>
                  <a:pt x="7549283" y="76945"/>
                </a:lnTo>
                <a:lnTo>
                  <a:pt x="7589522" y="96494"/>
                </a:lnTo>
                <a:lnTo>
                  <a:pt x="7628565" y="118030"/>
                </a:lnTo>
                <a:lnTo>
                  <a:pt x="7666346" y="141487"/>
                </a:lnTo>
                <a:lnTo>
                  <a:pt x="7702799" y="166799"/>
                </a:lnTo>
                <a:lnTo>
                  <a:pt x="7737859" y="193901"/>
                </a:lnTo>
                <a:lnTo>
                  <a:pt x="7771459" y="222726"/>
                </a:lnTo>
                <a:lnTo>
                  <a:pt x="7803533" y="253208"/>
                </a:lnTo>
                <a:lnTo>
                  <a:pt x="7834016" y="285282"/>
                </a:lnTo>
                <a:lnTo>
                  <a:pt x="7862842" y="318882"/>
                </a:lnTo>
                <a:lnTo>
                  <a:pt x="7889944" y="353941"/>
                </a:lnTo>
                <a:lnTo>
                  <a:pt x="7915256" y="390395"/>
                </a:lnTo>
                <a:lnTo>
                  <a:pt x="7938714" y="428176"/>
                </a:lnTo>
                <a:lnTo>
                  <a:pt x="7960250" y="467219"/>
                </a:lnTo>
                <a:lnTo>
                  <a:pt x="7979800" y="507458"/>
                </a:lnTo>
                <a:lnTo>
                  <a:pt x="7997296" y="548827"/>
                </a:lnTo>
                <a:lnTo>
                  <a:pt x="8012673" y="591261"/>
                </a:lnTo>
                <a:lnTo>
                  <a:pt x="8025866" y="634693"/>
                </a:lnTo>
                <a:lnTo>
                  <a:pt x="8036807" y="679057"/>
                </a:lnTo>
                <a:lnTo>
                  <a:pt x="8045432" y="724287"/>
                </a:lnTo>
                <a:lnTo>
                  <a:pt x="8051675" y="770319"/>
                </a:lnTo>
                <a:lnTo>
                  <a:pt x="8055469" y="817084"/>
                </a:lnTo>
                <a:lnTo>
                  <a:pt x="8056748" y="864519"/>
                </a:lnTo>
                <a:lnTo>
                  <a:pt x="8056748" y="4898943"/>
                </a:lnTo>
                <a:lnTo>
                  <a:pt x="8055469" y="4946377"/>
                </a:lnTo>
                <a:lnTo>
                  <a:pt x="8051675" y="4993141"/>
                </a:lnTo>
                <a:lnTo>
                  <a:pt x="8045433" y="5039171"/>
                </a:lnTo>
                <a:lnTo>
                  <a:pt x="8036808" y="5084401"/>
                </a:lnTo>
                <a:lnTo>
                  <a:pt x="8025867" y="5128765"/>
                </a:lnTo>
                <a:lnTo>
                  <a:pt x="8012675" y="5172196"/>
                </a:lnTo>
                <a:lnTo>
                  <a:pt x="7997298" y="5214629"/>
                </a:lnTo>
                <a:lnTo>
                  <a:pt x="7979802" y="5255998"/>
                </a:lnTo>
                <a:lnTo>
                  <a:pt x="7960253" y="5296237"/>
                </a:lnTo>
                <a:lnTo>
                  <a:pt x="7938717" y="5335280"/>
                </a:lnTo>
                <a:lnTo>
                  <a:pt x="7915260" y="5373061"/>
                </a:lnTo>
                <a:lnTo>
                  <a:pt x="7889948" y="5409514"/>
                </a:lnTo>
                <a:lnTo>
                  <a:pt x="7862846" y="5444574"/>
                </a:lnTo>
                <a:lnTo>
                  <a:pt x="7834021" y="5478174"/>
                </a:lnTo>
                <a:lnTo>
                  <a:pt x="7803539" y="5510248"/>
                </a:lnTo>
                <a:lnTo>
                  <a:pt x="7771465" y="5540731"/>
                </a:lnTo>
                <a:lnTo>
                  <a:pt x="7737865" y="5569557"/>
                </a:lnTo>
                <a:lnTo>
                  <a:pt x="7702806" y="5596659"/>
                </a:lnTo>
                <a:lnTo>
                  <a:pt x="7666353" y="5621972"/>
                </a:lnTo>
                <a:lnTo>
                  <a:pt x="7628571" y="5645429"/>
                </a:lnTo>
                <a:lnTo>
                  <a:pt x="7589528" y="5666966"/>
                </a:lnTo>
                <a:lnTo>
                  <a:pt x="7549289" y="5686515"/>
                </a:lnTo>
                <a:lnTo>
                  <a:pt x="7507920" y="5704011"/>
                </a:lnTo>
                <a:lnTo>
                  <a:pt x="7465486" y="5719388"/>
                </a:lnTo>
                <a:lnTo>
                  <a:pt x="7422055" y="5732581"/>
                </a:lnTo>
                <a:lnTo>
                  <a:pt x="7377690" y="5743523"/>
                </a:lnTo>
                <a:lnTo>
                  <a:pt x="7332460" y="5752148"/>
                </a:lnTo>
                <a:lnTo>
                  <a:pt x="7286429" y="5758390"/>
                </a:lnTo>
                <a:lnTo>
                  <a:pt x="7239663" y="5762184"/>
                </a:lnTo>
                <a:lnTo>
                  <a:pt x="7192228" y="5763463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563195" y="2958917"/>
            <a:ext cx="8056880" cy="5763895"/>
          </a:xfrm>
          <a:custGeom>
            <a:avLst/>
            <a:gdLst/>
            <a:ahLst/>
            <a:cxnLst/>
            <a:rect l="l" t="t" r="r" b="b"/>
            <a:pathLst>
              <a:path w="8056880" h="5763895">
                <a:moveTo>
                  <a:pt x="864519" y="5763463"/>
                </a:moveTo>
                <a:lnTo>
                  <a:pt x="817086" y="5762184"/>
                </a:lnTo>
                <a:lnTo>
                  <a:pt x="770321" y="5758390"/>
                </a:lnTo>
                <a:lnTo>
                  <a:pt x="724291" y="5752148"/>
                </a:lnTo>
                <a:lnTo>
                  <a:pt x="679061" y="5743523"/>
                </a:lnTo>
                <a:lnTo>
                  <a:pt x="634698" y="5732582"/>
                </a:lnTo>
                <a:lnTo>
                  <a:pt x="591267" y="5719390"/>
                </a:lnTo>
                <a:lnTo>
                  <a:pt x="548834" y="5704013"/>
                </a:lnTo>
                <a:lnTo>
                  <a:pt x="507465" y="5686517"/>
                </a:lnTo>
                <a:lnTo>
                  <a:pt x="467226" y="5666968"/>
                </a:lnTo>
                <a:lnTo>
                  <a:pt x="428183" y="5645433"/>
                </a:lnTo>
                <a:lnTo>
                  <a:pt x="390401" y="5621975"/>
                </a:lnTo>
                <a:lnTo>
                  <a:pt x="353948" y="5596663"/>
                </a:lnTo>
                <a:lnTo>
                  <a:pt x="318888" y="5569562"/>
                </a:lnTo>
                <a:lnTo>
                  <a:pt x="285288" y="5540737"/>
                </a:lnTo>
                <a:lnTo>
                  <a:pt x="253214" y="5510254"/>
                </a:lnTo>
                <a:lnTo>
                  <a:pt x="222731" y="5478180"/>
                </a:lnTo>
                <a:lnTo>
                  <a:pt x="193906" y="5444580"/>
                </a:lnTo>
                <a:lnTo>
                  <a:pt x="166804" y="5409521"/>
                </a:lnTo>
                <a:lnTo>
                  <a:pt x="141491" y="5373068"/>
                </a:lnTo>
                <a:lnTo>
                  <a:pt x="118033" y="5335287"/>
                </a:lnTo>
                <a:lnTo>
                  <a:pt x="96497" y="5296244"/>
                </a:lnTo>
                <a:lnTo>
                  <a:pt x="76948" y="5256004"/>
                </a:lnTo>
                <a:lnTo>
                  <a:pt x="59451" y="5214635"/>
                </a:lnTo>
                <a:lnTo>
                  <a:pt x="44074" y="5172202"/>
                </a:lnTo>
                <a:lnTo>
                  <a:pt x="30881" y="5128770"/>
                </a:lnTo>
                <a:lnTo>
                  <a:pt x="19940" y="5084406"/>
                </a:lnTo>
                <a:lnTo>
                  <a:pt x="11315" y="5039175"/>
                </a:lnTo>
                <a:lnTo>
                  <a:pt x="5072" y="4993144"/>
                </a:lnTo>
                <a:lnTo>
                  <a:pt x="1279" y="4946378"/>
                </a:lnTo>
                <a:lnTo>
                  <a:pt x="0" y="4898943"/>
                </a:lnTo>
                <a:lnTo>
                  <a:pt x="0" y="2881731"/>
                </a:lnTo>
                <a:lnTo>
                  <a:pt x="0" y="864519"/>
                </a:lnTo>
                <a:lnTo>
                  <a:pt x="1279" y="817086"/>
                </a:lnTo>
                <a:lnTo>
                  <a:pt x="5072" y="770321"/>
                </a:lnTo>
                <a:lnTo>
                  <a:pt x="11314" y="724291"/>
                </a:lnTo>
                <a:lnTo>
                  <a:pt x="19939" y="679061"/>
                </a:lnTo>
                <a:lnTo>
                  <a:pt x="30880" y="634698"/>
                </a:lnTo>
                <a:lnTo>
                  <a:pt x="44072" y="591267"/>
                </a:lnTo>
                <a:lnTo>
                  <a:pt x="59449" y="548834"/>
                </a:lnTo>
                <a:lnTo>
                  <a:pt x="76945" y="507465"/>
                </a:lnTo>
                <a:lnTo>
                  <a:pt x="96494" y="467226"/>
                </a:lnTo>
                <a:lnTo>
                  <a:pt x="118030" y="428183"/>
                </a:lnTo>
                <a:lnTo>
                  <a:pt x="141487" y="390401"/>
                </a:lnTo>
                <a:lnTo>
                  <a:pt x="166799" y="353948"/>
                </a:lnTo>
                <a:lnTo>
                  <a:pt x="193901" y="318888"/>
                </a:lnTo>
                <a:lnTo>
                  <a:pt x="222726" y="285288"/>
                </a:lnTo>
                <a:lnTo>
                  <a:pt x="253208" y="253214"/>
                </a:lnTo>
                <a:lnTo>
                  <a:pt x="285282" y="222731"/>
                </a:lnTo>
                <a:lnTo>
                  <a:pt x="318882" y="193906"/>
                </a:lnTo>
                <a:lnTo>
                  <a:pt x="353941" y="166804"/>
                </a:lnTo>
                <a:lnTo>
                  <a:pt x="390395" y="141491"/>
                </a:lnTo>
                <a:lnTo>
                  <a:pt x="428176" y="118033"/>
                </a:lnTo>
                <a:lnTo>
                  <a:pt x="467219" y="96497"/>
                </a:lnTo>
                <a:lnTo>
                  <a:pt x="507458" y="76948"/>
                </a:lnTo>
                <a:lnTo>
                  <a:pt x="548827" y="59451"/>
                </a:lnTo>
                <a:lnTo>
                  <a:pt x="591261" y="44074"/>
                </a:lnTo>
                <a:lnTo>
                  <a:pt x="634693" y="30881"/>
                </a:lnTo>
                <a:lnTo>
                  <a:pt x="679057" y="19940"/>
                </a:lnTo>
                <a:lnTo>
                  <a:pt x="724287" y="11315"/>
                </a:lnTo>
                <a:lnTo>
                  <a:pt x="770319" y="5072"/>
                </a:lnTo>
                <a:lnTo>
                  <a:pt x="817084" y="1279"/>
                </a:lnTo>
                <a:lnTo>
                  <a:pt x="864519" y="0"/>
                </a:lnTo>
                <a:lnTo>
                  <a:pt x="4028374" y="0"/>
                </a:lnTo>
                <a:lnTo>
                  <a:pt x="7192228" y="0"/>
                </a:lnTo>
                <a:lnTo>
                  <a:pt x="7239661" y="1279"/>
                </a:lnTo>
                <a:lnTo>
                  <a:pt x="7286426" y="5072"/>
                </a:lnTo>
                <a:lnTo>
                  <a:pt x="7332456" y="11314"/>
                </a:lnTo>
                <a:lnTo>
                  <a:pt x="7377686" y="19939"/>
                </a:lnTo>
                <a:lnTo>
                  <a:pt x="7422049" y="30880"/>
                </a:lnTo>
                <a:lnTo>
                  <a:pt x="7465481" y="44072"/>
                </a:lnTo>
                <a:lnTo>
                  <a:pt x="7507914" y="59449"/>
                </a:lnTo>
                <a:lnTo>
                  <a:pt x="7549283" y="76945"/>
                </a:lnTo>
                <a:lnTo>
                  <a:pt x="7589522" y="96494"/>
                </a:lnTo>
                <a:lnTo>
                  <a:pt x="7628565" y="118030"/>
                </a:lnTo>
                <a:lnTo>
                  <a:pt x="7666346" y="141487"/>
                </a:lnTo>
                <a:lnTo>
                  <a:pt x="7702799" y="166799"/>
                </a:lnTo>
                <a:lnTo>
                  <a:pt x="7737859" y="193901"/>
                </a:lnTo>
                <a:lnTo>
                  <a:pt x="7771459" y="222726"/>
                </a:lnTo>
                <a:lnTo>
                  <a:pt x="7803533" y="253208"/>
                </a:lnTo>
                <a:lnTo>
                  <a:pt x="7834016" y="285282"/>
                </a:lnTo>
                <a:lnTo>
                  <a:pt x="7862842" y="318882"/>
                </a:lnTo>
                <a:lnTo>
                  <a:pt x="7889944" y="353941"/>
                </a:lnTo>
                <a:lnTo>
                  <a:pt x="7915256" y="390395"/>
                </a:lnTo>
                <a:lnTo>
                  <a:pt x="7938714" y="428176"/>
                </a:lnTo>
                <a:lnTo>
                  <a:pt x="7960250" y="467219"/>
                </a:lnTo>
                <a:lnTo>
                  <a:pt x="7979800" y="507458"/>
                </a:lnTo>
                <a:lnTo>
                  <a:pt x="7997296" y="548827"/>
                </a:lnTo>
                <a:lnTo>
                  <a:pt x="8012673" y="591261"/>
                </a:lnTo>
                <a:lnTo>
                  <a:pt x="8025866" y="634693"/>
                </a:lnTo>
                <a:lnTo>
                  <a:pt x="8036807" y="679057"/>
                </a:lnTo>
                <a:lnTo>
                  <a:pt x="8045432" y="724287"/>
                </a:lnTo>
                <a:lnTo>
                  <a:pt x="8051675" y="770319"/>
                </a:lnTo>
                <a:lnTo>
                  <a:pt x="8055469" y="817084"/>
                </a:lnTo>
                <a:lnTo>
                  <a:pt x="8056748" y="864519"/>
                </a:lnTo>
                <a:lnTo>
                  <a:pt x="8056748" y="2881731"/>
                </a:lnTo>
                <a:lnTo>
                  <a:pt x="8056748" y="4898943"/>
                </a:lnTo>
                <a:lnTo>
                  <a:pt x="8055469" y="4946377"/>
                </a:lnTo>
                <a:lnTo>
                  <a:pt x="8051675" y="4993141"/>
                </a:lnTo>
                <a:lnTo>
                  <a:pt x="8045433" y="5039171"/>
                </a:lnTo>
                <a:lnTo>
                  <a:pt x="8036808" y="5084401"/>
                </a:lnTo>
                <a:lnTo>
                  <a:pt x="8025867" y="5128765"/>
                </a:lnTo>
                <a:lnTo>
                  <a:pt x="8012675" y="5172196"/>
                </a:lnTo>
                <a:lnTo>
                  <a:pt x="7997298" y="5214629"/>
                </a:lnTo>
                <a:lnTo>
                  <a:pt x="7979802" y="5255998"/>
                </a:lnTo>
                <a:lnTo>
                  <a:pt x="7960253" y="5296237"/>
                </a:lnTo>
                <a:lnTo>
                  <a:pt x="7938717" y="5335280"/>
                </a:lnTo>
                <a:lnTo>
                  <a:pt x="7915260" y="5373061"/>
                </a:lnTo>
                <a:lnTo>
                  <a:pt x="7889948" y="5409514"/>
                </a:lnTo>
                <a:lnTo>
                  <a:pt x="7862846" y="5444574"/>
                </a:lnTo>
                <a:lnTo>
                  <a:pt x="7834021" y="5478174"/>
                </a:lnTo>
                <a:lnTo>
                  <a:pt x="7803539" y="5510248"/>
                </a:lnTo>
                <a:lnTo>
                  <a:pt x="7771465" y="5540731"/>
                </a:lnTo>
                <a:lnTo>
                  <a:pt x="7737865" y="5569557"/>
                </a:lnTo>
                <a:lnTo>
                  <a:pt x="7702806" y="5596659"/>
                </a:lnTo>
                <a:lnTo>
                  <a:pt x="7666353" y="5621972"/>
                </a:lnTo>
                <a:lnTo>
                  <a:pt x="7628571" y="5645429"/>
                </a:lnTo>
                <a:lnTo>
                  <a:pt x="7589528" y="5666966"/>
                </a:lnTo>
                <a:lnTo>
                  <a:pt x="7549289" y="5686515"/>
                </a:lnTo>
                <a:lnTo>
                  <a:pt x="7507920" y="5704011"/>
                </a:lnTo>
                <a:lnTo>
                  <a:pt x="7465486" y="5719388"/>
                </a:lnTo>
                <a:lnTo>
                  <a:pt x="7422055" y="5732581"/>
                </a:lnTo>
                <a:lnTo>
                  <a:pt x="7377690" y="5743523"/>
                </a:lnTo>
                <a:lnTo>
                  <a:pt x="7332460" y="5752148"/>
                </a:lnTo>
                <a:lnTo>
                  <a:pt x="7286429" y="5758390"/>
                </a:lnTo>
                <a:lnTo>
                  <a:pt x="7239663" y="5762184"/>
                </a:lnTo>
                <a:lnTo>
                  <a:pt x="7192228" y="5763463"/>
                </a:lnTo>
                <a:lnTo>
                  <a:pt x="4028374" y="5763463"/>
                </a:lnTo>
                <a:lnTo>
                  <a:pt x="864519" y="5763463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1374064" y="3653790"/>
            <a:ext cx="45720" cy="48260"/>
          </a:xfrm>
          <a:custGeom>
            <a:avLst/>
            <a:gdLst/>
            <a:ahLst/>
            <a:cxnLst/>
            <a:rect l="l" t="t" r="r" b="b"/>
            <a:pathLst>
              <a:path w="45720" h="48260">
                <a:moveTo>
                  <a:pt x="0" y="0"/>
                </a:moveTo>
                <a:lnTo>
                  <a:pt x="45241" y="0"/>
                </a:lnTo>
                <a:lnTo>
                  <a:pt x="45241" y="48259"/>
                </a:lnTo>
                <a:lnTo>
                  <a:pt x="0" y="482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1374064" y="3702050"/>
            <a:ext cx="337185" cy="34290"/>
          </a:xfrm>
          <a:custGeom>
            <a:avLst/>
            <a:gdLst/>
            <a:ahLst/>
            <a:cxnLst/>
            <a:rect l="l" t="t" r="r" b="b"/>
            <a:pathLst>
              <a:path w="337184" h="34289">
                <a:moveTo>
                  <a:pt x="0" y="0"/>
                </a:moveTo>
                <a:lnTo>
                  <a:pt x="337001" y="0"/>
                </a:lnTo>
                <a:lnTo>
                  <a:pt x="337001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374064" y="3736340"/>
            <a:ext cx="45720" cy="49530"/>
          </a:xfrm>
          <a:custGeom>
            <a:avLst/>
            <a:gdLst/>
            <a:ahLst/>
            <a:cxnLst/>
            <a:rect l="l" t="t" r="r" b="b"/>
            <a:pathLst>
              <a:path w="45720" h="49529">
                <a:moveTo>
                  <a:pt x="0" y="0"/>
                </a:moveTo>
                <a:lnTo>
                  <a:pt x="45241" y="0"/>
                </a:lnTo>
                <a:lnTo>
                  <a:pt x="45241" y="49529"/>
                </a:lnTo>
                <a:lnTo>
                  <a:pt x="0" y="495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1374064" y="3785870"/>
            <a:ext cx="337185" cy="36830"/>
          </a:xfrm>
          <a:custGeom>
            <a:avLst/>
            <a:gdLst/>
            <a:ahLst/>
            <a:cxnLst/>
            <a:rect l="l" t="t" r="r" b="b"/>
            <a:pathLst>
              <a:path w="337184" h="36829">
                <a:moveTo>
                  <a:pt x="0" y="0"/>
                </a:moveTo>
                <a:lnTo>
                  <a:pt x="337001" y="0"/>
                </a:lnTo>
                <a:lnTo>
                  <a:pt x="337001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1666286" y="3654311"/>
            <a:ext cx="45085" cy="47625"/>
          </a:xfrm>
          <a:custGeom>
            <a:avLst/>
            <a:gdLst/>
            <a:ahLst/>
            <a:cxnLst/>
            <a:rect l="l" t="t" r="r" b="b"/>
            <a:pathLst>
              <a:path w="45084" h="47625">
                <a:moveTo>
                  <a:pt x="44779" y="47549"/>
                </a:moveTo>
                <a:lnTo>
                  <a:pt x="0" y="47549"/>
                </a:lnTo>
                <a:lnTo>
                  <a:pt x="0" y="0"/>
                </a:lnTo>
                <a:lnTo>
                  <a:pt x="44779" y="0"/>
                </a:lnTo>
                <a:lnTo>
                  <a:pt x="44779" y="475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1666286" y="3736945"/>
            <a:ext cx="45085" cy="49530"/>
          </a:xfrm>
          <a:custGeom>
            <a:avLst/>
            <a:gdLst/>
            <a:ahLst/>
            <a:cxnLst/>
            <a:rect l="l" t="t" r="r" b="b"/>
            <a:pathLst>
              <a:path w="45084" h="49529">
                <a:moveTo>
                  <a:pt x="44779" y="48934"/>
                </a:moveTo>
                <a:lnTo>
                  <a:pt x="0" y="48934"/>
                </a:lnTo>
                <a:lnTo>
                  <a:pt x="0" y="0"/>
                </a:lnTo>
                <a:lnTo>
                  <a:pt x="44779" y="0"/>
                </a:lnTo>
                <a:lnTo>
                  <a:pt x="44779" y="4893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1345904" y="3861128"/>
            <a:ext cx="394335" cy="39370"/>
          </a:xfrm>
          <a:custGeom>
            <a:avLst/>
            <a:gdLst/>
            <a:ahLst/>
            <a:cxnLst/>
            <a:rect l="l" t="t" r="r" b="b"/>
            <a:pathLst>
              <a:path w="394334" h="39370">
                <a:moveTo>
                  <a:pt x="393784" y="38778"/>
                </a:moveTo>
                <a:lnTo>
                  <a:pt x="0" y="38778"/>
                </a:lnTo>
                <a:lnTo>
                  <a:pt x="0" y="0"/>
                </a:lnTo>
                <a:lnTo>
                  <a:pt x="393784" y="0"/>
                </a:lnTo>
                <a:lnTo>
                  <a:pt x="393784" y="387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1519482" y="3899906"/>
            <a:ext cx="46355" cy="61594"/>
          </a:xfrm>
          <a:custGeom>
            <a:avLst/>
            <a:gdLst/>
            <a:ahLst/>
            <a:cxnLst/>
            <a:rect l="l" t="t" r="r" b="b"/>
            <a:pathLst>
              <a:path w="46354" h="61595">
                <a:moveTo>
                  <a:pt x="46164" y="61398"/>
                </a:moveTo>
                <a:lnTo>
                  <a:pt x="0" y="61398"/>
                </a:lnTo>
                <a:lnTo>
                  <a:pt x="0" y="0"/>
                </a:lnTo>
                <a:lnTo>
                  <a:pt x="46164" y="0"/>
                </a:lnTo>
                <a:lnTo>
                  <a:pt x="46164" y="6139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1373141" y="3935729"/>
            <a:ext cx="46990" cy="67310"/>
          </a:xfrm>
          <a:custGeom>
            <a:avLst/>
            <a:gdLst/>
            <a:ahLst/>
            <a:cxnLst/>
            <a:rect l="l" t="t" r="r" b="b"/>
            <a:pathLst>
              <a:path w="46990" h="67310">
                <a:moveTo>
                  <a:pt x="0" y="0"/>
                </a:moveTo>
                <a:lnTo>
                  <a:pt x="46626" y="0"/>
                </a:lnTo>
                <a:lnTo>
                  <a:pt x="46626" y="67310"/>
                </a:lnTo>
                <a:lnTo>
                  <a:pt x="0" y="673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373141" y="4003040"/>
            <a:ext cx="346710" cy="38100"/>
          </a:xfrm>
          <a:custGeom>
            <a:avLst/>
            <a:gdLst/>
            <a:ahLst/>
            <a:cxnLst/>
            <a:rect l="l" t="t" r="r" b="b"/>
            <a:pathLst>
              <a:path w="346709" h="38100">
                <a:moveTo>
                  <a:pt x="0" y="0"/>
                </a:moveTo>
                <a:lnTo>
                  <a:pt x="346234" y="0"/>
                </a:lnTo>
                <a:lnTo>
                  <a:pt x="34623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1797855" y="3652003"/>
            <a:ext cx="346710" cy="394335"/>
          </a:xfrm>
          <a:custGeom>
            <a:avLst/>
            <a:gdLst/>
            <a:ahLst/>
            <a:cxnLst/>
            <a:rect l="l" t="t" r="r" b="b"/>
            <a:pathLst>
              <a:path w="346709" h="394335">
                <a:moveTo>
                  <a:pt x="346234" y="394245"/>
                </a:moveTo>
                <a:lnTo>
                  <a:pt x="300531" y="394245"/>
                </a:lnTo>
                <a:lnTo>
                  <a:pt x="300531" y="0"/>
                </a:lnTo>
                <a:lnTo>
                  <a:pt x="346234" y="0"/>
                </a:lnTo>
                <a:lnTo>
                  <a:pt x="346234" y="394245"/>
                </a:lnTo>
                <a:close/>
              </a:path>
              <a:path w="346709" h="394335">
                <a:moveTo>
                  <a:pt x="160652" y="370701"/>
                </a:moveTo>
                <a:lnTo>
                  <a:pt x="923" y="370701"/>
                </a:lnTo>
                <a:lnTo>
                  <a:pt x="923" y="168500"/>
                </a:lnTo>
                <a:lnTo>
                  <a:pt x="177272" y="168500"/>
                </a:lnTo>
                <a:lnTo>
                  <a:pt x="177272" y="56320"/>
                </a:lnTo>
                <a:lnTo>
                  <a:pt x="0" y="56320"/>
                </a:lnTo>
                <a:lnTo>
                  <a:pt x="0" y="14311"/>
                </a:lnTo>
                <a:lnTo>
                  <a:pt x="222975" y="14311"/>
                </a:lnTo>
                <a:lnTo>
                  <a:pt x="222975" y="210510"/>
                </a:lnTo>
                <a:lnTo>
                  <a:pt x="46626" y="210510"/>
                </a:lnTo>
                <a:lnTo>
                  <a:pt x="46626" y="328692"/>
                </a:lnTo>
                <a:lnTo>
                  <a:pt x="264061" y="328692"/>
                </a:lnTo>
                <a:lnTo>
                  <a:pt x="264061" y="351774"/>
                </a:lnTo>
                <a:lnTo>
                  <a:pt x="243164" y="359795"/>
                </a:lnTo>
                <a:lnTo>
                  <a:pt x="217723" y="365739"/>
                </a:lnTo>
                <a:lnTo>
                  <a:pt x="189599" y="369432"/>
                </a:lnTo>
                <a:lnTo>
                  <a:pt x="160652" y="370701"/>
                </a:lnTo>
                <a:close/>
              </a:path>
              <a:path w="346709" h="394335">
                <a:moveTo>
                  <a:pt x="264061" y="328692"/>
                </a:moveTo>
                <a:lnTo>
                  <a:pt x="162037" y="328692"/>
                </a:lnTo>
                <a:lnTo>
                  <a:pt x="190378" y="327357"/>
                </a:lnTo>
                <a:lnTo>
                  <a:pt x="218070" y="323556"/>
                </a:lnTo>
                <a:lnTo>
                  <a:pt x="243251" y="317590"/>
                </a:lnTo>
                <a:lnTo>
                  <a:pt x="264061" y="309764"/>
                </a:lnTo>
                <a:lnTo>
                  <a:pt x="264061" y="32869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2532335" y="3652520"/>
            <a:ext cx="45720" cy="40640"/>
          </a:xfrm>
          <a:custGeom>
            <a:avLst/>
            <a:gdLst/>
            <a:ahLst/>
            <a:cxnLst/>
            <a:rect l="l" t="t" r="r" b="b"/>
            <a:pathLst>
              <a:path w="45720" h="40639">
                <a:moveTo>
                  <a:pt x="0" y="0"/>
                </a:moveTo>
                <a:lnTo>
                  <a:pt x="45241" y="0"/>
                </a:lnTo>
                <a:lnTo>
                  <a:pt x="45241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2467704" y="3693159"/>
            <a:ext cx="110489" cy="40640"/>
          </a:xfrm>
          <a:custGeom>
            <a:avLst/>
            <a:gdLst/>
            <a:ahLst/>
            <a:cxnLst/>
            <a:rect l="l" t="t" r="r" b="b"/>
            <a:pathLst>
              <a:path w="110490" h="40639">
                <a:moveTo>
                  <a:pt x="0" y="0"/>
                </a:moveTo>
                <a:lnTo>
                  <a:pt x="109871" y="0"/>
                </a:lnTo>
                <a:lnTo>
                  <a:pt x="109871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532335" y="3733800"/>
            <a:ext cx="45720" cy="52069"/>
          </a:xfrm>
          <a:custGeom>
            <a:avLst/>
            <a:gdLst/>
            <a:ahLst/>
            <a:cxnLst/>
            <a:rect l="l" t="t" r="r" b="b"/>
            <a:pathLst>
              <a:path w="45720" h="52070">
                <a:moveTo>
                  <a:pt x="0" y="0"/>
                </a:moveTo>
                <a:lnTo>
                  <a:pt x="45241" y="0"/>
                </a:lnTo>
                <a:lnTo>
                  <a:pt x="45241" y="52069"/>
                </a:lnTo>
                <a:lnTo>
                  <a:pt x="0" y="520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2467704" y="3785870"/>
            <a:ext cx="110489" cy="40640"/>
          </a:xfrm>
          <a:custGeom>
            <a:avLst/>
            <a:gdLst/>
            <a:ahLst/>
            <a:cxnLst/>
            <a:rect l="l" t="t" r="r" b="b"/>
            <a:pathLst>
              <a:path w="110490" h="40639">
                <a:moveTo>
                  <a:pt x="0" y="0"/>
                </a:moveTo>
                <a:lnTo>
                  <a:pt x="109871" y="0"/>
                </a:lnTo>
                <a:lnTo>
                  <a:pt x="109871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2532335" y="3826509"/>
            <a:ext cx="45720" cy="67310"/>
          </a:xfrm>
          <a:custGeom>
            <a:avLst/>
            <a:gdLst/>
            <a:ahLst/>
            <a:cxnLst/>
            <a:rect l="l" t="t" r="r" b="b"/>
            <a:pathLst>
              <a:path w="45720" h="67310">
                <a:moveTo>
                  <a:pt x="0" y="0"/>
                </a:moveTo>
                <a:lnTo>
                  <a:pt x="45241" y="0"/>
                </a:lnTo>
                <a:lnTo>
                  <a:pt x="45241" y="67310"/>
                </a:lnTo>
                <a:lnTo>
                  <a:pt x="0" y="673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2222570" y="3658870"/>
            <a:ext cx="45085" cy="64769"/>
          </a:xfrm>
          <a:custGeom>
            <a:avLst/>
            <a:gdLst/>
            <a:ahLst/>
            <a:cxnLst/>
            <a:rect l="l" t="t" r="r" b="b"/>
            <a:pathLst>
              <a:path w="45084" h="64770">
                <a:moveTo>
                  <a:pt x="0" y="0"/>
                </a:moveTo>
                <a:lnTo>
                  <a:pt x="44779" y="0"/>
                </a:lnTo>
                <a:lnTo>
                  <a:pt x="44779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2222570" y="3723640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053" y="0"/>
                </a:lnTo>
                <a:lnTo>
                  <a:pt x="228053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222570" y="3761740"/>
            <a:ext cx="45085" cy="72390"/>
          </a:xfrm>
          <a:custGeom>
            <a:avLst/>
            <a:gdLst/>
            <a:ahLst/>
            <a:cxnLst/>
            <a:rect l="l" t="t" r="r" b="b"/>
            <a:pathLst>
              <a:path w="45084" h="72389">
                <a:moveTo>
                  <a:pt x="0" y="0"/>
                </a:moveTo>
                <a:lnTo>
                  <a:pt x="44779" y="0"/>
                </a:lnTo>
                <a:lnTo>
                  <a:pt x="44779" y="72389"/>
                </a:lnTo>
                <a:lnTo>
                  <a:pt x="0" y="723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222570" y="3834129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053" y="0"/>
                </a:lnTo>
                <a:lnTo>
                  <a:pt x="228053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405843" y="3658927"/>
            <a:ext cx="45085" cy="65405"/>
          </a:xfrm>
          <a:custGeom>
            <a:avLst/>
            <a:gdLst/>
            <a:ahLst/>
            <a:cxnLst/>
            <a:rect l="l" t="t" r="r" b="b"/>
            <a:pathLst>
              <a:path w="45084" h="65404">
                <a:moveTo>
                  <a:pt x="44779" y="65092"/>
                </a:moveTo>
                <a:lnTo>
                  <a:pt x="0" y="65092"/>
                </a:lnTo>
                <a:lnTo>
                  <a:pt x="0" y="0"/>
                </a:lnTo>
                <a:lnTo>
                  <a:pt x="44779" y="0"/>
                </a:lnTo>
                <a:lnTo>
                  <a:pt x="44779" y="6509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405843" y="3761413"/>
            <a:ext cx="45085" cy="73025"/>
          </a:xfrm>
          <a:custGeom>
            <a:avLst/>
            <a:gdLst/>
            <a:ahLst/>
            <a:cxnLst/>
            <a:rect l="l" t="t" r="r" b="b"/>
            <a:pathLst>
              <a:path w="45084" h="73025">
                <a:moveTo>
                  <a:pt x="44779" y="72940"/>
                </a:moveTo>
                <a:lnTo>
                  <a:pt x="0" y="72940"/>
                </a:lnTo>
                <a:lnTo>
                  <a:pt x="0" y="0"/>
                </a:lnTo>
                <a:lnTo>
                  <a:pt x="44779" y="0"/>
                </a:lnTo>
                <a:lnTo>
                  <a:pt x="44779" y="7294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238727" y="3915409"/>
            <a:ext cx="339090" cy="39370"/>
          </a:xfrm>
          <a:custGeom>
            <a:avLst/>
            <a:gdLst/>
            <a:ahLst/>
            <a:cxnLst/>
            <a:rect l="l" t="t" r="r" b="b"/>
            <a:pathLst>
              <a:path w="339090" h="39370">
                <a:moveTo>
                  <a:pt x="0" y="0"/>
                </a:moveTo>
                <a:lnTo>
                  <a:pt x="338848" y="0"/>
                </a:lnTo>
                <a:lnTo>
                  <a:pt x="338848" y="39369"/>
                </a:lnTo>
                <a:lnTo>
                  <a:pt x="0" y="393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530949" y="3954779"/>
            <a:ext cx="46990" cy="91440"/>
          </a:xfrm>
          <a:custGeom>
            <a:avLst/>
            <a:gdLst/>
            <a:ahLst/>
            <a:cxnLst/>
            <a:rect l="l" t="t" r="r" b="b"/>
            <a:pathLst>
              <a:path w="46990" h="91439">
                <a:moveTo>
                  <a:pt x="0" y="0"/>
                </a:moveTo>
                <a:lnTo>
                  <a:pt x="46626" y="0"/>
                </a:lnTo>
                <a:lnTo>
                  <a:pt x="46626" y="91440"/>
                </a:ln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751585" y="3656619"/>
            <a:ext cx="394335" cy="391160"/>
          </a:xfrm>
          <a:custGeom>
            <a:avLst/>
            <a:gdLst/>
            <a:ahLst/>
            <a:cxnLst/>
            <a:rect l="l" t="t" r="r" b="b"/>
            <a:pathLst>
              <a:path w="394334" h="391160">
                <a:moveTo>
                  <a:pt x="366546" y="36931"/>
                </a:moveTo>
                <a:lnTo>
                  <a:pt x="26775" y="36931"/>
                </a:lnTo>
                <a:lnTo>
                  <a:pt x="26775" y="0"/>
                </a:lnTo>
                <a:lnTo>
                  <a:pt x="366546" y="0"/>
                </a:lnTo>
                <a:lnTo>
                  <a:pt x="366546" y="36931"/>
                </a:lnTo>
                <a:close/>
              </a:path>
              <a:path w="394334" h="391160">
                <a:moveTo>
                  <a:pt x="20312" y="145418"/>
                </a:moveTo>
                <a:lnTo>
                  <a:pt x="20312" y="108025"/>
                </a:lnTo>
                <a:lnTo>
                  <a:pt x="72543" y="102564"/>
                </a:lnTo>
                <a:lnTo>
                  <a:pt x="121355" y="88924"/>
                </a:lnTo>
                <a:lnTo>
                  <a:pt x="159693" y="67061"/>
                </a:lnTo>
                <a:lnTo>
                  <a:pt x="180503" y="36931"/>
                </a:lnTo>
                <a:lnTo>
                  <a:pt x="227129" y="36931"/>
                </a:lnTo>
                <a:lnTo>
                  <a:pt x="225665" y="44721"/>
                </a:lnTo>
                <a:lnTo>
                  <a:pt x="223378" y="52166"/>
                </a:lnTo>
                <a:lnTo>
                  <a:pt x="220313" y="59263"/>
                </a:lnTo>
                <a:lnTo>
                  <a:pt x="216512" y="66015"/>
                </a:lnTo>
                <a:lnTo>
                  <a:pt x="323067" y="96022"/>
                </a:lnTo>
                <a:lnTo>
                  <a:pt x="190198" y="96022"/>
                </a:lnTo>
                <a:lnTo>
                  <a:pt x="155668" y="117178"/>
                </a:lnTo>
                <a:lnTo>
                  <a:pt x="114084" y="132319"/>
                </a:lnTo>
                <a:lnTo>
                  <a:pt x="68085" y="141660"/>
                </a:lnTo>
                <a:lnTo>
                  <a:pt x="20312" y="145418"/>
                </a:lnTo>
                <a:close/>
              </a:path>
              <a:path w="394334" h="391160">
                <a:moveTo>
                  <a:pt x="365162" y="147265"/>
                </a:moveTo>
                <a:lnTo>
                  <a:pt x="190198" y="96022"/>
                </a:lnTo>
                <a:lnTo>
                  <a:pt x="323067" y="96022"/>
                </a:lnTo>
                <a:lnTo>
                  <a:pt x="377164" y="111256"/>
                </a:lnTo>
                <a:lnTo>
                  <a:pt x="365162" y="147265"/>
                </a:lnTo>
                <a:close/>
              </a:path>
              <a:path w="394334" h="391160">
                <a:moveTo>
                  <a:pt x="393784" y="212818"/>
                </a:moveTo>
                <a:lnTo>
                  <a:pt x="0" y="212818"/>
                </a:lnTo>
                <a:lnTo>
                  <a:pt x="0" y="175887"/>
                </a:lnTo>
                <a:lnTo>
                  <a:pt x="393784" y="175887"/>
                </a:lnTo>
                <a:lnTo>
                  <a:pt x="393784" y="212818"/>
                </a:lnTo>
                <a:close/>
              </a:path>
              <a:path w="394334" h="391160">
                <a:moveTo>
                  <a:pt x="196661" y="390552"/>
                </a:moveTo>
                <a:lnTo>
                  <a:pt x="142493" y="388248"/>
                </a:lnTo>
                <a:lnTo>
                  <a:pt x="95040" y="380758"/>
                </a:lnTo>
                <a:lnTo>
                  <a:pt x="57358" y="367219"/>
                </a:lnTo>
                <a:lnTo>
                  <a:pt x="23543" y="318535"/>
                </a:lnTo>
                <a:lnTo>
                  <a:pt x="32507" y="290401"/>
                </a:lnTo>
                <a:lnTo>
                  <a:pt x="57358" y="270177"/>
                </a:lnTo>
                <a:lnTo>
                  <a:pt x="95040" y="256911"/>
                </a:lnTo>
                <a:lnTo>
                  <a:pt x="142493" y="249650"/>
                </a:lnTo>
                <a:lnTo>
                  <a:pt x="196661" y="247442"/>
                </a:lnTo>
                <a:lnTo>
                  <a:pt x="250828" y="249650"/>
                </a:lnTo>
                <a:lnTo>
                  <a:pt x="298282" y="256911"/>
                </a:lnTo>
                <a:lnTo>
                  <a:pt x="335963" y="270177"/>
                </a:lnTo>
                <a:lnTo>
                  <a:pt x="352274" y="283450"/>
                </a:lnTo>
                <a:lnTo>
                  <a:pt x="196661" y="283450"/>
                </a:lnTo>
                <a:lnTo>
                  <a:pt x="150309" y="285167"/>
                </a:lnTo>
                <a:lnTo>
                  <a:pt x="110448" y="290952"/>
                </a:lnTo>
                <a:lnTo>
                  <a:pt x="82533" y="301757"/>
                </a:lnTo>
                <a:lnTo>
                  <a:pt x="72016" y="318535"/>
                </a:lnTo>
                <a:lnTo>
                  <a:pt x="82533" y="335652"/>
                </a:lnTo>
                <a:lnTo>
                  <a:pt x="110448" y="346753"/>
                </a:lnTo>
                <a:lnTo>
                  <a:pt x="150309" y="352748"/>
                </a:lnTo>
                <a:lnTo>
                  <a:pt x="196661" y="354544"/>
                </a:lnTo>
                <a:lnTo>
                  <a:pt x="351364" y="354544"/>
                </a:lnTo>
                <a:lnTo>
                  <a:pt x="335963" y="367219"/>
                </a:lnTo>
                <a:lnTo>
                  <a:pt x="298282" y="380758"/>
                </a:lnTo>
                <a:lnTo>
                  <a:pt x="250828" y="388248"/>
                </a:lnTo>
                <a:lnTo>
                  <a:pt x="196661" y="390552"/>
                </a:lnTo>
                <a:close/>
              </a:path>
              <a:path w="394334" h="391160">
                <a:moveTo>
                  <a:pt x="351364" y="354544"/>
                </a:moveTo>
                <a:lnTo>
                  <a:pt x="196661" y="354544"/>
                </a:lnTo>
                <a:lnTo>
                  <a:pt x="243085" y="352748"/>
                </a:lnTo>
                <a:lnTo>
                  <a:pt x="283104" y="346753"/>
                </a:lnTo>
                <a:lnTo>
                  <a:pt x="311178" y="335652"/>
                </a:lnTo>
                <a:lnTo>
                  <a:pt x="321767" y="318535"/>
                </a:lnTo>
                <a:lnTo>
                  <a:pt x="311178" y="301757"/>
                </a:lnTo>
                <a:lnTo>
                  <a:pt x="283104" y="290952"/>
                </a:lnTo>
                <a:lnTo>
                  <a:pt x="243085" y="285167"/>
                </a:lnTo>
                <a:lnTo>
                  <a:pt x="196661" y="283450"/>
                </a:lnTo>
                <a:lnTo>
                  <a:pt x="352274" y="283450"/>
                </a:lnTo>
                <a:lnTo>
                  <a:pt x="360815" y="290401"/>
                </a:lnTo>
                <a:lnTo>
                  <a:pt x="369778" y="318535"/>
                </a:lnTo>
                <a:lnTo>
                  <a:pt x="360815" y="346766"/>
                </a:lnTo>
                <a:lnTo>
                  <a:pt x="351364" y="35454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3209539" y="3663950"/>
            <a:ext cx="339090" cy="39370"/>
          </a:xfrm>
          <a:custGeom>
            <a:avLst/>
            <a:gdLst/>
            <a:ahLst/>
            <a:cxnLst/>
            <a:rect l="l" t="t" r="r" b="b"/>
            <a:pathLst>
              <a:path w="339090" h="39370">
                <a:moveTo>
                  <a:pt x="0" y="0"/>
                </a:moveTo>
                <a:lnTo>
                  <a:pt x="338848" y="0"/>
                </a:lnTo>
                <a:lnTo>
                  <a:pt x="338848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3503606" y="3703320"/>
            <a:ext cx="45085" cy="45720"/>
          </a:xfrm>
          <a:custGeom>
            <a:avLst/>
            <a:gdLst/>
            <a:ahLst/>
            <a:cxnLst/>
            <a:rect l="l" t="t" r="r" b="b"/>
            <a:pathLst>
              <a:path w="45084" h="45720">
                <a:moveTo>
                  <a:pt x="0" y="0"/>
                </a:moveTo>
                <a:lnTo>
                  <a:pt x="44779" y="0"/>
                </a:lnTo>
                <a:lnTo>
                  <a:pt x="44779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3209539" y="3749040"/>
            <a:ext cx="339090" cy="38100"/>
          </a:xfrm>
          <a:custGeom>
            <a:avLst/>
            <a:gdLst/>
            <a:ahLst/>
            <a:cxnLst/>
            <a:rect l="l" t="t" r="r" b="b"/>
            <a:pathLst>
              <a:path w="339090" h="38100">
                <a:moveTo>
                  <a:pt x="0" y="0"/>
                </a:moveTo>
                <a:lnTo>
                  <a:pt x="338848" y="0"/>
                </a:lnTo>
                <a:lnTo>
                  <a:pt x="338848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3209539" y="3787140"/>
            <a:ext cx="45720" cy="46990"/>
          </a:xfrm>
          <a:custGeom>
            <a:avLst/>
            <a:gdLst/>
            <a:ahLst/>
            <a:cxnLst/>
            <a:rect l="l" t="t" r="r" b="b"/>
            <a:pathLst>
              <a:path w="45719" h="46989">
                <a:moveTo>
                  <a:pt x="0" y="0"/>
                </a:moveTo>
                <a:lnTo>
                  <a:pt x="45241" y="0"/>
                </a:lnTo>
                <a:lnTo>
                  <a:pt x="45241" y="46989"/>
                </a:lnTo>
                <a:lnTo>
                  <a:pt x="0" y="469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3209539" y="3834129"/>
            <a:ext cx="345440" cy="39370"/>
          </a:xfrm>
          <a:custGeom>
            <a:avLst/>
            <a:gdLst/>
            <a:ahLst/>
            <a:cxnLst/>
            <a:rect l="l" t="t" r="r" b="b"/>
            <a:pathLst>
              <a:path w="345440" h="39370">
                <a:moveTo>
                  <a:pt x="0" y="0"/>
                </a:moveTo>
                <a:lnTo>
                  <a:pt x="344849" y="0"/>
                </a:lnTo>
                <a:lnTo>
                  <a:pt x="344849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3181840" y="3919296"/>
            <a:ext cx="394335" cy="41275"/>
          </a:xfrm>
          <a:custGeom>
            <a:avLst/>
            <a:gdLst/>
            <a:ahLst/>
            <a:cxnLst/>
            <a:rect l="l" t="t" r="r" b="b"/>
            <a:pathLst>
              <a:path w="394334" h="41275">
                <a:moveTo>
                  <a:pt x="393784" y="41086"/>
                </a:moveTo>
                <a:lnTo>
                  <a:pt x="0" y="41086"/>
                </a:lnTo>
                <a:lnTo>
                  <a:pt x="0" y="0"/>
                </a:lnTo>
                <a:lnTo>
                  <a:pt x="393784" y="0"/>
                </a:lnTo>
                <a:lnTo>
                  <a:pt x="393784" y="4108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3278786" y="3960382"/>
            <a:ext cx="45720" cy="95250"/>
          </a:xfrm>
          <a:custGeom>
            <a:avLst/>
            <a:gdLst/>
            <a:ahLst/>
            <a:cxnLst/>
            <a:rect l="l" t="t" r="r" b="b"/>
            <a:pathLst>
              <a:path w="45719" h="95250">
                <a:moveTo>
                  <a:pt x="45241" y="95099"/>
                </a:moveTo>
                <a:lnTo>
                  <a:pt x="0" y="95099"/>
                </a:lnTo>
                <a:lnTo>
                  <a:pt x="0" y="0"/>
                </a:lnTo>
                <a:lnTo>
                  <a:pt x="45241" y="0"/>
                </a:lnTo>
                <a:lnTo>
                  <a:pt x="45241" y="9509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3432975" y="3960382"/>
            <a:ext cx="45720" cy="95250"/>
          </a:xfrm>
          <a:custGeom>
            <a:avLst/>
            <a:gdLst/>
            <a:ahLst/>
            <a:cxnLst/>
            <a:rect l="l" t="t" r="r" b="b"/>
            <a:pathLst>
              <a:path w="45719" h="95250">
                <a:moveTo>
                  <a:pt x="45241" y="95099"/>
                </a:moveTo>
                <a:lnTo>
                  <a:pt x="0" y="95099"/>
                </a:lnTo>
                <a:lnTo>
                  <a:pt x="0" y="0"/>
                </a:lnTo>
                <a:lnTo>
                  <a:pt x="45241" y="0"/>
                </a:lnTo>
                <a:lnTo>
                  <a:pt x="45241" y="9509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3625943" y="3652003"/>
            <a:ext cx="398780" cy="389255"/>
          </a:xfrm>
          <a:custGeom>
            <a:avLst/>
            <a:gdLst/>
            <a:ahLst/>
            <a:cxnLst/>
            <a:rect l="l" t="t" r="r" b="b"/>
            <a:pathLst>
              <a:path w="398780" h="389254">
                <a:moveTo>
                  <a:pt x="343003" y="217896"/>
                </a:moveTo>
                <a:lnTo>
                  <a:pt x="297300" y="217896"/>
                </a:lnTo>
                <a:lnTo>
                  <a:pt x="297300" y="0"/>
                </a:lnTo>
                <a:lnTo>
                  <a:pt x="343003" y="0"/>
                </a:lnTo>
                <a:lnTo>
                  <a:pt x="343003" y="83557"/>
                </a:lnTo>
                <a:lnTo>
                  <a:pt x="398400" y="83557"/>
                </a:lnTo>
                <a:lnTo>
                  <a:pt x="398400" y="126491"/>
                </a:lnTo>
                <a:lnTo>
                  <a:pt x="343003" y="126491"/>
                </a:lnTo>
                <a:lnTo>
                  <a:pt x="343003" y="217896"/>
                </a:lnTo>
                <a:close/>
              </a:path>
              <a:path w="398780" h="389254">
                <a:moveTo>
                  <a:pt x="140802" y="212357"/>
                </a:moveTo>
                <a:lnTo>
                  <a:pt x="0" y="212357"/>
                </a:lnTo>
                <a:lnTo>
                  <a:pt x="0" y="9694"/>
                </a:lnTo>
                <a:lnTo>
                  <a:pt x="240517" y="9694"/>
                </a:lnTo>
                <a:lnTo>
                  <a:pt x="240517" y="46626"/>
                </a:lnTo>
                <a:lnTo>
                  <a:pt x="45241" y="46626"/>
                </a:lnTo>
                <a:lnTo>
                  <a:pt x="45241" y="92790"/>
                </a:lnTo>
                <a:lnTo>
                  <a:pt x="232669" y="92790"/>
                </a:lnTo>
                <a:lnTo>
                  <a:pt x="232669" y="128799"/>
                </a:lnTo>
                <a:lnTo>
                  <a:pt x="45241" y="128799"/>
                </a:lnTo>
                <a:lnTo>
                  <a:pt x="45241" y="175425"/>
                </a:lnTo>
                <a:lnTo>
                  <a:pt x="268678" y="175425"/>
                </a:lnTo>
                <a:lnTo>
                  <a:pt x="268678" y="194814"/>
                </a:lnTo>
                <a:lnTo>
                  <a:pt x="246230" y="202035"/>
                </a:lnTo>
                <a:lnTo>
                  <a:pt x="216512" y="207567"/>
                </a:lnTo>
                <a:lnTo>
                  <a:pt x="180907" y="211109"/>
                </a:lnTo>
                <a:lnTo>
                  <a:pt x="140802" y="212357"/>
                </a:lnTo>
                <a:close/>
              </a:path>
              <a:path w="398780" h="389254">
                <a:moveTo>
                  <a:pt x="268678" y="175425"/>
                </a:moveTo>
                <a:lnTo>
                  <a:pt x="144495" y="175425"/>
                </a:lnTo>
                <a:lnTo>
                  <a:pt x="182920" y="174242"/>
                </a:lnTo>
                <a:lnTo>
                  <a:pt x="217146" y="170809"/>
                </a:lnTo>
                <a:lnTo>
                  <a:pt x="246093" y="165298"/>
                </a:lnTo>
                <a:lnTo>
                  <a:pt x="268678" y="157882"/>
                </a:lnTo>
                <a:lnTo>
                  <a:pt x="268678" y="175425"/>
                </a:lnTo>
                <a:close/>
              </a:path>
              <a:path w="398780" h="389254">
                <a:moveTo>
                  <a:pt x="343003" y="389167"/>
                </a:moveTo>
                <a:lnTo>
                  <a:pt x="13387" y="389167"/>
                </a:lnTo>
                <a:lnTo>
                  <a:pt x="13387" y="239594"/>
                </a:lnTo>
                <a:lnTo>
                  <a:pt x="58629" y="239594"/>
                </a:lnTo>
                <a:lnTo>
                  <a:pt x="58629" y="275602"/>
                </a:lnTo>
                <a:lnTo>
                  <a:pt x="343003" y="275602"/>
                </a:lnTo>
                <a:lnTo>
                  <a:pt x="343003" y="311611"/>
                </a:lnTo>
                <a:lnTo>
                  <a:pt x="58629" y="311611"/>
                </a:lnTo>
                <a:lnTo>
                  <a:pt x="58629" y="352235"/>
                </a:lnTo>
                <a:lnTo>
                  <a:pt x="343003" y="352235"/>
                </a:lnTo>
                <a:lnTo>
                  <a:pt x="343003" y="389167"/>
                </a:lnTo>
                <a:close/>
              </a:path>
              <a:path w="398780" h="389254">
                <a:moveTo>
                  <a:pt x="343003" y="275602"/>
                </a:moveTo>
                <a:lnTo>
                  <a:pt x="297761" y="275602"/>
                </a:lnTo>
                <a:lnTo>
                  <a:pt x="297761" y="239594"/>
                </a:lnTo>
                <a:lnTo>
                  <a:pt x="343003" y="239594"/>
                </a:lnTo>
                <a:lnTo>
                  <a:pt x="343003" y="275602"/>
                </a:lnTo>
                <a:close/>
              </a:path>
              <a:path w="398780" h="389254">
                <a:moveTo>
                  <a:pt x="343003" y="352235"/>
                </a:moveTo>
                <a:lnTo>
                  <a:pt x="297761" y="352235"/>
                </a:lnTo>
                <a:lnTo>
                  <a:pt x="297761" y="311611"/>
                </a:lnTo>
                <a:lnTo>
                  <a:pt x="343003" y="311611"/>
                </a:lnTo>
                <a:lnTo>
                  <a:pt x="343003" y="35223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0594386" y="4125619"/>
            <a:ext cx="278130" cy="309245"/>
          </a:xfrm>
          <a:custGeom>
            <a:avLst/>
            <a:gdLst/>
            <a:ahLst/>
            <a:cxnLst/>
            <a:rect l="l" t="t" r="r" b="b"/>
            <a:pathLst>
              <a:path w="278129" h="309245">
                <a:moveTo>
                  <a:pt x="109618" y="309169"/>
                </a:moveTo>
                <a:lnTo>
                  <a:pt x="0" y="309169"/>
                </a:lnTo>
                <a:lnTo>
                  <a:pt x="0" y="0"/>
                </a:lnTo>
                <a:lnTo>
                  <a:pt x="109618" y="0"/>
                </a:lnTo>
                <a:lnTo>
                  <a:pt x="159073" y="5058"/>
                </a:lnTo>
                <a:lnTo>
                  <a:pt x="200594" y="19627"/>
                </a:lnTo>
                <a:lnTo>
                  <a:pt x="224400" y="36282"/>
                </a:lnTo>
                <a:lnTo>
                  <a:pt x="40527" y="36282"/>
                </a:lnTo>
                <a:lnTo>
                  <a:pt x="40527" y="272501"/>
                </a:lnTo>
                <a:lnTo>
                  <a:pt x="225193" y="272501"/>
                </a:lnTo>
                <a:lnTo>
                  <a:pt x="200594" y="289641"/>
                </a:lnTo>
                <a:lnTo>
                  <a:pt x="159073" y="304138"/>
                </a:lnTo>
                <a:lnTo>
                  <a:pt x="109618" y="309169"/>
                </a:lnTo>
                <a:close/>
              </a:path>
              <a:path w="278129" h="309245">
                <a:moveTo>
                  <a:pt x="225193" y="272501"/>
                </a:moveTo>
                <a:lnTo>
                  <a:pt x="110775" y="272501"/>
                </a:lnTo>
                <a:lnTo>
                  <a:pt x="163552" y="264691"/>
                </a:lnTo>
                <a:lnTo>
                  <a:pt x="203266" y="241864"/>
                </a:lnTo>
                <a:lnTo>
                  <a:pt x="228288" y="204924"/>
                </a:lnTo>
                <a:lnTo>
                  <a:pt x="236991" y="154777"/>
                </a:lnTo>
                <a:lnTo>
                  <a:pt x="228288" y="104509"/>
                </a:lnTo>
                <a:lnTo>
                  <a:pt x="203266" y="67305"/>
                </a:lnTo>
                <a:lnTo>
                  <a:pt x="163552" y="44212"/>
                </a:lnTo>
                <a:lnTo>
                  <a:pt x="110775" y="36282"/>
                </a:lnTo>
                <a:lnTo>
                  <a:pt x="224400" y="36282"/>
                </a:lnTo>
                <a:lnTo>
                  <a:pt x="233710" y="42795"/>
                </a:lnTo>
                <a:lnTo>
                  <a:pt x="257948" y="73650"/>
                </a:lnTo>
                <a:lnTo>
                  <a:pt x="272837" y="111281"/>
                </a:lnTo>
                <a:lnTo>
                  <a:pt x="277904" y="154777"/>
                </a:lnTo>
                <a:lnTo>
                  <a:pt x="272837" y="198244"/>
                </a:lnTo>
                <a:lnTo>
                  <a:pt x="257948" y="235804"/>
                </a:lnTo>
                <a:lnTo>
                  <a:pt x="233710" y="266566"/>
                </a:lnTo>
                <a:lnTo>
                  <a:pt x="225193" y="27250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0905485" y="4112110"/>
            <a:ext cx="53340" cy="323215"/>
          </a:xfrm>
          <a:custGeom>
            <a:avLst/>
            <a:gdLst/>
            <a:ahLst/>
            <a:cxnLst/>
            <a:rect l="l" t="t" r="r" b="b"/>
            <a:pathLst>
              <a:path w="53340" h="323214">
                <a:moveTo>
                  <a:pt x="26246" y="52493"/>
                </a:moveTo>
                <a:lnTo>
                  <a:pt x="15794" y="50508"/>
                </a:lnTo>
                <a:lnTo>
                  <a:pt x="7478" y="45014"/>
                </a:lnTo>
                <a:lnTo>
                  <a:pt x="1984" y="36698"/>
                </a:lnTo>
                <a:lnTo>
                  <a:pt x="0" y="26246"/>
                </a:lnTo>
                <a:lnTo>
                  <a:pt x="1984" y="15794"/>
                </a:lnTo>
                <a:lnTo>
                  <a:pt x="7478" y="7478"/>
                </a:lnTo>
                <a:lnTo>
                  <a:pt x="15794" y="1984"/>
                </a:lnTo>
                <a:lnTo>
                  <a:pt x="26246" y="0"/>
                </a:lnTo>
                <a:lnTo>
                  <a:pt x="36921" y="1984"/>
                </a:lnTo>
                <a:lnTo>
                  <a:pt x="45352" y="7478"/>
                </a:lnTo>
                <a:lnTo>
                  <a:pt x="50888" y="15794"/>
                </a:lnTo>
                <a:lnTo>
                  <a:pt x="52879" y="26246"/>
                </a:lnTo>
                <a:lnTo>
                  <a:pt x="50888" y="36698"/>
                </a:lnTo>
                <a:lnTo>
                  <a:pt x="45352" y="45014"/>
                </a:lnTo>
                <a:lnTo>
                  <a:pt x="36921" y="50508"/>
                </a:lnTo>
                <a:lnTo>
                  <a:pt x="26246" y="52493"/>
                </a:lnTo>
                <a:close/>
              </a:path>
              <a:path w="53340" h="323214">
                <a:moveTo>
                  <a:pt x="46317" y="323064"/>
                </a:moveTo>
                <a:lnTo>
                  <a:pt x="6561" y="323064"/>
                </a:lnTo>
                <a:lnTo>
                  <a:pt x="6561" y="101898"/>
                </a:lnTo>
                <a:lnTo>
                  <a:pt x="46317" y="101898"/>
                </a:lnTo>
                <a:lnTo>
                  <a:pt x="46317" y="32306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0980751" y="4214008"/>
            <a:ext cx="228499" cy="2207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1231637" y="4112110"/>
            <a:ext cx="53340" cy="323215"/>
          </a:xfrm>
          <a:custGeom>
            <a:avLst/>
            <a:gdLst/>
            <a:ahLst/>
            <a:cxnLst/>
            <a:rect l="l" t="t" r="r" b="b"/>
            <a:pathLst>
              <a:path w="53340" h="323214">
                <a:moveTo>
                  <a:pt x="26246" y="52493"/>
                </a:moveTo>
                <a:lnTo>
                  <a:pt x="15794" y="50508"/>
                </a:lnTo>
                <a:lnTo>
                  <a:pt x="7478" y="45014"/>
                </a:lnTo>
                <a:lnTo>
                  <a:pt x="1984" y="36698"/>
                </a:lnTo>
                <a:lnTo>
                  <a:pt x="0" y="26246"/>
                </a:lnTo>
                <a:lnTo>
                  <a:pt x="1984" y="15794"/>
                </a:lnTo>
                <a:lnTo>
                  <a:pt x="7478" y="7478"/>
                </a:lnTo>
                <a:lnTo>
                  <a:pt x="15794" y="1984"/>
                </a:lnTo>
                <a:lnTo>
                  <a:pt x="26246" y="0"/>
                </a:lnTo>
                <a:lnTo>
                  <a:pt x="36921" y="1984"/>
                </a:lnTo>
                <a:lnTo>
                  <a:pt x="45352" y="7478"/>
                </a:lnTo>
                <a:lnTo>
                  <a:pt x="50888" y="15794"/>
                </a:lnTo>
                <a:lnTo>
                  <a:pt x="52879" y="26246"/>
                </a:lnTo>
                <a:lnTo>
                  <a:pt x="50888" y="36698"/>
                </a:lnTo>
                <a:lnTo>
                  <a:pt x="45352" y="45014"/>
                </a:lnTo>
                <a:lnTo>
                  <a:pt x="36921" y="50508"/>
                </a:lnTo>
                <a:lnTo>
                  <a:pt x="26246" y="52493"/>
                </a:lnTo>
                <a:close/>
              </a:path>
              <a:path w="53340" h="323214">
                <a:moveTo>
                  <a:pt x="46317" y="323064"/>
                </a:moveTo>
                <a:lnTo>
                  <a:pt x="6561" y="323064"/>
                </a:lnTo>
                <a:lnTo>
                  <a:pt x="6561" y="101898"/>
                </a:lnTo>
                <a:lnTo>
                  <a:pt x="46317" y="101898"/>
                </a:lnTo>
                <a:lnTo>
                  <a:pt x="46317" y="32306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1317325" y="4115970"/>
            <a:ext cx="227965" cy="324485"/>
          </a:xfrm>
          <a:custGeom>
            <a:avLst/>
            <a:gdLst/>
            <a:ahLst/>
            <a:cxnLst/>
            <a:rect l="l" t="t" r="r" b="b"/>
            <a:pathLst>
              <a:path w="227965" h="324485">
                <a:moveTo>
                  <a:pt x="227341" y="130846"/>
                </a:moveTo>
                <a:lnTo>
                  <a:pt x="187585" y="130846"/>
                </a:lnTo>
                <a:lnTo>
                  <a:pt x="187585" y="0"/>
                </a:lnTo>
                <a:lnTo>
                  <a:pt x="227341" y="0"/>
                </a:lnTo>
                <a:lnTo>
                  <a:pt x="227341" y="130846"/>
                </a:lnTo>
                <a:close/>
              </a:path>
              <a:path w="227965" h="324485">
                <a:moveTo>
                  <a:pt x="109232" y="324222"/>
                </a:moveTo>
                <a:lnTo>
                  <a:pt x="65785" y="315411"/>
                </a:lnTo>
                <a:lnTo>
                  <a:pt x="31167" y="291076"/>
                </a:lnTo>
                <a:lnTo>
                  <a:pt x="8274" y="254366"/>
                </a:lnTo>
                <a:lnTo>
                  <a:pt x="0" y="208428"/>
                </a:lnTo>
                <a:lnTo>
                  <a:pt x="8274" y="162491"/>
                </a:lnTo>
                <a:lnTo>
                  <a:pt x="31167" y="125780"/>
                </a:lnTo>
                <a:lnTo>
                  <a:pt x="65785" y="101446"/>
                </a:lnTo>
                <a:lnTo>
                  <a:pt x="109232" y="92634"/>
                </a:lnTo>
                <a:lnTo>
                  <a:pt x="136835" y="95945"/>
                </a:lnTo>
                <a:lnTo>
                  <a:pt x="159264" y="104648"/>
                </a:lnTo>
                <a:lnTo>
                  <a:pt x="176265" y="116897"/>
                </a:lnTo>
                <a:lnTo>
                  <a:pt x="185079" y="127759"/>
                </a:lnTo>
                <a:lnTo>
                  <a:pt x="112705" y="127759"/>
                </a:lnTo>
                <a:lnTo>
                  <a:pt x="82460" y="133904"/>
                </a:lnTo>
                <a:lnTo>
                  <a:pt x="59199" y="150869"/>
                </a:lnTo>
                <a:lnTo>
                  <a:pt x="44260" y="176446"/>
                </a:lnTo>
                <a:lnTo>
                  <a:pt x="38983" y="208428"/>
                </a:lnTo>
                <a:lnTo>
                  <a:pt x="44260" y="240410"/>
                </a:lnTo>
                <a:lnTo>
                  <a:pt x="59199" y="265987"/>
                </a:lnTo>
                <a:lnTo>
                  <a:pt x="82460" y="282952"/>
                </a:lnTo>
                <a:lnTo>
                  <a:pt x="112705" y="289098"/>
                </a:lnTo>
                <a:lnTo>
                  <a:pt x="185079" y="289098"/>
                </a:lnTo>
                <a:lnTo>
                  <a:pt x="176265" y="299959"/>
                </a:lnTo>
                <a:lnTo>
                  <a:pt x="159264" y="312208"/>
                </a:lnTo>
                <a:lnTo>
                  <a:pt x="136835" y="320911"/>
                </a:lnTo>
                <a:lnTo>
                  <a:pt x="109232" y="324222"/>
                </a:lnTo>
                <a:close/>
              </a:path>
              <a:path w="227965" h="324485">
                <a:moveTo>
                  <a:pt x="185079" y="289098"/>
                </a:moveTo>
                <a:lnTo>
                  <a:pt x="112705" y="289098"/>
                </a:lnTo>
                <a:lnTo>
                  <a:pt x="143415" y="282952"/>
                </a:lnTo>
                <a:lnTo>
                  <a:pt x="167321" y="265987"/>
                </a:lnTo>
                <a:lnTo>
                  <a:pt x="182833" y="240410"/>
                </a:lnTo>
                <a:lnTo>
                  <a:pt x="188357" y="208428"/>
                </a:lnTo>
                <a:lnTo>
                  <a:pt x="182833" y="176446"/>
                </a:lnTo>
                <a:lnTo>
                  <a:pt x="167321" y="150869"/>
                </a:lnTo>
                <a:lnTo>
                  <a:pt x="143415" y="133904"/>
                </a:lnTo>
                <a:lnTo>
                  <a:pt x="112705" y="127759"/>
                </a:lnTo>
                <a:lnTo>
                  <a:pt x="185079" y="127759"/>
                </a:lnTo>
                <a:lnTo>
                  <a:pt x="187585" y="130846"/>
                </a:lnTo>
                <a:lnTo>
                  <a:pt x="227341" y="130846"/>
                </a:lnTo>
                <a:lnTo>
                  <a:pt x="227341" y="286010"/>
                </a:lnTo>
                <a:lnTo>
                  <a:pt x="187585" y="286010"/>
                </a:lnTo>
                <a:lnTo>
                  <a:pt x="185079" y="289098"/>
                </a:lnTo>
                <a:close/>
              </a:path>
              <a:path w="227965" h="324485">
                <a:moveTo>
                  <a:pt x="227341" y="318818"/>
                </a:moveTo>
                <a:lnTo>
                  <a:pt x="187585" y="318818"/>
                </a:lnTo>
                <a:lnTo>
                  <a:pt x="187585" y="286010"/>
                </a:lnTo>
                <a:lnTo>
                  <a:pt x="227341" y="286010"/>
                </a:lnTo>
                <a:lnTo>
                  <a:pt x="227341" y="3188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1589054" y="4112110"/>
            <a:ext cx="53340" cy="323215"/>
          </a:xfrm>
          <a:custGeom>
            <a:avLst/>
            <a:gdLst/>
            <a:ahLst/>
            <a:cxnLst/>
            <a:rect l="l" t="t" r="r" b="b"/>
            <a:pathLst>
              <a:path w="53340" h="323214">
                <a:moveTo>
                  <a:pt x="26246" y="52493"/>
                </a:moveTo>
                <a:lnTo>
                  <a:pt x="15794" y="50508"/>
                </a:lnTo>
                <a:lnTo>
                  <a:pt x="7478" y="45014"/>
                </a:lnTo>
                <a:lnTo>
                  <a:pt x="1984" y="36698"/>
                </a:lnTo>
                <a:lnTo>
                  <a:pt x="0" y="26246"/>
                </a:lnTo>
                <a:lnTo>
                  <a:pt x="1984" y="15794"/>
                </a:lnTo>
                <a:lnTo>
                  <a:pt x="7478" y="7478"/>
                </a:lnTo>
                <a:lnTo>
                  <a:pt x="15794" y="1984"/>
                </a:lnTo>
                <a:lnTo>
                  <a:pt x="26246" y="0"/>
                </a:lnTo>
                <a:lnTo>
                  <a:pt x="36921" y="1984"/>
                </a:lnTo>
                <a:lnTo>
                  <a:pt x="45352" y="7478"/>
                </a:lnTo>
                <a:lnTo>
                  <a:pt x="50888" y="15794"/>
                </a:lnTo>
                <a:lnTo>
                  <a:pt x="52879" y="26246"/>
                </a:lnTo>
                <a:lnTo>
                  <a:pt x="50888" y="36698"/>
                </a:lnTo>
                <a:lnTo>
                  <a:pt x="45352" y="45014"/>
                </a:lnTo>
                <a:lnTo>
                  <a:pt x="36921" y="50508"/>
                </a:lnTo>
                <a:lnTo>
                  <a:pt x="26246" y="52493"/>
                </a:lnTo>
                <a:close/>
              </a:path>
              <a:path w="53340" h="323214">
                <a:moveTo>
                  <a:pt x="46317" y="323064"/>
                </a:moveTo>
                <a:lnTo>
                  <a:pt x="6561" y="323064"/>
                </a:lnTo>
                <a:lnTo>
                  <a:pt x="6561" y="101898"/>
                </a:lnTo>
                <a:lnTo>
                  <a:pt x="46317" y="101898"/>
                </a:lnTo>
                <a:lnTo>
                  <a:pt x="46317" y="32306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1686320" y="4208604"/>
            <a:ext cx="203410" cy="2261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1922926" y="4208605"/>
            <a:ext cx="227965" cy="325755"/>
          </a:xfrm>
          <a:custGeom>
            <a:avLst/>
            <a:gdLst/>
            <a:ahLst/>
            <a:cxnLst/>
            <a:rect l="l" t="t" r="r" b="b"/>
            <a:pathLst>
              <a:path w="227965" h="325754">
                <a:moveTo>
                  <a:pt x="109232" y="228499"/>
                </a:moveTo>
                <a:lnTo>
                  <a:pt x="65785" y="219827"/>
                </a:lnTo>
                <a:lnTo>
                  <a:pt x="31167" y="195884"/>
                </a:lnTo>
                <a:lnTo>
                  <a:pt x="8274" y="159783"/>
                </a:lnTo>
                <a:lnTo>
                  <a:pt x="0" y="114635"/>
                </a:lnTo>
                <a:lnTo>
                  <a:pt x="8274" y="69204"/>
                </a:lnTo>
                <a:lnTo>
                  <a:pt x="31167" y="32856"/>
                </a:lnTo>
                <a:lnTo>
                  <a:pt x="65785" y="8738"/>
                </a:lnTo>
                <a:lnTo>
                  <a:pt x="109232" y="0"/>
                </a:lnTo>
                <a:lnTo>
                  <a:pt x="136835" y="3310"/>
                </a:lnTo>
                <a:lnTo>
                  <a:pt x="159264" y="12013"/>
                </a:lnTo>
                <a:lnTo>
                  <a:pt x="176265" y="24262"/>
                </a:lnTo>
                <a:lnTo>
                  <a:pt x="185079" y="35124"/>
                </a:lnTo>
                <a:lnTo>
                  <a:pt x="112705" y="35124"/>
                </a:lnTo>
                <a:lnTo>
                  <a:pt x="82460" y="41197"/>
                </a:lnTo>
                <a:lnTo>
                  <a:pt x="59199" y="57945"/>
                </a:lnTo>
                <a:lnTo>
                  <a:pt x="44260" y="83160"/>
                </a:lnTo>
                <a:lnTo>
                  <a:pt x="38983" y="114635"/>
                </a:lnTo>
                <a:lnTo>
                  <a:pt x="44260" y="146111"/>
                </a:lnTo>
                <a:lnTo>
                  <a:pt x="59199" y="171326"/>
                </a:lnTo>
                <a:lnTo>
                  <a:pt x="82460" y="188074"/>
                </a:lnTo>
                <a:lnTo>
                  <a:pt x="112705" y="194147"/>
                </a:lnTo>
                <a:lnTo>
                  <a:pt x="184453" y="194147"/>
                </a:lnTo>
                <a:lnTo>
                  <a:pt x="176265" y="204237"/>
                </a:lnTo>
                <a:lnTo>
                  <a:pt x="159264" y="216485"/>
                </a:lnTo>
                <a:lnTo>
                  <a:pt x="136835" y="225188"/>
                </a:lnTo>
                <a:lnTo>
                  <a:pt x="109232" y="228499"/>
                </a:lnTo>
                <a:close/>
              </a:path>
              <a:path w="227965" h="325754">
                <a:moveTo>
                  <a:pt x="227341" y="38211"/>
                </a:moveTo>
                <a:lnTo>
                  <a:pt x="187585" y="38211"/>
                </a:lnTo>
                <a:lnTo>
                  <a:pt x="187585" y="5403"/>
                </a:lnTo>
                <a:lnTo>
                  <a:pt x="227341" y="5403"/>
                </a:lnTo>
                <a:lnTo>
                  <a:pt x="227341" y="38211"/>
                </a:lnTo>
                <a:close/>
              </a:path>
              <a:path w="227965" h="325754">
                <a:moveTo>
                  <a:pt x="184453" y="194147"/>
                </a:moveTo>
                <a:lnTo>
                  <a:pt x="112705" y="194147"/>
                </a:lnTo>
                <a:lnTo>
                  <a:pt x="143415" y="188074"/>
                </a:lnTo>
                <a:lnTo>
                  <a:pt x="167321" y="171326"/>
                </a:lnTo>
                <a:lnTo>
                  <a:pt x="182833" y="146111"/>
                </a:lnTo>
                <a:lnTo>
                  <a:pt x="188357" y="114635"/>
                </a:lnTo>
                <a:lnTo>
                  <a:pt x="182833" y="83160"/>
                </a:lnTo>
                <a:lnTo>
                  <a:pt x="167321" y="57945"/>
                </a:lnTo>
                <a:lnTo>
                  <a:pt x="143415" y="41197"/>
                </a:lnTo>
                <a:lnTo>
                  <a:pt x="112705" y="35124"/>
                </a:lnTo>
                <a:lnTo>
                  <a:pt x="185079" y="35124"/>
                </a:lnTo>
                <a:lnTo>
                  <a:pt x="187585" y="38211"/>
                </a:lnTo>
                <a:lnTo>
                  <a:pt x="227341" y="38211"/>
                </a:lnTo>
                <a:lnTo>
                  <a:pt x="227341" y="190287"/>
                </a:lnTo>
                <a:lnTo>
                  <a:pt x="187585" y="190287"/>
                </a:lnTo>
                <a:lnTo>
                  <a:pt x="184453" y="194147"/>
                </a:lnTo>
                <a:close/>
              </a:path>
              <a:path w="227965" h="325754">
                <a:moveTo>
                  <a:pt x="200676" y="291028"/>
                </a:moveTo>
                <a:lnTo>
                  <a:pt x="119653" y="291028"/>
                </a:lnTo>
                <a:lnTo>
                  <a:pt x="147202" y="286130"/>
                </a:lnTo>
                <a:lnTo>
                  <a:pt x="168672" y="272115"/>
                </a:lnTo>
                <a:lnTo>
                  <a:pt x="182616" y="249993"/>
                </a:lnTo>
                <a:lnTo>
                  <a:pt x="187520" y="221165"/>
                </a:lnTo>
                <a:lnTo>
                  <a:pt x="187585" y="190287"/>
                </a:lnTo>
                <a:lnTo>
                  <a:pt x="227341" y="190287"/>
                </a:lnTo>
                <a:lnTo>
                  <a:pt x="227341" y="221165"/>
                </a:lnTo>
                <a:lnTo>
                  <a:pt x="219416" y="263177"/>
                </a:lnTo>
                <a:lnTo>
                  <a:pt x="200676" y="291028"/>
                </a:lnTo>
                <a:close/>
              </a:path>
              <a:path w="227965" h="325754">
                <a:moveTo>
                  <a:pt x="119653" y="325380"/>
                </a:moveTo>
                <a:lnTo>
                  <a:pt x="77690" y="318999"/>
                </a:lnTo>
                <a:lnTo>
                  <a:pt x="46510" y="301835"/>
                </a:lnTo>
                <a:lnTo>
                  <a:pt x="25752" y="276855"/>
                </a:lnTo>
                <a:lnTo>
                  <a:pt x="15053" y="247026"/>
                </a:lnTo>
                <a:lnTo>
                  <a:pt x="55580" y="247026"/>
                </a:lnTo>
                <a:lnTo>
                  <a:pt x="61955" y="263834"/>
                </a:lnTo>
                <a:lnTo>
                  <a:pt x="74445" y="277856"/>
                </a:lnTo>
                <a:lnTo>
                  <a:pt x="93521" y="287463"/>
                </a:lnTo>
                <a:lnTo>
                  <a:pt x="119653" y="291028"/>
                </a:lnTo>
                <a:lnTo>
                  <a:pt x="200676" y="291028"/>
                </a:lnTo>
                <a:lnTo>
                  <a:pt x="197235" y="296142"/>
                </a:lnTo>
                <a:lnTo>
                  <a:pt x="163184" y="317672"/>
                </a:lnTo>
                <a:lnTo>
                  <a:pt x="119653" y="3253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2191567" y="4269203"/>
            <a:ext cx="135255" cy="34925"/>
          </a:xfrm>
          <a:custGeom>
            <a:avLst/>
            <a:gdLst/>
            <a:ahLst/>
            <a:cxnLst/>
            <a:rect l="l" t="t" r="r" b="b"/>
            <a:pathLst>
              <a:path w="135254" h="34925">
                <a:moveTo>
                  <a:pt x="135092" y="34738"/>
                </a:moveTo>
                <a:lnTo>
                  <a:pt x="0" y="34738"/>
                </a:lnTo>
                <a:lnTo>
                  <a:pt x="0" y="0"/>
                </a:lnTo>
                <a:lnTo>
                  <a:pt x="135092" y="0"/>
                </a:lnTo>
                <a:lnTo>
                  <a:pt x="135092" y="3473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2346730" y="4125619"/>
            <a:ext cx="419734" cy="309245"/>
          </a:xfrm>
          <a:custGeom>
            <a:avLst/>
            <a:gdLst/>
            <a:ahLst/>
            <a:cxnLst/>
            <a:rect l="l" t="t" r="r" b="b"/>
            <a:pathLst>
              <a:path w="419734" h="309245">
                <a:moveTo>
                  <a:pt x="324994" y="309169"/>
                </a:moveTo>
                <a:lnTo>
                  <a:pt x="284080" y="309169"/>
                </a:lnTo>
                <a:lnTo>
                  <a:pt x="209586" y="62528"/>
                </a:lnTo>
                <a:lnTo>
                  <a:pt x="134706" y="309169"/>
                </a:lnTo>
                <a:lnTo>
                  <a:pt x="93792" y="309169"/>
                </a:lnTo>
                <a:lnTo>
                  <a:pt x="0" y="0"/>
                </a:lnTo>
                <a:lnTo>
                  <a:pt x="42071" y="0"/>
                </a:lnTo>
                <a:lnTo>
                  <a:pt x="115407" y="247798"/>
                </a:lnTo>
                <a:lnTo>
                  <a:pt x="188357" y="0"/>
                </a:lnTo>
                <a:lnTo>
                  <a:pt x="231587" y="0"/>
                </a:lnTo>
                <a:lnTo>
                  <a:pt x="304923" y="248570"/>
                </a:lnTo>
                <a:lnTo>
                  <a:pt x="378259" y="0"/>
                </a:lnTo>
                <a:lnTo>
                  <a:pt x="419173" y="0"/>
                </a:lnTo>
                <a:lnTo>
                  <a:pt x="324994" y="30916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2783659" y="4208605"/>
            <a:ext cx="227341" cy="2315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3061950" y="4115969"/>
            <a:ext cx="40005" cy="319405"/>
          </a:xfrm>
          <a:custGeom>
            <a:avLst/>
            <a:gdLst/>
            <a:ahLst/>
            <a:cxnLst/>
            <a:rect l="l" t="t" r="r" b="b"/>
            <a:pathLst>
              <a:path w="40005" h="319404">
                <a:moveTo>
                  <a:pt x="39755" y="318818"/>
                </a:moveTo>
                <a:lnTo>
                  <a:pt x="0" y="318818"/>
                </a:lnTo>
                <a:lnTo>
                  <a:pt x="0" y="0"/>
                </a:lnTo>
                <a:lnTo>
                  <a:pt x="39755" y="0"/>
                </a:lnTo>
                <a:lnTo>
                  <a:pt x="39755" y="3188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152654" y="4115969"/>
            <a:ext cx="40005" cy="319405"/>
          </a:xfrm>
          <a:custGeom>
            <a:avLst/>
            <a:gdLst/>
            <a:ahLst/>
            <a:cxnLst/>
            <a:rect l="l" t="t" r="r" b="b"/>
            <a:pathLst>
              <a:path w="40005" h="319404">
                <a:moveTo>
                  <a:pt x="39755" y="318818"/>
                </a:moveTo>
                <a:lnTo>
                  <a:pt x="0" y="318818"/>
                </a:lnTo>
                <a:lnTo>
                  <a:pt x="0" y="0"/>
                </a:lnTo>
                <a:lnTo>
                  <a:pt x="39755" y="0"/>
                </a:lnTo>
                <a:lnTo>
                  <a:pt x="39755" y="3188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3327648" y="4118285"/>
            <a:ext cx="316865" cy="323850"/>
          </a:xfrm>
          <a:custGeom>
            <a:avLst/>
            <a:gdLst/>
            <a:ahLst/>
            <a:cxnLst/>
            <a:rect l="l" t="t" r="r" b="b"/>
            <a:pathLst>
              <a:path w="316865" h="323850">
                <a:moveTo>
                  <a:pt x="162111" y="323450"/>
                </a:moveTo>
                <a:lnTo>
                  <a:pt x="117669" y="317957"/>
                </a:lnTo>
                <a:lnTo>
                  <a:pt x="78568" y="302278"/>
                </a:lnTo>
                <a:lnTo>
                  <a:pt x="46027" y="277615"/>
                </a:lnTo>
                <a:lnTo>
                  <a:pt x="21271" y="245168"/>
                </a:lnTo>
                <a:lnTo>
                  <a:pt x="5521" y="206137"/>
                </a:lnTo>
                <a:lnTo>
                  <a:pt x="0" y="161725"/>
                </a:lnTo>
                <a:lnTo>
                  <a:pt x="5521" y="117312"/>
                </a:lnTo>
                <a:lnTo>
                  <a:pt x="21271" y="78282"/>
                </a:lnTo>
                <a:lnTo>
                  <a:pt x="46027" y="45834"/>
                </a:lnTo>
                <a:lnTo>
                  <a:pt x="78568" y="21171"/>
                </a:lnTo>
                <a:lnTo>
                  <a:pt x="117669" y="5493"/>
                </a:lnTo>
                <a:lnTo>
                  <a:pt x="162111" y="0"/>
                </a:lnTo>
                <a:lnTo>
                  <a:pt x="217179" y="8250"/>
                </a:lnTo>
                <a:lnTo>
                  <a:pt x="261645" y="31264"/>
                </a:lnTo>
                <a:lnTo>
                  <a:pt x="294170" y="66436"/>
                </a:lnTo>
                <a:lnTo>
                  <a:pt x="313414" y="111161"/>
                </a:lnTo>
                <a:lnTo>
                  <a:pt x="272115" y="111161"/>
                </a:lnTo>
                <a:lnTo>
                  <a:pt x="257435" y="81242"/>
                </a:lnTo>
                <a:lnTo>
                  <a:pt x="233710" y="57945"/>
                </a:lnTo>
                <a:lnTo>
                  <a:pt x="201879" y="42825"/>
                </a:lnTo>
                <a:lnTo>
                  <a:pt x="162883" y="37439"/>
                </a:lnTo>
                <a:lnTo>
                  <a:pt x="113803" y="46655"/>
                </a:lnTo>
                <a:lnTo>
                  <a:pt x="75072" y="72371"/>
                </a:lnTo>
                <a:lnTo>
                  <a:pt x="49658" y="111692"/>
                </a:lnTo>
                <a:lnTo>
                  <a:pt x="40527" y="161725"/>
                </a:lnTo>
                <a:lnTo>
                  <a:pt x="49712" y="211594"/>
                </a:lnTo>
                <a:lnTo>
                  <a:pt x="75217" y="250934"/>
                </a:lnTo>
                <a:lnTo>
                  <a:pt x="113966" y="276740"/>
                </a:lnTo>
                <a:lnTo>
                  <a:pt x="162883" y="286010"/>
                </a:lnTo>
                <a:lnTo>
                  <a:pt x="203284" y="280015"/>
                </a:lnTo>
                <a:lnTo>
                  <a:pt x="236556" y="263527"/>
                </a:lnTo>
                <a:lnTo>
                  <a:pt x="261072" y="238788"/>
                </a:lnTo>
                <a:lnTo>
                  <a:pt x="275202" y="208042"/>
                </a:lnTo>
                <a:lnTo>
                  <a:pt x="316502" y="208042"/>
                </a:lnTo>
                <a:lnTo>
                  <a:pt x="298186" y="253268"/>
                </a:lnTo>
                <a:lnTo>
                  <a:pt x="264926" y="289918"/>
                </a:lnTo>
                <a:lnTo>
                  <a:pt x="218856" y="314482"/>
                </a:lnTo>
                <a:lnTo>
                  <a:pt x="162111" y="32345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670784" y="4208605"/>
            <a:ext cx="225797" cy="2315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3935952" y="4115969"/>
            <a:ext cx="40005" cy="319405"/>
          </a:xfrm>
          <a:custGeom>
            <a:avLst/>
            <a:gdLst/>
            <a:ahLst/>
            <a:cxnLst/>
            <a:rect l="l" t="t" r="r" b="b"/>
            <a:pathLst>
              <a:path w="40005" h="319404">
                <a:moveTo>
                  <a:pt x="39755" y="318818"/>
                </a:moveTo>
                <a:lnTo>
                  <a:pt x="0" y="318818"/>
                </a:lnTo>
                <a:lnTo>
                  <a:pt x="0" y="0"/>
                </a:lnTo>
                <a:lnTo>
                  <a:pt x="39755" y="0"/>
                </a:lnTo>
                <a:lnTo>
                  <a:pt x="39755" y="3188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4021638" y="4214008"/>
            <a:ext cx="203410" cy="2261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4275999" y="4208604"/>
            <a:ext cx="334645" cy="226695"/>
          </a:xfrm>
          <a:custGeom>
            <a:avLst/>
            <a:gdLst/>
            <a:ahLst/>
            <a:cxnLst/>
            <a:rect l="l" t="t" r="r" b="b"/>
            <a:pathLst>
              <a:path w="334644" h="226695">
                <a:moveTo>
                  <a:pt x="334643" y="226183"/>
                </a:moveTo>
                <a:lnTo>
                  <a:pt x="294887" y="226183"/>
                </a:lnTo>
                <a:lnTo>
                  <a:pt x="294887" y="98424"/>
                </a:lnTo>
                <a:lnTo>
                  <a:pt x="291383" y="71701"/>
                </a:lnTo>
                <a:lnTo>
                  <a:pt x="281330" y="51672"/>
                </a:lnTo>
                <a:lnTo>
                  <a:pt x="265414" y="39098"/>
                </a:lnTo>
                <a:lnTo>
                  <a:pt x="244324" y="34738"/>
                </a:lnTo>
                <a:lnTo>
                  <a:pt x="221395" y="40431"/>
                </a:lnTo>
                <a:lnTo>
                  <a:pt x="203314" y="55966"/>
                </a:lnTo>
                <a:lnTo>
                  <a:pt x="191457" y="79029"/>
                </a:lnTo>
                <a:lnTo>
                  <a:pt x="187199" y="107302"/>
                </a:lnTo>
                <a:lnTo>
                  <a:pt x="187199" y="226183"/>
                </a:lnTo>
                <a:lnTo>
                  <a:pt x="147443" y="226183"/>
                </a:lnTo>
                <a:lnTo>
                  <a:pt x="147443" y="99968"/>
                </a:lnTo>
                <a:lnTo>
                  <a:pt x="143885" y="72352"/>
                </a:lnTo>
                <a:lnTo>
                  <a:pt x="133741" y="51865"/>
                </a:lnTo>
                <a:lnTo>
                  <a:pt x="117807" y="39122"/>
                </a:lnTo>
                <a:lnTo>
                  <a:pt x="96880" y="34738"/>
                </a:lnTo>
                <a:lnTo>
                  <a:pt x="74113" y="40425"/>
                </a:lnTo>
                <a:lnTo>
                  <a:pt x="56015" y="55918"/>
                </a:lnTo>
                <a:lnTo>
                  <a:pt x="44067" y="78866"/>
                </a:lnTo>
                <a:lnTo>
                  <a:pt x="39755" y="106916"/>
                </a:lnTo>
                <a:lnTo>
                  <a:pt x="39755" y="226183"/>
                </a:lnTo>
                <a:lnTo>
                  <a:pt x="0" y="226183"/>
                </a:lnTo>
                <a:lnTo>
                  <a:pt x="0" y="5403"/>
                </a:lnTo>
                <a:lnTo>
                  <a:pt x="39755" y="5403"/>
                </a:lnTo>
                <a:lnTo>
                  <a:pt x="39755" y="36667"/>
                </a:lnTo>
                <a:lnTo>
                  <a:pt x="49212" y="24099"/>
                </a:lnTo>
                <a:lnTo>
                  <a:pt x="63011" y="12254"/>
                </a:lnTo>
                <a:lnTo>
                  <a:pt x="81875" y="3449"/>
                </a:lnTo>
                <a:lnTo>
                  <a:pt x="106530" y="0"/>
                </a:lnTo>
                <a:lnTo>
                  <a:pt x="129586" y="3274"/>
                </a:lnTo>
                <a:lnTo>
                  <a:pt x="149132" y="12592"/>
                </a:lnTo>
                <a:lnTo>
                  <a:pt x="164553" y="27193"/>
                </a:lnTo>
                <a:lnTo>
                  <a:pt x="175234" y="46317"/>
                </a:lnTo>
                <a:lnTo>
                  <a:pt x="187748" y="27356"/>
                </a:lnTo>
                <a:lnTo>
                  <a:pt x="205292" y="12737"/>
                </a:lnTo>
                <a:lnTo>
                  <a:pt x="227395" y="3329"/>
                </a:lnTo>
                <a:lnTo>
                  <a:pt x="253588" y="0"/>
                </a:lnTo>
                <a:lnTo>
                  <a:pt x="286118" y="6483"/>
                </a:lnTo>
                <a:lnTo>
                  <a:pt x="311774" y="24943"/>
                </a:lnTo>
                <a:lnTo>
                  <a:pt x="328600" y="53898"/>
                </a:lnTo>
                <a:lnTo>
                  <a:pt x="334643" y="91862"/>
                </a:lnTo>
                <a:lnTo>
                  <a:pt x="334643" y="2261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4655803" y="4208604"/>
            <a:ext cx="203410" cy="2261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9124950" y="4759206"/>
            <a:ext cx="7005320" cy="0"/>
          </a:xfrm>
          <a:custGeom>
            <a:avLst/>
            <a:gdLst/>
            <a:ahLst/>
            <a:cxnLst/>
            <a:rect l="l" t="t" r="r" b="b"/>
            <a:pathLst>
              <a:path w="7005319">
                <a:moveTo>
                  <a:pt x="0" y="0"/>
                </a:moveTo>
                <a:lnTo>
                  <a:pt x="7005055" y="0"/>
                </a:lnTo>
              </a:path>
            </a:pathLst>
          </a:custGeom>
          <a:ln w="14287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9557346" y="5234480"/>
            <a:ext cx="355600" cy="347980"/>
          </a:xfrm>
          <a:custGeom>
            <a:avLst/>
            <a:gdLst/>
            <a:ahLst/>
            <a:cxnLst/>
            <a:rect l="l" t="t" r="r" b="b"/>
            <a:pathLst>
              <a:path w="355600" h="347979">
                <a:moveTo>
                  <a:pt x="132899" y="55679"/>
                </a:moveTo>
                <a:lnTo>
                  <a:pt x="91851" y="55679"/>
                </a:lnTo>
                <a:lnTo>
                  <a:pt x="91851" y="0"/>
                </a:lnTo>
                <a:lnTo>
                  <a:pt x="132899" y="0"/>
                </a:lnTo>
                <a:lnTo>
                  <a:pt x="132899" y="55679"/>
                </a:lnTo>
                <a:close/>
              </a:path>
              <a:path w="355600" h="347979">
                <a:moveTo>
                  <a:pt x="225157" y="91444"/>
                </a:moveTo>
                <a:lnTo>
                  <a:pt x="0" y="91444"/>
                </a:lnTo>
                <a:lnTo>
                  <a:pt x="0" y="55679"/>
                </a:lnTo>
                <a:lnTo>
                  <a:pt x="225157" y="55679"/>
                </a:lnTo>
                <a:lnTo>
                  <a:pt x="225157" y="91444"/>
                </a:lnTo>
                <a:close/>
              </a:path>
              <a:path w="355600" h="347979">
                <a:moveTo>
                  <a:pt x="306441" y="347896"/>
                </a:moveTo>
                <a:lnTo>
                  <a:pt x="266205" y="347896"/>
                </a:lnTo>
                <a:lnTo>
                  <a:pt x="266205" y="812"/>
                </a:lnTo>
                <a:lnTo>
                  <a:pt x="306441" y="812"/>
                </a:lnTo>
                <a:lnTo>
                  <a:pt x="306441" y="141434"/>
                </a:lnTo>
                <a:lnTo>
                  <a:pt x="355211" y="141434"/>
                </a:lnTo>
                <a:lnTo>
                  <a:pt x="355211" y="180044"/>
                </a:lnTo>
                <a:lnTo>
                  <a:pt x="306441" y="180044"/>
                </a:lnTo>
                <a:lnTo>
                  <a:pt x="306441" y="347896"/>
                </a:lnTo>
                <a:close/>
              </a:path>
              <a:path w="355600" h="347979">
                <a:moveTo>
                  <a:pt x="112578" y="331232"/>
                </a:moveTo>
                <a:lnTo>
                  <a:pt x="73632" y="323631"/>
                </a:lnTo>
                <a:lnTo>
                  <a:pt x="43029" y="302123"/>
                </a:lnTo>
                <a:lnTo>
                  <a:pt x="23019" y="268650"/>
                </a:lnTo>
                <a:lnTo>
                  <a:pt x="15850" y="225157"/>
                </a:lnTo>
                <a:lnTo>
                  <a:pt x="23019" y="181663"/>
                </a:lnTo>
                <a:lnTo>
                  <a:pt x="43029" y="148191"/>
                </a:lnTo>
                <a:lnTo>
                  <a:pt x="73632" y="126682"/>
                </a:lnTo>
                <a:lnTo>
                  <a:pt x="112578" y="119081"/>
                </a:lnTo>
                <a:lnTo>
                  <a:pt x="151461" y="126682"/>
                </a:lnTo>
                <a:lnTo>
                  <a:pt x="181924" y="148191"/>
                </a:lnTo>
                <a:lnTo>
                  <a:pt x="185392" y="154033"/>
                </a:lnTo>
                <a:lnTo>
                  <a:pt x="112578" y="154033"/>
                </a:lnTo>
                <a:lnTo>
                  <a:pt x="89844" y="158916"/>
                </a:lnTo>
                <a:lnTo>
                  <a:pt x="71530" y="172982"/>
                </a:lnTo>
                <a:lnTo>
                  <a:pt x="59312" y="195355"/>
                </a:lnTo>
                <a:lnTo>
                  <a:pt x="54866" y="225157"/>
                </a:lnTo>
                <a:lnTo>
                  <a:pt x="59312" y="254959"/>
                </a:lnTo>
                <a:lnTo>
                  <a:pt x="71530" y="277331"/>
                </a:lnTo>
                <a:lnTo>
                  <a:pt x="89844" y="291397"/>
                </a:lnTo>
                <a:lnTo>
                  <a:pt x="112578" y="296280"/>
                </a:lnTo>
                <a:lnTo>
                  <a:pt x="185392" y="296280"/>
                </a:lnTo>
                <a:lnTo>
                  <a:pt x="181924" y="302123"/>
                </a:lnTo>
                <a:lnTo>
                  <a:pt x="151461" y="323631"/>
                </a:lnTo>
                <a:lnTo>
                  <a:pt x="112578" y="331232"/>
                </a:lnTo>
                <a:close/>
              </a:path>
              <a:path w="355600" h="347979">
                <a:moveTo>
                  <a:pt x="185392" y="296280"/>
                </a:moveTo>
                <a:lnTo>
                  <a:pt x="112578" y="296280"/>
                </a:lnTo>
                <a:lnTo>
                  <a:pt x="135077" y="291397"/>
                </a:lnTo>
                <a:lnTo>
                  <a:pt x="153271" y="277331"/>
                </a:lnTo>
                <a:lnTo>
                  <a:pt x="165445" y="254959"/>
                </a:lnTo>
                <a:lnTo>
                  <a:pt x="169883" y="225157"/>
                </a:lnTo>
                <a:lnTo>
                  <a:pt x="165445" y="195355"/>
                </a:lnTo>
                <a:lnTo>
                  <a:pt x="153271" y="172982"/>
                </a:lnTo>
                <a:lnTo>
                  <a:pt x="135077" y="158916"/>
                </a:lnTo>
                <a:lnTo>
                  <a:pt x="112578" y="154033"/>
                </a:lnTo>
                <a:lnTo>
                  <a:pt x="185392" y="154033"/>
                </a:lnTo>
                <a:lnTo>
                  <a:pt x="201794" y="181663"/>
                </a:lnTo>
                <a:lnTo>
                  <a:pt x="208900" y="225157"/>
                </a:lnTo>
                <a:lnTo>
                  <a:pt x="201794" y="268650"/>
                </a:lnTo>
                <a:lnTo>
                  <a:pt x="185392" y="296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9944665" y="5235294"/>
            <a:ext cx="346710" cy="347345"/>
          </a:xfrm>
          <a:custGeom>
            <a:avLst/>
            <a:gdLst/>
            <a:ahLst/>
            <a:cxnLst/>
            <a:rect l="l" t="t" r="r" b="b"/>
            <a:pathLst>
              <a:path w="346709" h="347345">
                <a:moveTo>
                  <a:pt x="297906" y="347083"/>
                </a:moveTo>
                <a:lnTo>
                  <a:pt x="257670" y="347083"/>
                </a:lnTo>
                <a:lnTo>
                  <a:pt x="257670" y="0"/>
                </a:lnTo>
                <a:lnTo>
                  <a:pt x="297906" y="0"/>
                </a:lnTo>
                <a:lnTo>
                  <a:pt x="297906" y="140621"/>
                </a:lnTo>
                <a:lnTo>
                  <a:pt x="346676" y="140621"/>
                </a:lnTo>
                <a:lnTo>
                  <a:pt x="346676" y="179231"/>
                </a:lnTo>
                <a:lnTo>
                  <a:pt x="297906" y="179231"/>
                </a:lnTo>
                <a:lnTo>
                  <a:pt x="297906" y="347083"/>
                </a:lnTo>
                <a:close/>
              </a:path>
              <a:path w="346709" h="347345">
                <a:moveTo>
                  <a:pt x="136963" y="326355"/>
                </a:moveTo>
                <a:lnTo>
                  <a:pt x="0" y="326355"/>
                </a:lnTo>
                <a:lnTo>
                  <a:pt x="0" y="10566"/>
                </a:lnTo>
                <a:lnTo>
                  <a:pt x="41048" y="10566"/>
                </a:lnTo>
                <a:lnTo>
                  <a:pt x="41048" y="288965"/>
                </a:lnTo>
                <a:lnTo>
                  <a:pt x="227595" y="288965"/>
                </a:lnTo>
                <a:lnTo>
                  <a:pt x="227595" y="309692"/>
                </a:lnTo>
                <a:lnTo>
                  <a:pt x="209205" y="316754"/>
                </a:lnTo>
                <a:lnTo>
                  <a:pt x="186851" y="321986"/>
                </a:lnTo>
                <a:lnTo>
                  <a:pt x="162212" y="325238"/>
                </a:lnTo>
                <a:lnTo>
                  <a:pt x="136963" y="326355"/>
                </a:lnTo>
                <a:close/>
              </a:path>
              <a:path w="346709" h="347345">
                <a:moveTo>
                  <a:pt x="227595" y="288965"/>
                </a:moveTo>
                <a:lnTo>
                  <a:pt x="137776" y="288965"/>
                </a:lnTo>
                <a:lnTo>
                  <a:pt x="162727" y="287860"/>
                </a:lnTo>
                <a:lnTo>
                  <a:pt x="187105" y="284697"/>
                </a:lnTo>
                <a:lnTo>
                  <a:pt x="209274" y="279706"/>
                </a:lnTo>
                <a:lnTo>
                  <a:pt x="227595" y="273114"/>
                </a:lnTo>
                <a:lnTo>
                  <a:pt x="227595" y="28896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0307192" y="5235294"/>
            <a:ext cx="325755" cy="347345"/>
          </a:xfrm>
          <a:custGeom>
            <a:avLst/>
            <a:gdLst/>
            <a:ahLst/>
            <a:cxnLst/>
            <a:rect l="l" t="t" r="r" b="b"/>
            <a:pathLst>
              <a:path w="325754" h="347345">
                <a:moveTo>
                  <a:pt x="325136" y="347083"/>
                </a:moveTo>
                <a:lnTo>
                  <a:pt x="284900" y="347083"/>
                </a:lnTo>
                <a:lnTo>
                  <a:pt x="284900" y="0"/>
                </a:lnTo>
                <a:lnTo>
                  <a:pt x="325136" y="0"/>
                </a:lnTo>
                <a:lnTo>
                  <a:pt x="325136" y="347083"/>
                </a:lnTo>
                <a:close/>
              </a:path>
              <a:path w="325754" h="347345">
                <a:moveTo>
                  <a:pt x="119081" y="225969"/>
                </a:moveTo>
                <a:lnTo>
                  <a:pt x="75911" y="217974"/>
                </a:lnTo>
                <a:lnTo>
                  <a:pt x="41962" y="195539"/>
                </a:lnTo>
                <a:lnTo>
                  <a:pt x="19749" y="160987"/>
                </a:lnTo>
                <a:lnTo>
                  <a:pt x="11786" y="116642"/>
                </a:lnTo>
                <a:lnTo>
                  <a:pt x="19749" y="72298"/>
                </a:lnTo>
                <a:lnTo>
                  <a:pt x="41962" y="37746"/>
                </a:lnTo>
                <a:lnTo>
                  <a:pt x="75911" y="15310"/>
                </a:lnTo>
                <a:lnTo>
                  <a:pt x="119081" y="7315"/>
                </a:lnTo>
                <a:lnTo>
                  <a:pt x="162079" y="15310"/>
                </a:lnTo>
                <a:lnTo>
                  <a:pt x="196047" y="37746"/>
                </a:lnTo>
                <a:lnTo>
                  <a:pt x="199753" y="43487"/>
                </a:lnTo>
                <a:lnTo>
                  <a:pt x="119081" y="43487"/>
                </a:lnTo>
                <a:lnTo>
                  <a:pt x="90987" y="49088"/>
                </a:lnTo>
                <a:lnTo>
                  <a:pt x="69599" y="64519"/>
                </a:lnTo>
                <a:lnTo>
                  <a:pt x="55984" y="87723"/>
                </a:lnTo>
                <a:lnTo>
                  <a:pt x="51209" y="116642"/>
                </a:lnTo>
                <a:lnTo>
                  <a:pt x="55984" y="145498"/>
                </a:lnTo>
                <a:lnTo>
                  <a:pt x="69599" y="168563"/>
                </a:lnTo>
                <a:lnTo>
                  <a:pt x="90987" y="183854"/>
                </a:lnTo>
                <a:lnTo>
                  <a:pt x="119081" y="189392"/>
                </a:lnTo>
                <a:lnTo>
                  <a:pt x="200016" y="189392"/>
                </a:lnTo>
                <a:lnTo>
                  <a:pt x="196047" y="195539"/>
                </a:lnTo>
                <a:lnTo>
                  <a:pt x="162079" y="217974"/>
                </a:lnTo>
                <a:lnTo>
                  <a:pt x="119081" y="225969"/>
                </a:lnTo>
                <a:close/>
              </a:path>
              <a:path w="325754" h="347345">
                <a:moveTo>
                  <a:pt x="200016" y="189392"/>
                </a:moveTo>
                <a:lnTo>
                  <a:pt x="119081" y="189392"/>
                </a:lnTo>
                <a:lnTo>
                  <a:pt x="147003" y="183854"/>
                </a:lnTo>
                <a:lnTo>
                  <a:pt x="168410" y="168563"/>
                </a:lnTo>
                <a:lnTo>
                  <a:pt x="182120" y="145498"/>
                </a:lnTo>
                <a:lnTo>
                  <a:pt x="186953" y="116642"/>
                </a:lnTo>
                <a:lnTo>
                  <a:pt x="182120" y="87723"/>
                </a:lnTo>
                <a:lnTo>
                  <a:pt x="168410" y="64519"/>
                </a:lnTo>
                <a:lnTo>
                  <a:pt x="147003" y="49088"/>
                </a:lnTo>
                <a:lnTo>
                  <a:pt x="119081" y="43487"/>
                </a:lnTo>
                <a:lnTo>
                  <a:pt x="199753" y="43487"/>
                </a:lnTo>
                <a:lnTo>
                  <a:pt x="218355" y="72298"/>
                </a:lnTo>
                <a:lnTo>
                  <a:pt x="226376" y="116642"/>
                </a:lnTo>
                <a:lnTo>
                  <a:pt x="218355" y="160987"/>
                </a:lnTo>
                <a:lnTo>
                  <a:pt x="200016" y="189392"/>
                </a:lnTo>
                <a:close/>
              </a:path>
              <a:path w="325754" h="347345">
                <a:moveTo>
                  <a:pt x="139402" y="326355"/>
                </a:moveTo>
                <a:lnTo>
                  <a:pt x="0" y="326355"/>
                </a:lnTo>
                <a:lnTo>
                  <a:pt x="0" y="288558"/>
                </a:lnTo>
                <a:lnTo>
                  <a:pt x="141840" y="288558"/>
                </a:lnTo>
                <a:lnTo>
                  <a:pt x="176367" y="287561"/>
                </a:lnTo>
                <a:lnTo>
                  <a:pt x="207731" y="284545"/>
                </a:lnTo>
                <a:lnTo>
                  <a:pt x="234600" y="279471"/>
                </a:lnTo>
                <a:lnTo>
                  <a:pt x="255638" y="272301"/>
                </a:lnTo>
                <a:lnTo>
                  <a:pt x="255638" y="309692"/>
                </a:lnTo>
                <a:lnTo>
                  <a:pt x="234733" y="316754"/>
                </a:lnTo>
                <a:lnTo>
                  <a:pt x="207579" y="321986"/>
                </a:lnTo>
                <a:lnTo>
                  <a:pt x="175395" y="325238"/>
                </a:lnTo>
                <a:lnTo>
                  <a:pt x="139402" y="32635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0799340" y="5235294"/>
            <a:ext cx="351155" cy="342900"/>
          </a:xfrm>
          <a:custGeom>
            <a:avLst/>
            <a:gdLst/>
            <a:ahLst/>
            <a:cxnLst/>
            <a:rect l="l" t="t" r="r" b="b"/>
            <a:pathLst>
              <a:path w="351154" h="342900">
                <a:moveTo>
                  <a:pt x="301970" y="191830"/>
                </a:moveTo>
                <a:lnTo>
                  <a:pt x="261735" y="191830"/>
                </a:lnTo>
                <a:lnTo>
                  <a:pt x="261735" y="0"/>
                </a:lnTo>
                <a:lnTo>
                  <a:pt x="301970" y="0"/>
                </a:lnTo>
                <a:lnTo>
                  <a:pt x="301970" y="73562"/>
                </a:lnTo>
                <a:lnTo>
                  <a:pt x="350741" y="73562"/>
                </a:lnTo>
                <a:lnTo>
                  <a:pt x="350741" y="111359"/>
                </a:lnTo>
                <a:lnTo>
                  <a:pt x="301970" y="111359"/>
                </a:lnTo>
                <a:lnTo>
                  <a:pt x="301970" y="191830"/>
                </a:lnTo>
                <a:close/>
              </a:path>
              <a:path w="351154" h="342900">
                <a:moveTo>
                  <a:pt x="123958" y="186953"/>
                </a:moveTo>
                <a:lnTo>
                  <a:pt x="0" y="186953"/>
                </a:lnTo>
                <a:lnTo>
                  <a:pt x="0" y="8534"/>
                </a:lnTo>
                <a:lnTo>
                  <a:pt x="211745" y="8534"/>
                </a:lnTo>
                <a:lnTo>
                  <a:pt x="211745" y="41048"/>
                </a:lnTo>
                <a:lnTo>
                  <a:pt x="39829" y="41048"/>
                </a:lnTo>
                <a:lnTo>
                  <a:pt x="39829" y="81690"/>
                </a:lnTo>
                <a:lnTo>
                  <a:pt x="204836" y="81690"/>
                </a:lnTo>
                <a:lnTo>
                  <a:pt x="204836" y="113391"/>
                </a:lnTo>
                <a:lnTo>
                  <a:pt x="39829" y="113391"/>
                </a:lnTo>
                <a:lnTo>
                  <a:pt x="39829" y="154439"/>
                </a:lnTo>
                <a:lnTo>
                  <a:pt x="236536" y="154439"/>
                </a:lnTo>
                <a:lnTo>
                  <a:pt x="236536" y="171509"/>
                </a:lnTo>
                <a:lnTo>
                  <a:pt x="216774" y="177866"/>
                </a:lnTo>
                <a:lnTo>
                  <a:pt x="190611" y="182736"/>
                </a:lnTo>
                <a:lnTo>
                  <a:pt x="159266" y="185854"/>
                </a:lnTo>
                <a:lnTo>
                  <a:pt x="123958" y="186953"/>
                </a:lnTo>
                <a:close/>
              </a:path>
              <a:path w="351154" h="342900">
                <a:moveTo>
                  <a:pt x="236536" y="154439"/>
                </a:moveTo>
                <a:lnTo>
                  <a:pt x="127209" y="154439"/>
                </a:lnTo>
                <a:lnTo>
                  <a:pt x="161037" y="153398"/>
                </a:lnTo>
                <a:lnTo>
                  <a:pt x="191170" y="150375"/>
                </a:lnTo>
                <a:lnTo>
                  <a:pt x="216654" y="145524"/>
                </a:lnTo>
                <a:lnTo>
                  <a:pt x="236536" y="138995"/>
                </a:lnTo>
                <a:lnTo>
                  <a:pt x="236536" y="154439"/>
                </a:lnTo>
                <a:close/>
              </a:path>
              <a:path w="351154" h="342900">
                <a:moveTo>
                  <a:pt x="301970" y="342612"/>
                </a:moveTo>
                <a:lnTo>
                  <a:pt x="11786" y="342612"/>
                </a:lnTo>
                <a:lnTo>
                  <a:pt x="11786" y="210932"/>
                </a:lnTo>
                <a:lnTo>
                  <a:pt x="51615" y="210932"/>
                </a:lnTo>
                <a:lnTo>
                  <a:pt x="51615" y="242633"/>
                </a:lnTo>
                <a:lnTo>
                  <a:pt x="301970" y="242633"/>
                </a:lnTo>
                <a:lnTo>
                  <a:pt x="301970" y="274334"/>
                </a:lnTo>
                <a:lnTo>
                  <a:pt x="51615" y="274334"/>
                </a:lnTo>
                <a:lnTo>
                  <a:pt x="51615" y="310099"/>
                </a:lnTo>
                <a:lnTo>
                  <a:pt x="301970" y="310099"/>
                </a:lnTo>
                <a:lnTo>
                  <a:pt x="301970" y="342612"/>
                </a:lnTo>
                <a:close/>
              </a:path>
              <a:path w="351154" h="342900">
                <a:moveTo>
                  <a:pt x="301970" y="242633"/>
                </a:moveTo>
                <a:lnTo>
                  <a:pt x="262141" y="242633"/>
                </a:lnTo>
                <a:lnTo>
                  <a:pt x="262141" y="210932"/>
                </a:lnTo>
                <a:lnTo>
                  <a:pt x="301970" y="210932"/>
                </a:lnTo>
                <a:lnTo>
                  <a:pt x="301970" y="242633"/>
                </a:lnTo>
                <a:close/>
              </a:path>
              <a:path w="351154" h="342900">
                <a:moveTo>
                  <a:pt x="301970" y="310099"/>
                </a:moveTo>
                <a:lnTo>
                  <a:pt x="262141" y="310099"/>
                </a:lnTo>
                <a:lnTo>
                  <a:pt x="262141" y="274334"/>
                </a:lnTo>
                <a:lnTo>
                  <a:pt x="301970" y="274334"/>
                </a:lnTo>
                <a:lnTo>
                  <a:pt x="301970" y="31009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1277918" y="5235294"/>
            <a:ext cx="323215" cy="347345"/>
          </a:xfrm>
          <a:custGeom>
            <a:avLst/>
            <a:gdLst/>
            <a:ahLst/>
            <a:cxnLst/>
            <a:rect l="l" t="t" r="r" b="b"/>
            <a:pathLst>
              <a:path w="323215" h="347345">
                <a:moveTo>
                  <a:pt x="323104" y="139808"/>
                </a:moveTo>
                <a:lnTo>
                  <a:pt x="284900" y="139808"/>
                </a:lnTo>
                <a:lnTo>
                  <a:pt x="284900" y="0"/>
                </a:lnTo>
                <a:lnTo>
                  <a:pt x="323104" y="0"/>
                </a:lnTo>
                <a:lnTo>
                  <a:pt x="323104" y="139808"/>
                </a:lnTo>
                <a:close/>
              </a:path>
              <a:path w="323215" h="347345">
                <a:moveTo>
                  <a:pt x="228408" y="340987"/>
                </a:moveTo>
                <a:lnTo>
                  <a:pt x="190204" y="340987"/>
                </a:lnTo>
                <a:lnTo>
                  <a:pt x="190204" y="2032"/>
                </a:lnTo>
                <a:lnTo>
                  <a:pt x="228408" y="2032"/>
                </a:lnTo>
                <a:lnTo>
                  <a:pt x="228408" y="139808"/>
                </a:lnTo>
                <a:lnTo>
                  <a:pt x="323104" y="139808"/>
                </a:lnTo>
                <a:lnTo>
                  <a:pt x="323104" y="177605"/>
                </a:lnTo>
                <a:lnTo>
                  <a:pt x="228408" y="177605"/>
                </a:lnTo>
                <a:lnTo>
                  <a:pt x="228408" y="340987"/>
                </a:lnTo>
                <a:close/>
              </a:path>
              <a:path w="323215" h="347345">
                <a:moveTo>
                  <a:pt x="323104" y="347083"/>
                </a:moveTo>
                <a:lnTo>
                  <a:pt x="284900" y="347083"/>
                </a:lnTo>
                <a:lnTo>
                  <a:pt x="284900" y="177605"/>
                </a:lnTo>
                <a:lnTo>
                  <a:pt x="323104" y="177605"/>
                </a:lnTo>
                <a:lnTo>
                  <a:pt x="323104" y="347083"/>
                </a:lnTo>
                <a:close/>
              </a:path>
              <a:path w="323215" h="347345">
                <a:moveTo>
                  <a:pt x="79658" y="326355"/>
                </a:moveTo>
                <a:lnTo>
                  <a:pt x="0" y="326355"/>
                </a:lnTo>
                <a:lnTo>
                  <a:pt x="0" y="11786"/>
                </a:lnTo>
                <a:lnTo>
                  <a:pt x="39422" y="11786"/>
                </a:lnTo>
                <a:lnTo>
                  <a:pt x="39422" y="290590"/>
                </a:lnTo>
                <a:lnTo>
                  <a:pt x="165006" y="290590"/>
                </a:lnTo>
                <a:lnTo>
                  <a:pt x="165006" y="312944"/>
                </a:lnTo>
                <a:lnTo>
                  <a:pt x="147327" y="318811"/>
                </a:lnTo>
                <a:lnTo>
                  <a:pt x="126295" y="323002"/>
                </a:lnTo>
                <a:lnTo>
                  <a:pt x="103281" y="325517"/>
                </a:lnTo>
                <a:lnTo>
                  <a:pt x="79658" y="326355"/>
                </a:lnTo>
                <a:close/>
              </a:path>
              <a:path w="323215" h="347345">
                <a:moveTo>
                  <a:pt x="165006" y="290590"/>
                </a:moveTo>
                <a:lnTo>
                  <a:pt x="84129" y="290590"/>
                </a:lnTo>
                <a:lnTo>
                  <a:pt x="106310" y="289638"/>
                </a:lnTo>
                <a:lnTo>
                  <a:pt x="127768" y="286933"/>
                </a:lnTo>
                <a:lnTo>
                  <a:pt x="147626" y="282703"/>
                </a:lnTo>
                <a:lnTo>
                  <a:pt x="165006" y="277179"/>
                </a:lnTo>
                <a:lnTo>
                  <a:pt x="165006" y="29059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1670114" y="5241290"/>
            <a:ext cx="40005" cy="48260"/>
          </a:xfrm>
          <a:custGeom>
            <a:avLst/>
            <a:gdLst/>
            <a:ahLst/>
            <a:cxnLst/>
            <a:rect l="l" t="t" r="r" b="b"/>
            <a:pathLst>
              <a:path w="40004" h="48260">
                <a:moveTo>
                  <a:pt x="0" y="0"/>
                </a:moveTo>
                <a:lnTo>
                  <a:pt x="39829" y="0"/>
                </a:lnTo>
                <a:lnTo>
                  <a:pt x="39829" y="48260"/>
                </a:lnTo>
                <a:lnTo>
                  <a:pt x="0" y="482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1670114" y="5289550"/>
            <a:ext cx="298450" cy="36830"/>
          </a:xfrm>
          <a:custGeom>
            <a:avLst/>
            <a:gdLst/>
            <a:ahLst/>
            <a:cxnLst/>
            <a:rect l="l" t="t" r="r" b="b"/>
            <a:pathLst>
              <a:path w="298450" h="36829">
                <a:moveTo>
                  <a:pt x="0" y="0"/>
                </a:moveTo>
                <a:lnTo>
                  <a:pt x="298312" y="0"/>
                </a:lnTo>
                <a:lnTo>
                  <a:pt x="298312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1670114" y="5326379"/>
            <a:ext cx="40005" cy="57150"/>
          </a:xfrm>
          <a:custGeom>
            <a:avLst/>
            <a:gdLst/>
            <a:ahLst/>
            <a:cxnLst/>
            <a:rect l="l" t="t" r="r" b="b"/>
            <a:pathLst>
              <a:path w="40004" h="57150">
                <a:moveTo>
                  <a:pt x="0" y="0"/>
                </a:moveTo>
                <a:lnTo>
                  <a:pt x="39829" y="0"/>
                </a:lnTo>
                <a:lnTo>
                  <a:pt x="39829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1670114" y="5383529"/>
            <a:ext cx="298450" cy="35560"/>
          </a:xfrm>
          <a:custGeom>
            <a:avLst/>
            <a:gdLst/>
            <a:ahLst/>
            <a:cxnLst/>
            <a:rect l="l" t="t" r="r" b="b"/>
            <a:pathLst>
              <a:path w="298450" h="35560">
                <a:moveTo>
                  <a:pt x="0" y="0"/>
                </a:moveTo>
                <a:lnTo>
                  <a:pt x="298312" y="0"/>
                </a:lnTo>
                <a:lnTo>
                  <a:pt x="298312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1928598" y="5241390"/>
            <a:ext cx="40005" cy="48895"/>
          </a:xfrm>
          <a:custGeom>
            <a:avLst/>
            <a:gdLst/>
            <a:ahLst/>
            <a:cxnLst/>
            <a:rect l="l" t="t" r="r" b="b"/>
            <a:pathLst>
              <a:path w="40004" h="48895">
                <a:moveTo>
                  <a:pt x="39829" y="48770"/>
                </a:moveTo>
                <a:lnTo>
                  <a:pt x="0" y="48770"/>
                </a:lnTo>
                <a:lnTo>
                  <a:pt x="0" y="0"/>
                </a:lnTo>
                <a:lnTo>
                  <a:pt x="39829" y="0"/>
                </a:lnTo>
                <a:lnTo>
                  <a:pt x="39829" y="487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1928598" y="5325925"/>
            <a:ext cx="40005" cy="57785"/>
          </a:xfrm>
          <a:custGeom>
            <a:avLst/>
            <a:gdLst/>
            <a:ahLst/>
            <a:cxnLst/>
            <a:rect l="l" t="t" r="r" b="b"/>
            <a:pathLst>
              <a:path w="40004" h="57785">
                <a:moveTo>
                  <a:pt x="39829" y="57711"/>
                </a:moveTo>
                <a:lnTo>
                  <a:pt x="0" y="57711"/>
                </a:lnTo>
                <a:lnTo>
                  <a:pt x="0" y="0"/>
                </a:lnTo>
                <a:lnTo>
                  <a:pt x="39829" y="0"/>
                </a:lnTo>
                <a:lnTo>
                  <a:pt x="39829" y="5771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1646135" y="5456386"/>
            <a:ext cx="346710" cy="37465"/>
          </a:xfrm>
          <a:custGeom>
            <a:avLst/>
            <a:gdLst/>
            <a:ahLst/>
            <a:cxnLst/>
            <a:rect l="l" t="t" r="r" b="b"/>
            <a:pathLst>
              <a:path w="346709" h="37464">
                <a:moveTo>
                  <a:pt x="346676" y="37390"/>
                </a:moveTo>
                <a:lnTo>
                  <a:pt x="0" y="37390"/>
                </a:lnTo>
                <a:lnTo>
                  <a:pt x="0" y="0"/>
                </a:lnTo>
                <a:lnTo>
                  <a:pt x="346676" y="0"/>
                </a:lnTo>
                <a:lnTo>
                  <a:pt x="346676" y="3739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1798543" y="5493777"/>
            <a:ext cx="41910" cy="97155"/>
          </a:xfrm>
          <a:custGeom>
            <a:avLst/>
            <a:gdLst/>
            <a:ahLst/>
            <a:cxnLst/>
            <a:rect l="l" t="t" r="r" b="b"/>
            <a:pathLst>
              <a:path w="41909" h="97154">
                <a:moveTo>
                  <a:pt x="41454" y="96728"/>
                </a:moveTo>
                <a:lnTo>
                  <a:pt x="0" y="96728"/>
                </a:lnTo>
                <a:lnTo>
                  <a:pt x="0" y="0"/>
                </a:lnTo>
                <a:lnTo>
                  <a:pt x="41454" y="0"/>
                </a:lnTo>
                <a:lnTo>
                  <a:pt x="41454" y="967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2050117" y="5238750"/>
            <a:ext cx="297180" cy="29209"/>
          </a:xfrm>
          <a:custGeom>
            <a:avLst/>
            <a:gdLst/>
            <a:ahLst/>
            <a:cxnLst/>
            <a:rect l="l" t="t" r="r" b="b"/>
            <a:pathLst>
              <a:path w="297179" h="29210">
                <a:moveTo>
                  <a:pt x="0" y="0"/>
                </a:moveTo>
                <a:lnTo>
                  <a:pt x="296687" y="0"/>
                </a:lnTo>
                <a:lnTo>
                  <a:pt x="296687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2307789" y="5267959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70" h="22860">
                <a:moveTo>
                  <a:pt x="0" y="0"/>
                </a:moveTo>
                <a:lnTo>
                  <a:pt x="39016" y="0"/>
                </a:lnTo>
                <a:lnTo>
                  <a:pt x="3901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2050117" y="5290820"/>
            <a:ext cx="297180" cy="27940"/>
          </a:xfrm>
          <a:custGeom>
            <a:avLst/>
            <a:gdLst/>
            <a:ahLst/>
            <a:cxnLst/>
            <a:rect l="l" t="t" r="r" b="b"/>
            <a:pathLst>
              <a:path w="297179" h="27939">
                <a:moveTo>
                  <a:pt x="0" y="0"/>
                </a:moveTo>
                <a:lnTo>
                  <a:pt x="296687" y="0"/>
                </a:lnTo>
                <a:lnTo>
                  <a:pt x="296687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2050117" y="5318759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70" h="22860">
                <a:moveTo>
                  <a:pt x="0" y="0"/>
                </a:moveTo>
                <a:lnTo>
                  <a:pt x="39016" y="0"/>
                </a:lnTo>
                <a:lnTo>
                  <a:pt x="3901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2050117" y="5341620"/>
            <a:ext cx="301625" cy="27940"/>
          </a:xfrm>
          <a:custGeom>
            <a:avLst/>
            <a:gdLst/>
            <a:ahLst/>
            <a:cxnLst/>
            <a:rect l="l" t="t" r="r" b="b"/>
            <a:pathLst>
              <a:path w="301625" h="27939">
                <a:moveTo>
                  <a:pt x="0" y="0"/>
                </a:moveTo>
                <a:lnTo>
                  <a:pt x="301564" y="0"/>
                </a:lnTo>
                <a:lnTo>
                  <a:pt x="301564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2024920" y="5395017"/>
            <a:ext cx="346710" cy="29845"/>
          </a:xfrm>
          <a:custGeom>
            <a:avLst/>
            <a:gdLst/>
            <a:ahLst/>
            <a:cxnLst/>
            <a:rect l="l" t="t" r="r" b="b"/>
            <a:pathLst>
              <a:path w="346709" h="29845">
                <a:moveTo>
                  <a:pt x="346676" y="29262"/>
                </a:moveTo>
                <a:lnTo>
                  <a:pt x="0" y="29262"/>
                </a:lnTo>
                <a:lnTo>
                  <a:pt x="0" y="0"/>
                </a:lnTo>
                <a:lnTo>
                  <a:pt x="346676" y="0"/>
                </a:lnTo>
                <a:lnTo>
                  <a:pt x="346676" y="2926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2048086" y="5449570"/>
            <a:ext cx="299720" cy="27940"/>
          </a:xfrm>
          <a:custGeom>
            <a:avLst/>
            <a:gdLst/>
            <a:ahLst/>
            <a:cxnLst/>
            <a:rect l="l" t="t" r="r" b="b"/>
            <a:pathLst>
              <a:path w="299720" h="27939">
                <a:moveTo>
                  <a:pt x="0" y="0"/>
                </a:moveTo>
                <a:lnTo>
                  <a:pt x="299532" y="0"/>
                </a:lnTo>
                <a:lnTo>
                  <a:pt x="299532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2308601" y="5477509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70" h="22860">
                <a:moveTo>
                  <a:pt x="0" y="0"/>
                </a:moveTo>
                <a:lnTo>
                  <a:pt x="39016" y="0"/>
                </a:lnTo>
                <a:lnTo>
                  <a:pt x="3901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2048898" y="5500370"/>
            <a:ext cx="299085" cy="26670"/>
          </a:xfrm>
          <a:custGeom>
            <a:avLst/>
            <a:gdLst/>
            <a:ahLst/>
            <a:cxnLst/>
            <a:rect l="l" t="t" r="r" b="b"/>
            <a:pathLst>
              <a:path w="299084" h="26670">
                <a:moveTo>
                  <a:pt x="0" y="0"/>
                </a:moveTo>
                <a:lnTo>
                  <a:pt x="298719" y="0"/>
                </a:lnTo>
                <a:lnTo>
                  <a:pt x="298719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2048898" y="5527040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70" h="22860">
                <a:moveTo>
                  <a:pt x="0" y="0"/>
                </a:moveTo>
                <a:lnTo>
                  <a:pt x="39016" y="0"/>
                </a:lnTo>
                <a:lnTo>
                  <a:pt x="3901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2048898" y="5549900"/>
            <a:ext cx="305435" cy="27940"/>
          </a:xfrm>
          <a:custGeom>
            <a:avLst/>
            <a:gdLst/>
            <a:ahLst/>
            <a:cxnLst/>
            <a:rect l="l" t="t" r="r" b="b"/>
            <a:pathLst>
              <a:path w="305434" h="27939">
                <a:moveTo>
                  <a:pt x="0" y="0"/>
                </a:moveTo>
                <a:lnTo>
                  <a:pt x="304815" y="0"/>
                </a:lnTo>
                <a:lnTo>
                  <a:pt x="304815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2791939" y="5234940"/>
            <a:ext cx="40005" cy="36830"/>
          </a:xfrm>
          <a:custGeom>
            <a:avLst/>
            <a:gdLst/>
            <a:ahLst/>
            <a:cxnLst/>
            <a:rect l="l" t="t" r="r" b="b"/>
            <a:pathLst>
              <a:path w="40004" h="36829">
                <a:moveTo>
                  <a:pt x="0" y="0"/>
                </a:moveTo>
                <a:lnTo>
                  <a:pt x="39829" y="0"/>
                </a:lnTo>
                <a:lnTo>
                  <a:pt x="39829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2735040" y="5271770"/>
            <a:ext cx="97155" cy="35560"/>
          </a:xfrm>
          <a:custGeom>
            <a:avLst/>
            <a:gdLst/>
            <a:ahLst/>
            <a:cxnLst/>
            <a:rect l="l" t="t" r="r" b="b"/>
            <a:pathLst>
              <a:path w="97154" h="35560">
                <a:moveTo>
                  <a:pt x="0" y="0"/>
                </a:moveTo>
                <a:lnTo>
                  <a:pt x="96728" y="0"/>
                </a:lnTo>
                <a:lnTo>
                  <a:pt x="96728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2791939" y="5307329"/>
            <a:ext cx="40005" cy="45720"/>
          </a:xfrm>
          <a:custGeom>
            <a:avLst/>
            <a:gdLst/>
            <a:ahLst/>
            <a:cxnLst/>
            <a:rect l="l" t="t" r="r" b="b"/>
            <a:pathLst>
              <a:path w="40004" h="45720">
                <a:moveTo>
                  <a:pt x="0" y="0"/>
                </a:moveTo>
                <a:lnTo>
                  <a:pt x="39829" y="0"/>
                </a:lnTo>
                <a:lnTo>
                  <a:pt x="39829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2735040" y="5353050"/>
            <a:ext cx="97155" cy="36830"/>
          </a:xfrm>
          <a:custGeom>
            <a:avLst/>
            <a:gdLst/>
            <a:ahLst/>
            <a:cxnLst/>
            <a:rect l="l" t="t" r="r" b="b"/>
            <a:pathLst>
              <a:path w="97154" h="36829">
                <a:moveTo>
                  <a:pt x="0" y="0"/>
                </a:moveTo>
                <a:lnTo>
                  <a:pt x="96728" y="0"/>
                </a:lnTo>
                <a:lnTo>
                  <a:pt x="96728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2791939" y="5389879"/>
            <a:ext cx="40005" cy="58419"/>
          </a:xfrm>
          <a:custGeom>
            <a:avLst/>
            <a:gdLst/>
            <a:ahLst/>
            <a:cxnLst/>
            <a:rect l="l" t="t" r="r" b="b"/>
            <a:pathLst>
              <a:path w="40004" h="58420">
                <a:moveTo>
                  <a:pt x="0" y="0"/>
                </a:moveTo>
                <a:lnTo>
                  <a:pt x="39829" y="0"/>
                </a:lnTo>
                <a:lnTo>
                  <a:pt x="39829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2519231" y="5241290"/>
            <a:ext cx="40005" cy="57150"/>
          </a:xfrm>
          <a:custGeom>
            <a:avLst/>
            <a:gdLst/>
            <a:ahLst/>
            <a:cxnLst/>
            <a:rect l="l" t="t" r="r" b="b"/>
            <a:pathLst>
              <a:path w="40004" h="57150">
                <a:moveTo>
                  <a:pt x="0" y="0"/>
                </a:moveTo>
                <a:lnTo>
                  <a:pt x="39422" y="0"/>
                </a:lnTo>
                <a:lnTo>
                  <a:pt x="39422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2519231" y="5298440"/>
            <a:ext cx="201295" cy="33020"/>
          </a:xfrm>
          <a:custGeom>
            <a:avLst/>
            <a:gdLst/>
            <a:ahLst/>
            <a:cxnLst/>
            <a:rect l="l" t="t" r="r" b="b"/>
            <a:pathLst>
              <a:path w="201295" h="33020">
                <a:moveTo>
                  <a:pt x="0" y="0"/>
                </a:moveTo>
                <a:lnTo>
                  <a:pt x="200771" y="0"/>
                </a:lnTo>
                <a:lnTo>
                  <a:pt x="200771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2519231" y="5331459"/>
            <a:ext cx="40005" cy="64769"/>
          </a:xfrm>
          <a:custGeom>
            <a:avLst/>
            <a:gdLst/>
            <a:ahLst/>
            <a:cxnLst/>
            <a:rect l="l" t="t" r="r" b="b"/>
            <a:pathLst>
              <a:path w="40004" h="64770">
                <a:moveTo>
                  <a:pt x="0" y="0"/>
                </a:moveTo>
                <a:lnTo>
                  <a:pt x="39422" y="0"/>
                </a:lnTo>
                <a:lnTo>
                  <a:pt x="39422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2519231" y="5396229"/>
            <a:ext cx="201295" cy="33020"/>
          </a:xfrm>
          <a:custGeom>
            <a:avLst/>
            <a:gdLst/>
            <a:ahLst/>
            <a:cxnLst/>
            <a:rect l="l" t="t" r="r" b="b"/>
            <a:pathLst>
              <a:path w="201295" h="33020">
                <a:moveTo>
                  <a:pt x="0" y="0"/>
                </a:moveTo>
                <a:lnTo>
                  <a:pt x="200771" y="0"/>
                </a:lnTo>
                <a:lnTo>
                  <a:pt x="200771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2680580" y="5241390"/>
            <a:ext cx="40005" cy="57785"/>
          </a:xfrm>
          <a:custGeom>
            <a:avLst/>
            <a:gdLst/>
            <a:ahLst/>
            <a:cxnLst/>
            <a:rect l="l" t="t" r="r" b="b"/>
            <a:pathLst>
              <a:path w="40004" h="57785">
                <a:moveTo>
                  <a:pt x="39422" y="57305"/>
                </a:moveTo>
                <a:lnTo>
                  <a:pt x="0" y="57305"/>
                </a:lnTo>
                <a:lnTo>
                  <a:pt x="0" y="0"/>
                </a:lnTo>
                <a:lnTo>
                  <a:pt x="39422" y="0"/>
                </a:lnTo>
                <a:lnTo>
                  <a:pt x="39422" y="5730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12680580" y="5331615"/>
            <a:ext cx="40005" cy="64769"/>
          </a:xfrm>
          <a:custGeom>
            <a:avLst/>
            <a:gdLst/>
            <a:ahLst/>
            <a:cxnLst/>
            <a:rect l="l" t="t" r="r" b="b"/>
            <a:pathLst>
              <a:path w="40004" h="64770">
                <a:moveTo>
                  <a:pt x="39422" y="64214"/>
                </a:moveTo>
                <a:lnTo>
                  <a:pt x="0" y="64214"/>
                </a:lnTo>
                <a:lnTo>
                  <a:pt x="0" y="0"/>
                </a:lnTo>
                <a:lnTo>
                  <a:pt x="39422" y="0"/>
                </a:lnTo>
                <a:lnTo>
                  <a:pt x="39422" y="6421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2533455" y="5467350"/>
            <a:ext cx="298450" cy="34290"/>
          </a:xfrm>
          <a:custGeom>
            <a:avLst/>
            <a:gdLst/>
            <a:ahLst/>
            <a:cxnLst/>
            <a:rect l="l" t="t" r="r" b="b"/>
            <a:pathLst>
              <a:path w="298450" h="34289">
                <a:moveTo>
                  <a:pt x="0" y="0"/>
                </a:moveTo>
                <a:lnTo>
                  <a:pt x="298312" y="0"/>
                </a:lnTo>
                <a:lnTo>
                  <a:pt x="298312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2790720" y="5501640"/>
            <a:ext cx="41275" cy="81280"/>
          </a:xfrm>
          <a:custGeom>
            <a:avLst/>
            <a:gdLst/>
            <a:ahLst/>
            <a:cxnLst/>
            <a:rect l="l" t="t" r="r" b="b"/>
            <a:pathLst>
              <a:path w="41275" h="81279">
                <a:moveTo>
                  <a:pt x="0" y="0"/>
                </a:moveTo>
                <a:lnTo>
                  <a:pt x="41048" y="0"/>
                </a:lnTo>
                <a:lnTo>
                  <a:pt x="41048" y="81279"/>
                </a:lnTo>
                <a:lnTo>
                  <a:pt x="0" y="812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2883791" y="5242609"/>
            <a:ext cx="346710" cy="323215"/>
          </a:xfrm>
          <a:custGeom>
            <a:avLst/>
            <a:gdLst/>
            <a:ahLst/>
            <a:cxnLst/>
            <a:rect l="l" t="t" r="r" b="b"/>
            <a:pathLst>
              <a:path w="346709" h="323214">
                <a:moveTo>
                  <a:pt x="173135" y="220280"/>
                </a:moveTo>
                <a:lnTo>
                  <a:pt x="120541" y="215224"/>
                </a:lnTo>
                <a:lnTo>
                  <a:pt x="77291" y="200706"/>
                </a:lnTo>
                <a:lnTo>
                  <a:pt x="44732" y="177703"/>
                </a:lnTo>
                <a:lnTo>
                  <a:pt x="17069" y="110140"/>
                </a:lnTo>
                <a:lnTo>
                  <a:pt x="24209" y="73090"/>
                </a:lnTo>
                <a:lnTo>
                  <a:pt x="44732" y="42576"/>
                </a:lnTo>
                <a:lnTo>
                  <a:pt x="77291" y="19573"/>
                </a:lnTo>
                <a:lnTo>
                  <a:pt x="120541" y="5055"/>
                </a:lnTo>
                <a:lnTo>
                  <a:pt x="173135" y="0"/>
                </a:lnTo>
                <a:lnTo>
                  <a:pt x="225729" y="5055"/>
                </a:lnTo>
                <a:lnTo>
                  <a:pt x="268979" y="19573"/>
                </a:lnTo>
                <a:lnTo>
                  <a:pt x="293047" y="36577"/>
                </a:lnTo>
                <a:lnTo>
                  <a:pt x="173135" y="36577"/>
                </a:lnTo>
                <a:lnTo>
                  <a:pt x="126549" y="41899"/>
                </a:lnTo>
                <a:lnTo>
                  <a:pt x="90631" y="56898"/>
                </a:lnTo>
                <a:lnTo>
                  <a:pt x="67516" y="80128"/>
                </a:lnTo>
                <a:lnTo>
                  <a:pt x="59337" y="110140"/>
                </a:lnTo>
                <a:lnTo>
                  <a:pt x="67516" y="140151"/>
                </a:lnTo>
                <a:lnTo>
                  <a:pt x="90631" y="163381"/>
                </a:lnTo>
                <a:lnTo>
                  <a:pt x="126549" y="178380"/>
                </a:lnTo>
                <a:lnTo>
                  <a:pt x="173135" y="183702"/>
                </a:lnTo>
                <a:lnTo>
                  <a:pt x="293047" y="183702"/>
                </a:lnTo>
                <a:lnTo>
                  <a:pt x="268979" y="200706"/>
                </a:lnTo>
                <a:lnTo>
                  <a:pt x="225729" y="215224"/>
                </a:lnTo>
                <a:lnTo>
                  <a:pt x="173135" y="220280"/>
                </a:lnTo>
                <a:close/>
              </a:path>
              <a:path w="346709" h="323214">
                <a:moveTo>
                  <a:pt x="293047" y="183702"/>
                </a:moveTo>
                <a:lnTo>
                  <a:pt x="173135" y="183702"/>
                </a:lnTo>
                <a:lnTo>
                  <a:pt x="219721" y="178380"/>
                </a:lnTo>
                <a:lnTo>
                  <a:pt x="255638" y="163381"/>
                </a:lnTo>
                <a:lnTo>
                  <a:pt x="278753" y="140151"/>
                </a:lnTo>
                <a:lnTo>
                  <a:pt x="286933" y="110140"/>
                </a:lnTo>
                <a:lnTo>
                  <a:pt x="278753" y="80128"/>
                </a:lnTo>
                <a:lnTo>
                  <a:pt x="255638" y="56898"/>
                </a:lnTo>
                <a:lnTo>
                  <a:pt x="219721" y="41899"/>
                </a:lnTo>
                <a:lnTo>
                  <a:pt x="173135" y="36577"/>
                </a:lnTo>
                <a:lnTo>
                  <a:pt x="293047" y="36577"/>
                </a:lnTo>
                <a:lnTo>
                  <a:pt x="301538" y="42576"/>
                </a:lnTo>
                <a:lnTo>
                  <a:pt x="322060" y="73090"/>
                </a:lnTo>
                <a:lnTo>
                  <a:pt x="329200" y="110140"/>
                </a:lnTo>
                <a:lnTo>
                  <a:pt x="322060" y="147189"/>
                </a:lnTo>
                <a:lnTo>
                  <a:pt x="301538" y="177703"/>
                </a:lnTo>
                <a:lnTo>
                  <a:pt x="293047" y="183702"/>
                </a:lnTo>
                <a:close/>
              </a:path>
              <a:path w="346709" h="323214">
                <a:moveTo>
                  <a:pt x="346676" y="323104"/>
                </a:moveTo>
                <a:lnTo>
                  <a:pt x="0" y="323104"/>
                </a:lnTo>
                <a:lnTo>
                  <a:pt x="0" y="285307"/>
                </a:lnTo>
                <a:lnTo>
                  <a:pt x="346676" y="285307"/>
                </a:lnTo>
                <a:lnTo>
                  <a:pt x="346676" y="32310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3285740" y="5247640"/>
            <a:ext cx="300990" cy="35560"/>
          </a:xfrm>
          <a:custGeom>
            <a:avLst/>
            <a:gdLst/>
            <a:ahLst/>
            <a:cxnLst/>
            <a:rect l="l" t="t" r="r" b="b"/>
            <a:pathLst>
              <a:path w="300990" h="35560">
                <a:moveTo>
                  <a:pt x="0" y="0"/>
                </a:moveTo>
                <a:lnTo>
                  <a:pt x="300751" y="0"/>
                </a:lnTo>
                <a:lnTo>
                  <a:pt x="300751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3546663" y="5283200"/>
            <a:ext cx="40005" cy="54610"/>
          </a:xfrm>
          <a:custGeom>
            <a:avLst/>
            <a:gdLst/>
            <a:ahLst/>
            <a:cxnLst/>
            <a:rect l="l" t="t" r="r" b="b"/>
            <a:pathLst>
              <a:path w="40005" h="54610">
                <a:moveTo>
                  <a:pt x="0" y="0"/>
                </a:moveTo>
                <a:lnTo>
                  <a:pt x="39829" y="0"/>
                </a:lnTo>
                <a:lnTo>
                  <a:pt x="39829" y="54609"/>
                </a:lnTo>
                <a:lnTo>
                  <a:pt x="0" y="546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3285740" y="5337809"/>
            <a:ext cx="300990" cy="34290"/>
          </a:xfrm>
          <a:custGeom>
            <a:avLst/>
            <a:gdLst/>
            <a:ahLst/>
            <a:cxnLst/>
            <a:rect l="l" t="t" r="r" b="b"/>
            <a:pathLst>
              <a:path w="300990" h="34289">
                <a:moveTo>
                  <a:pt x="0" y="0"/>
                </a:moveTo>
                <a:lnTo>
                  <a:pt x="300751" y="0"/>
                </a:lnTo>
                <a:lnTo>
                  <a:pt x="300751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3285740" y="5372100"/>
            <a:ext cx="40640" cy="55880"/>
          </a:xfrm>
          <a:custGeom>
            <a:avLst/>
            <a:gdLst/>
            <a:ahLst/>
            <a:cxnLst/>
            <a:rect l="l" t="t" r="r" b="b"/>
            <a:pathLst>
              <a:path w="40640" h="55879">
                <a:moveTo>
                  <a:pt x="0" y="0"/>
                </a:moveTo>
                <a:lnTo>
                  <a:pt x="40235" y="0"/>
                </a:lnTo>
                <a:lnTo>
                  <a:pt x="40235" y="55879"/>
                </a:lnTo>
                <a:lnTo>
                  <a:pt x="0" y="558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3285740" y="5427979"/>
            <a:ext cx="306070" cy="35560"/>
          </a:xfrm>
          <a:custGeom>
            <a:avLst/>
            <a:gdLst/>
            <a:ahLst/>
            <a:cxnLst/>
            <a:rect l="l" t="t" r="r" b="b"/>
            <a:pathLst>
              <a:path w="306069" h="35560">
                <a:moveTo>
                  <a:pt x="0" y="0"/>
                </a:moveTo>
                <a:lnTo>
                  <a:pt x="306034" y="0"/>
                </a:lnTo>
                <a:lnTo>
                  <a:pt x="306034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3414576" y="5463540"/>
            <a:ext cx="41275" cy="64769"/>
          </a:xfrm>
          <a:custGeom>
            <a:avLst/>
            <a:gdLst/>
            <a:ahLst/>
            <a:cxnLst/>
            <a:rect l="l" t="t" r="r" b="b"/>
            <a:pathLst>
              <a:path w="41275" h="64770">
                <a:moveTo>
                  <a:pt x="0" y="0"/>
                </a:moveTo>
                <a:lnTo>
                  <a:pt x="41048" y="0"/>
                </a:lnTo>
                <a:lnTo>
                  <a:pt x="41048" y="64769"/>
                </a:lnTo>
                <a:lnTo>
                  <a:pt x="0" y="647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3262574" y="5528309"/>
            <a:ext cx="346710" cy="36830"/>
          </a:xfrm>
          <a:custGeom>
            <a:avLst/>
            <a:gdLst/>
            <a:ahLst/>
            <a:cxnLst/>
            <a:rect l="l" t="t" r="r" b="b"/>
            <a:pathLst>
              <a:path w="346709" h="36829">
                <a:moveTo>
                  <a:pt x="0" y="0"/>
                </a:moveTo>
                <a:lnTo>
                  <a:pt x="346676" y="0"/>
                </a:lnTo>
                <a:lnTo>
                  <a:pt x="346676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3758786" y="5235294"/>
            <a:ext cx="346710" cy="347345"/>
          </a:xfrm>
          <a:custGeom>
            <a:avLst/>
            <a:gdLst/>
            <a:ahLst/>
            <a:cxnLst/>
            <a:rect l="l" t="t" r="r" b="b"/>
            <a:pathLst>
              <a:path w="346709" h="347345">
                <a:moveTo>
                  <a:pt x="297906" y="347083"/>
                </a:moveTo>
                <a:lnTo>
                  <a:pt x="257670" y="347083"/>
                </a:lnTo>
                <a:lnTo>
                  <a:pt x="257670" y="0"/>
                </a:lnTo>
                <a:lnTo>
                  <a:pt x="297906" y="0"/>
                </a:lnTo>
                <a:lnTo>
                  <a:pt x="297906" y="140621"/>
                </a:lnTo>
                <a:lnTo>
                  <a:pt x="346676" y="140621"/>
                </a:lnTo>
                <a:lnTo>
                  <a:pt x="346676" y="179231"/>
                </a:lnTo>
                <a:lnTo>
                  <a:pt x="297906" y="179231"/>
                </a:lnTo>
                <a:lnTo>
                  <a:pt x="297906" y="347083"/>
                </a:lnTo>
                <a:close/>
              </a:path>
              <a:path w="346709" h="347345">
                <a:moveTo>
                  <a:pt x="136963" y="326355"/>
                </a:moveTo>
                <a:lnTo>
                  <a:pt x="0" y="326355"/>
                </a:lnTo>
                <a:lnTo>
                  <a:pt x="0" y="10566"/>
                </a:lnTo>
                <a:lnTo>
                  <a:pt x="41048" y="10566"/>
                </a:lnTo>
                <a:lnTo>
                  <a:pt x="41048" y="288965"/>
                </a:lnTo>
                <a:lnTo>
                  <a:pt x="227595" y="288965"/>
                </a:lnTo>
                <a:lnTo>
                  <a:pt x="227595" y="309692"/>
                </a:lnTo>
                <a:lnTo>
                  <a:pt x="209205" y="316754"/>
                </a:lnTo>
                <a:lnTo>
                  <a:pt x="186851" y="321986"/>
                </a:lnTo>
                <a:lnTo>
                  <a:pt x="162212" y="325238"/>
                </a:lnTo>
                <a:lnTo>
                  <a:pt x="136963" y="326355"/>
                </a:lnTo>
                <a:close/>
              </a:path>
              <a:path w="346709" h="347345">
                <a:moveTo>
                  <a:pt x="227595" y="288965"/>
                </a:moveTo>
                <a:lnTo>
                  <a:pt x="137776" y="288965"/>
                </a:lnTo>
                <a:lnTo>
                  <a:pt x="162727" y="287860"/>
                </a:lnTo>
                <a:lnTo>
                  <a:pt x="187105" y="284697"/>
                </a:lnTo>
                <a:lnTo>
                  <a:pt x="209274" y="279706"/>
                </a:lnTo>
                <a:lnTo>
                  <a:pt x="227595" y="273114"/>
                </a:lnTo>
                <a:lnTo>
                  <a:pt x="227595" y="28896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4145293" y="5238750"/>
            <a:ext cx="41910" cy="124460"/>
          </a:xfrm>
          <a:custGeom>
            <a:avLst/>
            <a:gdLst/>
            <a:ahLst/>
            <a:cxnLst/>
            <a:rect l="l" t="t" r="r" b="b"/>
            <a:pathLst>
              <a:path w="41909" h="124460">
                <a:moveTo>
                  <a:pt x="0" y="0"/>
                </a:moveTo>
                <a:lnTo>
                  <a:pt x="41454" y="0"/>
                </a:lnTo>
                <a:lnTo>
                  <a:pt x="41454" y="124459"/>
                </a:lnTo>
                <a:lnTo>
                  <a:pt x="0" y="1244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4145293" y="5363209"/>
            <a:ext cx="300990" cy="36830"/>
          </a:xfrm>
          <a:custGeom>
            <a:avLst/>
            <a:gdLst/>
            <a:ahLst/>
            <a:cxnLst/>
            <a:rect l="l" t="t" r="r" b="b"/>
            <a:pathLst>
              <a:path w="300990" h="36829">
                <a:moveTo>
                  <a:pt x="0" y="0"/>
                </a:moveTo>
                <a:lnTo>
                  <a:pt x="300751" y="0"/>
                </a:lnTo>
                <a:lnTo>
                  <a:pt x="300751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4121314" y="5441755"/>
            <a:ext cx="346710" cy="38735"/>
          </a:xfrm>
          <a:custGeom>
            <a:avLst/>
            <a:gdLst/>
            <a:ahLst/>
            <a:cxnLst/>
            <a:rect l="l" t="t" r="r" b="b"/>
            <a:pathLst>
              <a:path w="346709" h="38735">
                <a:moveTo>
                  <a:pt x="346676" y="38203"/>
                </a:moveTo>
                <a:lnTo>
                  <a:pt x="0" y="38203"/>
                </a:lnTo>
                <a:lnTo>
                  <a:pt x="0" y="0"/>
                </a:lnTo>
                <a:lnTo>
                  <a:pt x="346676" y="0"/>
                </a:lnTo>
                <a:lnTo>
                  <a:pt x="346676" y="3820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4273722" y="5479959"/>
            <a:ext cx="41275" cy="111125"/>
          </a:xfrm>
          <a:custGeom>
            <a:avLst/>
            <a:gdLst/>
            <a:ahLst/>
            <a:cxnLst/>
            <a:rect l="l" t="t" r="r" b="b"/>
            <a:pathLst>
              <a:path w="41275" h="111125">
                <a:moveTo>
                  <a:pt x="41048" y="110546"/>
                </a:moveTo>
                <a:lnTo>
                  <a:pt x="0" y="110546"/>
                </a:lnTo>
                <a:lnTo>
                  <a:pt x="0" y="0"/>
                </a:lnTo>
                <a:lnTo>
                  <a:pt x="41048" y="0"/>
                </a:lnTo>
                <a:lnTo>
                  <a:pt x="41048" y="11054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4513104" y="5235294"/>
            <a:ext cx="314325" cy="347345"/>
          </a:xfrm>
          <a:custGeom>
            <a:avLst/>
            <a:gdLst/>
            <a:ahLst/>
            <a:cxnLst/>
            <a:rect l="l" t="t" r="r" b="b"/>
            <a:pathLst>
              <a:path w="314325" h="347345">
                <a:moveTo>
                  <a:pt x="313756" y="143872"/>
                </a:moveTo>
                <a:lnTo>
                  <a:pt x="273521" y="143872"/>
                </a:lnTo>
                <a:lnTo>
                  <a:pt x="273521" y="0"/>
                </a:lnTo>
                <a:lnTo>
                  <a:pt x="313756" y="0"/>
                </a:lnTo>
                <a:lnTo>
                  <a:pt x="313756" y="143872"/>
                </a:lnTo>
                <a:close/>
              </a:path>
              <a:path w="314325" h="347345">
                <a:moveTo>
                  <a:pt x="103637" y="330826"/>
                </a:moveTo>
                <a:lnTo>
                  <a:pt x="40820" y="305752"/>
                </a:lnTo>
                <a:lnTo>
                  <a:pt x="18922" y="273852"/>
                </a:lnTo>
                <a:lnTo>
                  <a:pt x="4925" y="228551"/>
                </a:lnTo>
                <a:lnTo>
                  <a:pt x="0" y="169477"/>
                </a:lnTo>
                <a:lnTo>
                  <a:pt x="4925" y="110403"/>
                </a:lnTo>
                <a:lnTo>
                  <a:pt x="18922" y="65102"/>
                </a:lnTo>
                <a:lnTo>
                  <a:pt x="40820" y="33202"/>
                </a:lnTo>
                <a:lnTo>
                  <a:pt x="69449" y="14335"/>
                </a:lnTo>
                <a:lnTo>
                  <a:pt x="103637" y="8128"/>
                </a:lnTo>
                <a:lnTo>
                  <a:pt x="142272" y="16307"/>
                </a:lnTo>
                <a:lnTo>
                  <a:pt x="173440" y="41251"/>
                </a:lnTo>
                <a:lnTo>
                  <a:pt x="175435" y="45112"/>
                </a:lnTo>
                <a:lnTo>
                  <a:pt x="103637" y="45112"/>
                </a:lnTo>
                <a:lnTo>
                  <a:pt x="78470" y="52199"/>
                </a:lnTo>
                <a:lnTo>
                  <a:pt x="58372" y="74375"/>
                </a:lnTo>
                <a:lnTo>
                  <a:pt x="45055" y="113010"/>
                </a:lnTo>
                <a:lnTo>
                  <a:pt x="40235" y="169477"/>
                </a:lnTo>
                <a:lnTo>
                  <a:pt x="45055" y="226116"/>
                </a:lnTo>
                <a:lnTo>
                  <a:pt x="58372" y="264732"/>
                </a:lnTo>
                <a:lnTo>
                  <a:pt x="78470" y="286812"/>
                </a:lnTo>
                <a:lnTo>
                  <a:pt x="103637" y="293842"/>
                </a:lnTo>
                <a:lnTo>
                  <a:pt x="176064" y="293842"/>
                </a:lnTo>
                <a:lnTo>
                  <a:pt x="175827" y="294350"/>
                </a:lnTo>
                <a:lnTo>
                  <a:pt x="143828" y="321809"/>
                </a:lnTo>
                <a:lnTo>
                  <a:pt x="103637" y="330826"/>
                </a:lnTo>
                <a:close/>
              </a:path>
              <a:path w="314325" h="347345">
                <a:moveTo>
                  <a:pt x="176064" y="293842"/>
                </a:moveTo>
                <a:lnTo>
                  <a:pt x="103637" y="293842"/>
                </a:lnTo>
                <a:lnTo>
                  <a:pt x="128568" y="286812"/>
                </a:lnTo>
                <a:lnTo>
                  <a:pt x="148546" y="264732"/>
                </a:lnTo>
                <a:lnTo>
                  <a:pt x="161818" y="226116"/>
                </a:lnTo>
                <a:lnTo>
                  <a:pt x="166632" y="169477"/>
                </a:lnTo>
                <a:lnTo>
                  <a:pt x="161818" y="113010"/>
                </a:lnTo>
                <a:lnTo>
                  <a:pt x="148546" y="74375"/>
                </a:lnTo>
                <a:lnTo>
                  <a:pt x="128568" y="52199"/>
                </a:lnTo>
                <a:lnTo>
                  <a:pt x="103637" y="45112"/>
                </a:lnTo>
                <a:lnTo>
                  <a:pt x="175435" y="45112"/>
                </a:lnTo>
                <a:lnTo>
                  <a:pt x="195310" y="83570"/>
                </a:lnTo>
                <a:lnTo>
                  <a:pt x="206055" y="143872"/>
                </a:lnTo>
                <a:lnTo>
                  <a:pt x="313756" y="143872"/>
                </a:lnTo>
                <a:lnTo>
                  <a:pt x="313756" y="181670"/>
                </a:lnTo>
                <a:lnTo>
                  <a:pt x="206868" y="181670"/>
                </a:lnTo>
                <a:lnTo>
                  <a:pt x="197539" y="247840"/>
                </a:lnTo>
                <a:lnTo>
                  <a:pt x="176064" y="293842"/>
                </a:lnTo>
                <a:close/>
              </a:path>
              <a:path w="314325" h="347345">
                <a:moveTo>
                  <a:pt x="313756" y="347083"/>
                </a:moveTo>
                <a:lnTo>
                  <a:pt x="273521" y="347083"/>
                </a:lnTo>
                <a:lnTo>
                  <a:pt x="273521" y="181670"/>
                </a:lnTo>
                <a:lnTo>
                  <a:pt x="313756" y="181670"/>
                </a:lnTo>
                <a:lnTo>
                  <a:pt x="313756" y="3470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4993190" y="5235294"/>
            <a:ext cx="314325" cy="347345"/>
          </a:xfrm>
          <a:custGeom>
            <a:avLst/>
            <a:gdLst/>
            <a:ahLst/>
            <a:cxnLst/>
            <a:rect l="l" t="t" r="r" b="b"/>
            <a:pathLst>
              <a:path w="314325" h="347345">
                <a:moveTo>
                  <a:pt x="313756" y="347083"/>
                </a:moveTo>
                <a:lnTo>
                  <a:pt x="273927" y="347083"/>
                </a:lnTo>
                <a:lnTo>
                  <a:pt x="273927" y="250355"/>
                </a:lnTo>
                <a:lnTo>
                  <a:pt x="215403" y="250355"/>
                </a:lnTo>
                <a:lnTo>
                  <a:pt x="218247" y="212558"/>
                </a:lnTo>
                <a:lnTo>
                  <a:pt x="273927" y="212558"/>
                </a:lnTo>
                <a:lnTo>
                  <a:pt x="273927" y="124771"/>
                </a:lnTo>
                <a:lnTo>
                  <a:pt x="218247" y="124771"/>
                </a:lnTo>
                <a:lnTo>
                  <a:pt x="215403" y="86974"/>
                </a:lnTo>
                <a:lnTo>
                  <a:pt x="273927" y="86974"/>
                </a:lnTo>
                <a:lnTo>
                  <a:pt x="273927" y="0"/>
                </a:lnTo>
                <a:lnTo>
                  <a:pt x="313756" y="0"/>
                </a:lnTo>
                <a:lnTo>
                  <a:pt x="313756" y="347083"/>
                </a:lnTo>
                <a:close/>
              </a:path>
              <a:path w="314325" h="347345">
                <a:moveTo>
                  <a:pt x="102824" y="330826"/>
                </a:moveTo>
                <a:lnTo>
                  <a:pt x="40294" y="305752"/>
                </a:lnTo>
                <a:lnTo>
                  <a:pt x="18636" y="273852"/>
                </a:lnTo>
                <a:lnTo>
                  <a:pt x="4841" y="228551"/>
                </a:lnTo>
                <a:lnTo>
                  <a:pt x="0" y="169477"/>
                </a:lnTo>
                <a:lnTo>
                  <a:pt x="4841" y="110403"/>
                </a:lnTo>
                <a:lnTo>
                  <a:pt x="18636" y="65102"/>
                </a:lnTo>
                <a:lnTo>
                  <a:pt x="40294" y="33202"/>
                </a:lnTo>
                <a:lnTo>
                  <a:pt x="68720" y="14335"/>
                </a:lnTo>
                <a:lnTo>
                  <a:pt x="102824" y="8128"/>
                </a:lnTo>
                <a:lnTo>
                  <a:pt x="136729" y="14335"/>
                </a:lnTo>
                <a:lnTo>
                  <a:pt x="165036" y="33202"/>
                </a:lnTo>
                <a:lnTo>
                  <a:pt x="173098" y="45112"/>
                </a:lnTo>
                <a:lnTo>
                  <a:pt x="102824" y="45112"/>
                </a:lnTo>
                <a:lnTo>
                  <a:pt x="77721" y="52199"/>
                </a:lnTo>
                <a:lnTo>
                  <a:pt x="57762" y="74375"/>
                </a:lnTo>
                <a:lnTo>
                  <a:pt x="44585" y="113010"/>
                </a:lnTo>
                <a:lnTo>
                  <a:pt x="39829" y="169477"/>
                </a:lnTo>
                <a:lnTo>
                  <a:pt x="44585" y="226116"/>
                </a:lnTo>
                <a:lnTo>
                  <a:pt x="57762" y="264732"/>
                </a:lnTo>
                <a:lnTo>
                  <a:pt x="77721" y="286812"/>
                </a:lnTo>
                <a:lnTo>
                  <a:pt x="102824" y="293842"/>
                </a:lnTo>
                <a:lnTo>
                  <a:pt x="173098" y="293842"/>
                </a:lnTo>
                <a:lnTo>
                  <a:pt x="165036" y="305752"/>
                </a:lnTo>
                <a:lnTo>
                  <a:pt x="136729" y="324619"/>
                </a:lnTo>
                <a:lnTo>
                  <a:pt x="102824" y="330826"/>
                </a:lnTo>
                <a:close/>
              </a:path>
              <a:path w="314325" h="347345">
                <a:moveTo>
                  <a:pt x="173098" y="293842"/>
                </a:moveTo>
                <a:lnTo>
                  <a:pt x="102824" y="293842"/>
                </a:lnTo>
                <a:lnTo>
                  <a:pt x="127628" y="286812"/>
                </a:lnTo>
                <a:lnTo>
                  <a:pt x="147327" y="264732"/>
                </a:lnTo>
                <a:lnTo>
                  <a:pt x="160320" y="226116"/>
                </a:lnTo>
                <a:lnTo>
                  <a:pt x="165006" y="169477"/>
                </a:lnTo>
                <a:lnTo>
                  <a:pt x="160320" y="113010"/>
                </a:lnTo>
                <a:lnTo>
                  <a:pt x="147327" y="74375"/>
                </a:lnTo>
                <a:lnTo>
                  <a:pt x="127628" y="52199"/>
                </a:lnTo>
                <a:lnTo>
                  <a:pt x="102824" y="45112"/>
                </a:lnTo>
                <a:lnTo>
                  <a:pt x="173098" y="45112"/>
                </a:lnTo>
                <a:lnTo>
                  <a:pt x="186631" y="65102"/>
                </a:lnTo>
                <a:lnTo>
                  <a:pt x="200404" y="110403"/>
                </a:lnTo>
                <a:lnTo>
                  <a:pt x="205242" y="169477"/>
                </a:lnTo>
                <a:lnTo>
                  <a:pt x="200404" y="228551"/>
                </a:lnTo>
                <a:lnTo>
                  <a:pt x="186631" y="273852"/>
                </a:lnTo>
                <a:lnTo>
                  <a:pt x="173098" y="29384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5376445" y="5235294"/>
            <a:ext cx="309880" cy="347345"/>
          </a:xfrm>
          <a:custGeom>
            <a:avLst/>
            <a:gdLst/>
            <a:ahLst/>
            <a:cxnLst/>
            <a:rect l="l" t="t" r="r" b="b"/>
            <a:pathLst>
              <a:path w="309880" h="347345">
                <a:moveTo>
                  <a:pt x="309286" y="347083"/>
                </a:moveTo>
                <a:lnTo>
                  <a:pt x="268644" y="347083"/>
                </a:lnTo>
                <a:lnTo>
                  <a:pt x="268644" y="179638"/>
                </a:lnTo>
                <a:lnTo>
                  <a:pt x="201991" y="179638"/>
                </a:lnTo>
                <a:lnTo>
                  <a:pt x="201991" y="140621"/>
                </a:lnTo>
                <a:lnTo>
                  <a:pt x="268644" y="140621"/>
                </a:lnTo>
                <a:lnTo>
                  <a:pt x="268644" y="0"/>
                </a:lnTo>
                <a:lnTo>
                  <a:pt x="309286" y="0"/>
                </a:lnTo>
                <a:lnTo>
                  <a:pt x="309286" y="347083"/>
                </a:lnTo>
                <a:close/>
              </a:path>
              <a:path w="309880" h="347345">
                <a:moveTo>
                  <a:pt x="131680" y="326355"/>
                </a:moveTo>
                <a:lnTo>
                  <a:pt x="812" y="326355"/>
                </a:lnTo>
                <a:lnTo>
                  <a:pt x="812" y="149562"/>
                </a:lnTo>
                <a:lnTo>
                  <a:pt x="138589" y="149562"/>
                </a:lnTo>
                <a:lnTo>
                  <a:pt x="138589" y="49583"/>
                </a:lnTo>
                <a:lnTo>
                  <a:pt x="0" y="49583"/>
                </a:lnTo>
                <a:lnTo>
                  <a:pt x="0" y="12599"/>
                </a:lnTo>
                <a:lnTo>
                  <a:pt x="178418" y="12599"/>
                </a:lnTo>
                <a:lnTo>
                  <a:pt x="178418" y="186547"/>
                </a:lnTo>
                <a:lnTo>
                  <a:pt x="40642" y="186547"/>
                </a:lnTo>
                <a:lnTo>
                  <a:pt x="40642" y="289371"/>
                </a:lnTo>
                <a:lnTo>
                  <a:pt x="223531" y="289371"/>
                </a:lnTo>
                <a:lnTo>
                  <a:pt x="223531" y="309692"/>
                </a:lnTo>
                <a:lnTo>
                  <a:pt x="205007" y="316754"/>
                </a:lnTo>
                <a:lnTo>
                  <a:pt x="182330" y="321986"/>
                </a:lnTo>
                <a:lnTo>
                  <a:pt x="157291" y="325238"/>
                </a:lnTo>
                <a:lnTo>
                  <a:pt x="131680" y="326355"/>
                </a:lnTo>
                <a:close/>
              </a:path>
              <a:path w="309880" h="347345">
                <a:moveTo>
                  <a:pt x="223531" y="289371"/>
                </a:moveTo>
                <a:lnTo>
                  <a:pt x="133712" y="289371"/>
                </a:lnTo>
                <a:lnTo>
                  <a:pt x="158662" y="288203"/>
                </a:lnTo>
                <a:lnTo>
                  <a:pt x="183041" y="284900"/>
                </a:lnTo>
                <a:lnTo>
                  <a:pt x="205210" y="279769"/>
                </a:lnTo>
                <a:lnTo>
                  <a:pt x="223531" y="273114"/>
                </a:lnTo>
                <a:lnTo>
                  <a:pt x="223531" y="28937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9814583" y="5643879"/>
            <a:ext cx="40005" cy="41910"/>
          </a:xfrm>
          <a:custGeom>
            <a:avLst/>
            <a:gdLst/>
            <a:ahLst/>
            <a:cxnLst/>
            <a:rect l="l" t="t" r="r" b="b"/>
            <a:pathLst>
              <a:path w="40004" h="41910">
                <a:moveTo>
                  <a:pt x="0" y="0"/>
                </a:moveTo>
                <a:lnTo>
                  <a:pt x="39829" y="0"/>
                </a:lnTo>
                <a:lnTo>
                  <a:pt x="39829" y="41909"/>
                </a:lnTo>
                <a:lnTo>
                  <a:pt x="0" y="419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9814583" y="568579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297179" h="30479">
                <a:moveTo>
                  <a:pt x="0" y="0"/>
                </a:moveTo>
                <a:lnTo>
                  <a:pt x="296687" y="0"/>
                </a:lnTo>
                <a:lnTo>
                  <a:pt x="296687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9814583" y="5716270"/>
            <a:ext cx="40005" cy="43180"/>
          </a:xfrm>
          <a:custGeom>
            <a:avLst/>
            <a:gdLst/>
            <a:ahLst/>
            <a:cxnLst/>
            <a:rect l="l" t="t" r="r" b="b"/>
            <a:pathLst>
              <a:path w="40004" h="43179">
                <a:moveTo>
                  <a:pt x="0" y="0"/>
                </a:moveTo>
                <a:lnTo>
                  <a:pt x="39829" y="0"/>
                </a:lnTo>
                <a:lnTo>
                  <a:pt x="39829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9814583" y="5759450"/>
            <a:ext cx="297180" cy="31750"/>
          </a:xfrm>
          <a:custGeom>
            <a:avLst/>
            <a:gdLst/>
            <a:ahLst/>
            <a:cxnLst/>
            <a:rect l="l" t="t" r="r" b="b"/>
            <a:pathLst>
              <a:path w="297179" h="31750">
                <a:moveTo>
                  <a:pt x="0" y="0"/>
                </a:moveTo>
                <a:lnTo>
                  <a:pt x="296687" y="0"/>
                </a:lnTo>
                <a:lnTo>
                  <a:pt x="296687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0071847" y="5643763"/>
            <a:ext cx="40005" cy="41910"/>
          </a:xfrm>
          <a:custGeom>
            <a:avLst/>
            <a:gdLst/>
            <a:ahLst/>
            <a:cxnLst/>
            <a:rect l="l" t="t" r="r" b="b"/>
            <a:pathLst>
              <a:path w="40004" h="41910">
                <a:moveTo>
                  <a:pt x="39422" y="41861"/>
                </a:moveTo>
                <a:lnTo>
                  <a:pt x="0" y="41861"/>
                </a:lnTo>
                <a:lnTo>
                  <a:pt x="0" y="0"/>
                </a:lnTo>
                <a:lnTo>
                  <a:pt x="39422" y="0"/>
                </a:lnTo>
                <a:lnTo>
                  <a:pt x="39422" y="4186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0071847" y="5716512"/>
            <a:ext cx="40005" cy="43180"/>
          </a:xfrm>
          <a:custGeom>
            <a:avLst/>
            <a:gdLst/>
            <a:ahLst/>
            <a:cxnLst/>
            <a:rect l="l" t="t" r="r" b="b"/>
            <a:pathLst>
              <a:path w="40004" h="43179">
                <a:moveTo>
                  <a:pt x="39422" y="43080"/>
                </a:moveTo>
                <a:lnTo>
                  <a:pt x="0" y="43080"/>
                </a:lnTo>
                <a:lnTo>
                  <a:pt x="0" y="0"/>
                </a:lnTo>
                <a:lnTo>
                  <a:pt x="39422" y="0"/>
                </a:lnTo>
                <a:lnTo>
                  <a:pt x="39422" y="430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9789791" y="5825839"/>
            <a:ext cx="346710" cy="34290"/>
          </a:xfrm>
          <a:custGeom>
            <a:avLst/>
            <a:gdLst/>
            <a:ahLst/>
            <a:cxnLst/>
            <a:rect l="l" t="t" r="r" b="b"/>
            <a:pathLst>
              <a:path w="346709" h="34289">
                <a:moveTo>
                  <a:pt x="346676" y="34139"/>
                </a:moveTo>
                <a:lnTo>
                  <a:pt x="0" y="34139"/>
                </a:lnTo>
                <a:lnTo>
                  <a:pt x="0" y="0"/>
                </a:lnTo>
                <a:lnTo>
                  <a:pt x="346676" y="0"/>
                </a:lnTo>
                <a:lnTo>
                  <a:pt x="346676" y="341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9942605" y="5859979"/>
            <a:ext cx="40640" cy="54610"/>
          </a:xfrm>
          <a:custGeom>
            <a:avLst/>
            <a:gdLst/>
            <a:ahLst/>
            <a:cxnLst/>
            <a:rect l="l" t="t" r="r" b="b"/>
            <a:pathLst>
              <a:path w="40640" h="54610">
                <a:moveTo>
                  <a:pt x="40642" y="54053"/>
                </a:moveTo>
                <a:lnTo>
                  <a:pt x="0" y="54053"/>
                </a:lnTo>
                <a:lnTo>
                  <a:pt x="0" y="0"/>
                </a:lnTo>
                <a:lnTo>
                  <a:pt x="40642" y="0"/>
                </a:lnTo>
                <a:lnTo>
                  <a:pt x="40642" y="5405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9813769" y="5891529"/>
            <a:ext cx="41275" cy="59690"/>
          </a:xfrm>
          <a:custGeom>
            <a:avLst/>
            <a:gdLst/>
            <a:ahLst/>
            <a:cxnLst/>
            <a:rect l="l" t="t" r="r" b="b"/>
            <a:pathLst>
              <a:path w="41275" h="59689">
                <a:moveTo>
                  <a:pt x="0" y="0"/>
                </a:moveTo>
                <a:lnTo>
                  <a:pt x="41048" y="0"/>
                </a:lnTo>
                <a:lnTo>
                  <a:pt x="41048" y="59689"/>
                </a:lnTo>
                <a:lnTo>
                  <a:pt x="0" y="596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9813769" y="5951220"/>
            <a:ext cx="305435" cy="33020"/>
          </a:xfrm>
          <a:custGeom>
            <a:avLst/>
            <a:gdLst/>
            <a:ahLst/>
            <a:cxnLst/>
            <a:rect l="l" t="t" r="r" b="b"/>
            <a:pathLst>
              <a:path w="305434" h="33020">
                <a:moveTo>
                  <a:pt x="0" y="0"/>
                </a:moveTo>
                <a:lnTo>
                  <a:pt x="304815" y="0"/>
                </a:lnTo>
                <a:lnTo>
                  <a:pt x="304815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0187677" y="5641731"/>
            <a:ext cx="305435" cy="347345"/>
          </a:xfrm>
          <a:custGeom>
            <a:avLst/>
            <a:gdLst/>
            <a:ahLst/>
            <a:cxnLst/>
            <a:rect l="l" t="t" r="r" b="b"/>
            <a:pathLst>
              <a:path w="305434" h="347345">
                <a:moveTo>
                  <a:pt x="304815" y="347083"/>
                </a:moveTo>
                <a:lnTo>
                  <a:pt x="264579" y="347083"/>
                </a:lnTo>
                <a:lnTo>
                  <a:pt x="264579" y="0"/>
                </a:lnTo>
                <a:lnTo>
                  <a:pt x="304815" y="0"/>
                </a:lnTo>
                <a:lnTo>
                  <a:pt x="304815" y="347083"/>
                </a:lnTo>
                <a:close/>
              </a:path>
              <a:path w="305434" h="347345">
                <a:moveTo>
                  <a:pt x="141434" y="326355"/>
                </a:moveTo>
                <a:lnTo>
                  <a:pt x="812" y="326355"/>
                </a:lnTo>
                <a:lnTo>
                  <a:pt x="812" y="148343"/>
                </a:lnTo>
                <a:lnTo>
                  <a:pt x="156065" y="148343"/>
                </a:lnTo>
                <a:lnTo>
                  <a:pt x="156065" y="49583"/>
                </a:lnTo>
                <a:lnTo>
                  <a:pt x="0" y="49583"/>
                </a:lnTo>
                <a:lnTo>
                  <a:pt x="0" y="12599"/>
                </a:lnTo>
                <a:lnTo>
                  <a:pt x="196301" y="12599"/>
                </a:lnTo>
                <a:lnTo>
                  <a:pt x="196301" y="185327"/>
                </a:lnTo>
                <a:lnTo>
                  <a:pt x="41048" y="185327"/>
                </a:lnTo>
                <a:lnTo>
                  <a:pt x="41048" y="289371"/>
                </a:lnTo>
                <a:lnTo>
                  <a:pt x="232472" y="289371"/>
                </a:lnTo>
                <a:lnTo>
                  <a:pt x="232472" y="309692"/>
                </a:lnTo>
                <a:lnTo>
                  <a:pt x="214075" y="316754"/>
                </a:lnTo>
                <a:lnTo>
                  <a:pt x="191678" y="321986"/>
                </a:lnTo>
                <a:lnTo>
                  <a:pt x="166918" y="325238"/>
                </a:lnTo>
                <a:lnTo>
                  <a:pt x="141434" y="326355"/>
                </a:lnTo>
                <a:close/>
              </a:path>
              <a:path w="305434" h="347345">
                <a:moveTo>
                  <a:pt x="232472" y="289371"/>
                </a:moveTo>
                <a:lnTo>
                  <a:pt x="142653" y="289371"/>
                </a:lnTo>
                <a:lnTo>
                  <a:pt x="167604" y="288196"/>
                </a:lnTo>
                <a:lnTo>
                  <a:pt x="191983" y="284850"/>
                </a:lnTo>
                <a:lnTo>
                  <a:pt x="214152" y="279598"/>
                </a:lnTo>
                <a:lnTo>
                  <a:pt x="232472" y="272708"/>
                </a:lnTo>
                <a:lnTo>
                  <a:pt x="232472" y="28937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0664911" y="5641731"/>
            <a:ext cx="307975" cy="347345"/>
          </a:xfrm>
          <a:custGeom>
            <a:avLst/>
            <a:gdLst/>
            <a:ahLst/>
            <a:cxnLst/>
            <a:rect l="l" t="t" r="r" b="b"/>
            <a:pathLst>
              <a:path w="307975" h="347345">
                <a:moveTo>
                  <a:pt x="307660" y="347083"/>
                </a:moveTo>
                <a:lnTo>
                  <a:pt x="267424" y="347083"/>
                </a:lnTo>
                <a:lnTo>
                  <a:pt x="267424" y="0"/>
                </a:lnTo>
                <a:lnTo>
                  <a:pt x="307660" y="0"/>
                </a:lnTo>
                <a:lnTo>
                  <a:pt x="307660" y="347083"/>
                </a:lnTo>
                <a:close/>
              </a:path>
              <a:path w="307975" h="347345">
                <a:moveTo>
                  <a:pt x="0" y="325543"/>
                </a:moveTo>
                <a:lnTo>
                  <a:pt x="0" y="287339"/>
                </a:lnTo>
                <a:lnTo>
                  <a:pt x="44109" y="281181"/>
                </a:lnTo>
                <a:lnTo>
                  <a:pt x="81389" y="263676"/>
                </a:lnTo>
                <a:lnTo>
                  <a:pt x="111308" y="235673"/>
                </a:lnTo>
                <a:lnTo>
                  <a:pt x="133336" y="198017"/>
                </a:lnTo>
                <a:lnTo>
                  <a:pt x="146941" y="151555"/>
                </a:lnTo>
                <a:lnTo>
                  <a:pt x="151594" y="97134"/>
                </a:lnTo>
                <a:lnTo>
                  <a:pt x="151594" y="49583"/>
                </a:lnTo>
                <a:lnTo>
                  <a:pt x="0" y="49583"/>
                </a:lnTo>
                <a:lnTo>
                  <a:pt x="0" y="12599"/>
                </a:lnTo>
                <a:lnTo>
                  <a:pt x="192643" y="12599"/>
                </a:lnTo>
                <a:lnTo>
                  <a:pt x="192579" y="97134"/>
                </a:lnTo>
                <a:lnTo>
                  <a:pt x="188200" y="152784"/>
                </a:lnTo>
                <a:lnTo>
                  <a:pt x="175211" y="202550"/>
                </a:lnTo>
                <a:lnTo>
                  <a:pt x="154188" y="244894"/>
                </a:lnTo>
                <a:lnTo>
                  <a:pt x="125644" y="279090"/>
                </a:lnTo>
                <a:lnTo>
                  <a:pt x="90090" y="304413"/>
                </a:lnTo>
                <a:lnTo>
                  <a:pt x="48038" y="320139"/>
                </a:lnTo>
                <a:lnTo>
                  <a:pt x="0" y="32554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1027439" y="5641731"/>
            <a:ext cx="346710" cy="347980"/>
          </a:xfrm>
          <a:custGeom>
            <a:avLst/>
            <a:gdLst/>
            <a:ahLst/>
            <a:cxnLst/>
            <a:rect l="l" t="t" r="r" b="b"/>
            <a:pathLst>
              <a:path w="346709" h="347979">
                <a:moveTo>
                  <a:pt x="325949" y="122332"/>
                </a:moveTo>
                <a:lnTo>
                  <a:pt x="24791" y="122332"/>
                </a:lnTo>
                <a:lnTo>
                  <a:pt x="24791" y="0"/>
                </a:lnTo>
                <a:lnTo>
                  <a:pt x="65433" y="0"/>
                </a:lnTo>
                <a:lnTo>
                  <a:pt x="65433" y="89819"/>
                </a:lnTo>
                <a:lnTo>
                  <a:pt x="325949" y="89819"/>
                </a:lnTo>
                <a:lnTo>
                  <a:pt x="325949" y="122332"/>
                </a:lnTo>
                <a:close/>
              </a:path>
              <a:path w="346709" h="347979">
                <a:moveTo>
                  <a:pt x="346676" y="189392"/>
                </a:moveTo>
                <a:lnTo>
                  <a:pt x="0" y="189392"/>
                </a:lnTo>
                <a:lnTo>
                  <a:pt x="0" y="156878"/>
                </a:lnTo>
                <a:lnTo>
                  <a:pt x="346676" y="156878"/>
                </a:lnTo>
                <a:lnTo>
                  <a:pt x="346676" y="189392"/>
                </a:lnTo>
                <a:close/>
              </a:path>
              <a:path w="346709" h="347979">
                <a:moveTo>
                  <a:pt x="173135" y="347896"/>
                </a:moveTo>
                <a:lnTo>
                  <a:pt x="114343" y="344613"/>
                </a:lnTo>
                <a:lnTo>
                  <a:pt x="65840" y="333823"/>
                </a:lnTo>
                <a:lnTo>
                  <a:pt x="32881" y="314118"/>
                </a:lnTo>
                <a:lnTo>
                  <a:pt x="20727" y="284088"/>
                </a:lnTo>
                <a:lnTo>
                  <a:pt x="32881" y="254120"/>
                </a:lnTo>
                <a:lnTo>
                  <a:pt x="65840" y="234555"/>
                </a:lnTo>
                <a:lnTo>
                  <a:pt x="114343" y="223906"/>
                </a:lnTo>
                <a:lnTo>
                  <a:pt x="173135" y="220686"/>
                </a:lnTo>
                <a:lnTo>
                  <a:pt x="231926" y="223906"/>
                </a:lnTo>
                <a:lnTo>
                  <a:pt x="280430" y="234555"/>
                </a:lnTo>
                <a:lnTo>
                  <a:pt x="310468" y="252387"/>
                </a:lnTo>
                <a:lnTo>
                  <a:pt x="173135" y="252387"/>
                </a:lnTo>
                <a:lnTo>
                  <a:pt x="132264" y="254025"/>
                </a:lnTo>
                <a:lnTo>
                  <a:pt x="97032" y="259398"/>
                </a:lnTo>
                <a:lnTo>
                  <a:pt x="72317" y="269190"/>
                </a:lnTo>
                <a:lnTo>
                  <a:pt x="62995" y="284088"/>
                </a:lnTo>
                <a:lnTo>
                  <a:pt x="72317" y="299220"/>
                </a:lnTo>
                <a:lnTo>
                  <a:pt x="97032" y="309133"/>
                </a:lnTo>
                <a:lnTo>
                  <a:pt x="132264" y="314550"/>
                </a:lnTo>
                <a:lnTo>
                  <a:pt x="173135" y="316195"/>
                </a:lnTo>
                <a:lnTo>
                  <a:pt x="309915" y="316195"/>
                </a:lnTo>
                <a:lnTo>
                  <a:pt x="280430" y="333823"/>
                </a:lnTo>
                <a:lnTo>
                  <a:pt x="231926" y="344613"/>
                </a:lnTo>
                <a:lnTo>
                  <a:pt x="173135" y="347896"/>
                </a:lnTo>
                <a:close/>
              </a:path>
              <a:path w="346709" h="347979">
                <a:moveTo>
                  <a:pt x="309915" y="316195"/>
                </a:moveTo>
                <a:lnTo>
                  <a:pt x="173135" y="316195"/>
                </a:lnTo>
                <a:lnTo>
                  <a:pt x="214005" y="314550"/>
                </a:lnTo>
                <a:lnTo>
                  <a:pt x="249237" y="309133"/>
                </a:lnTo>
                <a:lnTo>
                  <a:pt x="273953" y="299220"/>
                </a:lnTo>
                <a:lnTo>
                  <a:pt x="283275" y="284088"/>
                </a:lnTo>
                <a:lnTo>
                  <a:pt x="273953" y="269190"/>
                </a:lnTo>
                <a:lnTo>
                  <a:pt x="249237" y="259398"/>
                </a:lnTo>
                <a:lnTo>
                  <a:pt x="214005" y="254025"/>
                </a:lnTo>
                <a:lnTo>
                  <a:pt x="173135" y="252387"/>
                </a:lnTo>
                <a:lnTo>
                  <a:pt x="310468" y="252387"/>
                </a:lnTo>
                <a:lnTo>
                  <a:pt x="313388" y="254120"/>
                </a:lnTo>
                <a:lnTo>
                  <a:pt x="325543" y="284088"/>
                </a:lnTo>
                <a:lnTo>
                  <a:pt x="313388" y="314118"/>
                </a:lnTo>
                <a:lnTo>
                  <a:pt x="309915" y="31619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1406223" y="5640511"/>
            <a:ext cx="346710" cy="344805"/>
          </a:xfrm>
          <a:custGeom>
            <a:avLst/>
            <a:gdLst/>
            <a:ahLst/>
            <a:cxnLst/>
            <a:rect l="l" t="t" r="r" b="b"/>
            <a:pathLst>
              <a:path w="346709" h="344804">
                <a:moveTo>
                  <a:pt x="173135" y="126396"/>
                </a:moveTo>
                <a:lnTo>
                  <a:pt x="114001" y="123005"/>
                </a:lnTo>
                <a:lnTo>
                  <a:pt x="65535" y="112070"/>
                </a:lnTo>
                <a:lnTo>
                  <a:pt x="32767" y="92448"/>
                </a:lnTo>
                <a:lnTo>
                  <a:pt x="20727" y="62995"/>
                </a:lnTo>
                <a:lnTo>
                  <a:pt x="32767" y="33777"/>
                </a:lnTo>
                <a:lnTo>
                  <a:pt x="65535" y="14275"/>
                </a:lnTo>
                <a:lnTo>
                  <a:pt x="114001" y="3384"/>
                </a:lnTo>
                <a:lnTo>
                  <a:pt x="173135" y="0"/>
                </a:lnTo>
                <a:lnTo>
                  <a:pt x="232269" y="3384"/>
                </a:lnTo>
                <a:lnTo>
                  <a:pt x="280735" y="14275"/>
                </a:lnTo>
                <a:lnTo>
                  <a:pt x="307965" y="30481"/>
                </a:lnTo>
                <a:lnTo>
                  <a:pt x="173135" y="30481"/>
                </a:lnTo>
                <a:lnTo>
                  <a:pt x="130251" y="32361"/>
                </a:lnTo>
                <a:lnTo>
                  <a:pt x="94950" y="38203"/>
                </a:lnTo>
                <a:lnTo>
                  <a:pt x="71002" y="48313"/>
                </a:lnTo>
                <a:lnTo>
                  <a:pt x="62182" y="62995"/>
                </a:lnTo>
                <a:lnTo>
                  <a:pt x="71002" y="77848"/>
                </a:lnTo>
                <a:lnTo>
                  <a:pt x="94950" y="87939"/>
                </a:lnTo>
                <a:lnTo>
                  <a:pt x="130251" y="93686"/>
                </a:lnTo>
                <a:lnTo>
                  <a:pt x="173135" y="95508"/>
                </a:lnTo>
                <a:lnTo>
                  <a:pt x="308391" y="95508"/>
                </a:lnTo>
                <a:lnTo>
                  <a:pt x="280735" y="112070"/>
                </a:lnTo>
                <a:lnTo>
                  <a:pt x="232269" y="123005"/>
                </a:lnTo>
                <a:lnTo>
                  <a:pt x="173135" y="126396"/>
                </a:lnTo>
                <a:close/>
              </a:path>
              <a:path w="346709" h="344804">
                <a:moveTo>
                  <a:pt x="308391" y="95508"/>
                </a:moveTo>
                <a:lnTo>
                  <a:pt x="173135" y="95508"/>
                </a:lnTo>
                <a:lnTo>
                  <a:pt x="216019" y="93686"/>
                </a:lnTo>
                <a:lnTo>
                  <a:pt x="251320" y="87939"/>
                </a:lnTo>
                <a:lnTo>
                  <a:pt x="275267" y="77848"/>
                </a:lnTo>
                <a:lnTo>
                  <a:pt x="284088" y="62995"/>
                </a:lnTo>
                <a:lnTo>
                  <a:pt x="275267" y="48313"/>
                </a:lnTo>
                <a:lnTo>
                  <a:pt x="251320" y="38203"/>
                </a:lnTo>
                <a:lnTo>
                  <a:pt x="216019" y="32361"/>
                </a:lnTo>
                <a:lnTo>
                  <a:pt x="173135" y="30481"/>
                </a:lnTo>
                <a:lnTo>
                  <a:pt x="307965" y="30481"/>
                </a:lnTo>
                <a:lnTo>
                  <a:pt x="313502" y="33777"/>
                </a:lnTo>
                <a:lnTo>
                  <a:pt x="325543" y="62995"/>
                </a:lnTo>
                <a:lnTo>
                  <a:pt x="313502" y="92448"/>
                </a:lnTo>
                <a:lnTo>
                  <a:pt x="308391" y="95508"/>
                </a:lnTo>
                <a:close/>
              </a:path>
              <a:path w="346709" h="344804">
                <a:moveTo>
                  <a:pt x="346676" y="179231"/>
                </a:moveTo>
                <a:lnTo>
                  <a:pt x="0" y="179231"/>
                </a:lnTo>
                <a:lnTo>
                  <a:pt x="0" y="147937"/>
                </a:lnTo>
                <a:lnTo>
                  <a:pt x="346676" y="147937"/>
                </a:lnTo>
                <a:lnTo>
                  <a:pt x="346676" y="179231"/>
                </a:lnTo>
                <a:close/>
              </a:path>
              <a:path w="346709" h="344804">
                <a:moveTo>
                  <a:pt x="328794" y="344238"/>
                </a:moveTo>
                <a:lnTo>
                  <a:pt x="23978" y="344238"/>
                </a:lnTo>
                <a:lnTo>
                  <a:pt x="23978" y="261328"/>
                </a:lnTo>
                <a:lnTo>
                  <a:pt x="283275" y="261328"/>
                </a:lnTo>
                <a:lnTo>
                  <a:pt x="283275" y="236943"/>
                </a:lnTo>
                <a:lnTo>
                  <a:pt x="23165" y="236943"/>
                </a:lnTo>
                <a:lnTo>
                  <a:pt x="23165" y="206868"/>
                </a:lnTo>
                <a:lnTo>
                  <a:pt x="322698" y="206868"/>
                </a:lnTo>
                <a:lnTo>
                  <a:pt x="322698" y="289778"/>
                </a:lnTo>
                <a:lnTo>
                  <a:pt x="63401" y="289778"/>
                </a:lnTo>
                <a:lnTo>
                  <a:pt x="63401" y="314163"/>
                </a:lnTo>
                <a:lnTo>
                  <a:pt x="328794" y="314163"/>
                </a:lnTo>
                <a:lnTo>
                  <a:pt x="328794" y="34423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1886179" y="5645795"/>
            <a:ext cx="346710" cy="344805"/>
          </a:xfrm>
          <a:custGeom>
            <a:avLst/>
            <a:gdLst/>
            <a:ahLst/>
            <a:cxnLst/>
            <a:rect l="l" t="t" r="r" b="b"/>
            <a:pathLst>
              <a:path w="346709" h="344804">
                <a:moveTo>
                  <a:pt x="325949" y="119894"/>
                </a:moveTo>
                <a:lnTo>
                  <a:pt x="24791" y="119894"/>
                </a:lnTo>
                <a:lnTo>
                  <a:pt x="24791" y="0"/>
                </a:lnTo>
                <a:lnTo>
                  <a:pt x="321885" y="0"/>
                </a:lnTo>
                <a:lnTo>
                  <a:pt x="321885" y="32513"/>
                </a:lnTo>
                <a:lnTo>
                  <a:pt x="65027" y="32513"/>
                </a:lnTo>
                <a:lnTo>
                  <a:pt x="65027" y="87380"/>
                </a:lnTo>
                <a:lnTo>
                  <a:pt x="325949" y="87380"/>
                </a:lnTo>
                <a:lnTo>
                  <a:pt x="325949" y="119894"/>
                </a:lnTo>
                <a:close/>
              </a:path>
              <a:path w="346709" h="344804">
                <a:moveTo>
                  <a:pt x="193049" y="155659"/>
                </a:moveTo>
                <a:lnTo>
                  <a:pt x="153220" y="155659"/>
                </a:lnTo>
                <a:lnTo>
                  <a:pt x="153220" y="119894"/>
                </a:lnTo>
                <a:lnTo>
                  <a:pt x="193049" y="119894"/>
                </a:lnTo>
                <a:lnTo>
                  <a:pt x="193049" y="155659"/>
                </a:lnTo>
                <a:close/>
              </a:path>
              <a:path w="346709" h="344804">
                <a:moveTo>
                  <a:pt x="346676" y="188172"/>
                </a:moveTo>
                <a:lnTo>
                  <a:pt x="0" y="188172"/>
                </a:lnTo>
                <a:lnTo>
                  <a:pt x="0" y="155659"/>
                </a:lnTo>
                <a:lnTo>
                  <a:pt x="346676" y="155659"/>
                </a:lnTo>
                <a:lnTo>
                  <a:pt x="346676" y="188172"/>
                </a:lnTo>
                <a:close/>
              </a:path>
              <a:path w="346709" h="344804">
                <a:moveTo>
                  <a:pt x="173135" y="344238"/>
                </a:moveTo>
                <a:lnTo>
                  <a:pt x="114280" y="340955"/>
                </a:lnTo>
                <a:lnTo>
                  <a:pt x="65636" y="330166"/>
                </a:lnTo>
                <a:lnTo>
                  <a:pt x="32539" y="310461"/>
                </a:lnTo>
                <a:lnTo>
                  <a:pt x="20321" y="280430"/>
                </a:lnTo>
                <a:lnTo>
                  <a:pt x="32539" y="250463"/>
                </a:lnTo>
                <a:lnTo>
                  <a:pt x="65636" y="230897"/>
                </a:lnTo>
                <a:lnTo>
                  <a:pt x="114280" y="220248"/>
                </a:lnTo>
                <a:lnTo>
                  <a:pt x="173135" y="217028"/>
                </a:lnTo>
                <a:lnTo>
                  <a:pt x="231990" y="220248"/>
                </a:lnTo>
                <a:lnTo>
                  <a:pt x="280633" y="230897"/>
                </a:lnTo>
                <a:lnTo>
                  <a:pt x="310798" y="248729"/>
                </a:lnTo>
                <a:lnTo>
                  <a:pt x="173135" y="248729"/>
                </a:lnTo>
                <a:lnTo>
                  <a:pt x="132029" y="250367"/>
                </a:lnTo>
                <a:lnTo>
                  <a:pt x="96677" y="255740"/>
                </a:lnTo>
                <a:lnTo>
                  <a:pt x="71917" y="265532"/>
                </a:lnTo>
                <a:lnTo>
                  <a:pt x="62588" y="280430"/>
                </a:lnTo>
                <a:lnTo>
                  <a:pt x="71917" y="295563"/>
                </a:lnTo>
                <a:lnTo>
                  <a:pt x="96677" y="305476"/>
                </a:lnTo>
                <a:lnTo>
                  <a:pt x="132029" y="310892"/>
                </a:lnTo>
                <a:lnTo>
                  <a:pt x="173135" y="312537"/>
                </a:lnTo>
                <a:lnTo>
                  <a:pt x="310243" y="312537"/>
                </a:lnTo>
                <a:lnTo>
                  <a:pt x="280633" y="330166"/>
                </a:lnTo>
                <a:lnTo>
                  <a:pt x="231990" y="340955"/>
                </a:lnTo>
                <a:lnTo>
                  <a:pt x="173135" y="344238"/>
                </a:lnTo>
                <a:close/>
              </a:path>
              <a:path w="346709" h="344804">
                <a:moveTo>
                  <a:pt x="310243" y="312537"/>
                </a:moveTo>
                <a:lnTo>
                  <a:pt x="173135" y="312537"/>
                </a:lnTo>
                <a:lnTo>
                  <a:pt x="214240" y="310892"/>
                </a:lnTo>
                <a:lnTo>
                  <a:pt x="249593" y="305476"/>
                </a:lnTo>
                <a:lnTo>
                  <a:pt x="274353" y="295563"/>
                </a:lnTo>
                <a:lnTo>
                  <a:pt x="283681" y="280430"/>
                </a:lnTo>
                <a:lnTo>
                  <a:pt x="274353" y="265532"/>
                </a:lnTo>
                <a:lnTo>
                  <a:pt x="249593" y="255740"/>
                </a:lnTo>
                <a:lnTo>
                  <a:pt x="214240" y="250367"/>
                </a:lnTo>
                <a:lnTo>
                  <a:pt x="173135" y="248729"/>
                </a:lnTo>
                <a:lnTo>
                  <a:pt x="310798" y="248729"/>
                </a:lnTo>
                <a:lnTo>
                  <a:pt x="313731" y="250463"/>
                </a:lnTo>
                <a:lnTo>
                  <a:pt x="325949" y="280430"/>
                </a:lnTo>
                <a:lnTo>
                  <a:pt x="313731" y="310461"/>
                </a:lnTo>
                <a:lnTo>
                  <a:pt x="310243" y="31253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2271059" y="5641731"/>
            <a:ext cx="318135" cy="347345"/>
          </a:xfrm>
          <a:custGeom>
            <a:avLst/>
            <a:gdLst/>
            <a:ahLst/>
            <a:cxnLst/>
            <a:rect l="l" t="t" r="r" b="b"/>
            <a:pathLst>
              <a:path w="318134" h="347345">
                <a:moveTo>
                  <a:pt x="317821" y="347083"/>
                </a:moveTo>
                <a:lnTo>
                  <a:pt x="277585" y="347083"/>
                </a:lnTo>
                <a:lnTo>
                  <a:pt x="277585" y="0"/>
                </a:lnTo>
                <a:lnTo>
                  <a:pt x="317821" y="0"/>
                </a:lnTo>
                <a:lnTo>
                  <a:pt x="317821" y="347083"/>
                </a:lnTo>
                <a:close/>
              </a:path>
              <a:path w="318134" h="347345">
                <a:moveTo>
                  <a:pt x="0" y="326355"/>
                </a:moveTo>
                <a:lnTo>
                  <a:pt x="0" y="285713"/>
                </a:lnTo>
                <a:lnTo>
                  <a:pt x="27849" y="274561"/>
                </a:lnTo>
                <a:lnTo>
                  <a:pt x="51754" y="251486"/>
                </a:lnTo>
                <a:lnTo>
                  <a:pt x="71598" y="217954"/>
                </a:lnTo>
                <a:lnTo>
                  <a:pt x="87270" y="175428"/>
                </a:lnTo>
                <a:lnTo>
                  <a:pt x="98654" y="125373"/>
                </a:lnTo>
                <a:lnTo>
                  <a:pt x="105638" y="69253"/>
                </a:lnTo>
                <a:lnTo>
                  <a:pt x="108107" y="8534"/>
                </a:lnTo>
                <a:lnTo>
                  <a:pt x="149156" y="10160"/>
                </a:lnTo>
                <a:lnTo>
                  <a:pt x="148083" y="49081"/>
                </a:lnTo>
                <a:lnTo>
                  <a:pt x="145447" y="85907"/>
                </a:lnTo>
                <a:lnTo>
                  <a:pt x="141212" y="120522"/>
                </a:lnTo>
                <a:lnTo>
                  <a:pt x="135338" y="152814"/>
                </a:lnTo>
                <a:lnTo>
                  <a:pt x="170391" y="199552"/>
                </a:lnTo>
                <a:lnTo>
                  <a:pt x="122739" y="199552"/>
                </a:lnTo>
                <a:lnTo>
                  <a:pt x="100474" y="251028"/>
                </a:lnTo>
                <a:lnTo>
                  <a:pt x="72342" y="290082"/>
                </a:lnTo>
                <a:lnTo>
                  <a:pt x="38724" y="315573"/>
                </a:lnTo>
                <a:lnTo>
                  <a:pt x="0" y="326355"/>
                </a:lnTo>
                <a:close/>
              </a:path>
              <a:path w="318134" h="347345">
                <a:moveTo>
                  <a:pt x="214996" y="325543"/>
                </a:moveTo>
                <a:lnTo>
                  <a:pt x="122739" y="199552"/>
                </a:lnTo>
                <a:lnTo>
                  <a:pt x="170391" y="199552"/>
                </a:lnTo>
                <a:lnTo>
                  <a:pt x="247510" y="302377"/>
                </a:lnTo>
                <a:lnTo>
                  <a:pt x="214996" y="32554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2648217" y="5641731"/>
            <a:ext cx="329565" cy="347345"/>
          </a:xfrm>
          <a:custGeom>
            <a:avLst/>
            <a:gdLst/>
            <a:ahLst/>
            <a:cxnLst/>
            <a:rect l="l" t="t" r="r" b="b"/>
            <a:pathLst>
              <a:path w="329565" h="347345">
                <a:moveTo>
                  <a:pt x="329200" y="347083"/>
                </a:moveTo>
                <a:lnTo>
                  <a:pt x="290997" y="347083"/>
                </a:lnTo>
                <a:lnTo>
                  <a:pt x="290997" y="0"/>
                </a:lnTo>
                <a:lnTo>
                  <a:pt x="329200" y="0"/>
                </a:lnTo>
                <a:lnTo>
                  <a:pt x="329200" y="347083"/>
                </a:lnTo>
                <a:close/>
              </a:path>
              <a:path w="329565" h="347345">
                <a:moveTo>
                  <a:pt x="245071" y="144685"/>
                </a:moveTo>
                <a:lnTo>
                  <a:pt x="207274" y="144685"/>
                </a:lnTo>
                <a:lnTo>
                  <a:pt x="207274" y="2032"/>
                </a:lnTo>
                <a:lnTo>
                  <a:pt x="245071" y="2032"/>
                </a:lnTo>
                <a:lnTo>
                  <a:pt x="245071" y="144685"/>
                </a:lnTo>
                <a:close/>
              </a:path>
              <a:path w="329565" h="347345">
                <a:moveTo>
                  <a:pt x="80877" y="330826"/>
                </a:moveTo>
                <a:lnTo>
                  <a:pt x="46122" y="321389"/>
                </a:lnTo>
                <a:lnTo>
                  <a:pt x="20778" y="292216"/>
                </a:lnTo>
                <a:lnTo>
                  <a:pt x="5264" y="242010"/>
                </a:lnTo>
                <a:lnTo>
                  <a:pt x="0" y="169477"/>
                </a:lnTo>
                <a:lnTo>
                  <a:pt x="5264" y="96944"/>
                </a:lnTo>
                <a:lnTo>
                  <a:pt x="20778" y="46738"/>
                </a:lnTo>
                <a:lnTo>
                  <a:pt x="46122" y="17564"/>
                </a:lnTo>
                <a:lnTo>
                  <a:pt x="80877" y="8128"/>
                </a:lnTo>
                <a:lnTo>
                  <a:pt x="113219" y="16148"/>
                </a:lnTo>
                <a:lnTo>
                  <a:pt x="137522" y="40896"/>
                </a:lnTo>
                <a:lnTo>
                  <a:pt x="138956" y="44706"/>
                </a:lnTo>
                <a:lnTo>
                  <a:pt x="80877" y="44706"/>
                </a:lnTo>
                <a:lnTo>
                  <a:pt x="62036" y="52199"/>
                </a:lnTo>
                <a:lnTo>
                  <a:pt x="48719" y="75086"/>
                </a:lnTo>
                <a:lnTo>
                  <a:pt x="40813" y="113975"/>
                </a:lnTo>
                <a:lnTo>
                  <a:pt x="38203" y="169477"/>
                </a:lnTo>
                <a:lnTo>
                  <a:pt x="40813" y="224979"/>
                </a:lnTo>
                <a:lnTo>
                  <a:pt x="48719" y="263868"/>
                </a:lnTo>
                <a:lnTo>
                  <a:pt x="62036" y="286755"/>
                </a:lnTo>
                <a:lnTo>
                  <a:pt x="80877" y="294248"/>
                </a:lnTo>
                <a:lnTo>
                  <a:pt x="139496" y="294248"/>
                </a:lnTo>
                <a:lnTo>
                  <a:pt x="139097" y="295417"/>
                </a:lnTo>
                <a:lnTo>
                  <a:pt x="114369" y="322171"/>
                </a:lnTo>
                <a:lnTo>
                  <a:pt x="80877" y="330826"/>
                </a:lnTo>
                <a:close/>
              </a:path>
              <a:path w="329565" h="347345">
                <a:moveTo>
                  <a:pt x="139496" y="294248"/>
                </a:moveTo>
                <a:lnTo>
                  <a:pt x="80877" y="294248"/>
                </a:lnTo>
                <a:lnTo>
                  <a:pt x="99655" y="286755"/>
                </a:lnTo>
                <a:lnTo>
                  <a:pt x="112832" y="263868"/>
                </a:lnTo>
                <a:lnTo>
                  <a:pt x="120599" y="224979"/>
                </a:lnTo>
                <a:lnTo>
                  <a:pt x="123145" y="169477"/>
                </a:lnTo>
                <a:lnTo>
                  <a:pt x="120599" y="113975"/>
                </a:lnTo>
                <a:lnTo>
                  <a:pt x="112832" y="75086"/>
                </a:lnTo>
                <a:lnTo>
                  <a:pt x="99655" y="52199"/>
                </a:lnTo>
                <a:lnTo>
                  <a:pt x="80877" y="44706"/>
                </a:lnTo>
                <a:lnTo>
                  <a:pt x="138956" y="44706"/>
                </a:lnTo>
                <a:lnTo>
                  <a:pt x="153519" y="83398"/>
                </a:lnTo>
                <a:lnTo>
                  <a:pt x="160942" y="144685"/>
                </a:lnTo>
                <a:lnTo>
                  <a:pt x="245071" y="144685"/>
                </a:lnTo>
                <a:lnTo>
                  <a:pt x="245071" y="182889"/>
                </a:lnTo>
                <a:lnTo>
                  <a:pt x="161349" y="182889"/>
                </a:lnTo>
                <a:lnTo>
                  <a:pt x="154833" y="249383"/>
                </a:lnTo>
                <a:lnTo>
                  <a:pt x="139496" y="294248"/>
                </a:lnTo>
                <a:close/>
              </a:path>
              <a:path w="329565" h="347345">
                <a:moveTo>
                  <a:pt x="245071" y="340987"/>
                </a:moveTo>
                <a:lnTo>
                  <a:pt x="207274" y="340987"/>
                </a:lnTo>
                <a:lnTo>
                  <a:pt x="207274" y="182889"/>
                </a:lnTo>
                <a:lnTo>
                  <a:pt x="245071" y="182889"/>
                </a:lnTo>
                <a:lnTo>
                  <a:pt x="245071" y="34098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3123834" y="5639292"/>
            <a:ext cx="346710" cy="358140"/>
          </a:xfrm>
          <a:custGeom>
            <a:avLst/>
            <a:gdLst/>
            <a:ahLst/>
            <a:cxnLst/>
            <a:rect l="l" t="t" r="r" b="b"/>
            <a:pathLst>
              <a:path w="346709" h="358139">
                <a:moveTo>
                  <a:pt x="8128" y="186547"/>
                </a:moveTo>
                <a:lnTo>
                  <a:pt x="8128" y="148343"/>
                </a:lnTo>
                <a:lnTo>
                  <a:pt x="52096" y="140953"/>
                </a:lnTo>
                <a:lnTo>
                  <a:pt x="92611" y="119946"/>
                </a:lnTo>
                <a:lnTo>
                  <a:pt x="127196" y="87799"/>
                </a:lnTo>
                <a:lnTo>
                  <a:pt x="153373" y="46992"/>
                </a:lnTo>
                <a:lnTo>
                  <a:pt x="168664" y="0"/>
                </a:lnTo>
                <a:lnTo>
                  <a:pt x="210119" y="6502"/>
                </a:lnTo>
                <a:lnTo>
                  <a:pt x="206474" y="23096"/>
                </a:lnTo>
                <a:lnTo>
                  <a:pt x="201686" y="39270"/>
                </a:lnTo>
                <a:lnTo>
                  <a:pt x="195831" y="54911"/>
                </a:lnTo>
                <a:lnTo>
                  <a:pt x="188985" y="69904"/>
                </a:lnTo>
                <a:lnTo>
                  <a:pt x="244675" y="100792"/>
                </a:lnTo>
                <a:lnTo>
                  <a:pt x="169477" y="100792"/>
                </a:lnTo>
                <a:lnTo>
                  <a:pt x="136893" y="136252"/>
                </a:lnTo>
                <a:lnTo>
                  <a:pt x="98099" y="163177"/>
                </a:lnTo>
                <a:lnTo>
                  <a:pt x="54657" y="180349"/>
                </a:lnTo>
                <a:lnTo>
                  <a:pt x="8128" y="186547"/>
                </a:lnTo>
                <a:close/>
              </a:path>
              <a:path w="346709" h="358139">
                <a:moveTo>
                  <a:pt x="319040" y="186140"/>
                </a:moveTo>
                <a:lnTo>
                  <a:pt x="169477" y="100792"/>
                </a:lnTo>
                <a:lnTo>
                  <a:pt x="244675" y="100792"/>
                </a:lnTo>
                <a:lnTo>
                  <a:pt x="337735" y="152407"/>
                </a:lnTo>
                <a:lnTo>
                  <a:pt x="319040" y="186140"/>
                </a:lnTo>
                <a:close/>
              </a:path>
              <a:path w="346709" h="358139">
                <a:moveTo>
                  <a:pt x="346676" y="260515"/>
                </a:moveTo>
                <a:lnTo>
                  <a:pt x="0" y="260515"/>
                </a:lnTo>
                <a:lnTo>
                  <a:pt x="0" y="223125"/>
                </a:lnTo>
                <a:lnTo>
                  <a:pt x="346676" y="223125"/>
                </a:lnTo>
                <a:lnTo>
                  <a:pt x="346676" y="260515"/>
                </a:lnTo>
                <a:close/>
              </a:path>
              <a:path w="346709" h="358139">
                <a:moveTo>
                  <a:pt x="193456" y="357650"/>
                </a:moveTo>
                <a:lnTo>
                  <a:pt x="152407" y="357650"/>
                </a:lnTo>
                <a:lnTo>
                  <a:pt x="152407" y="260515"/>
                </a:lnTo>
                <a:lnTo>
                  <a:pt x="193456" y="260515"/>
                </a:lnTo>
                <a:lnTo>
                  <a:pt x="193456" y="35765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3496521" y="5636853"/>
            <a:ext cx="344170" cy="352425"/>
          </a:xfrm>
          <a:custGeom>
            <a:avLst/>
            <a:gdLst/>
            <a:ahLst/>
            <a:cxnLst/>
            <a:rect l="l" t="t" r="r" b="b"/>
            <a:pathLst>
              <a:path w="344169" h="352425">
                <a:moveTo>
                  <a:pt x="113797" y="35358"/>
                </a:moveTo>
                <a:lnTo>
                  <a:pt x="73562" y="35358"/>
                </a:lnTo>
                <a:lnTo>
                  <a:pt x="73562" y="0"/>
                </a:lnTo>
                <a:lnTo>
                  <a:pt x="113797" y="0"/>
                </a:lnTo>
                <a:lnTo>
                  <a:pt x="113797" y="35358"/>
                </a:lnTo>
                <a:close/>
              </a:path>
              <a:path w="344169" h="352425">
                <a:moveTo>
                  <a:pt x="184515" y="66246"/>
                </a:moveTo>
                <a:lnTo>
                  <a:pt x="0" y="66246"/>
                </a:lnTo>
                <a:lnTo>
                  <a:pt x="0" y="35358"/>
                </a:lnTo>
                <a:lnTo>
                  <a:pt x="184515" y="35358"/>
                </a:lnTo>
                <a:lnTo>
                  <a:pt x="184515" y="66246"/>
                </a:lnTo>
                <a:close/>
              </a:path>
              <a:path w="344169" h="352425">
                <a:moveTo>
                  <a:pt x="339767" y="86161"/>
                </a:moveTo>
                <a:lnTo>
                  <a:pt x="302377" y="86161"/>
                </a:lnTo>
                <a:lnTo>
                  <a:pt x="302377" y="4877"/>
                </a:lnTo>
                <a:lnTo>
                  <a:pt x="339767" y="4877"/>
                </a:lnTo>
                <a:lnTo>
                  <a:pt x="339767" y="86161"/>
                </a:lnTo>
                <a:close/>
              </a:path>
              <a:path w="344169" h="352425">
                <a:moveTo>
                  <a:pt x="247103" y="207681"/>
                </a:moveTo>
                <a:lnTo>
                  <a:pt x="209713" y="207681"/>
                </a:lnTo>
                <a:lnTo>
                  <a:pt x="209713" y="6909"/>
                </a:lnTo>
                <a:lnTo>
                  <a:pt x="247103" y="6909"/>
                </a:lnTo>
                <a:lnTo>
                  <a:pt x="247103" y="86161"/>
                </a:lnTo>
                <a:lnTo>
                  <a:pt x="339767" y="86161"/>
                </a:lnTo>
                <a:lnTo>
                  <a:pt x="339767" y="122332"/>
                </a:lnTo>
                <a:lnTo>
                  <a:pt x="247103" y="122332"/>
                </a:lnTo>
                <a:lnTo>
                  <a:pt x="247103" y="207681"/>
                </a:lnTo>
                <a:close/>
              </a:path>
              <a:path w="344169" h="352425">
                <a:moveTo>
                  <a:pt x="339767" y="219873"/>
                </a:moveTo>
                <a:lnTo>
                  <a:pt x="302377" y="219873"/>
                </a:lnTo>
                <a:lnTo>
                  <a:pt x="302377" y="122332"/>
                </a:lnTo>
                <a:lnTo>
                  <a:pt x="339767" y="122332"/>
                </a:lnTo>
                <a:lnTo>
                  <a:pt x="339767" y="219873"/>
                </a:lnTo>
                <a:close/>
              </a:path>
              <a:path w="344169" h="352425">
                <a:moveTo>
                  <a:pt x="94289" y="212558"/>
                </a:moveTo>
                <a:lnTo>
                  <a:pt x="62150" y="208195"/>
                </a:lnTo>
                <a:lnTo>
                  <a:pt x="36222" y="195640"/>
                </a:lnTo>
                <a:lnTo>
                  <a:pt x="18904" y="175694"/>
                </a:lnTo>
                <a:lnTo>
                  <a:pt x="12599" y="149156"/>
                </a:lnTo>
                <a:lnTo>
                  <a:pt x="18904" y="122618"/>
                </a:lnTo>
                <a:lnTo>
                  <a:pt x="36222" y="102672"/>
                </a:lnTo>
                <a:lnTo>
                  <a:pt x="62150" y="90117"/>
                </a:lnTo>
                <a:lnTo>
                  <a:pt x="94289" y="85754"/>
                </a:lnTo>
                <a:lnTo>
                  <a:pt x="126428" y="90117"/>
                </a:lnTo>
                <a:lnTo>
                  <a:pt x="152357" y="102672"/>
                </a:lnTo>
                <a:lnTo>
                  <a:pt x="163074" y="115017"/>
                </a:lnTo>
                <a:lnTo>
                  <a:pt x="94289" y="115017"/>
                </a:lnTo>
                <a:lnTo>
                  <a:pt x="75518" y="117665"/>
                </a:lnTo>
                <a:lnTo>
                  <a:pt x="61166" y="124923"/>
                </a:lnTo>
                <a:lnTo>
                  <a:pt x="51996" y="135763"/>
                </a:lnTo>
                <a:lnTo>
                  <a:pt x="48770" y="149156"/>
                </a:lnTo>
                <a:lnTo>
                  <a:pt x="51996" y="162549"/>
                </a:lnTo>
                <a:lnTo>
                  <a:pt x="61166" y="173389"/>
                </a:lnTo>
                <a:lnTo>
                  <a:pt x="75518" y="180647"/>
                </a:lnTo>
                <a:lnTo>
                  <a:pt x="94289" y="183295"/>
                </a:lnTo>
                <a:lnTo>
                  <a:pt x="163074" y="183295"/>
                </a:lnTo>
                <a:lnTo>
                  <a:pt x="152357" y="195640"/>
                </a:lnTo>
                <a:lnTo>
                  <a:pt x="126428" y="208195"/>
                </a:lnTo>
                <a:lnTo>
                  <a:pt x="94289" y="212558"/>
                </a:lnTo>
                <a:close/>
              </a:path>
              <a:path w="344169" h="352425">
                <a:moveTo>
                  <a:pt x="163074" y="183295"/>
                </a:moveTo>
                <a:lnTo>
                  <a:pt x="94289" y="183295"/>
                </a:lnTo>
                <a:lnTo>
                  <a:pt x="113061" y="180647"/>
                </a:lnTo>
                <a:lnTo>
                  <a:pt x="127412" y="173389"/>
                </a:lnTo>
                <a:lnTo>
                  <a:pt x="136582" y="162549"/>
                </a:lnTo>
                <a:lnTo>
                  <a:pt x="139808" y="149156"/>
                </a:lnTo>
                <a:lnTo>
                  <a:pt x="136582" y="135763"/>
                </a:lnTo>
                <a:lnTo>
                  <a:pt x="127412" y="124923"/>
                </a:lnTo>
                <a:lnTo>
                  <a:pt x="113061" y="117665"/>
                </a:lnTo>
                <a:lnTo>
                  <a:pt x="94289" y="115017"/>
                </a:lnTo>
                <a:lnTo>
                  <a:pt x="163074" y="115017"/>
                </a:lnTo>
                <a:lnTo>
                  <a:pt x="169674" y="122618"/>
                </a:lnTo>
                <a:lnTo>
                  <a:pt x="175980" y="149156"/>
                </a:lnTo>
                <a:lnTo>
                  <a:pt x="169674" y="175694"/>
                </a:lnTo>
                <a:lnTo>
                  <a:pt x="163074" y="183295"/>
                </a:lnTo>
                <a:close/>
              </a:path>
              <a:path w="344169" h="352425">
                <a:moveTo>
                  <a:pt x="188985" y="351960"/>
                </a:moveTo>
                <a:lnTo>
                  <a:pt x="128613" y="348639"/>
                </a:lnTo>
                <a:lnTo>
                  <a:pt x="79404" y="337888"/>
                </a:lnTo>
                <a:lnTo>
                  <a:pt x="46274" y="318525"/>
                </a:lnTo>
                <a:lnTo>
                  <a:pt x="34139" y="289371"/>
                </a:lnTo>
                <a:lnTo>
                  <a:pt x="46274" y="260045"/>
                </a:lnTo>
                <a:lnTo>
                  <a:pt x="79404" y="240702"/>
                </a:lnTo>
                <a:lnTo>
                  <a:pt x="128613" y="230046"/>
                </a:lnTo>
                <a:lnTo>
                  <a:pt x="188985" y="226782"/>
                </a:lnTo>
                <a:lnTo>
                  <a:pt x="249358" y="230046"/>
                </a:lnTo>
                <a:lnTo>
                  <a:pt x="298566" y="240702"/>
                </a:lnTo>
                <a:lnTo>
                  <a:pt x="328324" y="258077"/>
                </a:lnTo>
                <a:lnTo>
                  <a:pt x="188985" y="258077"/>
                </a:lnTo>
                <a:lnTo>
                  <a:pt x="145505" y="259937"/>
                </a:lnTo>
                <a:lnTo>
                  <a:pt x="109682" y="265646"/>
                </a:lnTo>
                <a:lnTo>
                  <a:pt x="85367" y="275394"/>
                </a:lnTo>
                <a:lnTo>
                  <a:pt x="76407" y="289371"/>
                </a:lnTo>
                <a:lnTo>
                  <a:pt x="85367" y="303348"/>
                </a:lnTo>
                <a:lnTo>
                  <a:pt x="109682" y="313096"/>
                </a:lnTo>
                <a:lnTo>
                  <a:pt x="145505" y="318805"/>
                </a:lnTo>
                <a:lnTo>
                  <a:pt x="188985" y="320666"/>
                </a:lnTo>
                <a:lnTo>
                  <a:pt x="328034" y="320666"/>
                </a:lnTo>
                <a:lnTo>
                  <a:pt x="298566" y="337888"/>
                </a:lnTo>
                <a:lnTo>
                  <a:pt x="249358" y="348639"/>
                </a:lnTo>
                <a:lnTo>
                  <a:pt x="188985" y="351960"/>
                </a:lnTo>
                <a:close/>
              </a:path>
              <a:path w="344169" h="352425">
                <a:moveTo>
                  <a:pt x="328034" y="320666"/>
                </a:moveTo>
                <a:lnTo>
                  <a:pt x="188985" y="320666"/>
                </a:lnTo>
                <a:lnTo>
                  <a:pt x="232466" y="318805"/>
                </a:lnTo>
                <a:lnTo>
                  <a:pt x="268288" y="313096"/>
                </a:lnTo>
                <a:lnTo>
                  <a:pt x="292603" y="303348"/>
                </a:lnTo>
                <a:lnTo>
                  <a:pt x="301564" y="289371"/>
                </a:lnTo>
                <a:lnTo>
                  <a:pt x="292603" y="275394"/>
                </a:lnTo>
                <a:lnTo>
                  <a:pt x="268288" y="265646"/>
                </a:lnTo>
                <a:lnTo>
                  <a:pt x="232466" y="259937"/>
                </a:lnTo>
                <a:lnTo>
                  <a:pt x="188985" y="258077"/>
                </a:lnTo>
                <a:lnTo>
                  <a:pt x="328324" y="258077"/>
                </a:lnTo>
                <a:lnTo>
                  <a:pt x="331696" y="260045"/>
                </a:lnTo>
                <a:lnTo>
                  <a:pt x="343832" y="289371"/>
                </a:lnTo>
                <a:lnTo>
                  <a:pt x="331696" y="318525"/>
                </a:lnTo>
                <a:lnTo>
                  <a:pt x="328034" y="32066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3889124" y="5640918"/>
            <a:ext cx="355600" cy="347980"/>
          </a:xfrm>
          <a:custGeom>
            <a:avLst/>
            <a:gdLst/>
            <a:ahLst/>
            <a:cxnLst/>
            <a:rect l="l" t="t" r="r" b="b"/>
            <a:pathLst>
              <a:path w="355600" h="347979">
                <a:moveTo>
                  <a:pt x="132899" y="55679"/>
                </a:moveTo>
                <a:lnTo>
                  <a:pt x="91851" y="55679"/>
                </a:lnTo>
                <a:lnTo>
                  <a:pt x="91851" y="0"/>
                </a:lnTo>
                <a:lnTo>
                  <a:pt x="132899" y="0"/>
                </a:lnTo>
                <a:lnTo>
                  <a:pt x="132899" y="55679"/>
                </a:lnTo>
                <a:close/>
              </a:path>
              <a:path w="355600" h="347979">
                <a:moveTo>
                  <a:pt x="225157" y="91444"/>
                </a:moveTo>
                <a:lnTo>
                  <a:pt x="0" y="91444"/>
                </a:lnTo>
                <a:lnTo>
                  <a:pt x="0" y="55679"/>
                </a:lnTo>
                <a:lnTo>
                  <a:pt x="225157" y="55679"/>
                </a:lnTo>
                <a:lnTo>
                  <a:pt x="225157" y="91444"/>
                </a:lnTo>
                <a:close/>
              </a:path>
              <a:path w="355600" h="347979">
                <a:moveTo>
                  <a:pt x="306441" y="347896"/>
                </a:moveTo>
                <a:lnTo>
                  <a:pt x="266205" y="347896"/>
                </a:lnTo>
                <a:lnTo>
                  <a:pt x="266205" y="812"/>
                </a:lnTo>
                <a:lnTo>
                  <a:pt x="306441" y="812"/>
                </a:lnTo>
                <a:lnTo>
                  <a:pt x="306441" y="141434"/>
                </a:lnTo>
                <a:lnTo>
                  <a:pt x="355211" y="141434"/>
                </a:lnTo>
                <a:lnTo>
                  <a:pt x="355211" y="180044"/>
                </a:lnTo>
                <a:lnTo>
                  <a:pt x="306441" y="180044"/>
                </a:lnTo>
                <a:lnTo>
                  <a:pt x="306441" y="347896"/>
                </a:lnTo>
                <a:close/>
              </a:path>
              <a:path w="355600" h="347979">
                <a:moveTo>
                  <a:pt x="112578" y="331232"/>
                </a:moveTo>
                <a:lnTo>
                  <a:pt x="73632" y="323631"/>
                </a:lnTo>
                <a:lnTo>
                  <a:pt x="43029" y="302123"/>
                </a:lnTo>
                <a:lnTo>
                  <a:pt x="23019" y="268650"/>
                </a:lnTo>
                <a:lnTo>
                  <a:pt x="15850" y="225157"/>
                </a:lnTo>
                <a:lnTo>
                  <a:pt x="23019" y="181663"/>
                </a:lnTo>
                <a:lnTo>
                  <a:pt x="43029" y="148191"/>
                </a:lnTo>
                <a:lnTo>
                  <a:pt x="73632" y="126682"/>
                </a:lnTo>
                <a:lnTo>
                  <a:pt x="112578" y="119081"/>
                </a:lnTo>
                <a:lnTo>
                  <a:pt x="151461" y="126682"/>
                </a:lnTo>
                <a:lnTo>
                  <a:pt x="181924" y="148191"/>
                </a:lnTo>
                <a:lnTo>
                  <a:pt x="185392" y="154033"/>
                </a:lnTo>
                <a:lnTo>
                  <a:pt x="112578" y="154033"/>
                </a:lnTo>
                <a:lnTo>
                  <a:pt x="89844" y="158916"/>
                </a:lnTo>
                <a:lnTo>
                  <a:pt x="71530" y="172982"/>
                </a:lnTo>
                <a:lnTo>
                  <a:pt x="59312" y="195355"/>
                </a:lnTo>
                <a:lnTo>
                  <a:pt x="54866" y="225157"/>
                </a:lnTo>
                <a:lnTo>
                  <a:pt x="59312" y="254959"/>
                </a:lnTo>
                <a:lnTo>
                  <a:pt x="71530" y="277331"/>
                </a:lnTo>
                <a:lnTo>
                  <a:pt x="89844" y="291397"/>
                </a:lnTo>
                <a:lnTo>
                  <a:pt x="112578" y="296280"/>
                </a:lnTo>
                <a:lnTo>
                  <a:pt x="185392" y="296280"/>
                </a:lnTo>
                <a:lnTo>
                  <a:pt x="181924" y="302123"/>
                </a:lnTo>
                <a:lnTo>
                  <a:pt x="151461" y="323631"/>
                </a:lnTo>
                <a:lnTo>
                  <a:pt x="112578" y="331232"/>
                </a:lnTo>
                <a:close/>
              </a:path>
              <a:path w="355600" h="347979">
                <a:moveTo>
                  <a:pt x="185392" y="296280"/>
                </a:moveTo>
                <a:lnTo>
                  <a:pt x="112578" y="296280"/>
                </a:lnTo>
                <a:lnTo>
                  <a:pt x="135077" y="291397"/>
                </a:lnTo>
                <a:lnTo>
                  <a:pt x="153271" y="277331"/>
                </a:lnTo>
                <a:lnTo>
                  <a:pt x="165445" y="254959"/>
                </a:lnTo>
                <a:lnTo>
                  <a:pt x="169883" y="225157"/>
                </a:lnTo>
                <a:lnTo>
                  <a:pt x="165445" y="195355"/>
                </a:lnTo>
                <a:lnTo>
                  <a:pt x="153271" y="172982"/>
                </a:lnTo>
                <a:lnTo>
                  <a:pt x="135077" y="158916"/>
                </a:lnTo>
                <a:lnTo>
                  <a:pt x="112578" y="154033"/>
                </a:lnTo>
                <a:lnTo>
                  <a:pt x="185392" y="154033"/>
                </a:lnTo>
                <a:lnTo>
                  <a:pt x="201794" y="181663"/>
                </a:lnTo>
                <a:lnTo>
                  <a:pt x="208900" y="225157"/>
                </a:lnTo>
                <a:lnTo>
                  <a:pt x="201794" y="268650"/>
                </a:lnTo>
                <a:lnTo>
                  <a:pt x="185392" y="296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4284977" y="5641340"/>
            <a:ext cx="40640" cy="99060"/>
          </a:xfrm>
          <a:custGeom>
            <a:avLst/>
            <a:gdLst/>
            <a:ahLst/>
            <a:cxnLst/>
            <a:rect l="l" t="t" r="r" b="b"/>
            <a:pathLst>
              <a:path w="40640" h="99060">
                <a:moveTo>
                  <a:pt x="0" y="0"/>
                </a:moveTo>
                <a:lnTo>
                  <a:pt x="40642" y="0"/>
                </a:lnTo>
                <a:lnTo>
                  <a:pt x="40642" y="99060"/>
                </a:ln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4284977" y="5740400"/>
            <a:ext cx="300355" cy="35560"/>
          </a:xfrm>
          <a:custGeom>
            <a:avLst/>
            <a:gdLst/>
            <a:ahLst/>
            <a:cxnLst/>
            <a:rect l="l" t="t" r="r" b="b"/>
            <a:pathLst>
              <a:path w="300355" h="35560">
                <a:moveTo>
                  <a:pt x="0" y="0"/>
                </a:moveTo>
                <a:lnTo>
                  <a:pt x="300344" y="0"/>
                </a:lnTo>
                <a:lnTo>
                  <a:pt x="300344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4260186" y="5814459"/>
            <a:ext cx="346710" cy="36195"/>
          </a:xfrm>
          <a:custGeom>
            <a:avLst/>
            <a:gdLst/>
            <a:ahLst/>
            <a:cxnLst/>
            <a:rect l="l" t="t" r="r" b="b"/>
            <a:pathLst>
              <a:path w="346709" h="36195">
                <a:moveTo>
                  <a:pt x="346676" y="35765"/>
                </a:moveTo>
                <a:lnTo>
                  <a:pt x="0" y="35765"/>
                </a:lnTo>
                <a:lnTo>
                  <a:pt x="0" y="0"/>
                </a:lnTo>
                <a:lnTo>
                  <a:pt x="346676" y="0"/>
                </a:lnTo>
                <a:lnTo>
                  <a:pt x="346676" y="3576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4284165" y="5881370"/>
            <a:ext cx="41275" cy="67310"/>
          </a:xfrm>
          <a:custGeom>
            <a:avLst/>
            <a:gdLst/>
            <a:ahLst/>
            <a:cxnLst/>
            <a:rect l="l" t="t" r="r" b="b"/>
            <a:pathLst>
              <a:path w="41275" h="67310">
                <a:moveTo>
                  <a:pt x="0" y="0"/>
                </a:moveTo>
                <a:lnTo>
                  <a:pt x="41048" y="0"/>
                </a:lnTo>
                <a:lnTo>
                  <a:pt x="41048" y="67309"/>
                </a:lnTo>
                <a:lnTo>
                  <a:pt x="0" y="673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4284165" y="5948679"/>
            <a:ext cx="305435" cy="35560"/>
          </a:xfrm>
          <a:custGeom>
            <a:avLst/>
            <a:gdLst/>
            <a:ahLst/>
            <a:cxnLst/>
            <a:rect l="l" t="t" r="r" b="b"/>
            <a:pathLst>
              <a:path w="305434" h="35560">
                <a:moveTo>
                  <a:pt x="0" y="0"/>
                </a:moveTo>
                <a:lnTo>
                  <a:pt x="304815" y="0"/>
                </a:lnTo>
                <a:lnTo>
                  <a:pt x="304815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4752341" y="5641731"/>
            <a:ext cx="351155" cy="347345"/>
          </a:xfrm>
          <a:custGeom>
            <a:avLst/>
            <a:gdLst/>
            <a:ahLst/>
            <a:cxnLst/>
            <a:rect l="l" t="t" r="r" b="b"/>
            <a:pathLst>
              <a:path w="351155" h="347345">
                <a:moveTo>
                  <a:pt x="301970" y="197926"/>
                </a:moveTo>
                <a:lnTo>
                  <a:pt x="261735" y="197926"/>
                </a:lnTo>
                <a:lnTo>
                  <a:pt x="261735" y="0"/>
                </a:lnTo>
                <a:lnTo>
                  <a:pt x="301970" y="0"/>
                </a:lnTo>
                <a:lnTo>
                  <a:pt x="301970" y="73155"/>
                </a:lnTo>
                <a:lnTo>
                  <a:pt x="350741" y="73155"/>
                </a:lnTo>
                <a:lnTo>
                  <a:pt x="350741" y="111765"/>
                </a:lnTo>
                <a:lnTo>
                  <a:pt x="301970" y="111765"/>
                </a:lnTo>
                <a:lnTo>
                  <a:pt x="301970" y="197926"/>
                </a:lnTo>
                <a:close/>
              </a:path>
              <a:path w="351155" h="347345">
                <a:moveTo>
                  <a:pt x="202803" y="177605"/>
                </a:moveTo>
                <a:lnTo>
                  <a:pt x="0" y="177605"/>
                </a:lnTo>
                <a:lnTo>
                  <a:pt x="0" y="6096"/>
                </a:lnTo>
                <a:lnTo>
                  <a:pt x="39422" y="6096"/>
                </a:lnTo>
                <a:lnTo>
                  <a:pt x="39422" y="56086"/>
                </a:lnTo>
                <a:lnTo>
                  <a:pt x="202803" y="56086"/>
                </a:lnTo>
                <a:lnTo>
                  <a:pt x="202803" y="89006"/>
                </a:lnTo>
                <a:lnTo>
                  <a:pt x="39422" y="89006"/>
                </a:lnTo>
                <a:lnTo>
                  <a:pt x="39422" y="144279"/>
                </a:lnTo>
                <a:lnTo>
                  <a:pt x="202803" y="144279"/>
                </a:lnTo>
                <a:lnTo>
                  <a:pt x="202803" y="177605"/>
                </a:lnTo>
                <a:close/>
              </a:path>
              <a:path w="351155" h="347345">
                <a:moveTo>
                  <a:pt x="202803" y="56086"/>
                </a:moveTo>
                <a:lnTo>
                  <a:pt x="163381" y="56086"/>
                </a:lnTo>
                <a:lnTo>
                  <a:pt x="163381" y="6096"/>
                </a:lnTo>
                <a:lnTo>
                  <a:pt x="202803" y="6096"/>
                </a:lnTo>
                <a:lnTo>
                  <a:pt x="202803" y="56086"/>
                </a:lnTo>
                <a:close/>
              </a:path>
              <a:path w="351155" h="347345">
                <a:moveTo>
                  <a:pt x="202803" y="144279"/>
                </a:moveTo>
                <a:lnTo>
                  <a:pt x="163381" y="144279"/>
                </a:lnTo>
                <a:lnTo>
                  <a:pt x="163381" y="89006"/>
                </a:lnTo>
                <a:lnTo>
                  <a:pt x="202803" y="89006"/>
                </a:lnTo>
                <a:lnTo>
                  <a:pt x="202803" y="144279"/>
                </a:lnTo>
                <a:close/>
              </a:path>
              <a:path w="351155" h="347345">
                <a:moveTo>
                  <a:pt x="158504" y="347083"/>
                </a:moveTo>
                <a:lnTo>
                  <a:pt x="100284" y="343317"/>
                </a:lnTo>
                <a:lnTo>
                  <a:pt x="53037" y="331283"/>
                </a:lnTo>
                <a:lnTo>
                  <a:pt x="21337" y="309876"/>
                </a:lnTo>
                <a:lnTo>
                  <a:pt x="9754" y="277991"/>
                </a:lnTo>
                <a:lnTo>
                  <a:pt x="21337" y="246106"/>
                </a:lnTo>
                <a:lnTo>
                  <a:pt x="53037" y="224699"/>
                </a:lnTo>
                <a:lnTo>
                  <a:pt x="100284" y="212666"/>
                </a:lnTo>
                <a:lnTo>
                  <a:pt x="158504" y="208900"/>
                </a:lnTo>
                <a:lnTo>
                  <a:pt x="216895" y="212666"/>
                </a:lnTo>
                <a:lnTo>
                  <a:pt x="264122" y="224699"/>
                </a:lnTo>
                <a:lnTo>
                  <a:pt x="289399" y="241820"/>
                </a:lnTo>
                <a:lnTo>
                  <a:pt x="158504" y="241820"/>
                </a:lnTo>
                <a:lnTo>
                  <a:pt x="117068" y="243985"/>
                </a:lnTo>
                <a:lnTo>
                  <a:pt x="83367" y="250609"/>
                </a:lnTo>
                <a:lnTo>
                  <a:pt x="60715" y="261881"/>
                </a:lnTo>
                <a:lnTo>
                  <a:pt x="52428" y="277991"/>
                </a:lnTo>
                <a:lnTo>
                  <a:pt x="60715" y="294274"/>
                </a:lnTo>
                <a:lnTo>
                  <a:pt x="83367" y="305526"/>
                </a:lnTo>
                <a:lnTo>
                  <a:pt x="117068" y="312054"/>
                </a:lnTo>
                <a:lnTo>
                  <a:pt x="158504" y="314163"/>
                </a:lnTo>
                <a:lnTo>
                  <a:pt x="289399" y="314163"/>
                </a:lnTo>
                <a:lnTo>
                  <a:pt x="264122" y="331283"/>
                </a:lnTo>
                <a:lnTo>
                  <a:pt x="216895" y="343317"/>
                </a:lnTo>
                <a:lnTo>
                  <a:pt x="158504" y="347083"/>
                </a:lnTo>
                <a:close/>
              </a:path>
              <a:path w="351155" h="347345">
                <a:moveTo>
                  <a:pt x="289399" y="314163"/>
                </a:moveTo>
                <a:lnTo>
                  <a:pt x="158504" y="314163"/>
                </a:lnTo>
                <a:lnTo>
                  <a:pt x="200111" y="312054"/>
                </a:lnTo>
                <a:lnTo>
                  <a:pt x="233793" y="305526"/>
                </a:lnTo>
                <a:lnTo>
                  <a:pt x="256349" y="294274"/>
                </a:lnTo>
                <a:lnTo>
                  <a:pt x="264579" y="277991"/>
                </a:lnTo>
                <a:lnTo>
                  <a:pt x="256349" y="261881"/>
                </a:lnTo>
                <a:lnTo>
                  <a:pt x="233793" y="250609"/>
                </a:lnTo>
                <a:lnTo>
                  <a:pt x="200111" y="243985"/>
                </a:lnTo>
                <a:lnTo>
                  <a:pt x="158504" y="241820"/>
                </a:lnTo>
                <a:lnTo>
                  <a:pt x="289399" y="241820"/>
                </a:lnTo>
                <a:lnTo>
                  <a:pt x="295728" y="246106"/>
                </a:lnTo>
                <a:lnTo>
                  <a:pt x="307254" y="277991"/>
                </a:lnTo>
                <a:lnTo>
                  <a:pt x="295728" y="309876"/>
                </a:lnTo>
                <a:lnTo>
                  <a:pt x="289399" y="31416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5124216" y="5641731"/>
            <a:ext cx="318770" cy="347345"/>
          </a:xfrm>
          <a:custGeom>
            <a:avLst/>
            <a:gdLst/>
            <a:ahLst/>
            <a:cxnLst/>
            <a:rect l="l" t="t" r="r" b="b"/>
            <a:pathLst>
              <a:path w="318769" h="347345">
                <a:moveTo>
                  <a:pt x="318633" y="207274"/>
                </a:moveTo>
                <a:lnTo>
                  <a:pt x="278398" y="207274"/>
                </a:lnTo>
                <a:lnTo>
                  <a:pt x="278398" y="0"/>
                </a:lnTo>
                <a:lnTo>
                  <a:pt x="318633" y="0"/>
                </a:lnTo>
                <a:lnTo>
                  <a:pt x="318633" y="207274"/>
                </a:lnTo>
                <a:close/>
              </a:path>
              <a:path w="318769" h="347345">
                <a:moveTo>
                  <a:pt x="0" y="197114"/>
                </a:moveTo>
                <a:lnTo>
                  <a:pt x="0" y="159723"/>
                </a:lnTo>
                <a:lnTo>
                  <a:pt x="44490" y="141218"/>
                </a:lnTo>
                <a:lnTo>
                  <a:pt x="78236" y="106177"/>
                </a:lnTo>
                <a:lnTo>
                  <a:pt x="99789" y="58791"/>
                </a:lnTo>
                <a:lnTo>
                  <a:pt x="107701" y="3251"/>
                </a:lnTo>
                <a:lnTo>
                  <a:pt x="147937" y="5689"/>
                </a:lnTo>
                <a:lnTo>
                  <a:pt x="146959" y="26842"/>
                </a:lnTo>
                <a:lnTo>
                  <a:pt x="144076" y="47500"/>
                </a:lnTo>
                <a:lnTo>
                  <a:pt x="139364" y="67472"/>
                </a:lnTo>
                <a:lnTo>
                  <a:pt x="132899" y="86567"/>
                </a:lnTo>
                <a:lnTo>
                  <a:pt x="179767" y="119081"/>
                </a:lnTo>
                <a:lnTo>
                  <a:pt x="116642" y="119081"/>
                </a:lnTo>
                <a:lnTo>
                  <a:pt x="94473" y="148019"/>
                </a:lnTo>
                <a:lnTo>
                  <a:pt x="67313" y="171357"/>
                </a:lnTo>
                <a:lnTo>
                  <a:pt x="35657" y="188064"/>
                </a:lnTo>
                <a:lnTo>
                  <a:pt x="0" y="197114"/>
                </a:lnTo>
                <a:close/>
              </a:path>
              <a:path w="318769" h="347345">
                <a:moveTo>
                  <a:pt x="220280" y="192237"/>
                </a:moveTo>
                <a:lnTo>
                  <a:pt x="116642" y="119081"/>
                </a:lnTo>
                <a:lnTo>
                  <a:pt x="179767" y="119081"/>
                </a:lnTo>
                <a:lnTo>
                  <a:pt x="243039" y="162974"/>
                </a:lnTo>
                <a:lnTo>
                  <a:pt x="220280" y="192237"/>
                </a:lnTo>
                <a:close/>
              </a:path>
              <a:path w="318769" h="347345">
                <a:moveTo>
                  <a:pt x="318633" y="347083"/>
                </a:moveTo>
                <a:lnTo>
                  <a:pt x="277991" y="347083"/>
                </a:lnTo>
                <a:lnTo>
                  <a:pt x="277991" y="261328"/>
                </a:lnTo>
                <a:lnTo>
                  <a:pt x="21133" y="261328"/>
                </a:lnTo>
                <a:lnTo>
                  <a:pt x="21133" y="226376"/>
                </a:lnTo>
                <a:lnTo>
                  <a:pt x="318633" y="226376"/>
                </a:lnTo>
                <a:lnTo>
                  <a:pt x="318633" y="3470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2351254" y="6489539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5" y="276221"/>
                </a:moveTo>
                <a:lnTo>
                  <a:pt x="547995" y="226571"/>
                </a:lnTo>
                <a:lnTo>
                  <a:pt x="535164" y="179839"/>
                </a:lnTo>
                <a:lnTo>
                  <a:pt x="514732" y="136808"/>
                </a:lnTo>
                <a:lnTo>
                  <a:pt x="487480" y="98256"/>
                </a:lnTo>
                <a:lnTo>
                  <a:pt x="454188" y="64964"/>
                </a:lnTo>
                <a:lnTo>
                  <a:pt x="415636" y="37712"/>
                </a:lnTo>
                <a:lnTo>
                  <a:pt x="372604" y="17280"/>
                </a:lnTo>
                <a:lnTo>
                  <a:pt x="325873" y="4449"/>
                </a:lnTo>
                <a:lnTo>
                  <a:pt x="276233" y="0"/>
                </a:lnTo>
                <a:lnTo>
                  <a:pt x="226572" y="4449"/>
                </a:lnTo>
                <a:lnTo>
                  <a:pt x="179840" y="17280"/>
                </a:lnTo>
                <a:lnTo>
                  <a:pt x="136809" y="37712"/>
                </a:lnTo>
                <a:lnTo>
                  <a:pt x="98257" y="64964"/>
                </a:lnTo>
                <a:lnTo>
                  <a:pt x="64965" y="98256"/>
                </a:lnTo>
                <a:lnTo>
                  <a:pt x="37713" y="136808"/>
                </a:lnTo>
                <a:lnTo>
                  <a:pt x="17281" y="179839"/>
                </a:lnTo>
                <a:lnTo>
                  <a:pt x="4450" y="226571"/>
                </a:lnTo>
                <a:lnTo>
                  <a:pt x="0" y="276221"/>
                </a:lnTo>
                <a:lnTo>
                  <a:pt x="4450" y="325872"/>
                </a:lnTo>
                <a:lnTo>
                  <a:pt x="17281" y="372603"/>
                </a:lnTo>
                <a:lnTo>
                  <a:pt x="37713" y="415635"/>
                </a:lnTo>
                <a:lnTo>
                  <a:pt x="64965" y="454187"/>
                </a:lnTo>
                <a:lnTo>
                  <a:pt x="98257" y="487479"/>
                </a:lnTo>
                <a:lnTo>
                  <a:pt x="136809" y="514731"/>
                </a:lnTo>
                <a:lnTo>
                  <a:pt x="137781" y="515193"/>
                </a:lnTo>
                <a:lnTo>
                  <a:pt x="137781" y="275047"/>
                </a:lnTo>
                <a:lnTo>
                  <a:pt x="139843" y="263802"/>
                </a:lnTo>
                <a:lnTo>
                  <a:pt x="146311" y="253972"/>
                </a:lnTo>
                <a:lnTo>
                  <a:pt x="156140" y="247504"/>
                </a:lnTo>
                <a:lnTo>
                  <a:pt x="167384" y="245441"/>
                </a:lnTo>
                <a:lnTo>
                  <a:pt x="178682" y="247766"/>
                </a:lnTo>
                <a:lnTo>
                  <a:pt x="188676" y="254459"/>
                </a:lnTo>
                <a:lnTo>
                  <a:pt x="245957" y="311751"/>
                </a:lnTo>
                <a:lnTo>
                  <a:pt x="245957" y="170130"/>
                </a:lnTo>
                <a:lnTo>
                  <a:pt x="248284" y="158336"/>
                </a:lnTo>
                <a:lnTo>
                  <a:pt x="254630" y="148705"/>
                </a:lnTo>
                <a:lnTo>
                  <a:pt x="264040" y="142213"/>
                </a:lnTo>
                <a:lnTo>
                  <a:pt x="275562" y="139832"/>
                </a:lnTo>
                <a:lnTo>
                  <a:pt x="287083" y="142213"/>
                </a:lnTo>
                <a:lnTo>
                  <a:pt x="296494" y="148705"/>
                </a:lnTo>
                <a:lnTo>
                  <a:pt x="302839" y="158336"/>
                </a:lnTo>
                <a:lnTo>
                  <a:pt x="305166" y="170130"/>
                </a:lnTo>
                <a:lnTo>
                  <a:pt x="305166" y="313084"/>
                </a:lnTo>
                <a:lnTo>
                  <a:pt x="363780" y="254459"/>
                </a:lnTo>
                <a:lnTo>
                  <a:pt x="373769" y="247766"/>
                </a:lnTo>
                <a:lnTo>
                  <a:pt x="385068" y="245441"/>
                </a:lnTo>
                <a:lnTo>
                  <a:pt x="396314" y="247504"/>
                </a:lnTo>
                <a:lnTo>
                  <a:pt x="406145" y="253972"/>
                </a:lnTo>
                <a:lnTo>
                  <a:pt x="412603" y="263808"/>
                </a:lnTo>
                <a:lnTo>
                  <a:pt x="414665" y="275056"/>
                </a:lnTo>
                <a:lnTo>
                  <a:pt x="414665" y="515192"/>
                </a:lnTo>
                <a:lnTo>
                  <a:pt x="415636" y="514731"/>
                </a:lnTo>
                <a:lnTo>
                  <a:pt x="454188" y="487479"/>
                </a:lnTo>
                <a:lnTo>
                  <a:pt x="487480" y="454187"/>
                </a:lnTo>
                <a:lnTo>
                  <a:pt x="514732" y="415635"/>
                </a:lnTo>
                <a:lnTo>
                  <a:pt x="535164" y="372603"/>
                </a:lnTo>
                <a:lnTo>
                  <a:pt x="547995" y="325872"/>
                </a:lnTo>
                <a:lnTo>
                  <a:pt x="552445" y="276221"/>
                </a:lnTo>
                <a:close/>
              </a:path>
              <a:path w="552450" h="552450">
                <a:moveTo>
                  <a:pt x="414665" y="515192"/>
                </a:moveTo>
                <a:lnTo>
                  <a:pt x="414665" y="275056"/>
                </a:lnTo>
                <a:lnTo>
                  <a:pt x="412343" y="286349"/>
                </a:lnTo>
                <a:lnTo>
                  <a:pt x="405646" y="296326"/>
                </a:lnTo>
                <a:lnTo>
                  <a:pt x="292232" y="409772"/>
                </a:lnTo>
                <a:lnTo>
                  <a:pt x="284162" y="412751"/>
                </a:lnTo>
                <a:lnTo>
                  <a:pt x="276233" y="412600"/>
                </a:lnTo>
                <a:lnTo>
                  <a:pt x="268282" y="412751"/>
                </a:lnTo>
                <a:lnTo>
                  <a:pt x="260223" y="409762"/>
                </a:lnTo>
                <a:lnTo>
                  <a:pt x="146798" y="296326"/>
                </a:lnTo>
                <a:lnTo>
                  <a:pt x="140105" y="286343"/>
                </a:lnTo>
                <a:lnTo>
                  <a:pt x="137781" y="275047"/>
                </a:lnTo>
                <a:lnTo>
                  <a:pt x="137781" y="515193"/>
                </a:lnTo>
                <a:lnTo>
                  <a:pt x="179840" y="535163"/>
                </a:lnTo>
                <a:lnTo>
                  <a:pt x="226572" y="547994"/>
                </a:lnTo>
                <a:lnTo>
                  <a:pt x="276233" y="552443"/>
                </a:lnTo>
                <a:lnTo>
                  <a:pt x="325873" y="547994"/>
                </a:lnTo>
                <a:lnTo>
                  <a:pt x="372604" y="535163"/>
                </a:lnTo>
                <a:lnTo>
                  <a:pt x="414665" y="515192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9354588" y="7514992"/>
            <a:ext cx="346710" cy="343535"/>
          </a:xfrm>
          <a:custGeom>
            <a:avLst/>
            <a:gdLst/>
            <a:ahLst/>
            <a:cxnLst/>
            <a:rect l="l" t="t" r="r" b="b"/>
            <a:pathLst>
              <a:path w="346709" h="343534">
                <a:moveTo>
                  <a:pt x="321072" y="117862"/>
                </a:moveTo>
                <a:lnTo>
                  <a:pt x="280836" y="117862"/>
                </a:lnTo>
                <a:lnTo>
                  <a:pt x="280836" y="34139"/>
                </a:lnTo>
                <a:lnTo>
                  <a:pt x="23165" y="34139"/>
                </a:lnTo>
                <a:lnTo>
                  <a:pt x="23165" y="0"/>
                </a:lnTo>
                <a:lnTo>
                  <a:pt x="321072" y="0"/>
                </a:lnTo>
                <a:lnTo>
                  <a:pt x="321072" y="117862"/>
                </a:lnTo>
                <a:close/>
              </a:path>
              <a:path w="346709" h="343534">
                <a:moveTo>
                  <a:pt x="170696" y="142247"/>
                </a:moveTo>
                <a:lnTo>
                  <a:pt x="130054" y="142247"/>
                </a:lnTo>
                <a:lnTo>
                  <a:pt x="130054" y="74375"/>
                </a:lnTo>
                <a:lnTo>
                  <a:pt x="170696" y="74375"/>
                </a:lnTo>
                <a:lnTo>
                  <a:pt x="170696" y="142247"/>
                </a:lnTo>
                <a:close/>
              </a:path>
              <a:path w="346709" h="343534">
                <a:moveTo>
                  <a:pt x="346676" y="175573"/>
                </a:moveTo>
                <a:lnTo>
                  <a:pt x="0" y="175573"/>
                </a:lnTo>
                <a:lnTo>
                  <a:pt x="0" y="142247"/>
                </a:lnTo>
                <a:lnTo>
                  <a:pt x="346676" y="142247"/>
                </a:lnTo>
                <a:lnTo>
                  <a:pt x="346676" y="175573"/>
                </a:lnTo>
                <a:close/>
              </a:path>
              <a:path w="346709" h="343534">
                <a:moveTo>
                  <a:pt x="173135" y="343425"/>
                </a:moveTo>
                <a:lnTo>
                  <a:pt x="114343" y="339678"/>
                </a:lnTo>
                <a:lnTo>
                  <a:pt x="65840" y="327778"/>
                </a:lnTo>
                <a:lnTo>
                  <a:pt x="32881" y="306733"/>
                </a:lnTo>
                <a:lnTo>
                  <a:pt x="20727" y="275553"/>
                </a:lnTo>
                <a:lnTo>
                  <a:pt x="32881" y="243922"/>
                </a:lnTo>
                <a:lnTo>
                  <a:pt x="65840" y="223074"/>
                </a:lnTo>
                <a:lnTo>
                  <a:pt x="114343" y="211599"/>
                </a:lnTo>
                <a:lnTo>
                  <a:pt x="173135" y="208087"/>
                </a:lnTo>
                <a:lnTo>
                  <a:pt x="231926" y="211827"/>
                </a:lnTo>
                <a:lnTo>
                  <a:pt x="280430" y="223683"/>
                </a:lnTo>
                <a:lnTo>
                  <a:pt x="306436" y="240194"/>
                </a:lnTo>
                <a:lnTo>
                  <a:pt x="173135" y="240194"/>
                </a:lnTo>
                <a:lnTo>
                  <a:pt x="132264" y="242118"/>
                </a:lnTo>
                <a:lnTo>
                  <a:pt x="97032" y="248272"/>
                </a:lnTo>
                <a:lnTo>
                  <a:pt x="72317" y="259226"/>
                </a:lnTo>
                <a:lnTo>
                  <a:pt x="62995" y="275553"/>
                </a:lnTo>
                <a:lnTo>
                  <a:pt x="72317" y="291600"/>
                </a:lnTo>
                <a:lnTo>
                  <a:pt x="97032" y="302732"/>
                </a:lnTo>
                <a:lnTo>
                  <a:pt x="132264" y="309216"/>
                </a:lnTo>
                <a:lnTo>
                  <a:pt x="173135" y="311318"/>
                </a:lnTo>
                <a:lnTo>
                  <a:pt x="306208" y="311318"/>
                </a:lnTo>
                <a:lnTo>
                  <a:pt x="280430" y="327778"/>
                </a:lnTo>
                <a:lnTo>
                  <a:pt x="231926" y="339678"/>
                </a:lnTo>
                <a:lnTo>
                  <a:pt x="173135" y="343425"/>
                </a:lnTo>
                <a:close/>
              </a:path>
              <a:path w="346709" h="343534">
                <a:moveTo>
                  <a:pt x="306208" y="311318"/>
                </a:moveTo>
                <a:lnTo>
                  <a:pt x="173135" y="311318"/>
                </a:lnTo>
                <a:lnTo>
                  <a:pt x="214005" y="309216"/>
                </a:lnTo>
                <a:lnTo>
                  <a:pt x="249237" y="302732"/>
                </a:lnTo>
                <a:lnTo>
                  <a:pt x="273953" y="291600"/>
                </a:lnTo>
                <a:lnTo>
                  <a:pt x="283275" y="275553"/>
                </a:lnTo>
                <a:lnTo>
                  <a:pt x="273953" y="259741"/>
                </a:lnTo>
                <a:lnTo>
                  <a:pt x="249237" y="248729"/>
                </a:lnTo>
                <a:lnTo>
                  <a:pt x="214005" y="242290"/>
                </a:lnTo>
                <a:lnTo>
                  <a:pt x="173135" y="240194"/>
                </a:lnTo>
                <a:lnTo>
                  <a:pt x="306436" y="240194"/>
                </a:lnTo>
                <a:lnTo>
                  <a:pt x="313388" y="244608"/>
                </a:lnTo>
                <a:lnTo>
                  <a:pt x="325543" y="275553"/>
                </a:lnTo>
                <a:lnTo>
                  <a:pt x="313388" y="306733"/>
                </a:lnTo>
                <a:lnTo>
                  <a:pt x="306208" y="3113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0017054" y="7510927"/>
            <a:ext cx="40640" cy="347345"/>
          </a:xfrm>
          <a:custGeom>
            <a:avLst/>
            <a:gdLst/>
            <a:ahLst/>
            <a:cxnLst/>
            <a:rect l="l" t="t" r="r" b="b"/>
            <a:pathLst>
              <a:path w="40640" h="347345">
                <a:moveTo>
                  <a:pt x="40235" y="347083"/>
                </a:moveTo>
                <a:lnTo>
                  <a:pt x="0" y="347083"/>
                </a:lnTo>
                <a:lnTo>
                  <a:pt x="0" y="0"/>
                </a:lnTo>
                <a:lnTo>
                  <a:pt x="40235" y="0"/>
                </a:lnTo>
                <a:lnTo>
                  <a:pt x="40235" y="3470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9753287" y="7520940"/>
            <a:ext cx="40005" cy="119380"/>
          </a:xfrm>
          <a:custGeom>
            <a:avLst/>
            <a:gdLst/>
            <a:ahLst/>
            <a:cxnLst/>
            <a:rect l="l" t="t" r="r" b="b"/>
            <a:pathLst>
              <a:path w="40004" h="119379">
                <a:moveTo>
                  <a:pt x="0" y="0"/>
                </a:moveTo>
                <a:lnTo>
                  <a:pt x="39829" y="0"/>
                </a:lnTo>
                <a:lnTo>
                  <a:pt x="39829" y="119379"/>
                </a:lnTo>
                <a:lnTo>
                  <a:pt x="0" y="1193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9753287" y="7640319"/>
            <a:ext cx="196850" cy="36830"/>
          </a:xfrm>
          <a:custGeom>
            <a:avLst/>
            <a:gdLst/>
            <a:ahLst/>
            <a:cxnLst/>
            <a:rect l="l" t="t" r="r" b="b"/>
            <a:pathLst>
              <a:path w="196850" h="36829">
                <a:moveTo>
                  <a:pt x="0" y="0"/>
                </a:moveTo>
                <a:lnTo>
                  <a:pt x="196707" y="0"/>
                </a:lnTo>
                <a:lnTo>
                  <a:pt x="196707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9753287" y="7677150"/>
            <a:ext cx="40005" cy="123189"/>
          </a:xfrm>
          <a:custGeom>
            <a:avLst/>
            <a:gdLst/>
            <a:ahLst/>
            <a:cxnLst/>
            <a:rect l="l" t="t" r="r" b="b"/>
            <a:pathLst>
              <a:path w="40004" h="123190">
                <a:moveTo>
                  <a:pt x="0" y="0"/>
                </a:moveTo>
                <a:lnTo>
                  <a:pt x="39829" y="0"/>
                </a:lnTo>
                <a:lnTo>
                  <a:pt x="39829" y="123189"/>
                </a:lnTo>
                <a:lnTo>
                  <a:pt x="0" y="1231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9753287" y="7800340"/>
            <a:ext cx="196850" cy="36830"/>
          </a:xfrm>
          <a:custGeom>
            <a:avLst/>
            <a:gdLst/>
            <a:ahLst/>
            <a:cxnLst/>
            <a:rect l="l" t="t" r="r" b="b"/>
            <a:pathLst>
              <a:path w="196850" h="36829">
                <a:moveTo>
                  <a:pt x="0" y="0"/>
                </a:moveTo>
                <a:lnTo>
                  <a:pt x="196707" y="0"/>
                </a:lnTo>
                <a:lnTo>
                  <a:pt x="196707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9910165" y="7521088"/>
            <a:ext cx="40005" cy="120014"/>
          </a:xfrm>
          <a:custGeom>
            <a:avLst/>
            <a:gdLst/>
            <a:ahLst/>
            <a:cxnLst/>
            <a:rect l="l" t="t" r="r" b="b"/>
            <a:pathLst>
              <a:path w="40004" h="120015">
                <a:moveTo>
                  <a:pt x="39829" y="119487"/>
                </a:moveTo>
                <a:lnTo>
                  <a:pt x="0" y="119487"/>
                </a:lnTo>
                <a:lnTo>
                  <a:pt x="0" y="0"/>
                </a:lnTo>
                <a:lnTo>
                  <a:pt x="39829" y="0"/>
                </a:lnTo>
                <a:lnTo>
                  <a:pt x="39829" y="11948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9910165" y="7677560"/>
            <a:ext cx="40005" cy="123189"/>
          </a:xfrm>
          <a:custGeom>
            <a:avLst/>
            <a:gdLst/>
            <a:ahLst/>
            <a:cxnLst/>
            <a:rect l="l" t="t" r="r" b="b"/>
            <a:pathLst>
              <a:path w="40004" h="123190">
                <a:moveTo>
                  <a:pt x="39829" y="122739"/>
                </a:moveTo>
                <a:lnTo>
                  <a:pt x="0" y="122739"/>
                </a:lnTo>
                <a:lnTo>
                  <a:pt x="0" y="0"/>
                </a:lnTo>
                <a:lnTo>
                  <a:pt x="39829" y="0"/>
                </a:lnTo>
                <a:lnTo>
                  <a:pt x="39829" y="1227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0213452" y="7514992"/>
            <a:ext cx="346710" cy="344170"/>
          </a:xfrm>
          <a:custGeom>
            <a:avLst/>
            <a:gdLst/>
            <a:ahLst/>
            <a:cxnLst/>
            <a:rect l="l" t="t" r="r" b="b"/>
            <a:pathLst>
              <a:path w="346709" h="344170">
                <a:moveTo>
                  <a:pt x="322698" y="32513"/>
                </a:moveTo>
                <a:lnTo>
                  <a:pt x="23572" y="32513"/>
                </a:lnTo>
                <a:lnTo>
                  <a:pt x="23572" y="0"/>
                </a:lnTo>
                <a:lnTo>
                  <a:pt x="322698" y="0"/>
                </a:lnTo>
                <a:lnTo>
                  <a:pt x="322698" y="32513"/>
                </a:lnTo>
                <a:close/>
              </a:path>
              <a:path w="346709" h="344170">
                <a:moveTo>
                  <a:pt x="17882" y="128022"/>
                </a:moveTo>
                <a:lnTo>
                  <a:pt x="17882" y="95102"/>
                </a:lnTo>
                <a:lnTo>
                  <a:pt x="63865" y="90295"/>
                </a:lnTo>
                <a:lnTo>
                  <a:pt x="106837" y="78286"/>
                </a:lnTo>
                <a:lnTo>
                  <a:pt x="140589" y="59038"/>
                </a:lnTo>
                <a:lnTo>
                  <a:pt x="158910" y="32513"/>
                </a:lnTo>
                <a:lnTo>
                  <a:pt x="199959" y="32513"/>
                </a:lnTo>
                <a:lnTo>
                  <a:pt x="198669" y="39372"/>
                </a:lnTo>
                <a:lnTo>
                  <a:pt x="196656" y="45925"/>
                </a:lnTo>
                <a:lnTo>
                  <a:pt x="193957" y="52174"/>
                </a:lnTo>
                <a:lnTo>
                  <a:pt x="190611" y="58118"/>
                </a:lnTo>
                <a:lnTo>
                  <a:pt x="284419" y="84535"/>
                </a:lnTo>
                <a:lnTo>
                  <a:pt x="167445" y="84535"/>
                </a:lnTo>
                <a:lnTo>
                  <a:pt x="137046" y="103161"/>
                </a:lnTo>
                <a:lnTo>
                  <a:pt x="100436" y="116490"/>
                </a:lnTo>
                <a:lnTo>
                  <a:pt x="59940" y="124714"/>
                </a:lnTo>
                <a:lnTo>
                  <a:pt x="17882" y="128022"/>
                </a:lnTo>
                <a:close/>
              </a:path>
              <a:path w="346709" h="344170">
                <a:moveTo>
                  <a:pt x="321478" y="129648"/>
                </a:moveTo>
                <a:lnTo>
                  <a:pt x="167445" y="84535"/>
                </a:lnTo>
                <a:lnTo>
                  <a:pt x="284419" y="84535"/>
                </a:lnTo>
                <a:lnTo>
                  <a:pt x="332045" y="97947"/>
                </a:lnTo>
                <a:lnTo>
                  <a:pt x="321478" y="129648"/>
                </a:lnTo>
                <a:close/>
              </a:path>
              <a:path w="346709" h="344170">
                <a:moveTo>
                  <a:pt x="346676" y="187360"/>
                </a:moveTo>
                <a:lnTo>
                  <a:pt x="0" y="187360"/>
                </a:lnTo>
                <a:lnTo>
                  <a:pt x="0" y="154846"/>
                </a:lnTo>
                <a:lnTo>
                  <a:pt x="346676" y="154846"/>
                </a:lnTo>
                <a:lnTo>
                  <a:pt x="346676" y="187360"/>
                </a:lnTo>
                <a:close/>
              </a:path>
              <a:path w="346709" h="344170">
                <a:moveTo>
                  <a:pt x="173135" y="343832"/>
                </a:moveTo>
                <a:lnTo>
                  <a:pt x="114343" y="340612"/>
                </a:lnTo>
                <a:lnTo>
                  <a:pt x="65840" y="329962"/>
                </a:lnTo>
                <a:lnTo>
                  <a:pt x="32881" y="310397"/>
                </a:lnTo>
                <a:lnTo>
                  <a:pt x="20727" y="280430"/>
                </a:lnTo>
                <a:lnTo>
                  <a:pt x="32881" y="250590"/>
                </a:lnTo>
                <a:lnTo>
                  <a:pt x="65840" y="231304"/>
                </a:lnTo>
                <a:lnTo>
                  <a:pt x="114343" y="220934"/>
                </a:lnTo>
                <a:lnTo>
                  <a:pt x="173135" y="217841"/>
                </a:lnTo>
                <a:lnTo>
                  <a:pt x="231926" y="220934"/>
                </a:lnTo>
                <a:lnTo>
                  <a:pt x="280430" y="231304"/>
                </a:lnTo>
                <a:lnTo>
                  <a:pt x="311597" y="249542"/>
                </a:lnTo>
                <a:lnTo>
                  <a:pt x="173135" y="249542"/>
                </a:lnTo>
                <a:lnTo>
                  <a:pt x="132328" y="251053"/>
                </a:lnTo>
                <a:lnTo>
                  <a:pt x="97236" y="256146"/>
                </a:lnTo>
                <a:lnTo>
                  <a:pt x="72660" y="265659"/>
                </a:lnTo>
                <a:lnTo>
                  <a:pt x="63401" y="280430"/>
                </a:lnTo>
                <a:lnTo>
                  <a:pt x="72660" y="295499"/>
                </a:lnTo>
                <a:lnTo>
                  <a:pt x="97236" y="305272"/>
                </a:lnTo>
                <a:lnTo>
                  <a:pt x="132328" y="310549"/>
                </a:lnTo>
                <a:lnTo>
                  <a:pt x="173135" y="312131"/>
                </a:lnTo>
                <a:lnTo>
                  <a:pt x="310468" y="312131"/>
                </a:lnTo>
                <a:lnTo>
                  <a:pt x="280430" y="329962"/>
                </a:lnTo>
                <a:lnTo>
                  <a:pt x="231926" y="340612"/>
                </a:lnTo>
                <a:lnTo>
                  <a:pt x="173135" y="343832"/>
                </a:lnTo>
                <a:close/>
              </a:path>
              <a:path w="346709" h="344170">
                <a:moveTo>
                  <a:pt x="310468" y="312131"/>
                </a:moveTo>
                <a:lnTo>
                  <a:pt x="173135" y="312131"/>
                </a:lnTo>
                <a:lnTo>
                  <a:pt x="214005" y="310549"/>
                </a:lnTo>
                <a:lnTo>
                  <a:pt x="249237" y="305272"/>
                </a:lnTo>
                <a:lnTo>
                  <a:pt x="273953" y="295499"/>
                </a:lnTo>
                <a:lnTo>
                  <a:pt x="283275" y="280430"/>
                </a:lnTo>
                <a:lnTo>
                  <a:pt x="273953" y="265659"/>
                </a:lnTo>
                <a:lnTo>
                  <a:pt x="249237" y="256146"/>
                </a:lnTo>
                <a:lnTo>
                  <a:pt x="214005" y="251053"/>
                </a:lnTo>
                <a:lnTo>
                  <a:pt x="173135" y="249542"/>
                </a:lnTo>
                <a:lnTo>
                  <a:pt x="311597" y="249542"/>
                </a:lnTo>
                <a:lnTo>
                  <a:pt x="313388" y="250590"/>
                </a:lnTo>
                <a:lnTo>
                  <a:pt x="325543" y="280430"/>
                </a:lnTo>
                <a:lnTo>
                  <a:pt x="313388" y="310397"/>
                </a:lnTo>
                <a:lnTo>
                  <a:pt x="310468" y="31213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0616621" y="7520940"/>
            <a:ext cx="298450" cy="34290"/>
          </a:xfrm>
          <a:custGeom>
            <a:avLst/>
            <a:gdLst/>
            <a:ahLst/>
            <a:cxnLst/>
            <a:rect l="l" t="t" r="r" b="b"/>
            <a:pathLst>
              <a:path w="298450" h="34290">
                <a:moveTo>
                  <a:pt x="0" y="0"/>
                </a:moveTo>
                <a:lnTo>
                  <a:pt x="298312" y="0"/>
                </a:lnTo>
                <a:lnTo>
                  <a:pt x="298312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0875512" y="7555230"/>
            <a:ext cx="40005" cy="40640"/>
          </a:xfrm>
          <a:custGeom>
            <a:avLst/>
            <a:gdLst/>
            <a:ahLst/>
            <a:cxnLst/>
            <a:rect l="l" t="t" r="r" b="b"/>
            <a:pathLst>
              <a:path w="40004" h="40640">
                <a:moveTo>
                  <a:pt x="0" y="0"/>
                </a:moveTo>
                <a:lnTo>
                  <a:pt x="39422" y="0"/>
                </a:lnTo>
                <a:lnTo>
                  <a:pt x="39422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0616621" y="7595869"/>
            <a:ext cx="298450" cy="34290"/>
          </a:xfrm>
          <a:custGeom>
            <a:avLst/>
            <a:gdLst/>
            <a:ahLst/>
            <a:cxnLst/>
            <a:rect l="l" t="t" r="r" b="b"/>
            <a:pathLst>
              <a:path w="298450" h="34290">
                <a:moveTo>
                  <a:pt x="0" y="0"/>
                </a:moveTo>
                <a:lnTo>
                  <a:pt x="298312" y="0"/>
                </a:lnTo>
                <a:lnTo>
                  <a:pt x="298312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0616621" y="7630159"/>
            <a:ext cx="40005" cy="40640"/>
          </a:xfrm>
          <a:custGeom>
            <a:avLst/>
            <a:gdLst/>
            <a:ahLst/>
            <a:cxnLst/>
            <a:rect l="l" t="t" r="r" b="b"/>
            <a:pathLst>
              <a:path w="40004" h="40640">
                <a:moveTo>
                  <a:pt x="0" y="0"/>
                </a:moveTo>
                <a:lnTo>
                  <a:pt x="39829" y="0"/>
                </a:lnTo>
                <a:lnTo>
                  <a:pt x="39829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0616621" y="7670800"/>
            <a:ext cx="304165" cy="34290"/>
          </a:xfrm>
          <a:custGeom>
            <a:avLst/>
            <a:gdLst/>
            <a:ahLst/>
            <a:cxnLst/>
            <a:rect l="l" t="t" r="r" b="b"/>
            <a:pathLst>
              <a:path w="304165" h="34290">
                <a:moveTo>
                  <a:pt x="0" y="0"/>
                </a:moveTo>
                <a:lnTo>
                  <a:pt x="303596" y="0"/>
                </a:lnTo>
                <a:lnTo>
                  <a:pt x="303596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0592236" y="7746245"/>
            <a:ext cx="346710" cy="36195"/>
          </a:xfrm>
          <a:custGeom>
            <a:avLst/>
            <a:gdLst/>
            <a:ahLst/>
            <a:cxnLst/>
            <a:rect l="l" t="t" r="r" b="b"/>
            <a:pathLst>
              <a:path w="346709" h="36195">
                <a:moveTo>
                  <a:pt x="346676" y="36171"/>
                </a:moveTo>
                <a:lnTo>
                  <a:pt x="0" y="36171"/>
                </a:lnTo>
                <a:lnTo>
                  <a:pt x="0" y="0"/>
                </a:lnTo>
                <a:lnTo>
                  <a:pt x="346676" y="0"/>
                </a:lnTo>
                <a:lnTo>
                  <a:pt x="346676" y="3617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0677584" y="7782417"/>
            <a:ext cx="40005" cy="83820"/>
          </a:xfrm>
          <a:custGeom>
            <a:avLst/>
            <a:gdLst/>
            <a:ahLst/>
            <a:cxnLst/>
            <a:rect l="l" t="t" r="r" b="b"/>
            <a:pathLst>
              <a:path w="40004" h="83820">
                <a:moveTo>
                  <a:pt x="39829" y="83722"/>
                </a:moveTo>
                <a:lnTo>
                  <a:pt x="0" y="83722"/>
                </a:lnTo>
                <a:lnTo>
                  <a:pt x="0" y="0"/>
                </a:lnTo>
                <a:lnTo>
                  <a:pt x="39829" y="0"/>
                </a:lnTo>
                <a:lnTo>
                  <a:pt x="39829" y="8372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0813329" y="7782417"/>
            <a:ext cx="40005" cy="83820"/>
          </a:xfrm>
          <a:custGeom>
            <a:avLst/>
            <a:gdLst/>
            <a:ahLst/>
            <a:cxnLst/>
            <a:rect l="l" t="t" r="r" b="b"/>
            <a:pathLst>
              <a:path w="40004" h="83820">
                <a:moveTo>
                  <a:pt x="39829" y="83722"/>
                </a:moveTo>
                <a:lnTo>
                  <a:pt x="0" y="83722"/>
                </a:lnTo>
                <a:lnTo>
                  <a:pt x="0" y="0"/>
                </a:lnTo>
                <a:lnTo>
                  <a:pt x="39829" y="0"/>
                </a:lnTo>
                <a:lnTo>
                  <a:pt x="39829" y="8372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0971021" y="7510927"/>
            <a:ext cx="363220" cy="347345"/>
          </a:xfrm>
          <a:custGeom>
            <a:avLst/>
            <a:gdLst/>
            <a:ahLst/>
            <a:cxnLst/>
            <a:rect l="l" t="t" r="r" b="b"/>
            <a:pathLst>
              <a:path w="363220" h="347345">
                <a:moveTo>
                  <a:pt x="314976" y="347083"/>
                </a:moveTo>
                <a:lnTo>
                  <a:pt x="274740" y="347083"/>
                </a:lnTo>
                <a:lnTo>
                  <a:pt x="274740" y="0"/>
                </a:lnTo>
                <a:lnTo>
                  <a:pt x="314976" y="0"/>
                </a:lnTo>
                <a:lnTo>
                  <a:pt x="314976" y="137370"/>
                </a:lnTo>
                <a:lnTo>
                  <a:pt x="362933" y="137370"/>
                </a:lnTo>
                <a:lnTo>
                  <a:pt x="362933" y="175980"/>
                </a:lnTo>
                <a:lnTo>
                  <a:pt x="314976" y="175980"/>
                </a:lnTo>
                <a:lnTo>
                  <a:pt x="314976" y="347083"/>
                </a:lnTo>
                <a:close/>
              </a:path>
              <a:path w="363220" h="347345">
                <a:moveTo>
                  <a:pt x="133712" y="288558"/>
                </a:moveTo>
                <a:lnTo>
                  <a:pt x="93883" y="288558"/>
                </a:lnTo>
                <a:lnTo>
                  <a:pt x="93883" y="220686"/>
                </a:lnTo>
                <a:lnTo>
                  <a:pt x="59115" y="208462"/>
                </a:lnTo>
                <a:lnTo>
                  <a:pt x="32158" y="185683"/>
                </a:lnTo>
                <a:lnTo>
                  <a:pt x="14726" y="153989"/>
                </a:lnTo>
                <a:lnTo>
                  <a:pt x="8534" y="115017"/>
                </a:lnTo>
                <a:lnTo>
                  <a:pt x="16352" y="71441"/>
                </a:lnTo>
                <a:lnTo>
                  <a:pt x="38152" y="37390"/>
                </a:lnTo>
                <a:lnTo>
                  <a:pt x="71460" y="15228"/>
                </a:lnTo>
                <a:lnTo>
                  <a:pt x="113797" y="7315"/>
                </a:lnTo>
                <a:lnTo>
                  <a:pt x="156090" y="15228"/>
                </a:lnTo>
                <a:lnTo>
                  <a:pt x="189696" y="37390"/>
                </a:lnTo>
                <a:lnTo>
                  <a:pt x="193667" y="43487"/>
                </a:lnTo>
                <a:lnTo>
                  <a:pt x="113797" y="43487"/>
                </a:lnTo>
                <a:lnTo>
                  <a:pt x="86364" y="48948"/>
                </a:lnTo>
                <a:lnTo>
                  <a:pt x="65636" y="64011"/>
                </a:lnTo>
                <a:lnTo>
                  <a:pt x="52529" y="86694"/>
                </a:lnTo>
                <a:lnTo>
                  <a:pt x="47957" y="115017"/>
                </a:lnTo>
                <a:lnTo>
                  <a:pt x="52529" y="143104"/>
                </a:lnTo>
                <a:lnTo>
                  <a:pt x="65636" y="165667"/>
                </a:lnTo>
                <a:lnTo>
                  <a:pt x="86364" y="180685"/>
                </a:lnTo>
                <a:lnTo>
                  <a:pt x="113797" y="186140"/>
                </a:lnTo>
                <a:lnTo>
                  <a:pt x="195297" y="186140"/>
                </a:lnTo>
                <a:lnTo>
                  <a:pt x="168607" y="208462"/>
                </a:lnTo>
                <a:lnTo>
                  <a:pt x="133712" y="220686"/>
                </a:lnTo>
                <a:lnTo>
                  <a:pt x="133712" y="288558"/>
                </a:lnTo>
                <a:close/>
              </a:path>
              <a:path w="363220" h="347345">
                <a:moveTo>
                  <a:pt x="195297" y="186140"/>
                </a:moveTo>
                <a:lnTo>
                  <a:pt x="113797" y="186140"/>
                </a:lnTo>
                <a:lnTo>
                  <a:pt x="141186" y="180685"/>
                </a:lnTo>
                <a:lnTo>
                  <a:pt x="162212" y="165667"/>
                </a:lnTo>
                <a:lnTo>
                  <a:pt x="175694" y="143104"/>
                </a:lnTo>
                <a:lnTo>
                  <a:pt x="180450" y="115017"/>
                </a:lnTo>
                <a:lnTo>
                  <a:pt x="175694" y="86694"/>
                </a:lnTo>
                <a:lnTo>
                  <a:pt x="162212" y="64011"/>
                </a:lnTo>
                <a:lnTo>
                  <a:pt x="141186" y="48948"/>
                </a:lnTo>
                <a:lnTo>
                  <a:pt x="113797" y="43487"/>
                </a:lnTo>
                <a:lnTo>
                  <a:pt x="193667" y="43487"/>
                </a:lnTo>
                <a:lnTo>
                  <a:pt x="211872" y="71441"/>
                </a:lnTo>
                <a:lnTo>
                  <a:pt x="219873" y="115017"/>
                </a:lnTo>
                <a:lnTo>
                  <a:pt x="213555" y="153989"/>
                </a:lnTo>
                <a:lnTo>
                  <a:pt x="195844" y="185683"/>
                </a:lnTo>
                <a:lnTo>
                  <a:pt x="195297" y="186140"/>
                </a:lnTo>
                <a:close/>
              </a:path>
              <a:path w="363220" h="347345">
                <a:moveTo>
                  <a:pt x="132493" y="326355"/>
                </a:moveTo>
                <a:lnTo>
                  <a:pt x="0" y="326355"/>
                </a:lnTo>
                <a:lnTo>
                  <a:pt x="0" y="288558"/>
                </a:lnTo>
                <a:lnTo>
                  <a:pt x="133712" y="288558"/>
                </a:lnTo>
                <a:lnTo>
                  <a:pt x="167185" y="287758"/>
                </a:lnTo>
                <a:lnTo>
                  <a:pt x="197876" y="285205"/>
                </a:lnTo>
                <a:lnTo>
                  <a:pt x="224528" y="280671"/>
                </a:lnTo>
                <a:lnTo>
                  <a:pt x="245884" y="273927"/>
                </a:lnTo>
                <a:lnTo>
                  <a:pt x="245884" y="311724"/>
                </a:lnTo>
                <a:lnTo>
                  <a:pt x="224395" y="318297"/>
                </a:lnTo>
                <a:lnTo>
                  <a:pt x="197723" y="322850"/>
                </a:lnTo>
                <a:lnTo>
                  <a:pt x="166784" y="325498"/>
                </a:lnTo>
                <a:lnTo>
                  <a:pt x="132493" y="32635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1450976" y="7502393"/>
            <a:ext cx="346710" cy="363855"/>
          </a:xfrm>
          <a:custGeom>
            <a:avLst/>
            <a:gdLst/>
            <a:ahLst/>
            <a:cxnLst/>
            <a:rect l="l" t="t" r="r" b="b"/>
            <a:pathLst>
              <a:path w="346709" h="363854">
                <a:moveTo>
                  <a:pt x="193049" y="39422"/>
                </a:moveTo>
                <a:lnTo>
                  <a:pt x="151594" y="39422"/>
                </a:lnTo>
                <a:lnTo>
                  <a:pt x="151594" y="0"/>
                </a:lnTo>
                <a:lnTo>
                  <a:pt x="193049" y="0"/>
                </a:lnTo>
                <a:lnTo>
                  <a:pt x="193049" y="39422"/>
                </a:lnTo>
                <a:close/>
              </a:path>
              <a:path w="346709" h="363854">
                <a:moveTo>
                  <a:pt x="326355" y="76000"/>
                </a:moveTo>
                <a:lnTo>
                  <a:pt x="19914" y="76000"/>
                </a:lnTo>
                <a:lnTo>
                  <a:pt x="19914" y="39422"/>
                </a:lnTo>
                <a:lnTo>
                  <a:pt x="326355" y="39422"/>
                </a:lnTo>
                <a:lnTo>
                  <a:pt x="326355" y="76000"/>
                </a:lnTo>
                <a:close/>
              </a:path>
              <a:path w="346709" h="363854">
                <a:moveTo>
                  <a:pt x="10973" y="199552"/>
                </a:moveTo>
                <a:lnTo>
                  <a:pt x="10973" y="162568"/>
                </a:lnTo>
                <a:lnTo>
                  <a:pt x="61744" y="153500"/>
                </a:lnTo>
                <a:lnTo>
                  <a:pt x="103180" y="135134"/>
                </a:lnTo>
                <a:lnTo>
                  <a:pt x="133566" y="108844"/>
                </a:lnTo>
                <a:lnTo>
                  <a:pt x="151188" y="76000"/>
                </a:lnTo>
                <a:lnTo>
                  <a:pt x="194675" y="76000"/>
                </a:lnTo>
                <a:lnTo>
                  <a:pt x="192859" y="83849"/>
                </a:lnTo>
                <a:lnTo>
                  <a:pt x="190509" y="91546"/>
                </a:lnTo>
                <a:lnTo>
                  <a:pt x="187702" y="99090"/>
                </a:lnTo>
                <a:lnTo>
                  <a:pt x="184515" y="106482"/>
                </a:lnTo>
                <a:lnTo>
                  <a:pt x="267282" y="136963"/>
                </a:lnTo>
                <a:lnTo>
                  <a:pt x="163787" y="136963"/>
                </a:lnTo>
                <a:lnTo>
                  <a:pt x="135509" y="161488"/>
                </a:lnTo>
                <a:lnTo>
                  <a:pt x="100030" y="180450"/>
                </a:lnTo>
                <a:lnTo>
                  <a:pt x="58226" y="193316"/>
                </a:lnTo>
                <a:lnTo>
                  <a:pt x="10973" y="199552"/>
                </a:lnTo>
                <a:close/>
              </a:path>
              <a:path w="346709" h="363854">
                <a:moveTo>
                  <a:pt x="321885" y="197114"/>
                </a:moveTo>
                <a:lnTo>
                  <a:pt x="163787" y="136963"/>
                </a:lnTo>
                <a:lnTo>
                  <a:pt x="267282" y="136963"/>
                </a:lnTo>
                <a:lnTo>
                  <a:pt x="335703" y="162161"/>
                </a:lnTo>
                <a:lnTo>
                  <a:pt x="321885" y="197114"/>
                </a:lnTo>
                <a:close/>
              </a:path>
              <a:path w="346709" h="363854">
                <a:moveTo>
                  <a:pt x="346676" y="270269"/>
                </a:moveTo>
                <a:lnTo>
                  <a:pt x="0" y="270269"/>
                </a:lnTo>
                <a:lnTo>
                  <a:pt x="0" y="232879"/>
                </a:lnTo>
                <a:lnTo>
                  <a:pt x="346676" y="232879"/>
                </a:lnTo>
                <a:lnTo>
                  <a:pt x="346676" y="270269"/>
                </a:lnTo>
                <a:close/>
              </a:path>
              <a:path w="346709" h="363854">
                <a:moveTo>
                  <a:pt x="193456" y="363746"/>
                </a:moveTo>
                <a:lnTo>
                  <a:pt x="152407" y="363746"/>
                </a:lnTo>
                <a:lnTo>
                  <a:pt x="152407" y="270269"/>
                </a:lnTo>
                <a:lnTo>
                  <a:pt x="193456" y="270269"/>
                </a:lnTo>
                <a:lnTo>
                  <a:pt x="193456" y="36374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1829760" y="7497109"/>
            <a:ext cx="346710" cy="356870"/>
          </a:xfrm>
          <a:custGeom>
            <a:avLst/>
            <a:gdLst/>
            <a:ahLst/>
            <a:cxnLst/>
            <a:rect l="l" t="t" r="r" b="b"/>
            <a:pathLst>
              <a:path w="346709" h="356870">
                <a:moveTo>
                  <a:pt x="193862" y="31700"/>
                </a:moveTo>
                <a:lnTo>
                  <a:pt x="152814" y="31700"/>
                </a:lnTo>
                <a:lnTo>
                  <a:pt x="152814" y="0"/>
                </a:lnTo>
                <a:lnTo>
                  <a:pt x="193862" y="0"/>
                </a:lnTo>
                <a:lnTo>
                  <a:pt x="193862" y="31700"/>
                </a:lnTo>
                <a:close/>
              </a:path>
              <a:path w="346709" h="356870">
                <a:moveTo>
                  <a:pt x="325949" y="61775"/>
                </a:moveTo>
                <a:lnTo>
                  <a:pt x="20321" y="61775"/>
                </a:lnTo>
                <a:lnTo>
                  <a:pt x="20321" y="31700"/>
                </a:lnTo>
                <a:lnTo>
                  <a:pt x="325949" y="31700"/>
                </a:lnTo>
                <a:lnTo>
                  <a:pt x="325949" y="61775"/>
                </a:lnTo>
                <a:close/>
              </a:path>
              <a:path w="346709" h="356870">
                <a:moveTo>
                  <a:pt x="13818" y="145092"/>
                </a:moveTo>
                <a:lnTo>
                  <a:pt x="13818" y="114610"/>
                </a:lnTo>
                <a:lnTo>
                  <a:pt x="56727" y="110641"/>
                </a:lnTo>
                <a:lnTo>
                  <a:pt x="97998" y="100843"/>
                </a:lnTo>
                <a:lnTo>
                  <a:pt x="131724" y="84719"/>
                </a:lnTo>
                <a:lnTo>
                  <a:pt x="152001" y="61775"/>
                </a:lnTo>
                <a:lnTo>
                  <a:pt x="194269" y="61775"/>
                </a:lnTo>
                <a:lnTo>
                  <a:pt x="192643" y="67872"/>
                </a:lnTo>
                <a:lnTo>
                  <a:pt x="190204" y="73562"/>
                </a:lnTo>
                <a:lnTo>
                  <a:pt x="186953" y="78845"/>
                </a:lnTo>
                <a:lnTo>
                  <a:pt x="284758" y="103637"/>
                </a:lnTo>
                <a:lnTo>
                  <a:pt x="164194" y="103637"/>
                </a:lnTo>
                <a:lnTo>
                  <a:pt x="133496" y="121259"/>
                </a:lnTo>
                <a:lnTo>
                  <a:pt x="96321" y="133966"/>
                </a:lnTo>
                <a:lnTo>
                  <a:pt x="55489" y="141872"/>
                </a:lnTo>
                <a:lnTo>
                  <a:pt x="13818" y="145092"/>
                </a:lnTo>
                <a:close/>
              </a:path>
              <a:path w="346709" h="356870">
                <a:moveTo>
                  <a:pt x="323917" y="145498"/>
                </a:moveTo>
                <a:lnTo>
                  <a:pt x="164194" y="103637"/>
                </a:lnTo>
                <a:lnTo>
                  <a:pt x="284758" y="103637"/>
                </a:lnTo>
                <a:lnTo>
                  <a:pt x="332858" y="115829"/>
                </a:lnTo>
                <a:lnTo>
                  <a:pt x="323917" y="145498"/>
                </a:lnTo>
                <a:close/>
              </a:path>
              <a:path w="346709" h="356870">
                <a:moveTo>
                  <a:pt x="346676" y="196707"/>
                </a:moveTo>
                <a:lnTo>
                  <a:pt x="0" y="196707"/>
                </a:lnTo>
                <a:lnTo>
                  <a:pt x="0" y="165819"/>
                </a:lnTo>
                <a:lnTo>
                  <a:pt x="346676" y="165819"/>
                </a:lnTo>
                <a:lnTo>
                  <a:pt x="346676" y="196707"/>
                </a:lnTo>
                <a:close/>
              </a:path>
              <a:path w="346709" h="356870">
                <a:moveTo>
                  <a:pt x="193456" y="225969"/>
                </a:moveTo>
                <a:lnTo>
                  <a:pt x="152814" y="225969"/>
                </a:lnTo>
                <a:lnTo>
                  <a:pt x="152814" y="196707"/>
                </a:lnTo>
                <a:lnTo>
                  <a:pt x="193456" y="196707"/>
                </a:lnTo>
                <a:lnTo>
                  <a:pt x="193456" y="225969"/>
                </a:lnTo>
                <a:close/>
              </a:path>
              <a:path w="346709" h="356870">
                <a:moveTo>
                  <a:pt x="328794" y="356837"/>
                </a:moveTo>
                <a:lnTo>
                  <a:pt x="23978" y="356837"/>
                </a:lnTo>
                <a:lnTo>
                  <a:pt x="23978" y="277178"/>
                </a:lnTo>
                <a:lnTo>
                  <a:pt x="283275" y="277178"/>
                </a:lnTo>
                <a:lnTo>
                  <a:pt x="283275" y="255232"/>
                </a:lnTo>
                <a:lnTo>
                  <a:pt x="23165" y="255232"/>
                </a:lnTo>
                <a:lnTo>
                  <a:pt x="23165" y="225969"/>
                </a:lnTo>
                <a:lnTo>
                  <a:pt x="322698" y="225969"/>
                </a:lnTo>
                <a:lnTo>
                  <a:pt x="322698" y="305222"/>
                </a:lnTo>
                <a:lnTo>
                  <a:pt x="63401" y="305222"/>
                </a:lnTo>
                <a:lnTo>
                  <a:pt x="63401" y="327575"/>
                </a:lnTo>
                <a:lnTo>
                  <a:pt x="328794" y="327575"/>
                </a:lnTo>
                <a:lnTo>
                  <a:pt x="328794" y="35683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2309971" y="7514992"/>
            <a:ext cx="346710" cy="344170"/>
          </a:xfrm>
          <a:custGeom>
            <a:avLst/>
            <a:gdLst/>
            <a:ahLst/>
            <a:cxnLst/>
            <a:rect l="l" t="t" r="r" b="b"/>
            <a:pathLst>
              <a:path w="346709" h="344170">
                <a:moveTo>
                  <a:pt x="322698" y="32513"/>
                </a:moveTo>
                <a:lnTo>
                  <a:pt x="23572" y="32513"/>
                </a:lnTo>
                <a:lnTo>
                  <a:pt x="23572" y="0"/>
                </a:lnTo>
                <a:lnTo>
                  <a:pt x="322698" y="0"/>
                </a:lnTo>
                <a:lnTo>
                  <a:pt x="322698" y="32513"/>
                </a:lnTo>
                <a:close/>
              </a:path>
              <a:path w="346709" h="344170">
                <a:moveTo>
                  <a:pt x="17882" y="128022"/>
                </a:moveTo>
                <a:lnTo>
                  <a:pt x="17882" y="95102"/>
                </a:lnTo>
                <a:lnTo>
                  <a:pt x="63865" y="90295"/>
                </a:lnTo>
                <a:lnTo>
                  <a:pt x="106837" y="78286"/>
                </a:lnTo>
                <a:lnTo>
                  <a:pt x="140589" y="59038"/>
                </a:lnTo>
                <a:lnTo>
                  <a:pt x="158910" y="32513"/>
                </a:lnTo>
                <a:lnTo>
                  <a:pt x="199959" y="32513"/>
                </a:lnTo>
                <a:lnTo>
                  <a:pt x="198669" y="39372"/>
                </a:lnTo>
                <a:lnTo>
                  <a:pt x="196656" y="45925"/>
                </a:lnTo>
                <a:lnTo>
                  <a:pt x="193957" y="52174"/>
                </a:lnTo>
                <a:lnTo>
                  <a:pt x="190611" y="58118"/>
                </a:lnTo>
                <a:lnTo>
                  <a:pt x="284419" y="84535"/>
                </a:lnTo>
                <a:lnTo>
                  <a:pt x="167445" y="84535"/>
                </a:lnTo>
                <a:lnTo>
                  <a:pt x="137046" y="103161"/>
                </a:lnTo>
                <a:lnTo>
                  <a:pt x="100436" y="116490"/>
                </a:lnTo>
                <a:lnTo>
                  <a:pt x="59940" y="124714"/>
                </a:lnTo>
                <a:lnTo>
                  <a:pt x="17882" y="128022"/>
                </a:lnTo>
                <a:close/>
              </a:path>
              <a:path w="346709" h="344170">
                <a:moveTo>
                  <a:pt x="321478" y="129648"/>
                </a:moveTo>
                <a:lnTo>
                  <a:pt x="167445" y="84535"/>
                </a:lnTo>
                <a:lnTo>
                  <a:pt x="284419" y="84535"/>
                </a:lnTo>
                <a:lnTo>
                  <a:pt x="332045" y="97947"/>
                </a:lnTo>
                <a:lnTo>
                  <a:pt x="321478" y="129648"/>
                </a:lnTo>
                <a:close/>
              </a:path>
              <a:path w="346709" h="344170">
                <a:moveTo>
                  <a:pt x="346676" y="187360"/>
                </a:moveTo>
                <a:lnTo>
                  <a:pt x="0" y="187360"/>
                </a:lnTo>
                <a:lnTo>
                  <a:pt x="0" y="154846"/>
                </a:lnTo>
                <a:lnTo>
                  <a:pt x="346676" y="154846"/>
                </a:lnTo>
                <a:lnTo>
                  <a:pt x="346676" y="187360"/>
                </a:lnTo>
                <a:close/>
              </a:path>
              <a:path w="346709" h="344170">
                <a:moveTo>
                  <a:pt x="173135" y="343832"/>
                </a:moveTo>
                <a:lnTo>
                  <a:pt x="114343" y="340612"/>
                </a:lnTo>
                <a:lnTo>
                  <a:pt x="65840" y="329962"/>
                </a:lnTo>
                <a:lnTo>
                  <a:pt x="32881" y="310397"/>
                </a:lnTo>
                <a:lnTo>
                  <a:pt x="20727" y="280430"/>
                </a:lnTo>
                <a:lnTo>
                  <a:pt x="32881" y="250590"/>
                </a:lnTo>
                <a:lnTo>
                  <a:pt x="65840" y="231304"/>
                </a:lnTo>
                <a:lnTo>
                  <a:pt x="114343" y="220934"/>
                </a:lnTo>
                <a:lnTo>
                  <a:pt x="173135" y="217841"/>
                </a:lnTo>
                <a:lnTo>
                  <a:pt x="231926" y="220934"/>
                </a:lnTo>
                <a:lnTo>
                  <a:pt x="280430" y="231304"/>
                </a:lnTo>
                <a:lnTo>
                  <a:pt x="311597" y="249542"/>
                </a:lnTo>
                <a:lnTo>
                  <a:pt x="173135" y="249542"/>
                </a:lnTo>
                <a:lnTo>
                  <a:pt x="132328" y="251053"/>
                </a:lnTo>
                <a:lnTo>
                  <a:pt x="97236" y="256146"/>
                </a:lnTo>
                <a:lnTo>
                  <a:pt x="72660" y="265659"/>
                </a:lnTo>
                <a:lnTo>
                  <a:pt x="63401" y="280430"/>
                </a:lnTo>
                <a:lnTo>
                  <a:pt x="72660" y="295499"/>
                </a:lnTo>
                <a:lnTo>
                  <a:pt x="97236" y="305272"/>
                </a:lnTo>
                <a:lnTo>
                  <a:pt x="132328" y="310549"/>
                </a:lnTo>
                <a:lnTo>
                  <a:pt x="173135" y="312131"/>
                </a:lnTo>
                <a:lnTo>
                  <a:pt x="310468" y="312131"/>
                </a:lnTo>
                <a:lnTo>
                  <a:pt x="280430" y="329962"/>
                </a:lnTo>
                <a:lnTo>
                  <a:pt x="231926" y="340612"/>
                </a:lnTo>
                <a:lnTo>
                  <a:pt x="173135" y="343832"/>
                </a:lnTo>
                <a:close/>
              </a:path>
              <a:path w="346709" h="344170">
                <a:moveTo>
                  <a:pt x="310468" y="312131"/>
                </a:moveTo>
                <a:lnTo>
                  <a:pt x="173135" y="312131"/>
                </a:lnTo>
                <a:lnTo>
                  <a:pt x="214005" y="310549"/>
                </a:lnTo>
                <a:lnTo>
                  <a:pt x="249237" y="305272"/>
                </a:lnTo>
                <a:lnTo>
                  <a:pt x="273953" y="295499"/>
                </a:lnTo>
                <a:lnTo>
                  <a:pt x="283275" y="280430"/>
                </a:lnTo>
                <a:lnTo>
                  <a:pt x="273953" y="265659"/>
                </a:lnTo>
                <a:lnTo>
                  <a:pt x="249237" y="256146"/>
                </a:lnTo>
                <a:lnTo>
                  <a:pt x="214005" y="251053"/>
                </a:lnTo>
                <a:lnTo>
                  <a:pt x="173135" y="249542"/>
                </a:lnTo>
                <a:lnTo>
                  <a:pt x="311597" y="249542"/>
                </a:lnTo>
                <a:lnTo>
                  <a:pt x="313388" y="250590"/>
                </a:lnTo>
                <a:lnTo>
                  <a:pt x="325543" y="280430"/>
                </a:lnTo>
                <a:lnTo>
                  <a:pt x="313388" y="310397"/>
                </a:lnTo>
                <a:lnTo>
                  <a:pt x="310468" y="31213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2713140" y="7520940"/>
            <a:ext cx="298450" cy="34290"/>
          </a:xfrm>
          <a:custGeom>
            <a:avLst/>
            <a:gdLst/>
            <a:ahLst/>
            <a:cxnLst/>
            <a:rect l="l" t="t" r="r" b="b"/>
            <a:pathLst>
              <a:path w="298450" h="34290">
                <a:moveTo>
                  <a:pt x="0" y="0"/>
                </a:moveTo>
                <a:lnTo>
                  <a:pt x="298312" y="0"/>
                </a:lnTo>
                <a:lnTo>
                  <a:pt x="298312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2972030" y="7555230"/>
            <a:ext cx="40005" cy="40640"/>
          </a:xfrm>
          <a:custGeom>
            <a:avLst/>
            <a:gdLst/>
            <a:ahLst/>
            <a:cxnLst/>
            <a:rect l="l" t="t" r="r" b="b"/>
            <a:pathLst>
              <a:path w="40005" h="40640">
                <a:moveTo>
                  <a:pt x="0" y="0"/>
                </a:moveTo>
                <a:lnTo>
                  <a:pt x="39422" y="0"/>
                </a:lnTo>
                <a:lnTo>
                  <a:pt x="39422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2713140" y="7595869"/>
            <a:ext cx="298450" cy="34290"/>
          </a:xfrm>
          <a:custGeom>
            <a:avLst/>
            <a:gdLst/>
            <a:ahLst/>
            <a:cxnLst/>
            <a:rect l="l" t="t" r="r" b="b"/>
            <a:pathLst>
              <a:path w="298450" h="34290">
                <a:moveTo>
                  <a:pt x="0" y="0"/>
                </a:moveTo>
                <a:lnTo>
                  <a:pt x="298312" y="0"/>
                </a:lnTo>
                <a:lnTo>
                  <a:pt x="298312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2713140" y="7630159"/>
            <a:ext cx="40005" cy="40640"/>
          </a:xfrm>
          <a:custGeom>
            <a:avLst/>
            <a:gdLst/>
            <a:ahLst/>
            <a:cxnLst/>
            <a:rect l="l" t="t" r="r" b="b"/>
            <a:pathLst>
              <a:path w="40004" h="40640">
                <a:moveTo>
                  <a:pt x="0" y="0"/>
                </a:moveTo>
                <a:lnTo>
                  <a:pt x="39829" y="0"/>
                </a:lnTo>
                <a:lnTo>
                  <a:pt x="39829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2713140" y="7670800"/>
            <a:ext cx="304165" cy="34290"/>
          </a:xfrm>
          <a:custGeom>
            <a:avLst/>
            <a:gdLst/>
            <a:ahLst/>
            <a:cxnLst/>
            <a:rect l="l" t="t" r="r" b="b"/>
            <a:pathLst>
              <a:path w="304165" h="34290">
                <a:moveTo>
                  <a:pt x="0" y="0"/>
                </a:moveTo>
                <a:lnTo>
                  <a:pt x="303596" y="0"/>
                </a:lnTo>
                <a:lnTo>
                  <a:pt x="303596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2688755" y="7746245"/>
            <a:ext cx="346710" cy="36195"/>
          </a:xfrm>
          <a:custGeom>
            <a:avLst/>
            <a:gdLst/>
            <a:ahLst/>
            <a:cxnLst/>
            <a:rect l="l" t="t" r="r" b="b"/>
            <a:pathLst>
              <a:path w="346709" h="36195">
                <a:moveTo>
                  <a:pt x="346676" y="36171"/>
                </a:moveTo>
                <a:lnTo>
                  <a:pt x="0" y="36171"/>
                </a:lnTo>
                <a:lnTo>
                  <a:pt x="0" y="0"/>
                </a:lnTo>
                <a:lnTo>
                  <a:pt x="346676" y="0"/>
                </a:lnTo>
                <a:lnTo>
                  <a:pt x="346676" y="3617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2774104" y="7782417"/>
            <a:ext cx="40005" cy="83820"/>
          </a:xfrm>
          <a:custGeom>
            <a:avLst/>
            <a:gdLst/>
            <a:ahLst/>
            <a:cxnLst/>
            <a:rect l="l" t="t" r="r" b="b"/>
            <a:pathLst>
              <a:path w="40004" h="83820">
                <a:moveTo>
                  <a:pt x="39829" y="83722"/>
                </a:moveTo>
                <a:lnTo>
                  <a:pt x="0" y="83722"/>
                </a:lnTo>
                <a:lnTo>
                  <a:pt x="0" y="0"/>
                </a:lnTo>
                <a:lnTo>
                  <a:pt x="39829" y="0"/>
                </a:lnTo>
                <a:lnTo>
                  <a:pt x="39829" y="8372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2909848" y="7782417"/>
            <a:ext cx="40005" cy="83820"/>
          </a:xfrm>
          <a:custGeom>
            <a:avLst/>
            <a:gdLst/>
            <a:ahLst/>
            <a:cxnLst/>
            <a:rect l="l" t="t" r="r" b="b"/>
            <a:pathLst>
              <a:path w="40004" h="83820">
                <a:moveTo>
                  <a:pt x="39829" y="83722"/>
                </a:moveTo>
                <a:lnTo>
                  <a:pt x="0" y="83722"/>
                </a:lnTo>
                <a:lnTo>
                  <a:pt x="0" y="0"/>
                </a:lnTo>
                <a:lnTo>
                  <a:pt x="39829" y="0"/>
                </a:lnTo>
                <a:lnTo>
                  <a:pt x="39829" y="8372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3092737" y="7514590"/>
            <a:ext cx="297180" cy="29209"/>
          </a:xfrm>
          <a:custGeom>
            <a:avLst/>
            <a:gdLst/>
            <a:ahLst/>
            <a:cxnLst/>
            <a:rect l="l" t="t" r="r" b="b"/>
            <a:pathLst>
              <a:path w="297180" h="29209">
                <a:moveTo>
                  <a:pt x="0" y="0"/>
                </a:moveTo>
                <a:lnTo>
                  <a:pt x="296687" y="0"/>
                </a:lnTo>
                <a:lnTo>
                  <a:pt x="296687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3350408" y="7543800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69" h="22859">
                <a:moveTo>
                  <a:pt x="0" y="0"/>
                </a:moveTo>
                <a:lnTo>
                  <a:pt x="39016" y="0"/>
                </a:lnTo>
                <a:lnTo>
                  <a:pt x="39016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3092737" y="7566659"/>
            <a:ext cx="297180" cy="26670"/>
          </a:xfrm>
          <a:custGeom>
            <a:avLst/>
            <a:gdLst/>
            <a:ahLst/>
            <a:cxnLst/>
            <a:rect l="l" t="t" r="r" b="b"/>
            <a:pathLst>
              <a:path w="297180" h="26670">
                <a:moveTo>
                  <a:pt x="0" y="0"/>
                </a:moveTo>
                <a:lnTo>
                  <a:pt x="296687" y="0"/>
                </a:lnTo>
                <a:lnTo>
                  <a:pt x="296687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3092737" y="7593330"/>
            <a:ext cx="39370" cy="24130"/>
          </a:xfrm>
          <a:custGeom>
            <a:avLst/>
            <a:gdLst/>
            <a:ahLst/>
            <a:cxnLst/>
            <a:rect l="l" t="t" r="r" b="b"/>
            <a:pathLst>
              <a:path w="39369" h="24129">
                <a:moveTo>
                  <a:pt x="0" y="0"/>
                </a:moveTo>
                <a:lnTo>
                  <a:pt x="39016" y="0"/>
                </a:lnTo>
                <a:lnTo>
                  <a:pt x="39016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3092737" y="7617459"/>
            <a:ext cx="301625" cy="27940"/>
          </a:xfrm>
          <a:custGeom>
            <a:avLst/>
            <a:gdLst/>
            <a:ahLst/>
            <a:cxnLst/>
            <a:rect l="l" t="t" r="r" b="b"/>
            <a:pathLst>
              <a:path w="301625" h="27940">
                <a:moveTo>
                  <a:pt x="0" y="0"/>
                </a:moveTo>
                <a:lnTo>
                  <a:pt x="301564" y="0"/>
                </a:lnTo>
                <a:lnTo>
                  <a:pt x="301564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3067540" y="7670651"/>
            <a:ext cx="346710" cy="29845"/>
          </a:xfrm>
          <a:custGeom>
            <a:avLst/>
            <a:gdLst/>
            <a:ahLst/>
            <a:cxnLst/>
            <a:rect l="l" t="t" r="r" b="b"/>
            <a:pathLst>
              <a:path w="346709" h="29845">
                <a:moveTo>
                  <a:pt x="346676" y="29262"/>
                </a:moveTo>
                <a:lnTo>
                  <a:pt x="0" y="29262"/>
                </a:lnTo>
                <a:lnTo>
                  <a:pt x="0" y="0"/>
                </a:lnTo>
                <a:lnTo>
                  <a:pt x="346676" y="0"/>
                </a:lnTo>
                <a:lnTo>
                  <a:pt x="346676" y="2926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3090706" y="7725409"/>
            <a:ext cx="299720" cy="27940"/>
          </a:xfrm>
          <a:custGeom>
            <a:avLst/>
            <a:gdLst/>
            <a:ahLst/>
            <a:cxnLst/>
            <a:rect l="l" t="t" r="r" b="b"/>
            <a:pathLst>
              <a:path w="299719" h="27940">
                <a:moveTo>
                  <a:pt x="0" y="0"/>
                </a:moveTo>
                <a:lnTo>
                  <a:pt x="299532" y="0"/>
                </a:lnTo>
                <a:lnTo>
                  <a:pt x="299532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3351220" y="7753350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69" h="22859">
                <a:moveTo>
                  <a:pt x="0" y="0"/>
                </a:moveTo>
                <a:lnTo>
                  <a:pt x="39016" y="0"/>
                </a:lnTo>
                <a:lnTo>
                  <a:pt x="39016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3091518" y="7776209"/>
            <a:ext cx="299085" cy="26670"/>
          </a:xfrm>
          <a:custGeom>
            <a:avLst/>
            <a:gdLst/>
            <a:ahLst/>
            <a:cxnLst/>
            <a:rect l="l" t="t" r="r" b="b"/>
            <a:pathLst>
              <a:path w="299084" h="26670">
                <a:moveTo>
                  <a:pt x="0" y="0"/>
                </a:moveTo>
                <a:lnTo>
                  <a:pt x="298719" y="0"/>
                </a:lnTo>
                <a:lnTo>
                  <a:pt x="298719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3091518" y="7802880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69" h="22859">
                <a:moveTo>
                  <a:pt x="0" y="0"/>
                </a:moveTo>
                <a:lnTo>
                  <a:pt x="39016" y="0"/>
                </a:lnTo>
                <a:lnTo>
                  <a:pt x="39016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3091518" y="7825740"/>
            <a:ext cx="305435" cy="27940"/>
          </a:xfrm>
          <a:custGeom>
            <a:avLst/>
            <a:gdLst/>
            <a:ahLst/>
            <a:cxnLst/>
            <a:rect l="l" t="t" r="r" b="b"/>
            <a:pathLst>
              <a:path w="305434" h="27940">
                <a:moveTo>
                  <a:pt x="0" y="0"/>
                </a:moveTo>
                <a:lnTo>
                  <a:pt x="304815" y="0"/>
                </a:lnTo>
                <a:lnTo>
                  <a:pt x="304815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3560094" y="7523933"/>
            <a:ext cx="292735" cy="325755"/>
          </a:xfrm>
          <a:custGeom>
            <a:avLst/>
            <a:gdLst/>
            <a:ahLst/>
            <a:cxnLst/>
            <a:rect l="l" t="t" r="r" b="b"/>
            <a:pathLst>
              <a:path w="292734" h="325754">
                <a:moveTo>
                  <a:pt x="115423" y="325543"/>
                </a:moveTo>
                <a:lnTo>
                  <a:pt x="0" y="325543"/>
                </a:lnTo>
                <a:lnTo>
                  <a:pt x="0" y="0"/>
                </a:lnTo>
                <a:lnTo>
                  <a:pt x="115423" y="0"/>
                </a:lnTo>
                <a:lnTo>
                  <a:pt x="167498" y="5326"/>
                </a:lnTo>
                <a:lnTo>
                  <a:pt x="211218" y="20667"/>
                </a:lnTo>
                <a:lnTo>
                  <a:pt x="236284" y="38203"/>
                </a:lnTo>
                <a:lnTo>
                  <a:pt x="42674" y="38203"/>
                </a:lnTo>
                <a:lnTo>
                  <a:pt x="42674" y="286933"/>
                </a:lnTo>
                <a:lnTo>
                  <a:pt x="237120" y="286933"/>
                </a:lnTo>
                <a:lnTo>
                  <a:pt x="211218" y="304981"/>
                </a:lnTo>
                <a:lnTo>
                  <a:pt x="167498" y="320246"/>
                </a:lnTo>
                <a:lnTo>
                  <a:pt x="115423" y="325543"/>
                </a:lnTo>
                <a:close/>
              </a:path>
              <a:path w="292734" h="325754">
                <a:moveTo>
                  <a:pt x="237120" y="286933"/>
                </a:moveTo>
                <a:lnTo>
                  <a:pt x="116642" y="286933"/>
                </a:lnTo>
                <a:lnTo>
                  <a:pt x="162145" y="281649"/>
                </a:lnTo>
                <a:lnTo>
                  <a:pt x="199064" y="266124"/>
                </a:lnTo>
                <a:lnTo>
                  <a:pt x="226522" y="240844"/>
                </a:lnTo>
                <a:lnTo>
                  <a:pt x="243641" y="206299"/>
                </a:lnTo>
                <a:lnTo>
                  <a:pt x="249542" y="162974"/>
                </a:lnTo>
                <a:lnTo>
                  <a:pt x="243641" y="119565"/>
                </a:lnTo>
                <a:lnTo>
                  <a:pt x="226522" y="84818"/>
                </a:lnTo>
                <a:lnTo>
                  <a:pt x="199064" y="59298"/>
                </a:lnTo>
                <a:lnTo>
                  <a:pt x="162145" y="43571"/>
                </a:lnTo>
                <a:lnTo>
                  <a:pt x="116642" y="38203"/>
                </a:lnTo>
                <a:lnTo>
                  <a:pt x="236284" y="38203"/>
                </a:lnTo>
                <a:lnTo>
                  <a:pt x="246087" y="45061"/>
                </a:lnTo>
                <a:lnTo>
                  <a:pt x="271609" y="77551"/>
                </a:lnTo>
                <a:lnTo>
                  <a:pt x="287286" y="117175"/>
                </a:lnTo>
                <a:lnTo>
                  <a:pt x="292622" y="162974"/>
                </a:lnTo>
                <a:lnTo>
                  <a:pt x="287286" y="208744"/>
                </a:lnTo>
                <a:lnTo>
                  <a:pt x="271609" y="248293"/>
                </a:lnTo>
                <a:lnTo>
                  <a:pt x="246087" y="280684"/>
                </a:lnTo>
                <a:lnTo>
                  <a:pt x="237120" y="28693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3872224" y="7523932"/>
            <a:ext cx="441959" cy="325755"/>
          </a:xfrm>
          <a:custGeom>
            <a:avLst/>
            <a:gdLst/>
            <a:ahLst/>
            <a:cxnLst/>
            <a:rect l="l" t="t" r="r" b="b"/>
            <a:pathLst>
              <a:path w="441959" h="325754">
                <a:moveTo>
                  <a:pt x="342206" y="325543"/>
                </a:moveTo>
                <a:lnTo>
                  <a:pt x="299125" y="325543"/>
                </a:lnTo>
                <a:lnTo>
                  <a:pt x="220686" y="65840"/>
                </a:lnTo>
                <a:lnTo>
                  <a:pt x="141840" y="325543"/>
                </a:lnTo>
                <a:lnTo>
                  <a:pt x="98760" y="325543"/>
                </a:lnTo>
                <a:lnTo>
                  <a:pt x="0" y="0"/>
                </a:lnTo>
                <a:lnTo>
                  <a:pt x="44299" y="0"/>
                </a:lnTo>
                <a:lnTo>
                  <a:pt x="121519" y="260922"/>
                </a:lnTo>
                <a:lnTo>
                  <a:pt x="198333" y="0"/>
                </a:lnTo>
                <a:lnTo>
                  <a:pt x="243852" y="0"/>
                </a:lnTo>
                <a:lnTo>
                  <a:pt x="321072" y="261734"/>
                </a:lnTo>
                <a:lnTo>
                  <a:pt x="398292" y="0"/>
                </a:lnTo>
                <a:lnTo>
                  <a:pt x="441373" y="0"/>
                </a:lnTo>
                <a:lnTo>
                  <a:pt x="342206" y="32554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4332292" y="7516210"/>
            <a:ext cx="333375" cy="340995"/>
          </a:xfrm>
          <a:custGeom>
            <a:avLst/>
            <a:gdLst/>
            <a:ahLst/>
            <a:cxnLst/>
            <a:rect l="l" t="t" r="r" b="b"/>
            <a:pathLst>
              <a:path w="333375" h="340995">
                <a:moveTo>
                  <a:pt x="170696" y="340580"/>
                </a:moveTo>
                <a:lnTo>
                  <a:pt x="123901" y="334796"/>
                </a:lnTo>
                <a:lnTo>
                  <a:pt x="82729" y="318287"/>
                </a:lnTo>
                <a:lnTo>
                  <a:pt x="48465" y="292318"/>
                </a:lnTo>
                <a:lnTo>
                  <a:pt x="22398" y="258152"/>
                </a:lnTo>
                <a:lnTo>
                  <a:pt x="5814" y="217055"/>
                </a:lnTo>
                <a:lnTo>
                  <a:pt x="0" y="170290"/>
                </a:lnTo>
                <a:lnTo>
                  <a:pt x="5814" y="123525"/>
                </a:lnTo>
                <a:lnTo>
                  <a:pt x="22398" y="82428"/>
                </a:lnTo>
                <a:lnTo>
                  <a:pt x="48465" y="48262"/>
                </a:lnTo>
                <a:lnTo>
                  <a:pt x="82729" y="22292"/>
                </a:lnTo>
                <a:lnTo>
                  <a:pt x="123901" y="5783"/>
                </a:lnTo>
                <a:lnTo>
                  <a:pt x="170696" y="0"/>
                </a:lnTo>
                <a:lnTo>
                  <a:pt x="217932" y="5618"/>
                </a:lnTo>
                <a:lnTo>
                  <a:pt x="258204" y="21537"/>
                </a:lnTo>
                <a:lnTo>
                  <a:pt x="290789" y="46351"/>
                </a:lnTo>
                <a:lnTo>
                  <a:pt x="314966" y="78657"/>
                </a:lnTo>
                <a:lnTo>
                  <a:pt x="330013" y="117049"/>
                </a:lnTo>
                <a:lnTo>
                  <a:pt x="286526" y="117049"/>
                </a:lnTo>
                <a:lnTo>
                  <a:pt x="271069" y="85545"/>
                </a:lnTo>
                <a:lnTo>
                  <a:pt x="246087" y="61013"/>
                </a:lnTo>
                <a:lnTo>
                  <a:pt x="212570" y="45093"/>
                </a:lnTo>
                <a:lnTo>
                  <a:pt x="171509" y="39422"/>
                </a:lnTo>
                <a:lnTo>
                  <a:pt x="119830" y="49126"/>
                </a:lnTo>
                <a:lnTo>
                  <a:pt x="79048" y="76203"/>
                </a:lnTo>
                <a:lnTo>
                  <a:pt x="52288" y="117608"/>
                </a:lnTo>
                <a:lnTo>
                  <a:pt x="42674" y="170290"/>
                </a:lnTo>
                <a:lnTo>
                  <a:pt x="52345" y="222801"/>
                </a:lnTo>
                <a:lnTo>
                  <a:pt x="79201" y="264224"/>
                </a:lnTo>
                <a:lnTo>
                  <a:pt x="120002" y="291397"/>
                </a:lnTo>
                <a:lnTo>
                  <a:pt x="171509" y="301157"/>
                </a:lnTo>
                <a:lnTo>
                  <a:pt x="214050" y="294845"/>
                </a:lnTo>
                <a:lnTo>
                  <a:pt x="249085" y="277483"/>
                </a:lnTo>
                <a:lnTo>
                  <a:pt x="274899" y="251434"/>
                </a:lnTo>
                <a:lnTo>
                  <a:pt x="289778" y="219060"/>
                </a:lnTo>
                <a:lnTo>
                  <a:pt x="333265" y="219060"/>
                </a:lnTo>
                <a:lnTo>
                  <a:pt x="319167" y="257761"/>
                </a:lnTo>
                <a:lnTo>
                  <a:pt x="294710" y="291156"/>
                </a:lnTo>
                <a:lnTo>
                  <a:pt x="261045" y="317352"/>
                </a:lnTo>
                <a:lnTo>
                  <a:pt x="219324" y="334458"/>
                </a:lnTo>
                <a:lnTo>
                  <a:pt x="170696" y="3405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4695227" y="7510927"/>
            <a:ext cx="363220" cy="347345"/>
          </a:xfrm>
          <a:custGeom>
            <a:avLst/>
            <a:gdLst/>
            <a:ahLst/>
            <a:cxnLst/>
            <a:rect l="l" t="t" r="r" b="b"/>
            <a:pathLst>
              <a:path w="363219" h="347345">
                <a:moveTo>
                  <a:pt x="314976" y="347083"/>
                </a:moveTo>
                <a:lnTo>
                  <a:pt x="274740" y="347083"/>
                </a:lnTo>
                <a:lnTo>
                  <a:pt x="274740" y="0"/>
                </a:lnTo>
                <a:lnTo>
                  <a:pt x="314976" y="0"/>
                </a:lnTo>
                <a:lnTo>
                  <a:pt x="314976" y="137370"/>
                </a:lnTo>
                <a:lnTo>
                  <a:pt x="362933" y="137370"/>
                </a:lnTo>
                <a:lnTo>
                  <a:pt x="362933" y="175980"/>
                </a:lnTo>
                <a:lnTo>
                  <a:pt x="314976" y="175980"/>
                </a:lnTo>
                <a:lnTo>
                  <a:pt x="314976" y="347083"/>
                </a:lnTo>
                <a:close/>
              </a:path>
              <a:path w="363219" h="347345">
                <a:moveTo>
                  <a:pt x="211338" y="234504"/>
                </a:moveTo>
                <a:lnTo>
                  <a:pt x="170696" y="234504"/>
                </a:lnTo>
                <a:lnTo>
                  <a:pt x="170696" y="50802"/>
                </a:lnTo>
                <a:lnTo>
                  <a:pt x="12599" y="50802"/>
                </a:lnTo>
                <a:lnTo>
                  <a:pt x="12599" y="13411"/>
                </a:lnTo>
                <a:lnTo>
                  <a:pt x="211338" y="13411"/>
                </a:lnTo>
                <a:lnTo>
                  <a:pt x="211338" y="234504"/>
                </a:lnTo>
                <a:close/>
              </a:path>
              <a:path w="363219" h="347345">
                <a:moveTo>
                  <a:pt x="101198" y="288558"/>
                </a:moveTo>
                <a:lnTo>
                  <a:pt x="60556" y="288558"/>
                </a:lnTo>
                <a:lnTo>
                  <a:pt x="60556" y="141434"/>
                </a:lnTo>
                <a:lnTo>
                  <a:pt x="101198" y="141434"/>
                </a:lnTo>
                <a:lnTo>
                  <a:pt x="101198" y="288558"/>
                </a:lnTo>
                <a:close/>
              </a:path>
              <a:path w="363219" h="347345">
                <a:moveTo>
                  <a:pt x="132493" y="326355"/>
                </a:moveTo>
                <a:lnTo>
                  <a:pt x="0" y="326355"/>
                </a:lnTo>
                <a:lnTo>
                  <a:pt x="0" y="288558"/>
                </a:lnTo>
                <a:lnTo>
                  <a:pt x="132086" y="288558"/>
                </a:lnTo>
                <a:lnTo>
                  <a:pt x="166099" y="287758"/>
                </a:lnTo>
                <a:lnTo>
                  <a:pt x="197215" y="285205"/>
                </a:lnTo>
                <a:lnTo>
                  <a:pt x="224217" y="280671"/>
                </a:lnTo>
                <a:lnTo>
                  <a:pt x="245884" y="273927"/>
                </a:lnTo>
                <a:lnTo>
                  <a:pt x="245884" y="311724"/>
                </a:lnTo>
                <a:lnTo>
                  <a:pt x="224395" y="318297"/>
                </a:lnTo>
                <a:lnTo>
                  <a:pt x="197723" y="322850"/>
                </a:lnTo>
                <a:lnTo>
                  <a:pt x="166784" y="325498"/>
                </a:lnTo>
                <a:lnTo>
                  <a:pt x="132493" y="32635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5186183" y="7510927"/>
            <a:ext cx="324485" cy="342900"/>
          </a:xfrm>
          <a:custGeom>
            <a:avLst/>
            <a:gdLst/>
            <a:ahLst/>
            <a:cxnLst/>
            <a:rect l="l" t="t" r="r" b="b"/>
            <a:pathLst>
              <a:path w="324484" h="342900">
                <a:moveTo>
                  <a:pt x="315788" y="170696"/>
                </a:moveTo>
                <a:lnTo>
                  <a:pt x="275553" y="170696"/>
                </a:lnTo>
                <a:lnTo>
                  <a:pt x="275553" y="135744"/>
                </a:lnTo>
                <a:lnTo>
                  <a:pt x="199959" y="135744"/>
                </a:lnTo>
                <a:lnTo>
                  <a:pt x="199959" y="102824"/>
                </a:lnTo>
                <a:lnTo>
                  <a:pt x="275553" y="102824"/>
                </a:lnTo>
                <a:lnTo>
                  <a:pt x="275553" y="67059"/>
                </a:lnTo>
                <a:lnTo>
                  <a:pt x="214996" y="67059"/>
                </a:lnTo>
                <a:lnTo>
                  <a:pt x="214996" y="34139"/>
                </a:lnTo>
                <a:lnTo>
                  <a:pt x="275553" y="34139"/>
                </a:lnTo>
                <a:lnTo>
                  <a:pt x="275553" y="0"/>
                </a:lnTo>
                <a:lnTo>
                  <a:pt x="315788" y="0"/>
                </a:lnTo>
                <a:lnTo>
                  <a:pt x="315788" y="170696"/>
                </a:lnTo>
                <a:close/>
              </a:path>
              <a:path w="324484" h="342900">
                <a:moveTo>
                  <a:pt x="0" y="164600"/>
                </a:moveTo>
                <a:lnTo>
                  <a:pt x="0" y="130867"/>
                </a:lnTo>
                <a:lnTo>
                  <a:pt x="65274" y="126009"/>
                </a:lnTo>
                <a:lnTo>
                  <a:pt x="114966" y="111511"/>
                </a:lnTo>
                <a:lnTo>
                  <a:pt x="146597" y="86573"/>
                </a:lnTo>
                <a:lnTo>
                  <a:pt x="157691" y="50396"/>
                </a:lnTo>
                <a:lnTo>
                  <a:pt x="157691" y="42267"/>
                </a:lnTo>
                <a:lnTo>
                  <a:pt x="0" y="42267"/>
                </a:lnTo>
                <a:lnTo>
                  <a:pt x="0" y="8534"/>
                </a:lnTo>
                <a:lnTo>
                  <a:pt x="197926" y="8534"/>
                </a:lnTo>
                <a:lnTo>
                  <a:pt x="197926" y="43893"/>
                </a:lnTo>
                <a:lnTo>
                  <a:pt x="191478" y="82328"/>
                </a:lnTo>
                <a:lnTo>
                  <a:pt x="143314" y="136100"/>
                </a:lnTo>
                <a:lnTo>
                  <a:pt x="103878" y="152182"/>
                </a:lnTo>
                <a:lnTo>
                  <a:pt x="55726" y="161557"/>
                </a:lnTo>
                <a:lnTo>
                  <a:pt x="0" y="164600"/>
                </a:lnTo>
                <a:close/>
              </a:path>
              <a:path w="324484" h="342900">
                <a:moveTo>
                  <a:pt x="324323" y="342612"/>
                </a:moveTo>
                <a:lnTo>
                  <a:pt x="21946" y="342612"/>
                </a:lnTo>
                <a:lnTo>
                  <a:pt x="21946" y="250761"/>
                </a:lnTo>
                <a:lnTo>
                  <a:pt x="275959" y="250761"/>
                </a:lnTo>
                <a:lnTo>
                  <a:pt x="275959" y="220686"/>
                </a:lnTo>
                <a:lnTo>
                  <a:pt x="21133" y="220686"/>
                </a:lnTo>
                <a:lnTo>
                  <a:pt x="21133" y="188985"/>
                </a:lnTo>
                <a:lnTo>
                  <a:pt x="315788" y="188985"/>
                </a:lnTo>
                <a:lnTo>
                  <a:pt x="315788" y="280836"/>
                </a:lnTo>
                <a:lnTo>
                  <a:pt x="61775" y="280836"/>
                </a:lnTo>
                <a:lnTo>
                  <a:pt x="61775" y="310911"/>
                </a:lnTo>
                <a:lnTo>
                  <a:pt x="324323" y="310911"/>
                </a:lnTo>
                <a:lnTo>
                  <a:pt x="324323" y="34261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5552774" y="7504831"/>
            <a:ext cx="364490" cy="349250"/>
          </a:xfrm>
          <a:custGeom>
            <a:avLst/>
            <a:gdLst/>
            <a:ahLst/>
            <a:cxnLst/>
            <a:rect l="l" t="t" r="r" b="b"/>
            <a:pathLst>
              <a:path w="364490" h="349250">
                <a:moveTo>
                  <a:pt x="138183" y="34952"/>
                </a:moveTo>
                <a:lnTo>
                  <a:pt x="97540" y="34952"/>
                </a:lnTo>
                <a:lnTo>
                  <a:pt x="97540" y="0"/>
                </a:lnTo>
                <a:lnTo>
                  <a:pt x="138183" y="0"/>
                </a:lnTo>
                <a:lnTo>
                  <a:pt x="138183" y="34952"/>
                </a:lnTo>
                <a:close/>
              </a:path>
              <a:path w="364490" h="349250">
                <a:moveTo>
                  <a:pt x="235724" y="65840"/>
                </a:moveTo>
                <a:lnTo>
                  <a:pt x="0" y="65840"/>
                </a:lnTo>
                <a:lnTo>
                  <a:pt x="0" y="34952"/>
                </a:lnTo>
                <a:lnTo>
                  <a:pt x="235724" y="34952"/>
                </a:lnTo>
                <a:lnTo>
                  <a:pt x="235724" y="65840"/>
                </a:lnTo>
                <a:close/>
              </a:path>
              <a:path w="364490" h="349250">
                <a:moveTo>
                  <a:pt x="315382" y="201178"/>
                </a:moveTo>
                <a:lnTo>
                  <a:pt x="275146" y="201178"/>
                </a:lnTo>
                <a:lnTo>
                  <a:pt x="275146" y="6096"/>
                </a:lnTo>
                <a:lnTo>
                  <a:pt x="315382" y="6096"/>
                </a:lnTo>
                <a:lnTo>
                  <a:pt x="315382" y="78845"/>
                </a:lnTo>
                <a:lnTo>
                  <a:pt x="364153" y="78845"/>
                </a:lnTo>
                <a:lnTo>
                  <a:pt x="364153" y="116236"/>
                </a:lnTo>
                <a:lnTo>
                  <a:pt x="315382" y="116236"/>
                </a:lnTo>
                <a:lnTo>
                  <a:pt x="315382" y="201178"/>
                </a:lnTo>
                <a:close/>
              </a:path>
              <a:path w="364490" h="349250">
                <a:moveTo>
                  <a:pt x="117862" y="205648"/>
                </a:moveTo>
                <a:lnTo>
                  <a:pt x="77575" y="201495"/>
                </a:lnTo>
                <a:lnTo>
                  <a:pt x="45214" y="189493"/>
                </a:lnTo>
                <a:lnTo>
                  <a:pt x="23674" y="170328"/>
                </a:lnTo>
                <a:lnTo>
                  <a:pt x="15850" y="144685"/>
                </a:lnTo>
                <a:lnTo>
                  <a:pt x="23674" y="119214"/>
                </a:lnTo>
                <a:lnTo>
                  <a:pt x="45214" y="100030"/>
                </a:lnTo>
                <a:lnTo>
                  <a:pt x="77575" y="87932"/>
                </a:lnTo>
                <a:lnTo>
                  <a:pt x="117862" y="83722"/>
                </a:lnTo>
                <a:lnTo>
                  <a:pt x="157913" y="87932"/>
                </a:lnTo>
                <a:lnTo>
                  <a:pt x="190154" y="100030"/>
                </a:lnTo>
                <a:lnTo>
                  <a:pt x="204669" y="112984"/>
                </a:lnTo>
                <a:lnTo>
                  <a:pt x="117862" y="112984"/>
                </a:lnTo>
                <a:lnTo>
                  <a:pt x="91495" y="115423"/>
                </a:lnTo>
                <a:lnTo>
                  <a:pt x="71530" y="122129"/>
                </a:lnTo>
                <a:lnTo>
                  <a:pt x="58880" y="132188"/>
                </a:lnTo>
                <a:lnTo>
                  <a:pt x="54460" y="144685"/>
                </a:lnTo>
                <a:lnTo>
                  <a:pt x="58880" y="157183"/>
                </a:lnTo>
                <a:lnTo>
                  <a:pt x="71530" y="167242"/>
                </a:lnTo>
                <a:lnTo>
                  <a:pt x="91495" y="173948"/>
                </a:lnTo>
                <a:lnTo>
                  <a:pt x="117862" y="176386"/>
                </a:lnTo>
                <a:lnTo>
                  <a:pt x="204855" y="176386"/>
                </a:lnTo>
                <a:lnTo>
                  <a:pt x="190154" y="189493"/>
                </a:lnTo>
                <a:lnTo>
                  <a:pt x="157913" y="201495"/>
                </a:lnTo>
                <a:lnTo>
                  <a:pt x="117862" y="205648"/>
                </a:lnTo>
                <a:close/>
              </a:path>
              <a:path w="364490" h="349250">
                <a:moveTo>
                  <a:pt x="204855" y="176386"/>
                </a:moveTo>
                <a:lnTo>
                  <a:pt x="117862" y="176386"/>
                </a:lnTo>
                <a:lnTo>
                  <a:pt x="144057" y="173948"/>
                </a:lnTo>
                <a:lnTo>
                  <a:pt x="164041" y="167242"/>
                </a:lnTo>
                <a:lnTo>
                  <a:pt x="176786" y="157183"/>
                </a:lnTo>
                <a:lnTo>
                  <a:pt x="181263" y="144685"/>
                </a:lnTo>
                <a:lnTo>
                  <a:pt x="176786" y="132188"/>
                </a:lnTo>
                <a:lnTo>
                  <a:pt x="164041" y="122129"/>
                </a:lnTo>
                <a:lnTo>
                  <a:pt x="144057" y="115423"/>
                </a:lnTo>
                <a:lnTo>
                  <a:pt x="117862" y="112984"/>
                </a:lnTo>
                <a:lnTo>
                  <a:pt x="204669" y="112984"/>
                </a:lnTo>
                <a:lnTo>
                  <a:pt x="211649" y="119214"/>
                </a:lnTo>
                <a:lnTo>
                  <a:pt x="219467" y="144685"/>
                </a:lnTo>
                <a:lnTo>
                  <a:pt x="211649" y="170328"/>
                </a:lnTo>
                <a:lnTo>
                  <a:pt x="204855" y="176386"/>
                </a:lnTo>
                <a:close/>
              </a:path>
              <a:path w="364490" h="349250">
                <a:moveTo>
                  <a:pt x="315382" y="348709"/>
                </a:moveTo>
                <a:lnTo>
                  <a:pt x="25198" y="348709"/>
                </a:lnTo>
                <a:lnTo>
                  <a:pt x="25198" y="219873"/>
                </a:lnTo>
                <a:lnTo>
                  <a:pt x="64214" y="219873"/>
                </a:lnTo>
                <a:lnTo>
                  <a:pt x="64214" y="251168"/>
                </a:lnTo>
                <a:lnTo>
                  <a:pt x="315382" y="251168"/>
                </a:lnTo>
                <a:lnTo>
                  <a:pt x="315382" y="282056"/>
                </a:lnTo>
                <a:lnTo>
                  <a:pt x="64214" y="282056"/>
                </a:lnTo>
                <a:lnTo>
                  <a:pt x="64214" y="317008"/>
                </a:lnTo>
                <a:lnTo>
                  <a:pt x="315382" y="317008"/>
                </a:lnTo>
                <a:lnTo>
                  <a:pt x="315382" y="348709"/>
                </a:lnTo>
                <a:close/>
              </a:path>
              <a:path w="364490" h="349250">
                <a:moveTo>
                  <a:pt x="315382" y="251168"/>
                </a:moveTo>
                <a:lnTo>
                  <a:pt x="276366" y="251168"/>
                </a:lnTo>
                <a:lnTo>
                  <a:pt x="276366" y="219873"/>
                </a:lnTo>
                <a:lnTo>
                  <a:pt x="315382" y="219873"/>
                </a:lnTo>
                <a:lnTo>
                  <a:pt x="315382" y="251168"/>
                </a:lnTo>
                <a:close/>
              </a:path>
              <a:path w="364490" h="349250">
                <a:moveTo>
                  <a:pt x="315382" y="317008"/>
                </a:moveTo>
                <a:lnTo>
                  <a:pt x="276366" y="317008"/>
                </a:lnTo>
                <a:lnTo>
                  <a:pt x="276366" y="282056"/>
                </a:lnTo>
                <a:lnTo>
                  <a:pt x="315382" y="282056"/>
                </a:lnTo>
                <a:lnTo>
                  <a:pt x="315382" y="31700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2302261" y="8556117"/>
            <a:ext cx="4660895" cy="14405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5120" y="1389576"/>
            <a:ext cx="4630308" cy="2977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25120" y="4898737"/>
            <a:ext cx="4552098" cy="2819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11714" y="4427178"/>
            <a:ext cx="240053" cy="2518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4000" y="4423520"/>
            <a:ext cx="240053" cy="2470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06427" y="4435903"/>
            <a:ext cx="240053" cy="2380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85599" y="4439920"/>
            <a:ext cx="207010" cy="24130"/>
          </a:xfrm>
          <a:custGeom>
            <a:avLst/>
            <a:gdLst/>
            <a:ahLst/>
            <a:cxnLst/>
            <a:rect l="l" t="t" r="r" b="b"/>
            <a:pathLst>
              <a:path w="207010" h="24129">
                <a:moveTo>
                  <a:pt x="0" y="0"/>
                </a:moveTo>
                <a:lnTo>
                  <a:pt x="206564" y="0"/>
                </a:lnTo>
                <a:lnTo>
                  <a:pt x="206564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64865" y="4464050"/>
            <a:ext cx="27305" cy="27940"/>
          </a:xfrm>
          <a:custGeom>
            <a:avLst/>
            <a:gdLst/>
            <a:ahLst/>
            <a:cxnLst/>
            <a:rect l="l" t="t" r="r" b="b"/>
            <a:pathLst>
              <a:path w="27304" h="27939">
                <a:moveTo>
                  <a:pt x="0" y="0"/>
                </a:moveTo>
                <a:lnTo>
                  <a:pt x="27298" y="0"/>
                </a:lnTo>
                <a:lnTo>
                  <a:pt x="27298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85599" y="4491990"/>
            <a:ext cx="207010" cy="24130"/>
          </a:xfrm>
          <a:custGeom>
            <a:avLst/>
            <a:gdLst/>
            <a:ahLst/>
            <a:cxnLst/>
            <a:rect l="l" t="t" r="r" b="b"/>
            <a:pathLst>
              <a:path w="207010" h="24129">
                <a:moveTo>
                  <a:pt x="0" y="0"/>
                </a:moveTo>
                <a:lnTo>
                  <a:pt x="206564" y="0"/>
                </a:lnTo>
                <a:lnTo>
                  <a:pt x="206564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85599" y="451612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0" y="0"/>
                </a:moveTo>
                <a:lnTo>
                  <a:pt x="27579" y="0"/>
                </a:lnTo>
                <a:lnTo>
                  <a:pt x="27579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85599" y="4544059"/>
            <a:ext cx="210820" cy="24130"/>
          </a:xfrm>
          <a:custGeom>
            <a:avLst/>
            <a:gdLst/>
            <a:ahLst/>
            <a:cxnLst/>
            <a:rect l="l" t="t" r="r" b="b"/>
            <a:pathLst>
              <a:path w="210820" h="24129">
                <a:moveTo>
                  <a:pt x="0" y="0"/>
                </a:moveTo>
                <a:lnTo>
                  <a:pt x="210222" y="0"/>
                </a:lnTo>
                <a:lnTo>
                  <a:pt x="210222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68713" y="4596032"/>
            <a:ext cx="240665" cy="25400"/>
          </a:xfrm>
          <a:custGeom>
            <a:avLst/>
            <a:gdLst/>
            <a:ahLst/>
            <a:cxnLst/>
            <a:rect l="l" t="t" r="r" b="b"/>
            <a:pathLst>
              <a:path w="240664" h="25400">
                <a:moveTo>
                  <a:pt x="240053" y="25046"/>
                </a:moveTo>
                <a:lnTo>
                  <a:pt x="0" y="25046"/>
                </a:lnTo>
                <a:lnTo>
                  <a:pt x="0" y="0"/>
                </a:lnTo>
                <a:lnTo>
                  <a:pt x="240053" y="0"/>
                </a:lnTo>
                <a:lnTo>
                  <a:pt x="240053" y="2504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27812" y="4621079"/>
            <a:ext cx="27940" cy="58419"/>
          </a:xfrm>
          <a:custGeom>
            <a:avLst/>
            <a:gdLst/>
            <a:ahLst/>
            <a:cxnLst/>
            <a:rect l="l" t="t" r="r" b="b"/>
            <a:pathLst>
              <a:path w="27939" h="58420">
                <a:moveTo>
                  <a:pt x="27579" y="57973"/>
                </a:moveTo>
                <a:lnTo>
                  <a:pt x="0" y="57973"/>
                </a:lnTo>
                <a:lnTo>
                  <a:pt x="0" y="0"/>
                </a:lnTo>
                <a:lnTo>
                  <a:pt x="27579" y="0"/>
                </a:lnTo>
                <a:lnTo>
                  <a:pt x="27579" y="5797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21808" y="4621079"/>
            <a:ext cx="27940" cy="58419"/>
          </a:xfrm>
          <a:custGeom>
            <a:avLst/>
            <a:gdLst/>
            <a:ahLst/>
            <a:cxnLst/>
            <a:rect l="l" t="t" r="r" b="b"/>
            <a:pathLst>
              <a:path w="27939" h="58420">
                <a:moveTo>
                  <a:pt x="27579" y="57973"/>
                </a:moveTo>
                <a:lnTo>
                  <a:pt x="0" y="57973"/>
                </a:lnTo>
                <a:lnTo>
                  <a:pt x="0" y="0"/>
                </a:lnTo>
                <a:lnTo>
                  <a:pt x="27579" y="0"/>
                </a:lnTo>
                <a:lnTo>
                  <a:pt x="27579" y="5797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43585" y="7784517"/>
            <a:ext cx="240463" cy="2382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03087" y="7781698"/>
            <a:ext cx="27940" cy="241300"/>
          </a:xfrm>
          <a:custGeom>
            <a:avLst/>
            <a:gdLst/>
            <a:ahLst/>
            <a:cxnLst/>
            <a:rect l="l" t="t" r="r" b="b"/>
            <a:pathLst>
              <a:path w="27939" h="241300">
                <a:moveTo>
                  <a:pt x="27908" y="240745"/>
                </a:moveTo>
                <a:lnTo>
                  <a:pt x="0" y="240745"/>
                </a:lnTo>
                <a:lnTo>
                  <a:pt x="0" y="0"/>
                </a:lnTo>
                <a:lnTo>
                  <a:pt x="27908" y="0"/>
                </a:lnTo>
                <a:lnTo>
                  <a:pt x="27908" y="24074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20132" y="7788909"/>
            <a:ext cx="27940" cy="82550"/>
          </a:xfrm>
          <a:custGeom>
            <a:avLst/>
            <a:gdLst/>
            <a:ahLst/>
            <a:cxnLst/>
            <a:rect l="l" t="t" r="r" b="b"/>
            <a:pathLst>
              <a:path w="27939" h="82550">
                <a:moveTo>
                  <a:pt x="0" y="0"/>
                </a:moveTo>
                <a:lnTo>
                  <a:pt x="27626" y="0"/>
                </a:lnTo>
                <a:lnTo>
                  <a:pt x="27626" y="82550"/>
                </a:lnTo>
                <a:lnTo>
                  <a:pt x="0" y="825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20132" y="7871459"/>
            <a:ext cx="136525" cy="25400"/>
          </a:xfrm>
          <a:custGeom>
            <a:avLst/>
            <a:gdLst/>
            <a:ahLst/>
            <a:cxnLst/>
            <a:rect l="l" t="t" r="r" b="b"/>
            <a:pathLst>
              <a:path w="136525" h="25400">
                <a:moveTo>
                  <a:pt x="0" y="0"/>
                </a:moveTo>
                <a:lnTo>
                  <a:pt x="136441" y="0"/>
                </a:lnTo>
                <a:lnTo>
                  <a:pt x="136441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20132" y="7896859"/>
            <a:ext cx="27940" cy="85090"/>
          </a:xfrm>
          <a:custGeom>
            <a:avLst/>
            <a:gdLst/>
            <a:ahLst/>
            <a:cxnLst/>
            <a:rect l="l" t="t" r="r" b="b"/>
            <a:pathLst>
              <a:path w="27939" h="85090">
                <a:moveTo>
                  <a:pt x="0" y="0"/>
                </a:moveTo>
                <a:lnTo>
                  <a:pt x="27626" y="0"/>
                </a:lnTo>
                <a:lnTo>
                  <a:pt x="27626" y="85090"/>
                </a:lnTo>
                <a:lnTo>
                  <a:pt x="0" y="850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20132" y="7981950"/>
            <a:ext cx="136525" cy="26670"/>
          </a:xfrm>
          <a:custGeom>
            <a:avLst/>
            <a:gdLst/>
            <a:ahLst/>
            <a:cxnLst/>
            <a:rect l="l" t="t" r="r" b="b"/>
            <a:pathLst>
              <a:path w="136525" h="26670">
                <a:moveTo>
                  <a:pt x="0" y="0"/>
                </a:moveTo>
                <a:lnTo>
                  <a:pt x="136441" y="0"/>
                </a:lnTo>
                <a:lnTo>
                  <a:pt x="136441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28947" y="7788746"/>
            <a:ext cx="27940" cy="83185"/>
          </a:xfrm>
          <a:custGeom>
            <a:avLst/>
            <a:gdLst/>
            <a:ahLst/>
            <a:cxnLst/>
            <a:rect l="l" t="t" r="r" b="b"/>
            <a:pathLst>
              <a:path w="27939" h="83184">
                <a:moveTo>
                  <a:pt x="27626" y="82879"/>
                </a:moveTo>
                <a:lnTo>
                  <a:pt x="0" y="82879"/>
                </a:lnTo>
                <a:lnTo>
                  <a:pt x="0" y="0"/>
                </a:lnTo>
                <a:lnTo>
                  <a:pt x="27626" y="0"/>
                </a:lnTo>
                <a:lnTo>
                  <a:pt x="27626" y="8287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28947" y="7897279"/>
            <a:ext cx="27940" cy="85725"/>
          </a:xfrm>
          <a:custGeom>
            <a:avLst/>
            <a:gdLst/>
            <a:ahLst/>
            <a:cxnLst/>
            <a:rect l="l" t="t" r="r" b="b"/>
            <a:pathLst>
              <a:path w="27939" h="85725">
                <a:moveTo>
                  <a:pt x="27626" y="85134"/>
                </a:moveTo>
                <a:lnTo>
                  <a:pt x="0" y="85134"/>
                </a:lnTo>
                <a:lnTo>
                  <a:pt x="0" y="0"/>
                </a:lnTo>
                <a:lnTo>
                  <a:pt x="27626" y="0"/>
                </a:lnTo>
                <a:lnTo>
                  <a:pt x="27626" y="8513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39011" y="7784517"/>
            <a:ext cx="240463" cy="2384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18659" y="7788909"/>
            <a:ext cx="207010" cy="24130"/>
          </a:xfrm>
          <a:custGeom>
            <a:avLst/>
            <a:gdLst/>
            <a:ahLst/>
            <a:cxnLst/>
            <a:rect l="l" t="t" r="r" b="b"/>
            <a:pathLst>
              <a:path w="207010" h="24129">
                <a:moveTo>
                  <a:pt x="0" y="0"/>
                </a:moveTo>
                <a:lnTo>
                  <a:pt x="206917" y="0"/>
                </a:lnTo>
                <a:lnTo>
                  <a:pt x="206917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98232" y="7813040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0" y="0"/>
                </a:moveTo>
                <a:lnTo>
                  <a:pt x="27344" y="0"/>
                </a:lnTo>
                <a:lnTo>
                  <a:pt x="2734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18659" y="7840980"/>
            <a:ext cx="207010" cy="24130"/>
          </a:xfrm>
          <a:custGeom>
            <a:avLst/>
            <a:gdLst/>
            <a:ahLst/>
            <a:cxnLst/>
            <a:rect l="l" t="t" r="r" b="b"/>
            <a:pathLst>
              <a:path w="207010" h="24129">
                <a:moveTo>
                  <a:pt x="0" y="0"/>
                </a:moveTo>
                <a:lnTo>
                  <a:pt x="206917" y="0"/>
                </a:lnTo>
                <a:lnTo>
                  <a:pt x="206917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18659" y="7865109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40">
                <a:moveTo>
                  <a:pt x="0" y="0"/>
                </a:moveTo>
                <a:lnTo>
                  <a:pt x="27626" y="0"/>
                </a:lnTo>
                <a:lnTo>
                  <a:pt x="27626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18659" y="7893050"/>
            <a:ext cx="210820" cy="24130"/>
          </a:xfrm>
          <a:custGeom>
            <a:avLst/>
            <a:gdLst/>
            <a:ahLst/>
            <a:cxnLst/>
            <a:rect l="l" t="t" r="r" b="b"/>
            <a:pathLst>
              <a:path w="210820" h="24129">
                <a:moveTo>
                  <a:pt x="0" y="0"/>
                </a:moveTo>
                <a:lnTo>
                  <a:pt x="210581" y="0"/>
                </a:lnTo>
                <a:lnTo>
                  <a:pt x="210581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01745" y="7944920"/>
            <a:ext cx="240665" cy="25400"/>
          </a:xfrm>
          <a:custGeom>
            <a:avLst/>
            <a:gdLst/>
            <a:ahLst/>
            <a:cxnLst/>
            <a:rect l="l" t="t" r="r" b="b"/>
            <a:pathLst>
              <a:path w="240664" h="25400">
                <a:moveTo>
                  <a:pt x="240463" y="25089"/>
                </a:moveTo>
                <a:lnTo>
                  <a:pt x="0" y="25089"/>
                </a:lnTo>
                <a:lnTo>
                  <a:pt x="0" y="0"/>
                </a:lnTo>
                <a:lnTo>
                  <a:pt x="240463" y="0"/>
                </a:lnTo>
                <a:lnTo>
                  <a:pt x="240463" y="2508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60945" y="7970010"/>
            <a:ext cx="27940" cy="58419"/>
          </a:xfrm>
          <a:custGeom>
            <a:avLst/>
            <a:gdLst/>
            <a:ahLst/>
            <a:cxnLst/>
            <a:rect l="l" t="t" r="r" b="b"/>
            <a:pathLst>
              <a:path w="27939" h="58420">
                <a:moveTo>
                  <a:pt x="27626" y="58072"/>
                </a:moveTo>
                <a:lnTo>
                  <a:pt x="0" y="58072"/>
                </a:lnTo>
                <a:lnTo>
                  <a:pt x="0" y="0"/>
                </a:lnTo>
                <a:lnTo>
                  <a:pt x="27626" y="0"/>
                </a:lnTo>
                <a:lnTo>
                  <a:pt x="27626" y="580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55101" y="7970010"/>
            <a:ext cx="27940" cy="58419"/>
          </a:xfrm>
          <a:custGeom>
            <a:avLst/>
            <a:gdLst/>
            <a:ahLst/>
            <a:cxnLst/>
            <a:rect l="l" t="t" r="r" b="b"/>
            <a:pathLst>
              <a:path w="27939" h="58420">
                <a:moveTo>
                  <a:pt x="27626" y="58072"/>
                </a:moveTo>
                <a:lnTo>
                  <a:pt x="0" y="58072"/>
                </a:lnTo>
                <a:lnTo>
                  <a:pt x="0" y="0"/>
                </a:lnTo>
                <a:lnTo>
                  <a:pt x="27626" y="0"/>
                </a:lnTo>
                <a:lnTo>
                  <a:pt x="27626" y="580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068512" y="2843312"/>
            <a:ext cx="487045" cy="487045"/>
          </a:xfrm>
          <a:custGeom>
            <a:avLst/>
            <a:gdLst/>
            <a:ahLst/>
            <a:cxnLst/>
            <a:rect l="l" t="t" r="r" b="b"/>
            <a:pathLst>
              <a:path w="487045" h="487045">
                <a:moveTo>
                  <a:pt x="243306" y="486615"/>
                </a:moveTo>
                <a:lnTo>
                  <a:pt x="194272" y="481672"/>
                </a:lnTo>
                <a:lnTo>
                  <a:pt x="148601" y="467494"/>
                </a:lnTo>
                <a:lnTo>
                  <a:pt x="107272" y="445061"/>
                </a:lnTo>
                <a:lnTo>
                  <a:pt x="71263" y="415351"/>
                </a:lnTo>
                <a:lnTo>
                  <a:pt x="41552" y="379342"/>
                </a:lnTo>
                <a:lnTo>
                  <a:pt x="19119" y="338012"/>
                </a:lnTo>
                <a:lnTo>
                  <a:pt x="4942" y="292341"/>
                </a:lnTo>
                <a:lnTo>
                  <a:pt x="0" y="243317"/>
                </a:lnTo>
                <a:lnTo>
                  <a:pt x="4942" y="194273"/>
                </a:lnTo>
                <a:lnTo>
                  <a:pt x="19119" y="148602"/>
                </a:lnTo>
                <a:lnTo>
                  <a:pt x="41552" y="107273"/>
                </a:lnTo>
                <a:lnTo>
                  <a:pt x="71263" y="71264"/>
                </a:lnTo>
                <a:lnTo>
                  <a:pt x="107272" y="41553"/>
                </a:lnTo>
                <a:lnTo>
                  <a:pt x="148601" y="19120"/>
                </a:lnTo>
                <a:lnTo>
                  <a:pt x="194272" y="4943"/>
                </a:lnTo>
                <a:lnTo>
                  <a:pt x="243306" y="0"/>
                </a:lnTo>
                <a:lnTo>
                  <a:pt x="292341" y="4943"/>
                </a:lnTo>
                <a:lnTo>
                  <a:pt x="338012" y="19120"/>
                </a:lnTo>
                <a:lnTo>
                  <a:pt x="379341" y="41553"/>
                </a:lnTo>
                <a:lnTo>
                  <a:pt x="415350" y="71264"/>
                </a:lnTo>
                <a:lnTo>
                  <a:pt x="445060" y="107273"/>
                </a:lnTo>
                <a:lnTo>
                  <a:pt x="452708" y="121362"/>
                </a:lnTo>
                <a:lnTo>
                  <a:pt x="242272" y="121362"/>
                </a:lnTo>
                <a:lnTo>
                  <a:pt x="232367" y="123179"/>
                </a:lnTo>
                <a:lnTo>
                  <a:pt x="223708" y="128876"/>
                </a:lnTo>
                <a:lnTo>
                  <a:pt x="218011" y="137534"/>
                </a:lnTo>
                <a:lnTo>
                  <a:pt x="216194" y="147438"/>
                </a:lnTo>
                <a:lnTo>
                  <a:pt x="218242" y="157390"/>
                </a:lnTo>
                <a:lnTo>
                  <a:pt x="224137" y="166193"/>
                </a:lnTo>
                <a:lnTo>
                  <a:pt x="274602" y="216648"/>
                </a:lnTo>
                <a:lnTo>
                  <a:pt x="149857" y="216648"/>
                </a:lnTo>
                <a:lnTo>
                  <a:pt x="139468" y="218698"/>
                </a:lnTo>
                <a:lnTo>
                  <a:pt x="130985" y="224287"/>
                </a:lnTo>
                <a:lnTo>
                  <a:pt x="125266" y="232576"/>
                </a:lnTo>
                <a:lnTo>
                  <a:pt x="123169" y="242725"/>
                </a:lnTo>
                <a:lnTo>
                  <a:pt x="125266" y="252874"/>
                </a:lnTo>
                <a:lnTo>
                  <a:pt x="130985" y="261163"/>
                </a:lnTo>
                <a:lnTo>
                  <a:pt x="139468" y="266752"/>
                </a:lnTo>
                <a:lnTo>
                  <a:pt x="149857" y="268802"/>
                </a:lnTo>
                <a:lnTo>
                  <a:pt x="275776" y="268802"/>
                </a:lnTo>
                <a:lnTo>
                  <a:pt x="224137" y="320431"/>
                </a:lnTo>
                <a:lnTo>
                  <a:pt x="218242" y="329230"/>
                </a:lnTo>
                <a:lnTo>
                  <a:pt x="216194" y="339182"/>
                </a:lnTo>
                <a:lnTo>
                  <a:pt x="218011" y="349088"/>
                </a:lnTo>
                <a:lnTo>
                  <a:pt x="223708" y="357748"/>
                </a:lnTo>
                <a:lnTo>
                  <a:pt x="232372" y="363437"/>
                </a:lnTo>
                <a:lnTo>
                  <a:pt x="242279" y="365253"/>
                </a:lnTo>
                <a:lnTo>
                  <a:pt x="452707" y="365253"/>
                </a:lnTo>
                <a:lnTo>
                  <a:pt x="445060" y="379342"/>
                </a:lnTo>
                <a:lnTo>
                  <a:pt x="415350" y="415351"/>
                </a:lnTo>
                <a:lnTo>
                  <a:pt x="379341" y="445061"/>
                </a:lnTo>
                <a:lnTo>
                  <a:pt x="338012" y="467494"/>
                </a:lnTo>
                <a:lnTo>
                  <a:pt x="292341" y="481672"/>
                </a:lnTo>
                <a:lnTo>
                  <a:pt x="243306" y="486615"/>
                </a:lnTo>
                <a:close/>
              </a:path>
              <a:path w="487045" h="487045">
                <a:moveTo>
                  <a:pt x="452707" y="365253"/>
                </a:moveTo>
                <a:lnTo>
                  <a:pt x="242279" y="365253"/>
                </a:lnTo>
                <a:lnTo>
                  <a:pt x="252227" y="363207"/>
                </a:lnTo>
                <a:lnTo>
                  <a:pt x="261015" y="357309"/>
                </a:lnTo>
                <a:lnTo>
                  <a:pt x="360943" y="257409"/>
                </a:lnTo>
                <a:lnTo>
                  <a:pt x="363567" y="250301"/>
                </a:lnTo>
                <a:lnTo>
                  <a:pt x="363445" y="242725"/>
                </a:lnTo>
                <a:lnTo>
                  <a:pt x="363567" y="236313"/>
                </a:lnTo>
                <a:lnTo>
                  <a:pt x="360934" y="229214"/>
                </a:lnTo>
                <a:lnTo>
                  <a:pt x="261015" y="129306"/>
                </a:lnTo>
                <a:lnTo>
                  <a:pt x="252222" y="123410"/>
                </a:lnTo>
                <a:lnTo>
                  <a:pt x="242272" y="121362"/>
                </a:lnTo>
                <a:lnTo>
                  <a:pt x="452708" y="121362"/>
                </a:lnTo>
                <a:lnTo>
                  <a:pt x="467493" y="148602"/>
                </a:lnTo>
                <a:lnTo>
                  <a:pt x="481671" y="194273"/>
                </a:lnTo>
                <a:lnTo>
                  <a:pt x="486613" y="243317"/>
                </a:lnTo>
                <a:lnTo>
                  <a:pt x="481671" y="292341"/>
                </a:lnTo>
                <a:lnTo>
                  <a:pt x="467493" y="338012"/>
                </a:lnTo>
                <a:lnTo>
                  <a:pt x="452707" y="365253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803570" y="1411978"/>
            <a:ext cx="3120427" cy="33492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68512" y="6065368"/>
            <a:ext cx="471805" cy="487045"/>
          </a:xfrm>
          <a:custGeom>
            <a:avLst/>
            <a:gdLst/>
            <a:ahLst/>
            <a:cxnLst/>
            <a:rect l="l" t="t" r="r" b="b"/>
            <a:pathLst>
              <a:path w="471804" h="487045">
                <a:moveTo>
                  <a:pt x="235842" y="486615"/>
                </a:moveTo>
                <a:lnTo>
                  <a:pt x="188312" y="481672"/>
                </a:lnTo>
                <a:lnTo>
                  <a:pt x="144042" y="467494"/>
                </a:lnTo>
                <a:lnTo>
                  <a:pt x="103981" y="445061"/>
                </a:lnTo>
                <a:lnTo>
                  <a:pt x="69077" y="415351"/>
                </a:lnTo>
                <a:lnTo>
                  <a:pt x="40278" y="379342"/>
                </a:lnTo>
                <a:lnTo>
                  <a:pt x="18533" y="338012"/>
                </a:lnTo>
                <a:lnTo>
                  <a:pt x="4790" y="292341"/>
                </a:lnTo>
                <a:lnTo>
                  <a:pt x="0" y="243317"/>
                </a:lnTo>
                <a:lnTo>
                  <a:pt x="4790" y="194273"/>
                </a:lnTo>
                <a:lnTo>
                  <a:pt x="18533" y="148602"/>
                </a:lnTo>
                <a:lnTo>
                  <a:pt x="40278" y="107273"/>
                </a:lnTo>
                <a:lnTo>
                  <a:pt x="69077" y="71264"/>
                </a:lnTo>
                <a:lnTo>
                  <a:pt x="103981" y="41553"/>
                </a:lnTo>
                <a:lnTo>
                  <a:pt x="144042" y="19120"/>
                </a:lnTo>
                <a:lnTo>
                  <a:pt x="188312" y="4943"/>
                </a:lnTo>
                <a:lnTo>
                  <a:pt x="235842" y="0"/>
                </a:lnTo>
                <a:lnTo>
                  <a:pt x="283372" y="4943"/>
                </a:lnTo>
                <a:lnTo>
                  <a:pt x="327642" y="19120"/>
                </a:lnTo>
                <a:lnTo>
                  <a:pt x="367704" y="41553"/>
                </a:lnTo>
                <a:lnTo>
                  <a:pt x="402608" y="71264"/>
                </a:lnTo>
                <a:lnTo>
                  <a:pt x="431407" y="107273"/>
                </a:lnTo>
                <a:lnTo>
                  <a:pt x="438820" y="121362"/>
                </a:lnTo>
                <a:lnTo>
                  <a:pt x="234840" y="121362"/>
                </a:lnTo>
                <a:lnTo>
                  <a:pt x="225239" y="123179"/>
                </a:lnTo>
                <a:lnTo>
                  <a:pt x="216845" y="128876"/>
                </a:lnTo>
                <a:lnTo>
                  <a:pt x="211323" y="137534"/>
                </a:lnTo>
                <a:lnTo>
                  <a:pt x="209562" y="147438"/>
                </a:lnTo>
                <a:lnTo>
                  <a:pt x="211547" y="157390"/>
                </a:lnTo>
                <a:lnTo>
                  <a:pt x="217262" y="166193"/>
                </a:lnTo>
                <a:lnTo>
                  <a:pt x="266178" y="216648"/>
                </a:lnTo>
                <a:lnTo>
                  <a:pt x="145260" y="216648"/>
                </a:lnTo>
                <a:lnTo>
                  <a:pt x="135190" y="218698"/>
                </a:lnTo>
                <a:lnTo>
                  <a:pt x="126967" y="224287"/>
                </a:lnTo>
                <a:lnTo>
                  <a:pt x="121424" y="232576"/>
                </a:lnTo>
                <a:lnTo>
                  <a:pt x="119391" y="242725"/>
                </a:lnTo>
                <a:lnTo>
                  <a:pt x="121424" y="252874"/>
                </a:lnTo>
                <a:lnTo>
                  <a:pt x="126967" y="261163"/>
                </a:lnTo>
                <a:lnTo>
                  <a:pt x="135190" y="266752"/>
                </a:lnTo>
                <a:lnTo>
                  <a:pt x="145260" y="268802"/>
                </a:lnTo>
                <a:lnTo>
                  <a:pt x="267316" y="268802"/>
                </a:lnTo>
                <a:lnTo>
                  <a:pt x="217262" y="320431"/>
                </a:lnTo>
                <a:lnTo>
                  <a:pt x="211547" y="329230"/>
                </a:lnTo>
                <a:lnTo>
                  <a:pt x="209562" y="339182"/>
                </a:lnTo>
                <a:lnTo>
                  <a:pt x="211323" y="349088"/>
                </a:lnTo>
                <a:lnTo>
                  <a:pt x="216845" y="357748"/>
                </a:lnTo>
                <a:lnTo>
                  <a:pt x="225244" y="363437"/>
                </a:lnTo>
                <a:lnTo>
                  <a:pt x="234847" y="365253"/>
                </a:lnTo>
                <a:lnTo>
                  <a:pt x="438820" y="365253"/>
                </a:lnTo>
                <a:lnTo>
                  <a:pt x="431407" y="379342"/>
                </a:lnTo>
                <a:lnTo>
                  <a:pt x="402608" y="415351"/>
                </a:lnTo>
                <a:lnTo>
                  <a:pt x="367704" y="445061"/>
                </a:lnTo>
                <a:lnTo>
                  <a:pt x="327642" y="467494"/>
                </a:lnTo>
                <a:lnTo>
                  <a:pt x="283372" y="481672"/>
                </a:lnTo>
                <a:lnTo>
                  <a:pt x="235842" y="486615"/>
                </a:lnTo>
                <a:close/>
              </a:path>
              <a:path w="471804" h="487045">
                <a:moveTo>
                  <a:pt x="438820" y="365253"/>
                </a:moveTo>
                <a:lnTo>
                  <a:pt x="234847" y="365253"/>
                </a:lnTo>
                <a:lnTo>
                  <a:pt x="244490" y="363207"/>
                </a:lnTo>
                <a:lnTo>
                  <a:pt x="253008" y="357309"/>
                </a:lnTo>
                <a:lnTo>
                  <a:pt x="349870" y="257409"/>
                </a:lnTo>
                <a:lnTo>
                  <a:pt x="352414" y="250301"/>
                </a:lnTo>
                <a:lnTo>
                  <a:pt x="352295" y="242725"/>
                </a:lnTo>
                <a:lnTo>
                  <a:pt x="352414" y="236313"/>
                </a:lnTo>
                <a:lnTo>
                  <a:pt x="349861" y="229214"/>
                </a:lnTo>
                <a:lnTo>
                  <a:pt x="253008" y="129306"/>
                </a:lnTo>
                <a:lnTo>
                  <a:pt x="244485" y="123410"/>
                </a:lnTo>
                <a:lnTo>
                  <a:pt x="234840" y="121362"/>
                </a:lnTo>
                <a:lnTo>
                  <a:pt x="438820" y="121362"/>
                </a:lnTo>
                <a:lnTo>
                  <a:pt x="453152" y="148602"/>
                </a:lnTo>
                <a:lnTo>
                  <a:pt x="466894" y="194273"/>
                </a:lnTo>
                <a:lnTo>
                  <a:pt x="471685" y="243317"/>
                </a:lnTo>
                <a:lnTo>
                  <a:pt x="466894" y="292341"/>
                </a:lnTo>
                <a:lnTo>
                  <a:pt x="453152" y="338012"/>
                </a:lnTo>
                <a:lnTo>
                  <a:pt x="438820" y="365253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803570" y="4898737"/>
            <a:ext cx="3120427" cy="33492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87145" y="8767836"/>
            <a:ext cx="314325" cy="349885"/>
          </a:xfrm>
          <a:custGeom>
            <a:avLst/>
            <a:gdLst/>
            <a:ahLst/>
            <a:cxnLst/>
            <a:rect l="l" t="t" r="r" b="b"/>
            <a:pathLst>
              <a:path w="314325" h="349884">
                <a:moveTo>
                  <a:pt x="123875" y="349381"/>
                </a:moveTo>
                <a:lnTo>
                  <a:pt x="0" y="349381"/>
                </a:lnTo>
                <a:lnTo>
                  <a:pt x="0" y="0"/>
                </a:lnTo>
                <a:lnTo>
                  <a:pt x="123875" y="0"/>
                </a:lnTo>
                <a:lnTo>
                  <a:pt x="179763" y="5716"/>
                </a:lnTo>
                <a:lnTo>
                  <a:pt x="226684" y="22180"/>
                </a:lnTo>
                <a:lnTo>
                  <a:pt x="253586" y="41001"/>
                </a:lnTo>
                <a:lnTo>
                  <a:pt x="45799" y="41001"/>
                </a:lnTo>
                <a:lnTo>
                  <a:pt x="45799" y="307943"/>
                </a:lnTo>
                <a:lnTo>
                  <a:pt x="254483" y="307943"/>
                </a:lnTo>
                <a:lnTo>
                  <a:pt x="226684" y="327313"/>
                </a:lnTo>
                <a:lnTo>
                  <a:pt x="179763" y="343696"/>
                </a:lnTo>
                <a:lnTo>
                  <a:pt x="123875" y="349381"/>
                </a:lnTo>
                <a:close/>
              </a:path>
              <a:path w="314325" h="349884">
                <a:moveTo>
                  <a:pt x="254483" y="307943"/>
                </a:moveTo>
                <a:lnTo>
                  <a:pt x="125183" y="307943"/>
                </a:lnTo>
                <a:lnTo>
                  <a:pt x="174018" y="302273"/>
                </a:lnTo>
                <a:lnTo>
                  <a:pt x="213641" y="285611"/>
                </a:lnTo>
                <a:lnTo>
                  <a:pt x="243109" y="258480"/>
                </a:lnTo>
                <a:lnTo>
                  <a:pt x="261481" y="221405"/>
                </a:lnTo>
                <a:lnTo>
                  <a:pt x="267815" y="174908"/>
                </a:lnTo>
                <a:lnTo>
                  <a:pt x="261481" y="128320"/>
                </a:lnTo>
                <a:lnTo>
                  <a:pt x="243109" y="91029"/>
                </a:lnTo>
                <a:lnTo>
                  <a:pt x="213641" y="63640"/>
                </a:lnTo>
                <a:lnTo>
                  <a:pt x="174018" y="46762"/>
                </a:lnTo>
                <a:lnTo>
                  <a:pt x="125183" y="41001"/>
                </a:lnTo>
                <a:lnTo>
                  <a:pt x="253586" y="41001"/>
                </a:lnTo>
                <a:lnTo>
                  <a:pt x="264107" y="48361"/>
                </a:lnTo>
                <a:lnTo>
                  <a:pt x="291498" y="83229"/>
                </a:lnTo>
                <a:lnTo>
                  <a:pt x="308323" y="125755"/>
                </a:lnTo>
                <a:lnTo>
                  <a:pt x="314050" y="174908"/>
                </a:lnTo>
                <a:lnTo>
                  <a:pt x="308323" y="224029"/>
                </a:lnTo>
                <a:lnTo>
                  <a:pt x="291498" y="266474"/>
                </a:lnTo>
                <a:lnTo>
                  <a:pt x="264107" y="301237"/>
                </a:lnTo>
                <a:lnTo>
                  <a:pt x="254483" y="30794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22132" y="8767836"/>
            <a:ext cx="473709" cy="349885"/>
          </a:xfrm>
          <a:custGeom>
            <a:avLst/>
            <a:gdLst/>
            <a:ahLst/>
            <a:cxnLst/>
            <a:rect l="l" t="t" r="r" b="b"/>
            <a:pathLst>
              <a:path w="473710" h="349884">
                <a:moveTo>
                  <a:pt x="367264" y="349380"/>
                </a:moveTo>
                <a:lnTo>
                  <a:pt x="321029" y="349380"/>
                </a:lnTo>
                <a:lnTo>
                  <a:pt x="236846" y="70661"/>
                </a:lnTo>
                <a:lnTo>
                  <a:pt x="152227" y="349380"/>
                </a:lnTo>
                <a:lnTo>
                  <a:pt x="105991" y="349380"/>
                </a:lnTo>
                <a:lnTo>
                  <a:pt x="0" y="0"/>
                </a:lnTo>
                <a:lnTo>
                  <a:pt x="47543" y="0"/>
                </a:lnTo>
                <a:lnTo>
                  <a:pt x="130418" y="280028"/>
                </a:lnTo>
                <a:lnTo>
                  <a:pt x="212856" y="0"/>
                </a:lnTo>
                <a:lnTo>
                  <a:pt x="261708" y="0"/>
                </a:lnTo>
                <a:lnTo>
                  <a:pt x="344583" y="280900"/>
                </a:lnTo>
                <a:lnTo>
                  <a:pt x="427457" y="0"/>
                </a:lnTo>
                <a:lnTo>
                  <a:pt x="473692" y="0"/>
                </a:lnTo>
                <a:lnTo>
                  <a:pt x="367264" y="3493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15889" y="8759549"/>
            <a:ext cx="358140" cy="365760"/>
          </a:xfrm>
          <a:custGeom>
            <a:avLst/>
            <a:gdLst/>
            <a:ahLst/>
            <a:cxnLst/>
            <a:rect l="l" t="t" r="r" b="b"/>
            <a:pathLst>
              <a:path w="358139" h="365759">
                <a:moveTo>
                  <a:pt x="183196" y="365519"/>
                </a:moveTo>
                <a:lnTo>
                  <a:pt x="132974" y="359312"/>
                </a:lnTo>
                <a:lnTo>
                  <a:pt x="88787" y="341594"/>
                </a:lnTo>
                <a:lnTo>
                  <a:pt x="52014" y="313723"/>
                </a:lnTo>
                <a:lnTo>
                  <a:pt x="24038" y="277055"/>
                </a:lnTo>
                <a:lnTo>
                  <a:pt x="6239" y="232948"/>
                </a:lnTo>
                <a:lnTo>
                  <a:pt x="0" y="182759"/>
                </a:lnTo>
                <a:lnTo>
                  <a:pt x="6239" y="132570"/>
                </a:lnTo>
                <a:lnTo>
                  <a:pt x="24038" y="88463"/>
                </a:lnTo>
                <a:lnTo>
                  <a:pt x="52014" y="51796"/>
                </a:lnTo>
                <a:lnTo>
                  <a:pt x="88787" y="23925"/>
                </a:lnTo>
                <a:lnTo>
                  <a:pt x="132974" y="6207"/>
                </a:lnTo>
                <a:lnTo>
                  <a:pt x="183196" y="0"/>
                </a:lnTo>
                <a:lnTo>
                  <a:pt x="233890" y="6029"/>
                </a:lnTo>
                <a:lnTo>
                  <a:pt x="277111" y="23114"/>
                </a:lnTo>
                <a:lnTo>
                  <a:pt x="312082" y="49745"/>
                </a:lnTo>
                <a:lnTo>
                  <a:pt x="338029" y="84416"/>
                </a:lnTo>
                <a:lnTo>
                  <a:pt x="354178" y="125620"/>
                </a:lnTo>
                <a:lnTo>
                  <a:pt x="307507" y="125620"/>
                </a:lnTo>
                <a:lnTo>
                  <a:pt x="290919" y="91809"/>
                </a:lnTo>
                <a:lnTo>
                  <a:pt x="264107" y="65481"/>
                </a:lnTo>
                <a:lnTo>
                  <a:pt x="228136" y="48395"/>
                </a:lnTo>
                <a:lnTo>
                  <a:pt x="184068" y="42309"/>
                </a:lnTo>
                <a:lnTo>
                  <a:pt x="138869" y="49044"/>
                </a:lnTo>
                <a:lnTo>
                  <a:pt x="100726" y="68131"/>
                </a:lnTo>
                <a:lnTo>
                  <a:pt x="71355" y="97896"/>
                </a:lnTo>
                <a:lnTo>
                  <a:pt x="52474" y="136664"/>
                </a:lnTo>
                <a:lnTo>
                  <a:pt x="45799" y="182759"/>
                </a:lnTo>
                <a:lnTo>
                  <a:pt x="52516" y="228687"/>
                </a:lnTo>
                <a:lnTo>
                  <a:pt x="71481" y="267434"/>
                </a:lnTo>
                <a:lnTo>
                  <a:pt x="100914" y="297262"/>
                </a:lnTo>
                <a:lnTo>
                  <a:pt x="139037" y="316433"/>
                </a:lnTo>
                <a:lnTo>
                  <a:pt x="184068" y="323210"/>
                </a:lnTo>
                <a:lnTo>
                  <a:pt x="229724" y="316435"/>
                </a:lnTo>
                <a:lnTo>
                  <a:pt x="267324" y="297802"/>
                </a:lnTo>
                <a:lnTo>
                  <a:pt x="295028" y="269846"/>
                </a:lnTo>
                <a:lnTo>
                  <a:pt x="310997" y="235101"/>
                </a:lnTo>
                <a:lnTo>
                  <a:pt x="357668" y="235101"/>
                </a:lnTo>
                <a:lnTo>
                  <a:pt x="342538" y="276636"/>
                </a:lnTo>
                <a:lnTo>
                  <a:pt x="316290" y="312476"/>
                </a:lnTo>
                <a:lnTo>
                  <a:pt x="280160" y="340591"/>
                </a:lnTo>
                <a:lnTo>
                  <a:pt x="235384" y="358949"/>
                </a:lnTo>
                <a:lnTo>
                  <a:pt x="183196" y="36551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931447" y="8753878"/>
            <a:ext cx="330200" cy="372745"/>
          </a:xfrm>
          <a:custGeom>
            <a:avLst/>
            <a:gdLst/>
            <a:ahLst/>
            <a:cxnLst/>
            <a:rect l="l" t="t" r="r" b="b"/>
            <a:pathLst>
              <a:path w="330200" h="372745">
                <a:moveTo>
                  <a:pt x="330189" y="372498"/>
                </a:moveTo>
                <a:lnTo>
                  <a:pt x="287007" y="372498"/>
                </a:lnTo>
                <a:lnTo>
                  <a:pt x="287007" y="0"/>
                </a:lnTo>
                <a:lnTo>
                  <a:pt x="330189" y="0"/>
                </a:lnTo>
                <a:lnTo>
                  <a:pt x="330189" y="372498"/>
                </a:lnTo>
                <a:close/>
              </a:path>
              <a:path w="330200" h="372745">
                <a:moveTo>
                  <a:pt x="0" y="349381"/>
                </a:moveTo>
                <a:lnTo>
                  <a:pt x="0" y="308379"/>
                </a:lnTo>
                <a:lnTo>
                  <a:pt x="47339" y="301770"/>
                </a:lnTo>
                <a:lnTo>
                  <a:pt x="87349" y="282984"/>
                </a:lnTo>
                <a:lnTo>
                  <a:pt x="119459" y="252930"/>
                </a:lnTo>
                <a:lnTo>
                  <a:pt x="143099" y="212517"/>
                </a:lnTo>
                <a:lnTo>
                  <a:pt x="157701" y="162653"/>
                </a:lnTo>
                <a:lnTo>
                  <a:pt x="162695" y="104247"/>
                </a:lnTo>
                <a:lnTo>
                  <a:pt x="162695" y="53214"/>
                </a:lnTo>
                <a:lnTo>
                  <a:pt x="0" y="53214"/>
                </a:lnTo>
                <a:lnTo>
                  <a:pt x="0" y="13521"/>
                </a:lnTo>
                <a:lnTo>
                  <a:pt x="206749" y="13521"/>
                </a:lnTo>
                <a:lnTo>
                  <a:pt x="206690" y="104247"/>
                </a:lnTo>
                <a:lnTo>
                  <a:pt x="203089" y="156774"/>
                </a:lnTo>
                <a:lnTo>
                  <a:pt x="192355" y="204746"/>
                </a:lnTo>
                <a:lnTo>
                  <a:pt x="174915" y="246767"/>
                </a:lnTo>
                <a:lnTo>
                  <a:pt x="151136" y="282318"/>
                </a:lnTo>
                <a:lnTo>
                  <a:pt x="121387" y="310876"/>
                </a:lnTo>
                <a:lnTo>
                  <a:pt x="86036" y="331920"/>
                </a:lnTo>
                <a:lnTo>
                  <a:pt x="45451" y="344928"/>
                </a:lnTo>
                <a:lnTo>
                  <a:pt x="0" y="34938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14507" y="8754109"/>
            <a:ext cx="43180" cy="90170"/>
          </a:xfrm>
          <a:custGeom>
            <a:avLst/>
            <a:gdLst/>
            <a:ahLst/>
            <a:cxnLst/>
            <a:rect l="l" t="t" r="r" b="b"/>
            <a:pathLst>
              <a:path w="43179" h="90170">
                <a:moveTo>
                  <a:pt x="0" y="0"/>
                </a:moveTo>
                <a:lnTo>
                  <a:pt x="43181" y="0"/>
                </a:lnTo>
                <a:lnTo>
                  <a:pt x="43181" y="90170"/>
                </a:lnTo>
                <a:lnTo>
                  <a:pt x="0" y="901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14507" y="8844280"/>
            <a:ext cx="95885" cy="40640"/>
          </a:xfrm>
          <a:custGeom>
            <a:avLst/>
            <a:gdLst/>
            <a:ahLst/>
            <a:cxnLst/>
            <a:rect l="l" t="t" r="r" b="b"/>
            <a:pathLst>
              <a:path w="95884" h="40640">
                <a:moveTo>
                  <a:pt x="0" y="0"/>
                </a:moveTo>
                <a:lnTo>
                  <a:pt x="95523" y="0"/>
                </a:lnTo>
                <a:lnTo>
                  <a:pt x="95523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14507" y="8884919"/>
            <a:ext cx="43180" cy="146050"/>
          </a:xfrm>
          <a:custGeom>
            <a:avLst/>
            <a:gdLst/>
            <a:ahLst/>
            <a:cxnLst/>
            <a:rect l="l" t="t" r="r" b="b"/>
            <a:pathLst>
              <a:path w="43179" h="146050">
                <a:moveTo>
                  <a:pt x="0" y="0"/>
                </a:moveTo>
                <a:lnTo>
                  <a:pt x="43181" y="0"/>
                </a:lnTo>
                <a:lnTo>
                  <a:pt x="43181" y="146050"/>
                </a:lnTo>
                <a:lnTo>
                  <a:pt x="0" y="146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333606" y="8760459"/>
            <a:ext cx="42545" cy="64769"/>
          </a:xfrm>
          <a:custGeom>
            <a:avLst/>
            <a:gdLst/>
            <a:ahLst/>
            <a:cxnLst/>
            <a:rect l="l" t="t" r="r" b="b"/>
            <a:pathLst>
              <a:path w="42545" h="64770">
                <a:moveTo>
                  <a:pt x="0" y="0"/>
                </a:moveTo>
                <a:lnTo>
                  <a:pt x="42309" y="0"/>
                </a:lnTo>
                <a:lnTo>
                  <a:pt x="42309" y="64770"/>
                </a:lnTo>
                <a:lnTo>
                  <a:pt x="0" y="647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33606" y="8825230"/>
            <a:ext cx="217804" cy="36830"/>
          </a:xfrm>
          <a:custGeom>
            <a:avLst/>
            <a:gdLst/>
            <a:ahLst/>
            <a:cxnLst/>
            <a:rect l="l" t="t" r="r" b="b"/>
            <a:pathLst>
              <a:path w="217804" h="36829">
                <a:moveTo>
                  <a:pt x="0" y="0"/>
                </a:moveTo>
                <a:lnTo>
                  <a:pt x="217654" y="0"/>
                </a:lnTo>
                <a:lnTo>
                  <a:pt x="217654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333606" y="8862059"/>
            <a:ext cx="42545" cy="71120"/>
          </a:xfrm>
          <a:custGeom>
            <a:avLst/>
            <a:gdLst/>
            <a:ahLst/>
            <a:cxnLst/>
            <a:rect l="l" t="t" r="r" b="b"/>
            <a:pathLst>
              <a:path w="42545" h="71120">
                <a:moveTo>
                  <a:pt x="0" y="0"/>
                </a:moveTo>
                <a:lnTo>
                  <a:pt x="42309" y="0"/>
                </a:lnTo>
                <a:lnTo>
                  <a:pt x="42309" y="71120"/>
                </a:lnTo>
                <a:lnTo>
                  <a:pt x="0" y="711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333606" y="8933180"/>
            <a:ext cx="217804" cy="36830"/>
          </a:xfrm>
          <a:custGeom>
            <a:avLst/>
            <a:gdLst/>
            <a:ahLst/>
            <a:cxnLst/>
            <a:rect l="l" t="t" r="r" b="b"/>
            <a:pathLst>
              <a:path w="217804" h="36829">
                <a:moveTo>
                  <a:pt x="0" y="0"/>
                </a:moveTo>
                <a:lnTo>
                  <a:pt x="217654" y="0"/>
                </a:lnTo>
                <a:lnTo>
                  <a:pt x="217654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508951" y="8760421"/>
            <a:ext cx="42545" cy="65405"/>
          </a:xfrm>
          <a:custGeom>
            <a:avLst/>
            <a:gdLst/>
            <a:ahLst/>
            <a:cxnLst/>
            <a:rect l="l" t="t" r="r" b="b"/>
            <a:pathLst>
              <a:path w="42545" h="65404">
                <a:moveTo>
                  <a:pt x="42309" y="64990"/>
                </a:moveTo>
                <a:lnTo>
                  <a:pt x="0" y="64990"/>
                </a:lnTo>
                <a:lnTo>
                  <a:pt x="0" y="0"/>
                </a:lnTo>
                <a:lnTo>
                  <a:pt x="42309" y="0"/>
                </a:lnTo>
                <a:lnTo>
                  <a:pt x="42309" y="6499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508951" y="8862051"/>
            <a:ext cx="42545" cy="71120"/>
          </a:xfrm>
          <a:custGeom>
            <a:avLst/>
            <a:gdLst/>
            <a:ahLst/>
            <a:cxnLst/>
            <a:rect l="l" t="t" r="r" b="b"/>
            <a:pathLst>
              <a:path w="42545" h="71120">
                <a:moveTo>
                  <a:pt x="42309" y="71097"/>
                </a:moveTo>
                <a:lnTo>
                  <a:pt x="0" y="71097"/>
                </a:lnTo>
                <a:lnTo>
                  <a:pt x="0" y="0"/>
                </a:lnTo>
                <a:lnTo>
                  <a:pt x="42309" y="0"/>
                </a:lnTo>
                <a:lnTo>
                  <a:pt x="42309" y="7109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46255" y="9003030"/>
            <a:ext cx="43815" cy="78740"/>
          </a:xfrm>
          <a:custGeom>
            <a:avLst/>
            <a:gdLst/>
            <a:ahLst/>
            <a:cxnLst/>
            <a:rect l="l" t="t" r="r" b="b"/>
            <a:pathLst>
              <a:path w="43814" h="78740">
                <a:moveTo>
                  <a:pt x="0" y="0"/>
                </a:moveTo>
                <a:lnTo>
                  <a:pt x="43618" y="0"/>
                </a:lnTo>
                <a:lnTo>
                  <a:pt x="43618" y="78740"/>
                </a:lnTo>
                <a:lnTo>
                  <a:pt x="0" y="787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46255" y="9081769"/>
            <a:ext cx="321945" cy="39370"/>
          </a:xfrm>
          <a:custGeom>
            <a:avLst/>
            <a:gdLst/>
            <a:ahLst/>
            <a:cxnLst/>
            <a:rect l="l" t="t" r="r" b="b"/>
            <a:pathLst>
              <a:path w="321945" h="39370">
                <a:moveTo>
                  <a:pt x="0" y="0"/>
                </a:moveTo>
                <a:lnTo>
                  <a:pt x="321465" y="0"/>
                </a:lnTo>
                <a:lnTo>
                  <a:pt x="321465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835754" y="8758240"/>
            <a:ext cx="372110" cy="368935"/>
          </a:xfrm>
          <a:custGeom>
            <a:avLst/>
            <a:gdLst/>
            <a:ahLst/>
            <a:cxnLst/>
            <a:rect l="l" t="t" r="r" b="b"/>
            <a:pathLst>
              <a:path w="372109" h="368934">
                <a:moveTo>
                  <a:pt x="344583" y="126492"/>
                </a:moveTo>
                <a:lnTo>
                  <a:pt x="301401" y="126492"/>
                </a:lnTo>
                <a:lnTo>
                  <a:pt x="301401" y="36639"/>
                </a:lnTo>
                <a:lnTo>
                  <a:pt x="24862" y="36639"/>
                </a:lnTo>
                <a:lnTo>
                  <a:pt x="24862" y="0"/>
                </a:lnTo>
                <a:lnTo>
                  <a:pt x="344583" y="0"/>
                </a:lnTo>
                <a:lnTo>
                  <a:pt x="344583" y="126492"/>
                </a:lnTo>
                <a:close/>
              </a:path>
              <a:path w="372109" h="368934">
                <a:moveTo>
                  <a:pt x="183196" y="152663"/>
                </a:moveTo>
                <a:lnTo>
                  <a:pt x="139577" y="152663"/>
                </a:lnTo>
                <a:lnTo>
                  <a:pt x="139577" y="79821"/>
                </a:lnTo>
                <a:lnTo>
                  <a:pt x="183196" y="79821"/>
                </a:lnTo>
                <a:lnTo>
                  <a:pt x="183196" y="152663"/>
                </a:lnTo>
                <a:close/>
              </a:path>
              <a:path w="372109" h="368934">
                <a:moveTo>
                  <a:pt x="372062" y="188430"/>
                </a:moveTo>
                <a:lnTo>
                  <a:pt x="0" y="188430"/>
                </a:lnTo>
                <a:lnTo>
                  <a:pt x="0" y="152663"/>
                </a:lnTo>
                <a:lnTo>
                  <a:pt x="372062" y="152663"/>
                </a:lnTo>
                <a:lnTo>
                  <a:pt x="372062" y="188430"/>
                </a:lnTo>
                <a:close/>
              </a:path>
              <a:path w="372109" h="368934">
                <a:moveTo>
                  <a:pt x="185813" y="368572"/>
                </a:moveTo>
                <a:lnTo>
                  <a:pt x="122716" y="364551"/>
                </a:lnTo>
                <a:lnTo>
                  <a:pt x="70661" y="351780"/>
                </a:lnTo>
                <a:lnTo>
                  <a:pt x="35289" y="329194"/>
                </a:lnTo>
                <a:lnTo>
                  <a:pt x="22245" y="295730"/>
                </a:lnTo>
                <a:lnTo>
                  <a:pt x="35289" y="261783"/>
                </a:lnTo>
                <a:lnTo>
                  <a:pt x="70661" y="239408"/>
                </a:lnTo>
                <a:lnTo>
                  <a:pt x="122716" y="227093"/>
                </a:lnTo>
                <a:lnTo>
                  <a:pt x="185813" y="223324"/>
                </a:lnTo>
                <a:lnTo>
                  <a:pt x="248909" y="227338"/>
                </a:lnTo>
                <a:lnTo>
                  <a:pt x="300964" y="240063"/>
                </a:lnTo>
                <a:lnTo>
                  <a:pt x="328875" y="257782"/>
                </a:lnTo>
                <a:lnTo>
                  <a:pt x="185813" y="257782"/>
                </a:lnTo>
                <a:lnTo>
                  <a:pt x="141949" y="259848"/>
                </a:lnTo>
                <a:lnTo>
                  <a:pt x="104138" y="266452"/>
                </a:lnTo>
                <a:lnTo>
                  <a:pt x="77612" y="278208"/>
                </a:lnTo>
                <a:lnTo>
                  <a:pt x="67608" y="295730"/>
                </a:lnTo>
                <a:lnTo>
                  <a:pt x="77612" y="312953"/>
                </a:lnTo>
                <a:lnTo>
                  <a:pt x="104138" y="324900"/>
                </a:lnTo>
                <a:lnTo>
                  <a:pt x="141949" y="331858"/>
                </a:lnTo>
                <a:lnTo>
                  <a:pt x="185813" y="334114"/>
                </a:lnTo>
                <a:lnTo>
                  <a:pt x="328630" y="334114"/>
                </a:lnTo>
                <a:lnTo>
                  <a:pt x="300964" y="351780"/>
                </a:lnTo>
                <a:lnTo>
                  <a:pt x="248909" y="364551"/>
                </a:lnTo>
                <a:lnTo>
                  <a:pt x="185813" y="368572"/>
                </a:lnTo>
                <a:close/>
              </a:path>
              <a:path w="372109" h="368934">
                <a:moveTo>
                  <a:pt x="328630" y="334114"/>
                </a:moveTo>
                <a:lnTo>
                  <a:pt x="185813" y="334114"/>
                </a:lnTo>
                <a:lnTo>
                  <a:pt x="229676" y="331858"/>
                </a:lnTo>
                <a:lnTo>
                  <a:pt x="267488" y="324900"/>
                </a:lnTo>
                <a:lnTo>
                  <a:pt x="294013" y="312953"/>
                </a:lnTo>
                <a:lnTo>
                  <a:pt x="304018" y="295730"/>
                </a:lnTo>
                <a:lnTo>
                  <a:pt x="294013" y="278760"/>
                </a:lnTo>
                <a:lnTo>
                  <a:pt x="267488" y="266942"/>
                </a:lnTo>
                <a:lnTo>
                  <a:pt x="229676" y="260032"/>
                </a:lnTo>
                <a:lnTo>
                  <a:pt x="185813" y="257782"/>
                </a:lnTo>
                <a:lnTo>
                  <a:pt x="328875" y="257782"/>
                </a:lnTo>
                <a:lnTo>
                  <a:pt x="336336" y="262519"/>
                </a:lnTo>
                <a:lnTo>
                  <a:pt x="349381" y="295730"/>
                </a:lnTo>
                <a:lnTo>
                  <a:pt x="336336" y="329194"/>
                </a:lnTo>
                <a:lnTo>
                  <a:pt x="328630" y="33411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49690" y="8753878"/>
            <a:ext cx="346710" cy="372745"/>
          </a:xfrm>
          <a:custGeom>
            <a:avLst/>
            <a:gdLst/>
            <a:ahLst/>
            <a:cxnLst/>
            <a:rect l="l" t="t" r="r" b="b"/>
            <a:pathLst>
              <a:path w="346709" h="372745">
                <a:moveTo>
                  <a:pt x="343274" y="209366"/>
                </a:moveTo>
                <a:lnTo>
                  <a:pt x="300092" y="209366"/>
                </a:lnTo>
                <a:lnTo>
                  <a:pt x="300092" y="107736"/>
                </a:lnTo>
                <a:lnTo>
                  <a:pt x="227686" y="107736"/>
                </a:lnTo>
                <a:lnTo>
                  <a:pt x="227686" y="70225"/>
                </a:lnTo>
                <a:lnTo>
                  <a:pt x="300092" y="70225"/>
                </a:lnTo>
                <a:lnTo>
                  <a:pt x="300092" y="0"/>
                </a:lnTo>
                <a:lnTo>
                  <a:pt x="343274" y="0"/>
                </a:lnTo>
                <a:lnTo>
                  <a:pt x="343274" y="209366"/>
                </a:lnTo>
                <a:close/>
              </a:path>
              <a:path w="346709" h="372745">
                <a:moveTo>
                  <a:pt x="242516" y="46671"/>
                </a:moveTo>
                <a:lnTo>
                  <a:pt x="4797" y="46671"/>
                </a:lnTo>
                <a:lnTo>
                  <a:pt x="4797" y="9595"/>
                </a:lnTo>
                <a:lnTo>
                  <a:pt x="242516" y="9595"/>
                </a:lnTo>
                <a:lnTo>
                  <a:pt x="242516" y="46671"/>
                </a:lnTo>
                <a:close/>
              </a:path>
              <a:path w="346709" h="372745">
                <a:moveTo>
                  <a:pt x="0" y="198462"/>
                </a:moveTo>
                <a:lnTo>
                  <a:pt x="0" y="159642"/>
                </a:lnTo>
                <a:lnTo>
                  <a:pt x="41634" y="147020"/>
                </a:lnTo>
                <a:lnTo>
                  <a:pt x="73660" y="122784"/>
                </a:lnTo>
                <a:lnTo>
                  <a:pt x="95135" y="88735"/>
                </a:lnTo>
                <a:lnTo>
                  <a:pt x="105119" y="46671"/>
                </a:lnTo>
                <a:lnTo>
                  <a:pt x="148301" y="46671"/>
                </a:lnTo>
                <a:lnTo>
                  <a:pt x="147251" y="57964"/>
                </a:lnTo>
                <a:lnTo>
                  <a:pt x="145466" y="68971"/>
                </a:lnTo>
                <a:lnTo>
                  <a:pt x="143026" y="79732"/>
                </a:lnTo>
                <a:lnTo>
                  <a:pt x="140014" y="90289"/>
                </a:lnTo>
                <a:lnTo>
                  <a:pt x="194607" y="124747"/>
                </a:lnTo>
                <a:lnTo>
                  <a:pt x="123875" y="124747"/>
                </a:lnTo>
                <a:lnTo>
                  <a:pt x="101391" y="152642"/>
                </a:lnTo>
                <a:lnTo>
                  <a:pt x="72896" y="174854"/>
                </a:lnTo>
                <a:lnTo>
                  <a:pt x="38922" y="190440"/>
                </a:lnTo>
                <a:lnTo>
                  <a:pt x="0" y="198462"/>
                </a:lnTo>
                <a:close/>
              </a:path>
              <a:path w="346709" h="372745">
                <a:moveTo>
                  <a:pt x="233356" y="194972"/>
                </a:moveTo>
                <a:lnTo>
                  <a:pt x="123875" y="124747"/>
                </a:lnTo>
                <a:lnTo>
                  <a:pt x="194607" y="124747"/>
                </a:lnTo>
                <a:lnTo>
                  <a:pt x="254729" y="162695"/>
                </a:lnTo>
                <a:lnTo>
                  <a:pt x="233356" y="194972"/>
                </a:lnTo>
                <a:close/>
              </a:path>
              <a:path w="346709" h="372745">
                <a:moveTo>
                  <a:pt x="185376" y="372498"/>
                </a:moveTo>
                <a:lnTo>
                  <a:pt x="122137" y="368375"/>
                </a:lnTo>
                <a:lnTo>
                  <a:pt x="71042" y="355214"/>
                </a:lnTo>
                <a:lnTo>
                  <a:pt x="36877" y="331831"/>
                </a:lnTo>
                <a:lnTo>
                  <a:pt x="24426" y="297039"/>
                </a:lnTo>
                <a:lnTo>
                  <a:pt x="36877" y="262247"/>
                </a:lnTo>
                <a:lnTo>
                  <a:pt x="71042" y="238863"/>
                </a:lnTo>
                <a:lnTo>
                  <a:pt x="122137" y="225703"/>
                </a:lnTo>
                <a:lnTo>
                  <a:pt x="185376" y="221579"/>
                </a:lnTo>
                <a:lnTo>
                  <a:pt x="248616" y="225703"/>
                </a:lnTo>
                <a:lnTo>
                  <a:pt x="299710" y="238863"/>
                </a:lnTo>
                <a:lnTo>
                  <a:pt x="326079" y="256910"/>
                </a:lnTo>
                <a:lnTo>
                  <a:pt x="185376" y="256910"/>
                </a:lnTo>
                <a:lnTo>
                  <a:pt x="140334" y="259316"/>
                </a:lnTo>
                <a:lnTo>
                  <a:pt x="103756" y="266670"/>
                </a:lnTo>
                <a:lnTo>
                  <a:pt x="79200" y="279176"/>
                </a:lnTo>
                <a:lnTo>
                  <a:pt x="70225" y="297039"/>
                </a:lnTo>
                <a:lnTo>
                  <a:pt x="79200" y="314902"/>
                </a:lnTo>
                <a:lnTo>
                  <a:pt x="103756" y="327408"/>
                </a:lnTo>
                <a:lnTo>
                  <a:pt x="140334" y="334762"/>
                </a:lnTo>
                <a:lnTo>
                  <a:pt x="185376" y="337167"/>
                </a:lnTo>
                <a:lnTo>
                  <a:pt x="326079" y="337167"/>
                </a:lnTo>
                <a:lnTo>
                  <a:pt x="299710" y="355214"/>
                </a:lnTo>
                <a:lnTo>
                  <a:pt x="248616" y="368375"/>
                </a:lnTo>
                <a:lnTo>
                  <a:pt x="185376" y="372498"/>
                </a:lnTo>
                <a:close/>
              </a:path>
              <a:path w="346709" h="372745">
                <a:moveTo>
                  <a:pt x="326079" y="337167"/>
                </a:moveTo>
                <a:lnTo>
                  <a:pt x="185376" y="337167"/>
                </a:lnTo>
                <a:lnTo>
                  <a:pt x="230419" y="334762"/>
                </a:lnTo>
                <a:lnTo>
                  <a:pt x="266997" y="327408"/>
                </a:lnTo>
                <a:lnTo>
                  <a:pt x="291552" y="314902"/>
                </a:lnTo>
                <a:lnTo>
                  <a:pt x="300528" y="297039"/>
                </a:lnTo>
                <a:lnTo>
                  <a:pt x="291552" y="279176"/>
                </a:lnTo>
                <a:lnTo>
                  <a:pt x="266997" y="266670"/>
                </a:lnTo>
                <a:lnTo>
                  <a:pt x="230419" y="259316"/>
                </a:lnTo>
                <a:lnTo>
                  <a:pt x="185376" y="256910"/>
                </a:lnTo>
                <a:lnTo>
                  <a:pt x="326079" y="256910"/>
                </a:lnTo>
                <a:lnTo>
                  <a:pt x="333876" y="262247"/>
                </a:lnTo>
                <a:lnTo>
                  <a:pt x="346327" y="297039"/>
                </a:lnTo>
                <a:lnTo>
                  <a:pt x="333876" y="331831"/>
                </a:lnTo>
                <a:lnTo>
                  <a:pt x="326079" y="3371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773351" y="8753878"/>
            <a:ext cx="332740" cy="372745"/>
          </a:xfrm>
          <a:custGeom>
            <a:avLst/>
            <a:gdLst/>
            <a:ahLst/>
            <a:cxnLst/>
            <a:rect l="l" t="t" r="r" b="b"/>
            <a:pathLst>
              <a:path w="332740" h="372745">
                <a:moveTo>
                  <a:pt x="332369" y="372498"/>
                </a:moveTo>
                <a:lnTo>
                  <a:pt x="288751" y="372498"/>
                </a:lnTo>
                <a:lnTo>
                  <a:pt x="288751" y="0"/>
                </a:lnTo>
                <a:lnTo>
                  <a:pt x="332369" y="0"/>
                </a:lnTo>
                <a:lnTo>
                  <a:pt x="332369" y="372498"/>
                </a:lnTo>
                <a:close/>
              </a:path>
              <a:path w="332740" h="372745">
                <a:moveTo>
                  <a:pt x="112970" y="355051"/>
                </a:moveTo>
                <a:lnTo>
                  <a:pt x="44563" y="328140"/>
                </a:lnTo>
                <a:lnTo>
                  <a:pt x="20671" y="293905"/>
                </a:lnTo>
                <a:lnTo>
                  <a:pt x="5384" y="245287"/>
                </a:lnTo>
                <a:lnTo>
                  <a:pt x="0" y="181887"/>
                </a:lnTo>
                <a:lnTo>
                  <a:pt x="5384" y="118487"/>
                </a:lnTo>
                <a:lnTo>
                  <a:pt x="20671" y="69869"/>
                </a:lnTo>
                <a:lnTo>
                  <a:pt x="44563" y="35634"/>
                </a:lnTo>
                <a:lnTo>
                  <a:pt x="75762" y="15384"/>
                </a:lnTo>
                <a:lnTo>
                  <a:pt x="112970" y="8723"/>
                </a:lnTo>
                <a:lnTo>
                  <a:pt x="149966" y="15384"/>
                </a:lnTo>
                <a:lnTo>
                  <a:pt x="181036" y="35634"/>
                </a:lnTo>
                <a:lnTo>
                  <a:pt x="189931" y="48416"/>
                </a:lnTo>
                <a:lnTo>
                  <a:pt x="112970" y="48416"/>
                </a:lnTo>
                <a:lnTo>
                  <a:pt x="85321" y="56022"/>
                </a:lnTo>
                <a:lnTo>
                  <a:pt x="63191" y="79821"/>
                </a:lnTo>
                <a:lnTo>
                  <a:pt x="48504" y="121285"/>
                </a:lnTo>
                <a:lnTo>
                  <a:pt x="43181" y="181887"/>
                </a:lnTo>
                <a:lnTo>
                  <a:pt x="48504" y="242673"/>
                </a:lnTo>
                <a:lnTo>
                  <a:pt x="63191" y="284117"/>
                </a:lnTo>
                <a:lnTo>
                  <a:pt x="85321" y="307814"/>
                </a:lnTo>
                <a:lnTo>
                  <a:pt x="112970" y="315358"/>
                </a:lnTo>
                <a:lnTo>
                  <a:pt x="189931" y="315358"/>
                </a:lnTo>
                <a:lnTo>
                  <a:pt x="181036" y="328140"/>
                </a:lnTo>
                <a:lnTo>
                  <a:pt x="149966" y="348390"/>
                </a:lnTo>
                <a:lnTo>
                  <a:pt x="112970" y="355051"/>
                </a:lnTo>
                <a:close/>
              </a:path>
              <a:path w="332740" h="372745">
                <a:moveTo>
                  <a:pt x="189931" y="315358"/>
                </a:moveTo>
                <a:lnTo>
                  <a:pt x="112970" y="315358"/>
                </a:lnTo>
                <a:lnTo>
                  <a:pt x="140184" y="307814"/>
                </a:lnTo>
                <a:lnTo>
                  <a:pt x="162204" y="284117"/>
                </a:lnTo>
                <a:lnTo>
                  <a:pt x="176946" y="242673"/>
                </a:lnTo>
                <a:lnTo>
                  <a:pt x="182323" y="181887"/>
                </a:lnTo>
                <a:lnTo>
                  <a:pt x="176946" y="121285"/>
                </a:lnTo>
                <a:lnTo>
                  <a:pt x="162204" y="79821"/>
                </a:lnTo>
                <a:lnTo>
                  <a:pt x="140184" y="56022"/>
                </a:lnTo>
                <a:lnTo>
                  <a:pt x="112970" y="48416"/>
                </a:lnTo>
                <a:lnTo>
                  <a:pt x="189931" y="48416"/>
                </a:lnTo>
                <a:lnTo>
                  <a:pt x="204862" y="69869"/>
                </a:lnTo>
                <a:lnTo>
                  <a:pt x="220124" y="118487"/>
                </a:lnTo>
                <a:lnTo>
                  <a:pt x="225505" y="181887"/>
                </a:lnTo>
                <a:lnTo>
                  <a:pt x="220124" y="245287"/>
                </a:lnTo>
                <a:lnTo>
                  <a:pt x="204862" y="293905"/>
                </a:lnTo>
                <a:lnTo>
                  <a:pt x="189931" y="31535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164169" y="8751697"/>
            <a:ext cx="372110" cy="375920"/>
          </a:xfrm>
          <a:custGeom>
            <a:avLst/>
            <a:gdLst/>
            <a:ahLst/>
            <a:cxnLst/>
            <a:rect l="l" t="t" r="r" b="b"/>
            <a:pathLst>
              <a:path w="372109" h="375920">
                <a:moveTo>
                  <a:pt x="124311" y="176653"/>
                </a:moveTo>
                <a:lnTo>
                  <a:pt x="81565" y="176653"/>
                </a:lnTo>
                <a:lnTo>
                  <a:pt x="81565" y="129981"/>
                </a:lnTo>
                <a:lnTo>
                  <a:pt x="56703" y="120229"/>
                </a:lnTo>
                <a:lnTo>
                  <a:pt x="37729" y="107246"/>
                </a:lnTo>
                <a:lnTo>
                  <a:pt x="25625" y="90909"/>
                </a:lnTo>
                <a:lnTo>
                  <a:pt x="21372" y="71097"/>
                </a:lnTo>
                <a:lnTo>
                  <a:pt x="34369" y="38642"/>
                </a:lnTo>
                <a:lnTo>
                  <a:pt x="69734" y="16574"/>
                </a:lnTo>
                <a:lnTo>
                  <a:pt x="122028" y="3993"/>
                </a:lnTo>
                <a:lnTo>
                  <a:pt x="185813" y="0"/>
                </a:lnTo>
                <a:lnTo>
                  <a:pt x="249597" y="3993"/>
                </a:lnTo>
                <a:lnTo>
                  <a:pt x="301891" y="16574"/>
                </a:lnTo>
                <a:lnTo>
                  <a:pt x="329851" y="34022"/>
                </a:lnTo>
                <a:lnTo>
                  <a:pt x="185813" y="34022"/>
                </a:lnTo>
                <a:lnTo>
                  <a:pt x="139857" y="36196"/>
                </a:lnTo>
                <a:lnTo>
                  <a:pt x="102120" y="42909"/>
                </a:lnTo>
                <a:lnTo>
                  <a:pt x="76570" y="54447"/>
                </a:lnTo>
                <a:lnTo>
                  <a:pt x="67171" y="71097"/>
                </a:lnTo>
                <a:lnTo>
                  <a:pt x="76570" y="87999"/>
                </a:lnTo>
                <a:lnTo>
                  <a:pt x="102120" y="99667"/>
                </a:lnTo>
                <a:lnTo>
                  <a:pt x="139857" y="106428"/>
                </a:lnTo>
                <a:lnTo>
                  <a:pt x="185813" y="108609"/>
                </a:lnTo>
                <a:lnTo>
                  <a:pt x="331904" y="108609"/>
                </a:lnTo>
                <a:lnTo>
                  <a:pt x="314922" y="120229"/>
                </a:lnTo>
                <a:lnTo>
                  <a:pt x="290060" y="129981"/>
                </a:lnTo>
                <a:lnTo>
                  <a:pt x="290060" y="139141"/>
                </a:lnTo>
                <a:lnTo>
                  <a:pt x="124311" y="139141"/>
                </a:lnTo>
                <a:lnTo>
                  <a:pt x="124311" y="176653"/>
                </a:lnTo>
                <a:close/>
              </a:path>
              <a:path w="372109" h="375920">
                <a:moveTo>
                  <a:pt x="331904" y="108609"/>
                </a:moveTo>
                <a:lnTo>
                  <a:pt x="185813" y="108609"/>
                </a:lnTo>
                <a:lnTo>
                  <a:pt x="231768" y="106428"/>
                </a:lnTo>
                <a:lnTo>
                  <a:pt x="269505" y="99667"/>
                </a:lnTo>
                <a:lnTo>
                  <a:pt x="295056" y="87999"/>
                </a:lnTo>
                <a:lnTo>
                  <a:pt x="304454" y="71097"/>
                </a:lnTo>
                <a:lnTo>
                  <a:pt x="295056" y="54447"/>
                </a:lnTo>
                <a:lnTo>
                  <a:pt x="269505" y="42909"/>
                </a:lnTo>
                <a:lnTo>
                  <a:pt x="231768" y="36196"/>
                </a:lnTo>
                <a:lnTo>
                  <a:pt x="185813" y="34022"/>
                </a:lnTo>
                <a:lnTo>
                  <a:pt x="329851" y="34022"/>
                </a:lnTo>
                <a:lnTo>
                  <a:pt x="337256" y="38642"/>
                </a:lnTo>
                <a:lnTo>
                  <a:pt x="350253" y="71097"/>
                </a:lnTo>
                <a:lnTo>
                  <a:pt x="346000" y="90909"/>
                </a:lnTo>
                <a:lnTo>
                  <a:pt x="333896" y="107246"/>
                </a:lnTo>
                <a:lnTo>
                  <a:pt x="331904" y="108609"/>
                </a:lnTo>
                <a:close/>
              </a:path>
              <a:path w="372109" h="375920">
                <a:moveTo>
                  <a:pt x="185813" y="142631"/>
                </a:moveTo>
                <a:lnTo>
                  <a:pt x="169701" y="142392"/>
                </a:lnTo>
                <a:lnTo>
                  <a:pt x="154080" y="141704"/>
                </a:lnTo>
                <a:lnTo>
                  <a:pt x="138950" y="140607"/>
                </a:lnTo>
                <a:lnTo>
                  <a:pt x="124311" y="139141"/>
                </a:lnTo>
                <a:lnTo>
                  <a:pt x="247314" y="139141"/>
                </a:lnTo>
                <a:lnTo>
                  <a:pt x="232675" y="140607"/>
                </a:lnTo>
                <a:lnTo>
                  <a:pt x="217545" y="141704"/>
                </a:lnTo>
                <a:lnTo>
                  <a:pt x="201924" y="142392"/>
                </a:lnTo>
                <a:lnTo>
                  <a:pt x="185813" y="142631"/>
                </a:lnTo>
                <a:close/>
              </a:path>
              <a:path w="372109" h="375920">
                <a:moveTo>
                  <a:pt x="290060" y="176653"/>
                </a:moveTo>
                <a:lnTo>
                  <a:pt x="247314" y="176653"/>
                </a:lnTo>
                <a:lnTo>
                  <a:pt x="247314" y="139141"/>
                </a:lnTo>
                <a:lnTo>
                  <a:pt x="290060" y="139141"/>
                </a:lnTo>
                <a:lnTo>
                  <a:pt x="290060" y="176653"/>
                </a:lnTo>
                <a:close/>
              </a:path>
              <a:path w="372109" h="375920">
                <a:moveTo>
                  <a:pt x="372062" y="211547"/>
                </a:moveTo>
                <a:lnTo>
                  <a:pt x="0" y="211547"/>
                </a:lnTo>
                <a:lnTo>
                  <a:pt x="0" y="176653"/>
                </a:lnTo>
                <a:lnTo>
                  <a:pt x="372062" y="176653"/>
                </a:lnTo>
                <a:lnTo>
                  <a:pt x="372062" y="211547"/>
                </a:lnTo>
                <a:close/>
              </a:path>
              <a:path w="372109" h="375920">
                <a:moveTo>
                  <a:pt x="185813" y="375551"/>
                </a:moveTo>
                <a:lnTo>
                  <a:pt x="122716" y="372096"/>
                </a:lnTo>
                <a:lnTo>
                  <a:pt x="70661" y="360667"/>
                </a:lnTo>
                <a:lnTo>
                  <a:pt x="35289" y="339669"/>
                </a:lnTo>
                <a:lnTo>
                  <a:pt x="22245" y="307507"/>
                </a:lnTo>
                <a:lnTo>
                  <a:pt x="35289" y="275482"/>
                </a:lnTo>
                <a:lnTo>
                  <a:pt x="70661" y="254784"/>
                </a:lnTo>
                <a:lnTo>
                  <a:pt x="122716" y="243654"/>
                </a:lnTo>
                <a:lnTo>
                  <a:pt x="185813" y="240335"/>
                </a:lnTo>
                <a:lnTo>
                  <a:pt x="248909" y="243654"/>
                </a:lnTo>
                <a:lnTo>
                  <a:pt x="300964" y="254784"/>
                </a:lnTo>
                <a:lnTo>
                  <a:pt x="334414" y="274357"/>
                </a:lnTo>
                <a:lnTo>
                  <a:pt x="185813" y="274357"/>
                </a:lnTo>
                <a:lnTo>
                  <a:pt x="142017" y="275979"/>
                </a:lnTo>
                <a:lnTo>
                  <a:pt x="104356" y="281445"/>
                </a:lnTo>
                <a:lnTo>
                  <a:pt x="77980" y="291655"/>
                </a:lnTo>
                <a:lnTo>
                  <a:pt x="68044" y="307507"/>
                </a:lnTo>
                <a:lnTo>
                  <a:pt x="77980" y="323680"/>
                </a:lnTo>
                <a:lnTo>
                  <a:pt x="104356" y="334169"/>
                </a:lnTo>
                <a:lnTo>
                  <a:pt x="142017" y="339832"/>
                </a:lnTo>
                <a:lnTo>
                  <a:pt x="185813" y="341529"/>
                </a:lnTo>
                <a:lnTo>
                  <a:pt x="333202" y="341529"/>
                </a:lnTo>
                <a:lnTo>
                  <a:pt x="300964" y="360667"/>
                </a:lnTo>
                <a:lnTo>
                  <a:pt x="248909" y="372096"/>
                </a:lnTo>
                <a:lnTo>
                  <a:pt x="185813" y="375551"/>
                </a:lnTo>
                <a:close/>
              </a:path>
              <a:path w="372109" h="375920">
                <a:moveTo>
                  <a:pt x="333202" y="341529"/>
                </a:moveTo>
                <a:lnTo>
                  <a:pt x="185813" y="341529"/>
                </a:lnTo>
                <a:lnTo>
                  <a:pt x="229676" y="339832"/>
                </a:lnTo>
                <a:lnTo>
                  <a:pt x="267488" y="334169"/>
                </a:lnTo>
                <a:lnTo>
                  <a:pt x="294013" y="323680"/>
                </a:lnTo>
                <a:lnTo>
                  <a:pt x="304018" y="307507"/>
                </a:lnTo>
                <a:lnTo>
                  <a:pt x="294013" y="291655"/>
                </a:lnTo>
                <a:lnTo>
                  <a:pt x="267488" y="281445"/>
                </a:lnTo>
                <a:lnTo>
                  <a:pt x="229676" y="275979"/>
                </a:lnTo>
                <a:lnTo>
                  <a:pt x="185813" y="274357"/>
                </a:lnTo>
                <a:lnTo>
                  <a:pt x="334414" y="274357"/>
                </a:lnTo>
                <a:lnTo>
                  <a:pt x="336336" y="275482"/>
                </a:lnTo>
                <a:lnTo>
                  <a:pt x="349381" y="307507"/>
                </a:lnTo>
                <a:lnTo>
                  <a:pt x="336336" y="339669"/>
                </a:lnTo>
                <a:lnTo>
                  <a:pt x="333202" y="34152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85946" y="8753878"/>
            <a:ext cx="341630" cy="372745"/>
          </a:xfrm>
          <a:custGeom>
            <a:avLst/>
            <a:gdLst/>
            <a:ahLst/>
            <a:cxnLst/>
            <a:rect l="l" t="t" r="r" b="b"/>
            <a:pathLst>
              <a:path w="341629" h="372745">
                <a:moveTo>
                  <a:pt x="341093" y="372498"/>
                </a:moveTo>
                <a:lnTo>
                  <a:pt x="297911" y="372498"/>
                </a:lnTo>
                <a:lnTo>
                  <a:pt x="297911" y="0"/>
                </a:lnTo>
                <a:lnTo>
                  <a:pt x="341093" y="0"/>
                </a:lnTo>
                <a:lnTo>
                  <a:pt x="341093" y="372498"/>
                </a:lnTo>
                <a:close/>
              </a:path>
              <a:path w="341629" h="372745">
                <a:moveTo>
                  <a:pt x="0" y="350253"/>
                </a:moveTo>
                <a:lnTo>
                  <a:pt x="0" y="306635"/>
                </a:lnTo>
                <a:lnTo>
                  <a:pt x="29889" y="294666"/>
                </a:lnTo>
                <a:lnTo>
                  <a:pt x="55543" y="269901"/>
                </a:lnTo>
                <a:lnTo>
                  <a:pt x="76841" y="233913"/>
                </a:lnTo>
                <a:lnTo>
                  <a:pt x="93660" y="188273"/>
                </a:lnTo>
                <a:lnTo>
                  <a:pt x="105878" y="134553"/>
                </a:lnTo>
                <a:lnTo>
                  <a:pt x="113374" y="74324"/>
                </a:lnTo>
                <a:lnTo>
                  <a:pt x="116024" y="9159"/>
                </a:lnTo>
                <a:lnTo>
                  <a:pt x="160078" y="10904"/>
                </a:lnTo>
                <a:lnTo>
                  <a:pt x="158926" y="52675"/>
                </a:lnTo>
                <a:lnTo>
                  <a:pt x="156098" y="92197"/>
                </a:lnTo>
                <a:lnTo>
                  <a:pt x="151552" y="129348"/>
                </a:lnTo>
                <a:lnTo>
                  <a:pt x="145248" y="164004"/>
                </a:lnTo>
                <a:lnTo>
                  <a:pt x="182868" y="214164"/>
                </a:lnTo>
                <a:lnTo>
                  <a:pt x="131726" y="214164"/>
                </a:lnTo>
                <a:lnTo>
                  <a:pt x="107832" y="269409"/>
                </a:lnTo>
                <a:lnTo>
                  <a:pt x="77640" y="311324"/>
                </a:lnTo>
                <a:lnTo>
                  <a:pt x="41559" y="338680"/>
                </a:lnTo>
                <a:lnTo>
                  <a:pt x="0" y="350253"/>
                </a:lnTo>
                <a:close/>
              </a:path>
              <a:path w="341629" h="372745">
                <a:moveTo>
                  <a:pt x="230739" y="349381"/>
                </a:moveTo>
                <a:lnTo>
                  <a:pt x="131726" y="214164"/>
                </a:lnTo>
                <a:lnTo>
                  <a:pt x="182868" y="214164"/>
                </a:lnTo>
                <a:lnTo>
                  <a:pt x="265634" y="324518"/>
                </a:lnTo>
                <a:lnTo>
                  <a:pt x="230739" y="34938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212217" y="8753878"/>
            <a:ext cx="330200" cy="372745"/>
          </a:xfrm>
          <a:custGeom>
            <a:avLst/>
            <a:gdLst/>
            <a:ahLst/>
            <a:cxnLst/>
            <a:rect l="l" t="t" r="r" b="b"/>
            <a:pathLst>
              <a:path w="330200" h="372745">
                <a:moveTo>
                  <a:pt x="330189" y="372498"/>
                </a:moveTo>
                <a:lnTo>
                  <a:pt x="287007" y="372498"/>
                </a:lnTo>
                <a:lnTo>
                  <a:pt x="287007" y="0"/>
                </a:lnTo>
                <a:lnTo>
                  <a:pt x="330189" y="0"/>
                </a:lnTo>
                <a:lnTo>
                  <a:pt x="330189" y="372498"/>
                </a:lnTo>
                <a:close/>
              </a:path>
              <a:path w="330200" h="372745">
                <a:moveTo>
                  <a:pt x="0" y="349381"/>
                </a:moveTo>
                <a:lnTo>
                  <a:pt x="0" y="308379"/>
                </a:lnTo>
                <a:lnTo>
                  <a:pt x="47339" y="301770"/>
                </a:lnTo>
                <a:lnTo>
                  <a:pt x="87349" y="282984"/>
                </a:lnTo>
                <a:lnTo>
                  <a:pt x="119459" y="252930"/>
                </a:lnTo>
                <a:lnTo>
                  <a:pt x="143099" y="212517"/>
                </a:lnTo>
                <a:lnTo>
                  <a:pt x="157701" y="162653"/>
                </a:lnTo>
                <a:lnTo>
                  <a:pt x="162695" y="104247"/>
                </a:lnTo>
                <a:lnTo>
                  <a:pt x="162695" y="53214"/>
                </a:lnTo>
                <a:lnTo>
                  <a:pt x="0" y="53214"/>
                </a:lnTo>
                <a:lnTo>
                  <a:pt x="0" y="13521"/>
                </a:lnTo>
                <a:lnTo>
                  <a:pt x="206749" y="13521"/>
                </a:lnTo>
                <a:lnTo>
                  <a:pt x="206690" y="104247"/>
                </a:lnTo>
                <a:lnTo>
                  <a:pt x="203089" y="156774"/>
                </a:lnTo>
                <a:lnTo>
                  <a:pt x="192355" y="204746"/>
                </a:lnTo>
                <a:lnTo>
                  <a:pt x="174915" y="246767"/>
                </a:lnTo>
                <a:lnTo>
                  <a:pt x="151136" y="282318"/>
                </a:lnTo>
                <a:lnTo>
                  <a:pt x="121387" y="310876"/>
                </a:lnTo>
                <a:lnTo>
                  <a:pt x="86036" y="331920"/>
                </a:lnTo>
                <a:lnTo>
                  <a:pt x="45451" y="344928"/>
                </a:lnTo>
                <a:lnTo>
                  <a:pt x="0" y="34938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601291" y="8758240"/>
            <a:ext cx="372110" cy="363855"/>
          </a:xfrm>
          <a:custGeom>
            <a:avLst/>
            <a:gdLst/>
            <a:ahLst/>
            <a:cxnLst/>
            <a:rect l="l" t="t" r="r" b="b"/>
            <a:pathLst>
              <a:path w="372109" h="363854">
                <a:moveTo>
                  <a:pt x="346327" y="36639"/>
                </a:moveTo>
                <a:lnTo>
                  <a:pt x="25298" y="36639"/>
                </a:lnTo>
                <a:lnTo>
                  <a:pt x="25298" y="0"/>
                </a:lnTo>
                <a:lnTo>
                  <a:pt x="346327" y="0"/>
                </a:lnTo>
                <a:lnTo>
                  <a:pt x="346327" y="36639"/>
                </a:lnTo>
                <a:close/>
              </a:path>
              <a:path w="372109" h="363854">
                <a:moveTo>
                  <a:pt x="19191" y="156152"/>
                </a:moveTo>
                <a:lnTo>
                  <a:pt x="19191" y="119513"/>
                </a:lnTo>
                <a:lnTo>
                  <a:pt x="67553" y="113004"/>
                </a:lnTo>
                <a:lnTo>
                  <a:pt x="112970" y="96559"/>
                </a:lnTo>
                <a:lnTo>
                  <a:pt x="149228" y="70872"/>
                </a:lnTo>
                <a:lnTo>
                  <a:pt x="170110" y="36639"/>
                </a:lnTo>
                <a:lnTo>
                  <a:pt x="213728" y="36639"/>
                </a:lnTo>
                <a:lnTo>
                  <a:pt x="211765" y="44987"/>
                </a:lnTo>
                <a:lnTo>
                  <a:pt x="209148" y="53050"/>
                </a:lnTo>
                <a:lnTo>
                  <a:pt x="205877" y="60867"/>
                </a:lnTo>
                <a:lnTo>
                  <a:pt x="201951" y="68480"/>
                </a:lnTo>
                <a:lnTo>
                  <a:pt x="285518" y="98140"/>
                </a:lnTo>
                <a:lnTo>
                  <a:pt x="178834" y="98140"/>
                </a:lnTo>
                <a:lnTo>
                  <a:pt x="146222" y="122478"/>
                </a:lnTo>
                <a:lnTo>
                  <a:pt x="107027" y="140395"/>
                </a:lnTo>
                <a:lnTo>
                  <a:pt x="63825" y="151688"/>
                </a:lnTo>
                <a:lnTo>
                  <a:pt x="19191" y="156152"/>
                </a:lnTo>
                <a:close/>
              </a:path>
              <a:path w="372109" h="363854">
                <a:moveTo>
                  <a:pt x="342838" y="157897"/>
                </a:moveTo>
                <a:lnTo>
                  <a:pt x="178834" y="98140"/>
                </a:lnTo>
                <a:lnTo>
                  <a:pt x="285518" y="98140"/>
                </a:lnTo>
                <a:lnTo>
                  <a:pt x="356796" y="123439"/>
                </a:lnTo>
                <a:lnTo>
                  <a:pt x="342838" y="157897"/>
                </a:lnTo>
                <a:close/>
              </a:path>
              <a:path w="372109" h="363854">
                <a:moveTo>
                  <a:pt x="207622" y="193228"/>
                </a:moveTo>
                <a:lnTo>
                  <a:pt x="164004" y="193228"/>
                </a:lnTo>
                <a:lnTo>
                  <a:pt x="164004" y="139141"/>
                </a:lnTo>
                <a:lnTo>
                  <a:pt x="207622" y="139141"/>
                </a:lnTo>
                <a:lnTo>
                  <a:pt x="207622" y="193228"/>
                </a:lnTo>
                <a:close/>
              </a:path>
              <a:path w="372109" h="363854">
                <a:moveTo>
                  <a:pt x="372062" y="229867"/>
                </a:moveTo>
                <a:lnTo>
                  <a:pt x="0" y="229867"/>
                </a:lnTo>
                <a:lnTo>
                  <a:pt x="0" y="193228"/>
                </a:lnTo>
                <a:lnTo>
                  <a:pt x="372062" y="193228"/>
                </a:lnTo>
                <a:lnTo>
                  <a:pt x="372062" y="229867"/>
                </a:lnTo>
                <a:close/>
              </a:path>
              <a:path w="372109" h="363854">
                <a:moveTo>
                  <a:pt x="352870" y="363774"/>
                </a:moveTo>
                <a:lnTo>
                  <a:pt x="25734" y="363774"/>
                </a:lnTo>
                <a:lnTo>
                  <a:pt x="25734" y="258655"/>
                </a:lnTo>
                <a:lnTo>
                  <a:pt x="69788" y="258655"/>
                </a:lnTo>
                <a:lnTo>
                  <a:pt x="69788" y="326699"/>
                </a:lnTo>
                <a:lnTo>
                  <a:pt x="352870" y="326699"/>
                </a:lnTo>
                <a:lnTo>
                  <a:pt x="352870" y="36377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16665" y="8744718"/>
            <a:ext cx="372110" cy="390525"/>
          </a:xfrm>
          <a:custGeom>
            <a:avLst/>
            <a:gdLst/>
            <a:ahLst/>
            <a:cxnLst/>
            <a:rect l="l" t="t" r="r" b="b"/>
            <a:pathLst>
              <a:path w="372109" h="390525">
                <a:moveTo>
                  <a:pt x="207185" y="42309"/>
                </a:moveTo>
                <a:lnTo>
                  <a:pt x="162695" y="42309"/>
                </a:lnTo>
                <a:lnTo>
                  <a:pt x="162695" y="0"/>
                </a:lnTo>
                <a:lnTo>
                  <a:pt x="207185" y="0"/>
                </a:lnTo>
                <a:lnTo>
                  <a:pt x="207185" y="42309"/>
                </a:lnTo>
                <a:close/>
              </a:path>
              <a:path w="372109" h="390525">
                <a:moveTo>
                  <a:pt x="350253" y="81565"/>
                </a:moveTo>
                <a:lnTo>
                  <a:pt x="21372" y="81565"/>
                </a:lnTo>
                <a:lnTo>
                  <a:pt x="21372" y="42309"/>
                </a:lnTo>
                <a:lnTo>
                  <a:pt x="350253" y="42309"/>
                </a:lnTo>
                <a:lnTo>
                  <a:pt x="350253" y="81565"/>
                </a:lnTo>
                <a:close/>
              </a:path>
              <a:path w="372109" h="390525">
                <a:moveTo>
                  <a:pt x="11776" y="214164"/>
                </a:moveTo>
                <a:lnTo>
                  <a:pt x="11776" y="174472"/>
                </a:lnTo>
                <a:lnTo>
                  <a:pt x="66265" y="164740"/>
                </a:lnTo>
                <a:lnTo>
                  <a:pt x="110735" y="145030"/>
                </a:lnTo>
                <a:lnTo>
                  <a:pt x="143346" y="116814"/>
                </a:lnTo>
                <a:lnTo>
                  <a:pt x="162259" y="81565"/>
                </a:lnTo>
                <a:lnTo>
                  <a:pt x="208930" y="81565"/>
                </a:lnTo>
                <a:lnTo>
                  <a:pt x="206981" y="89989"/>
                </a:lnTo>
                <a:lnTo>
                  <a:pt x="204459" y="98249"/>
                </a:lnTo>
                <a:lnTo>
                  <a:pt x="201447" y="106346"/>
                </a:lnTo>
                <a:lnTo>
                  <a:pt x="198026" y="114279"/>
                </a:lnTo>
                <a:lnTo>
                  <a:pt x="286854" y="146993"/>
                </a:lnTo>
                <a:lnTo>
                  <a:pt x="175780" y="146993"/>
                </a:lnTo>
                <a:lnTo>
                  <a:pt x="145432" y="173313"/>
                </a:lnTo>
                <a:lnTo>
                  <a:pt x="107355" y="193664"/>
                </a:lnTo>
                <a:lnTo>
                  <a:pt x="62489" y="207472"/>
                </a:lnTo>
                <a:lnTo>
                  <a:pt x="11776" y="214164"/>
                </a:lnTo>
                <a:close/>
              </a:path>
              <a:path w="372109" h="390525">
                <a:moveTo>
                  <a:pt x="345455" y="211547"/>
                </a:moveTo>
                <a:lnTo>
                  <a:pt x="175780" y="146993"/>
                </a:lnTo>
                <a:lnTo>
                  <a:pt x="286854" y="146993"/>
                </a:lnTo>
                <a:lnTo>
                  <a:pt x="360285" y="174036"/>
                </a:lnTo>
                <a:lnTo>
                  <a:pt x="345455" y="211547"/>
                </a:lnTo>
                <a:close/>
              </a:path>
              <a:path w="372109" h="390525">
                <a:moveTo>
                  <a:pt x="372062" y="290060"/>
                </a:moveTo>
                <a:lnTo>
                  <a:pt x="0" y="290060"/>
                </a:lnTo>
                <a:lnTo>
                  <a:pt x="0" y="249931"/>
                </a:lnTo>
                <a:lnTo>
                  <a:pt x="372062" y="249931"/>
                </a:lnTo>
                <a:lnTo>
                  <a:pt x="372062" y="290060"/>
                </a:lnTo>
                <a:close/>
              </a:path>
              <a:path w="372109" h="390525">
                <a:moveTo>
                  <a:pt x="207622" y="390382"/>
                </a:moveTo>
                <a:lnTo>
                  <a:pt x="163567" y="390382"/>
                </a:lnTo>
                <a:lnTo>
                  <a:pt x="163567" y="290060"/>
                </a:lnTo>
                <a:lnTo>
                  <a:pt x="207622" y="290060"/>
                </a:lnTo>
                <a:lnTo>
                  <a:pt x="207622" y="39038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523186" y="8739048"/>
            <a:ext cx="372110" cy="383540"/>
          </a:xfrm>
          <a:custGeom>
            <a:avLst/>
            <a:gdLst/>
            <a:ahLst/>
            <a:cxnLst/>
            <a:rect l="l" t="t" r="r" b="b"/>
            <a:pathLst>
              <a:path w="372109" h="383540">
                <a:moveTo>
                  <a:pt x="208058" y="34022"/>
                </a:moveTo>
                <a:lnTo>
                  <a:pt x="164004" y="34022"/>
                </a:lnTo>
                <a:lnTo>
                  <a:pt x="164004" y="0"/>
                </a:lnTo>
                <a:lnTo>
                  <a:pt x="208058" y="0"/>
                </a:lnTo>
                <a:lnTo>
                  <a:pt x="208058" y="34022"/>
                </a:lnTo>
                <a:close/>
              </a:path>
              <a:path w="372109" h="383540">
                <a:moveTo>
                  <a:pt x="349817" y="66299"/>
                </a:moveTo>
                <a:lnTo>
                  <a:pt x="21809" y="66299"/>
                </a:lnTo>
                <a:lnTo>
                  <a:pt x="21809" y="34022"/>
                </a:lnTo>
                <a:lnTo>
                  <a:pt x="349817" y="34022"/>
                </a:lnTo>
                <a:lnTo>
                  <a:pt x="349817" y="66299"/>
                </a:lnTo>
                <a:close/>
              </a:path>
              <a:path w="372109" h="383540">
                <a:moveTo>
                  <a:pt x="14830" y="155716"/>
                </a:moveTo>
                <a:lnTo>
                  <a:pt x="14830" y="123003"/>
                </a:lnTo>
                <a:lnTo>
                  <a:pt x="60881" y="118743"/>
                </a:lnTo>
                <a:lnTo>
                  <a:pt x="105174" y="108227"/>
                </a:lnTo>
                <a:lnTo>
                  <a:pt x="141370" y="90923"/>
                </a:lnTo>
                <a:lnTo>
                  <a:pt x="163131" y="66299"/>
                </a:lnTo>
                <a:lnTo>
                  <a:pt x="208494" y="66299"/>
                </a:lnTo>
                <a:lnTo>
                  <a:pt x="206749" y="72842"/>
                </a:lnTo>
                <a:lnTo>
                  <a:pt x="204132" y="78948"/>
                </a:lnTo>
                <a:lnTo>
                  <a:pt x="200643" y="84619"/>
                </a:lnTo>
                <a:lnTo>
                  <a:pt x="305609" y="111226"/>
                </a:lnTo>
                <a:lnTo>
                  <a:pt x="176217" y="111226"/>
                </a:lnTo>
                <a:lnTo>
                  <a:pt x="143271" y="130138"/>
                </a:lnTo>
                <a:lnTo>
                  <a:pt x="103374" y="143776"/>
                </a:lnTo>
                <a:lnTo>
                  <a:pt x="59552" y="152261"/>
                </a:lnTo>
                <a:lnTo>
                  <a:pt x="14830" y="155716"/>
                </a:lnTo>
                <a:close/>
              </a:path>
              <a:path w="372109" h="383540">
                <a:moveTo>
                  <a:pt x="347636" y="156152"/>
                </a:moveTo>
                <a:lnTo>
                  <a:pt x="176217" y="111226"/>
                </a:lnTo>
                <a:lnTo>
                  <a:pt x="305609" y="111226"/>
                </a:lnTo>
                <a:lnTo>
                  <a:pt x="357232" y="124311"/>
                </a:lnTo>
                <a:lnTo>
                  <a:pt x="347636" y="156152"/>
                </a:lnTo>
                <a:close/>
              </a:path>
              <a:path w="372109" h="383540">
                <a:moveTo>
                  <a:pt x="372062" y="211111"/>
                </a:moveTo>
                <a:lnTo>
                  <a:pt x="0" y="211111"/>
                </a:lnTo>
                <a:lnTo>
                  <a:pt x="0" y="177961"/>
                </a:lnTo>
                <a:lnTo>
                  <a:pt x="372062" y="177961"/>
                </a:lnTo>
                <a:lnTo>
                  <a:pt x="372062" y="211111"/>
                </a:lnTo>
                <a:close/>
              </a:path>
              <a:path w="372109" h="383540">
                <a:moveTo>
                  <a:pt x="207622" y="242516"/>
                </a:moveTo>
                <a:lnTo>
                  <a:pt x="164004" y="242516"/>
                </a:lnTo>
                <a:lnTo>
                  <a:pt x="164004" y="211111"/>
                </a:lnTo>
                <a:lnTo>
                  <a:pt x="207622" y="211111"/>
                </a:lnTo>
                <a:lnTo>
                  <a:pt x="207622" y="242516"/>
                </a:lnTo>
                <a:close/>
              </a:path>
              <a:path w="372109" h="383540">
                <a:moveTo>
                  <a:pt x="352870" y="382966"/>
                </a:moveTo>
                <a:lnTo>
                  <a:pt x="25734" y="382966"/>
                </a:lnTo>
                <a:lnTo>
                  <a:pt x="25734" y="297475"/>
                </a:lnTo>
                <a:lnTo>
                  <a:pt x="304018" y="297475"/>
                </a:lnTo>
                <a:lnTo>
                  <a:pt x="304018" y="273921"/>
                </a:lnTo>
                <a:lnTo>
                  <a:pt x="24862" y="273921"/>
                </a:lnTo>
                <a:lnTo>
                  <a:pt x="24862" y="242516"/>
                </a:lnTo>
                <a:lnTo>
                  <a:pt x="346327" y="242516"/>
                </a:lnTo>
                <a:lnTo>
                  <a:pt x="346327" y="327571"/>
                </a:lnTo>
                <a:lnTo>
                  <a:pt x="68044" y="327571"/>
                </a:lnTo>
                <a:lnTo>
                  <a:pt x="68044" y="351561"/>
                </a:lnTo>
                <a:lnTo>
                  <a:pt x="352870" y="351561"/>
                </a:lnTo>
                <a:lnTo>
                  <a:pt x="352870" y="38296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1057174" y="8917446"/>
            <a:ext cx="52069" cy="50800"/>
          </a:xfrm>
          <a:custGeom>
            <a:avLst/>
            <a:gdLst/>
            <a:ahLst/>
            <a:cxnLst/>
            <a:rect l="l" t="t" r="r" b="b"/>
            <a:pathLst>
              <a:path w="52070" h="50800">
                <a:moveTo>
                  <a:pt x="51469" y="50597"/>
                </a:moveTo>
                <a:lnTo>
                  <a:pt x="0" y="50597"/>
                </a:lnTo>
                <a:lnTo>
                  <a:pt x="0" y="0"/>
                </a:lnTo>
                <a:lnTo>
                  <a:pt x="51469" y="0"/>
                </a:lnTo>
                <a:lnTo>
                  <a:pt x="51469" y="5059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274799" y="8758240"/>
            <a:ext cx="372110" cy="368935"/>
          </a:xfrm>
          <a:custGeom>
            <a:avLst/>
            <a:gdLst/>
            <a:ahLst/>
            <a:cxnLst/>
            <a:rect l="l" t="t" r="r" b="b"/>
            <a:pathLst>
              <a:path w="372109" h="368934">
                <a:moveTo>
                  <a:pt x="344583" y="126492"/>
                </a:moveTo>
                <a:lnTo>
                  <a:pt x="301401" y="126492"/>
                </a:lnTo>
                <a:lnTo>
                  <a:pt x="301401" y="36639"/>
                </a:lnTo>
                <a:lnTo>
                  <a:pt x="24862" y="36639"/>
                </a:lnTo>
                <a:lnTo>
                  <a:pt x="24862" y="0"/>
                </a:lnTo>
                <a:lnTo>
                  <a:pt x="344583" y="0"/>
                </a:lnTo>
                <a:lnTo>
                  <a:pt x="344583" y="126492"/>
                </a:lnTo>
                <a:close/>
              </a:path>
              <a:path w="372109" h="368934">
                <a:moveTo>
                  <a:pt x="183196" y="152663"/>
                </a:moveTo>
                <a:lnTo>
                  <a:pt x="139577" y="152663"/>
                </a:lnTo>
                <a:lnTo>
                  <a:pt x="139577" y="79821"/>
                </a:lnTo>
                <a:lnTo>
                  <a:pt x="183196" y="79821"/>
                </a:lnTo>
                <a:lnTo>
                  <a:pt x="183196" y="152663"/>
                </a:lnTo>
                <a:close/>
              </a:path>
              <a:path w="372109" h="368934">
                <a:moveTo>
                  <a:pt x="372062" y="188430"/>
                </a:moveTo>
                <a:lnTo>
                  <a:pt x="0" y="188430"/>
                </a:lnTo>
                <a:lnTo>
                  <a:pt x="0" y="152663"/>
                </a:lnTo>
                <a:lnTo>
                  <a:pt x="372062" y="152663"/>
                </a:lnTo>
                <a:lnTo>
                  <a:pt x="372062" y="188430"/>
                </a:lnTo>
                <a:close/>
              </a:path>
              <a:path w="372109" h="368934">
                <a:moveTo>
                  <a:pt x="185813" y="368572"/>
                </a:moveTo>
                <a:lnTo>
                  <a:pt x="122716" y="364551"/>
                </a:lnTo>
                <a:lnTo>
                  <a:pt x="70661" y="351780"/>
                </a:lnTo>
                <a:lnTo>
                  <a:pt x="35289" y="329194"/>
                </a:lnTo>
                <a:lnTo>
                  <a:pt x="22245" y="295730"/>
                </a:lnTo>
                <a:lnTo>
                  <a:pt x="35289" y="261783"/>
                </a:lnTo>
                <a:lnTo>
                  <a:pt x="70661" y="239408"/>
                </a:lnTo>
                <a:lnTo>
                  <a:pt x="122716" y="227093"/>
                </a:lnTo>
                <a:lnTo>
                  <a:pt x="185813" y="223324"/>
                </a:lnTo>
                <a:lnTo>
                  <a:pt x="248909" y="227338"/>
                </a:lnTo>
                <a:lnTo>
                  <a:pt x="300964" y="240063"/>
                </a:lnTo>
                <a:lnTo>
                  <a:pt x="328875" y="257782"/>
                </a:lnTo>
                <a:lnTo>
                  <a:pt x="185813" y="257782"/>
                </a:lnTo>
                <a:lnTo>
                  <a:pt x="141949" y="259848"/>
                </a:lnTo>
                <a:lnTo>
                  <a:pt x="104138" y="266452"/>
                </a:lnTo>
                <a:lnTo>
                  <a:pt x="77612" y="278208"/>
                </a:lnTo>
                <a:lnTo>
                  <a:pt x="67608" y="295730"/>
                </a:lnTo>
                <a:lnTo>
                  <a:pt x="77612" y="312953"/>
                </a:lnTo>
                <a:lnTo>
                  <a:pt x="104138" y="324900"/>
                </a:lnTo>
                <a:lnTo>
                  <a:pt x="141949" y="331858"/>
                </a:lnTo>
                <a:lnTo>
                  <a:pt x="185813" y="334114"/>
                </a:lnTo>
                <a:lnTo>
                  <a:pt x="328630" y="334114"/>
                </a:lnTo>
                <a:lnTo>
                  <a:pt x="300964" y="351780"/>
                </a:lnTo>
                <a:lnTo>
                  <a:pt x="248909" y="364551"/>
                </a:lnTo>
                <a:lnTo>
                  <a:pt x="185813" y="368572"/>
                </a:lnTo>
                <a:close/>
              </a:path>
              <a:path w="372109" h="368934">
                <a:moveTo>
                  <a:pt x="328630" y="334114"/>
                </a:moveTo>
                <a:lnTo>
                  <a:pt x="185813" y="334114"/>
                </a:lnTo>
                <a:lnTo>
                  <a:pt x="229676" y="331858"/>
                </a:lnTo>
                <a:lnTo>
                  <a:pt x="267488" y="324900"/>
                </a:lnTo>
                <a:lnTo>
                  <a:pt x="294013" y="312953"/>
                </a:lnTo>
                <a:lnTo>
                  <a:pt x="304018" y="295730"/>
                </a:lnTo>
                <a:lnTo>
                  <a:pt x="294013" y="278760"/>
                </a:lnTo>
                <a:lnTo>
                  <a:pt x="267488" y="266942"/>
                </a:lnTo>
                <a:lnTo>
                  <a:pt x="229676" y="260032"/>
                </a:lnTo>
                <a:lnTo>
                  <a:pt x="185813" y="257782"/>
                </a:lnTo>
                <a:lnTo>
                  <a:pt x="328875" y="257782"/>
                </a:lnTo>
                <a:lnTo>
                  <a:pt x="336336" y="262519"/>
                </a:lnTo>
                <a:lnTo>
                  <a:pt x="349381" y="295730"/>
                </a:lnTo>
                <a:lnTo>
                  <a:pt x="336336" y="329194"/>
                </a:lnTo>
                <a:lnTo>
                  <a:pt x="328630" y="33411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985774" y="8753878"/>
            <a:ext cx="43180" cy="372745"/>
          </a:xfrm>
          <a:custGeom>
            <a:avLst/>
            <a:gdLst/>
            <a:ahLst/>
            <a:cxnLst/>
            <a:rect l="l" t="t" r="r" b="b"/>
            <a:pathLst>
              <a:path w="43179" h="372745">
                <a:moveTo>
                  <a:pt x="43181" y="372498"/>
                </a:moveTo>
                <a:lnTo>
                  <a:pt x="0" y="372498"/>
                </a:lnTo>
                <a:lnTo>
                  <a:pt x="0" y="0"/>
                </a:lnTo>
                <a:lnTo>
                  <a:pt x="43181" y="0"/>
                </a:lnTo>
                <a:lnTo>
                  <a:pt x="43181" y="37249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1702692" y="8764269"/>
            <a:ext cx="43180" cy="128270"/>
          </a:xfrm>
          <a:custGeom>
            <a:avLst/>
            <a:gdLst/>
            <a:ahLst/>
            <a:cxnLst/>
            <a:rect l="l" t="t" r="r" b="b"/>
            <a:pathLst>
              <a:path w="43179" h="128270">
                <a:moveTo>
                  <a:pt x="0" y="0"/>
                </a:moveTo>
                <a:lnTo>
                  <a:pt x="42745" y="0"/>
                </a:lnTo>
                <a:lnTo>
                  <a:pt x="42745" y="128270"/>
                </a:lnTo>
                <a:lnTo>
                  <a:pt x="0" y="1282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1702692" y="8892540"/>
            <a:ext cx="211454" cy="40640"/>
          </a:xfrm>
          <a:custGeom>
            <a:avLst/>
            <a:gdLst/>
            <a:ahLst/>
            <a:cxnLst/>
            <a:rect l="l" t="t" r="r" b="b"/>
            <a:pathLst>
              <a:path w="211454" h="40640">
                <a:moveTo>
                  <a:pt x="0" y="0"/>
                </a:moveTo>
                <a:lnTo>
                  <a:pt x="211111" y="0"/>
                </a:lnTo>
                <a:lnTo>
                  <a:pt x="211111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1702692" y="8933180"/>
            <a:ext cx="43180" cy="130810"/>
          </a:xfrm>
          <a:custGeom>
            <a:avLst/>
            <a:gdLst/>
            <a:ahLst/>
            <a:cxnLst/>
            <a:rect l="l" t="t" r="r" b="b"/>
            <a:pathLst>
              <a:path w="43179" h="130809">
                <a:moveTo>
                  <a:pt x="0" y="0"/>
                </a:moveTo>
                <a:lnTo>
                  <a:pt x="42745" y="0"/>
                </a:lnTo>
                <a:lnTo>
                  <a:pt x="42745" y="130810"/>
                </a:lnTo>
                <a:lnTo>
                  <a:pt x="0" y="1308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702692" y="9063990"/>
            <a:ext cx="211454" cy="40640"/>
          </a:xfrm>
          <a:custGeom>
            <a:avLst/>
            <a:gdLst/>
            <a:ahLst/>
            <a:cxnLst/>
            <a:rect l="l" t="t" r="r" b="b"/>
            <a:pathLst>
              <a:path w="211454" h="40640">
                <a:moveTo>
                  <a:pt x="0" y="0"/>
                </a:moveTo>
                <a:lnTo>
                  <a:pt x="211111" y="0"/>
                </a:lnTo>
                <a:lnTo>
                  <a:pt x="211111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871059" y="8764783"/>
            <a:ext cx="43180" cy="128270"/>
          </a:xfrm>
          <a:custGeom>
            <a:avLst/>
            <a:gdLst/>
            <a:ahLst/>
            <a:cxnLst/>
            <a:rect l="l" t="t" r="r" b="b"/>
            <a:pathLst>
              <a:path w="43179" h="128270">
                <a:moveTo>
                  <a:pt x="42745" y="128237"/>
                </a:moveTo>
                <a:lnTo>
                  <a:pt x="0" y="128237"/>
                </a:lnTo>
                <a:lnTo>
                  <a:pt x="0" y="0"/>
                </a:lnTo>
                <a:lnTo>
                  <a:pt x="42745" y="0"/>
                </a:lnTo>
                <a:lnTo>
                  <a:pt x="42745" y="12823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1871059" y="8932712"/>
            <a:ext cx="43180" cy="132080"/>
          </a:xfrm>
          <a:custGeom>
            <a:avLst/>
            <a:gdLst/>
            <a:ahLst/>
            <a:cxnLst/>
            <a:rect l="l" t="t" r="r" b="b"/>
            <a:pathLst>
              <a:path w="43179" h="132079">
                <a:moveTo>
                  <a:pt x="42745" y="131726"/>
                </a:moveTo>
                <a:lnTo>
                  <a:pt x="0" y="131726"/>
                </a:lnTo>
                <a:lnTo>
                  <a:pt x="0" y="0"/>
                </a:lnTo>
                <a:lnTo>
                  <a:pt x="42745" y="0"/>
                </a:lnTo>
                <a:lnTo>
                  <a:pt x="42745" y="13172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220979" y="8763000"/>
            <a:ext cx="321310" cy="40640"/>
          </a:xfrm>
          <a:custGeom>
            <a:avLst/>
            <a:gdLst/>
            <a:ahLst/>
            <a:cxnLst/>
            <a:rect l="l" t="t" r="r" b="b"/>
            <a:pathLst>
              <a:path w="321309" h="40640">
                <a:moveTo>
                  <a:pt x="0" y="0"/>
                </a:moveTo>
                <a:lnTo>
                  <a:pt x="321029" y="0"/>
                </a:lnTo>
                <a:lnTo>
                  <a:pt x="321029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497082" y="8803640"/>
            <a:ext cx="45085" cy="129539"/>
          </a:xfrm>
          <a:custGeom>
            <a:avLst/>
            <a:gdLst/>
            <a:ahLst/>
            <a:cxnLst/>
            <a:rect l="l" t="t" r="r" b="b"/>
            <a:pathLst>
              <a:path w="45084" h="129540">
                <a:moveTo>
                  <a:pt x="0" y="0"/>
                </a:moveTo>
                <a:lnTo>
                  <a:pt x="44926" y="0"/>
                </a:lnTo>
                <a:lnTo>
                  <a:pt x="44926" y="129539"/>
                </a:lnTo>
                <a:lnTo>
                  <a:pt x="0" y="1295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2196553" y="8963681"/>
            <a:ext cx="372110" cy="41275"/>
          </a:xfrm>
          <a:custGeom>
            <a:avLst/>
            <a:gdLst/>
            <a:ahLst/>
            <a:cxnLst/>
            <a:rect l="l" t="t" r="r" b="b"/>
            <a:pathLst>
              <a:path w="372109" h="41275">
                <a:moveTo>
                  <a:pt x="372062" y="41001"/>
                </a:moveTo>
                <a:lnTo>
                  <a:pt x="0" y="41001"/>
                </a:lnTo>
                <a:lnTo>
                  <a:pt x="0" y="0"/>
                </a:lnTo>
                <a:lnTo>
                  <a:pt x="372062" y="0"/>
                </a:lnTo>
                <a:lnTo>
                  <a:pt x="372062" y="4100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2357940" y="9004682"/>
            <a:ext cx="45085" cy="130810"/>
          </a:xfrm>
          <a:custGeom>
            <a:avLst/>
            <a:gdLst/>
            <a:ahLst/>
            <a:cxnLst/>
            <a:rect l="l" t="t" r="r" b="b"/>
            <a:pathLst>
              <a:path w="45084" h="130809">
                <a:moveTo>
                  <a:pt x="44490" y="130418"/>
                </a:moveTo>
                <a:lnTo>
                  <a:pt x="0" y="130418"/>
                </a:lnTo>
                <a:lnTo>
                  <a:pt x="0" y="0"/>
                </a:lnTo>
                <a:lnTo>
                  <a:pt x="44490" y="0"/>
                </a:lnTo>
                <a:lnTo>
                  <a:pt x="44490" y="1304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2603946" y="8753878"/>
            <a:ext cx="353060" cy="372745"/>
          </a:xfrm>
          <a:custGeom>
            <a:avLst/>
            <a:gdLst/>
            <a:ahLst/>
            <a:cxnLst/>
            <a:rect l="l" t="t" r="r" b="b"/>
            <a:pathLst>
              <a:path w="353059" h="372745">
                <a:moveTo>
                  <a:pt x="349817" y="209366"/>
                </a:moveTo>
                <a:lnTo>
                  <a:pt x="306635" y="209366"/>
                </a:lnTo>
                <a:lnTo>
                  <a:pt x="306635" y="99013"/>
                </a:lnTo>
                <a:lnTo>
                  <a:pt x="216781" y="99013"/>
                </a:lnTo>
                <a:lnTo>
                  <a:pt x="216781" y="60629"/>
                </a:lnTo>
                <a:lnTo>
                  <a:pt x="306635" y="60629"/>
                </a:lnTo>
                <a:lnTo>
                  <a:pt x="306635" y="0"/>
                </a:lnTo>
                <a:lnTo>
                  <a:pt x="349817" y="0"/>
                </a:lnTo>
                <a:lnTo>
                  <a:pt x="349817" y="209366"/>
                </a:lnTo>
                <a:close/>
              </a:path>
              <a:path w="353059" h="372745">
                <a:moveTo>
                  <a:pt x="0" y="201951"/>
                </a:moveTo>
                <a:lnTo>
                  <a:pt x="0" y="162695"/>
                </a:lnTo>
                <a:lnTo>
                  <a:pt x="38328" y="148734"/>
                </a:lnTo>
                <a:lnTo>
                  <a:pt x="69202" y="123864"/>
                </a:lnTo>
                <a:lnTo>
                  <a:pt x="92079" y="90055"/>
                </a:lnTo>
                <a:lnTo>
                  <a:pt x="106414" y="49274"/>
                </a:lnTo>
                <a:lnTo>
                  <a:pt x="111662" y="3489"/>
                </a:lnTo>
                <a:lnTo>
                  <a:pt x="154844" y="6106"/>
                </a:lnTo>
                <a:lnTo>
                  <a:pt x="153951" y="27356"/>
                </a:lnTo>
                <a:lnTo>
                  <a:pt x="151300" y="47870"/>
                </a:lnTo>
                <a:lnTo>
                  <a:pt x="146931" y="67567"/>
                </a:lnTo>
                <a:lnTo>
                  <a:pt x="140886" y="86363"/>
                </a:lnTo>
                <a:lnTo>
                  <a:pt x="191855" y="121258"/>
                </a:lnTo>
                <a:lnTo>
                  <a:pt x="123875" y="121258"/>
                </a:lnTo>
                <a:lnTo>
                  <a:pt x="100962" y="151041"/>
                </a:lnTo>
                <a:lnTo>
                  <a:pt x="72406" y="175017"/>
                </a:lnTo>
                <a:lnTo>
                  <a:pt x="38615" y="192287"/>
                </a:lnTo>
                <a:lnTo>
                  <a:pt x="0" y="201951"/>
                </a:lnTo>
                <a:close/>
              </a:path>
              <a:path w="353059" h="372745">
                <a:moveTo>
                  <a:pt x="230303" y="194536"/>
                </a:moveTo>
                <a:lnTo>
                  <a:pt x="123875" y="121258"/>
                </a:lnTo>
                <a:lnTo>
                  <a:pt x="191855" y="121258"/>
                </a:lnTo>
                <a:lnTo>
                  <a:pt x="254293" y="164004"/>
                </a:lnTo>
                <a:lnTo>
                  <a:pt x="230303" y="194536"/>
                </a:lnTo>
                <a:close/>
              </a:path>
              <a:path w="353059" h="372745">
                <a:moveTo>
                  <a:pt x="191919" y="372498"/>
                </a:moveTo>
                <a:lnTo>
                  <a:pt x="128680" y="368375"/>
                </a:lnTo>
                <a:lnTo>
                  <a:pt x="77585" y="355214"/>
                </a:lnTo>
                <a:lnTo>
                  <a:pt x="43420" y="331831"/>
                </a:lnTo>
                <a:lnTo>
                  <a:pt x="30968" y="297039"/>
                </a:lnTo>
                <a:lnTo>
                  <a:pt x="43420" y="262247"/>
                </a:lnTo>
                <a:lnTo>
                  <a:pt x="77585" y="238863"/>
                </a:lnTo>
                <a:lnTo>
                  <a:pt x="128680" y="225703"/>
                </a:lnTo>
                <a:lnTo>
                  <a:pt x="191919" y="221579"/>
                </a:lnTo>
                <a:lnTo>
                  <a:pt x="255159" y="225703"/>
                </a:lnTo>
                <a:lnTo>
                  <a:pt x="306253" y="238863"/>
                </a:lnTo>
                <a:lnTo>
                  <a:pt x="332621" y="256910"/>
                </a:lnTo>
                <a:lnTo>
                  <a:pt x="191919" y="256910"/>
                </a:lnTo>
                <a:lnTo>
                  <a:pt x="146877" y="259316"/>
                </a:lnTo>
                <a:lnTo>
                  <a:pt x="110299" y="266670"/>
                </a:lnTo>
                <a:lnTo>
                  <a:pt x="85743" y="279176"/>
                </a:lnTo>
                <a:lnTo>
                  <a:pt x="76767" y="297039"/>
                </a:lnTo>
                <a:lnTo>
                  <a:pt x="85743" y="314902"/>
                </a:lnTo>
                <a:lnTo>
                  <a:pt x="110299" y="327408"/>
                </a:lnTo>
                <a:lnTo>
                  <a:pt x="146877" y="334762"/>
                </a:lnTo>
                <a:lnTo>
                  <a:pt x="191919" y="337167"/>
                </a:lnTo>
                <a:lnTo>
                  <a:pt x="332621" y="337167"/>
                </a:lnTo>
                <a:lnTo>
                  <a:pt x="306253" y="355214"/>
                </a:lnTo>
                <a:lnTo>
                  <a:pt x="255159" y="368375"/>
                </a:lnTo>
                <a:lnTo>
                  <a:pt x="191919" y="372498"/>
                </a:lnTo>
                <a:close/>
              </a:path>
              <a:path w="353059" h="372745">
                <a:moveTo>
                  <a:pt x="332621" y="337167"/>
                </a:moveTo>
                <a:lnTo>
                  <a:pt x="191919" y="337167"/>
                </a:lnTo>
                <a:lnTo>
                  <a:pt x="236962" y="334762"/>
                </a:lnTo>
                <a:lnTo>
                  <a:pt x="273540" y="327408"/>
                </a:lnTo>
                <a:lnTo>
                  <a:pt x="298095" y="314902"/>
                </a:lnTo>
                <a:lnTo>
                  <a:pt x="307071" y="297039"/>
                </a:lnTo>
                <a:lnTo>
                  <a:pt x="298095" y="279176"/>
                </a:lnTo>
                <a:lnTo>
                  <a:pt x="273540" y="266670"/>
                </a:lnTo>
                <a:lnTo>
                  <a:pt x="236962" y="259316"/>
                </a:lnTo>
                <a:lnTo>
                  <a:pt x="191919" y="256910"/>
                </a:lnTo>
                <a:lnTo>
                  <a:pt x="332621" y="256910"/>
                </a:lnTo>
                <a:lnTo>
                  <a:pt x="340418" y="262247"/>
                </a:lnTo>
                <a:lnTo>
                  <a:pt x="352870" y="297039"/>
                </a:lnTo>
                <a:lnTo>
                  <a:pt x="340418" y="331831"/>
                </a:lnTo>
                <a:lnTo>
                  <a:pt x="332621" y="3371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3034021" y="8764269"/>
            <a:ext cx="43180" cy="67310"/>
          </a:xfrm>
          <a:custGeom>
            <a:avLst/>
            <a:gdLst/>
            <a:ahLst/>
            <a:cxnLst/>
            <a:rect l="l" t="t" r="r" b="b"/>
            <a:pathLst>
              <a:path w="43180" h="67309">
                <a:moveTo>
                  <a:pt x="0" y="0"/>
                </a:moveTo>
                <a:lnTo>
                  <a:pt x="42745" y="0"/>
                </a:lnTo>
                <a:lnTo>
                  <a:pt x="42745" y="67309"/>
                </a:lnTo>
                <a:lnTo>
                  <a:pt x="0" y="673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3034021" y="8831580"/>
            <a:ext cx="323215" cy="39370"/>
          </a:xfrm>
          <a:custGeom>
            <a:avLst/>
            <a:gdLst/>
            <a:ahLst/>
            <a:cxnLst/>
            <a:rect l="l" t="t" r="r" b="b"/>
            <a:pathLst>
              <a:path w="323215" h="39370">
                <a:moveTo>
                  <a:pt x="0" y="0"/>
                </a:moveTo>
                <a:lnTo>
                  <a:pt x="322773" y="0"/>
                </a:lnTo>
                <a:lnTo>
                  <a:pt x="322773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3034021" y="8870950"/>
            <a:ext cx="43180" cy="74930"/>
          </a:xfrm>
          <a:custGeom>
            <a:avLst/>
            <a:gdLst/>
            <a:ahLst/>
            <a:cxnLst/>
            <a:rect l="l" t="t" r="r" b="b"/>
            <a:pathLst>
              <a:path w="43180" h="74929">
                <a:moveTo>
                  <a:pt x="0" y="0"/>
                </a:moveTo>
                <a:lnTo>
                  <a:pt x="42745" y="0"/>
                </a:lnTo>
                <a:lnTo>
                  <a:pt x="42745" y="74929"/>
                </a:lnTo>
                <a:lnTo>
                  <a:pt x="0" y="749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3034021" y="8945880"/>
            <a:ext cx="323215" cy="38100"/>
          </a:xfrm>
          <a:custGeom>
            <a:avLst/>
            <a:gdLst/>
            <a:ahLst/>
            <a:cxnLst/>
            <a:rect l="l" t="t" r="r" b="b"/>
            <a:pathLst>
              <a:path w="323215" h="38100">
                <a:moveTo>
                  <a:pt x="0" y="0"/>
                </a:moveTo>
                <a:lnTo>
                  <a:pt x="322773" y="0"/>
                </a:lnTo>
                <a:lnTo>
                  <a:pt x="322773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314049" y="8764783"/>
            <a:ext cx="43180" cy="67310"/>
          </a:xfrm>
          <a:custGeom>
            <a:avLst/>
            <a:gdLst/>
            <a:ahLst/>
            <a:cxnLst/>
            <a:rect l="l" t="t" r="r" b="b"/>
            <a:pathLst>
              <a:path w="43180" h="67309">
                <a:moveTo>
                  <a:pt x="42745" y="66735"/>
                </a:moveTo>
                <a:lnTo>
                  <a:pt x="0" y="66735"/>
                </a:lnTo>
                <a:lnTo>
                  <a:pt x="0" y="0"/>
                </a:lnTo>
                <a:lnTo>
                  <a:pt x="42745" y="0"/>
                </a:lnTo>
                <a:lnTo>
                  <a:pt x="42745" y="6673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3314049" y="8870339"/>
            <a:ext cx="43180" cy="75565"/>
          </a:xfrm>
          <a:custGeom>
            <a:avLst/>
            <a:gdLst/>
            <a:ahLst/>
            <a:cxnLst/>
            <a:rect l="l" t="t" r="r" b="b"/>
            <a:pathLst>
              <a:path w="43180" h="75565">
                <a:moveTo>
                  <a:pt x="42745" y="75023"/>
                </a:moveTo>
                <a:lnTo>
                  <a:pt x="0" y="75023"/>
                </a:lnTo>
                <a:lnTo>
                  <a:pt x="0" y="0"/>
                </a:lnTo>
                <a:lnTo>
                  <a:pt x="42745" y="0"/>
                </a:lnTo>
                <a:lnTo>
                  <a:pt x="42745" y="7502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3173163" y="8984182"/>
            <a:ext cx="44450" cy="83820"/>
          </a:xfrm>
          <a:custGeom>
            <a:avLst/>
            <a:gdLst/>
            <a:ahLst/>
            <a:cxnLst/>
            <a:rect l="l" t="t" r="r" b="b"/>
            <a:pathLst>
              <a:path w="44450" h="83820">
                <a:moveTo>
                  <a:pt x="44054" y="83746"/>
                </a:moveTo>
                <a:lnTo>
                  <a:pt x="0" y="83746"/>
                </a:lnTo>
                <a:lnTo>
                  <a:pt x="0" y="0"/>
                </a:lnTo>
                <a:lnTo>
                  <a:pt x="44054" y="0"/>
                </a:lnTo>
                <a:lnTo>
                  <a:pt x="44054" y="8374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3009595" y="9067928"/>
            <a:ext cx="372110" cy="40640"/>
          </a:xfrm>
          <a:custGeom>
            <a:avLst/>
            <a:gdLst/>
            <a:ahLst/>
            <a:cxnLst/>
            <a:rect l="l" t="t" r="r" b="b"/>
            <a:pathLst>
              <a:path w="372109" h="40640">
                <a:moveTo>
                  <a:pt x="372062" y="40564"/>
                </a:moveTo>
                <a:lnTo>
                  <a:pt x="0" y="40564"/>
                </a:lnTo>
                <a:lnTo>
                  <a:pt x="0" y="0"/>
                </a:lnTo>
                <a:lnTo>
                  <a:pt x="372062" y="0"/>
                </a:lnTo>
                <a:lnTo>
                  <a:pt x="372062" y="4056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3433562" y="8753878"/>
            <a:ext cx="372110" cy="372745"/>
          </a:xfrm>
          <a:custGeom>
            <a:avLst/>
            <a:gdLst/>
            <a:ahLst/>
            <a:cxnLst/>
            <a:rect l="l" t="t" r="r" b="b"/>
            <a:pathLst>
              <a:path w="372109" h="372745">
                <a:moveTo>
                  <a:pt x="319720" y="372498"/>
                </a:moveTo>
                <a:lnTo>
                  <a:pt x="276538" y="372498"/>
                </a:lnTo>
                <a:lnTo>
                  <a:pt x="276538" y="0"/>
                </a:lnTo>
                <a:lnTo>
                  <a:pt x="319720" y="0"/>
                </a:lnTo>
                <a:lnTo>
                  <a:pt x="319720" y="150918"/>
                </a:lnTo>
                <a:lnTo>
                  <a:pt x="372062" y="150918"/>
                </a:lnTo>
                <a:lnTo>
                  <a:pt x="372062" y="192355"/>
                </a:lnTo>
                <a:lnTo>
                  <a:pt x="319720" y="192355"/>
                </a:lnTo>
                <a:lnTo>
                  <a:pt x="319720" y="372498"/>
                </a:lnTo>
                <a:close/>
              </a:path>
              <a:path w="372109" h="372745">
                <a:moveTo>
                  <a:pt x="145684" y="350253"/>
                </a:moveTo>
                <a:lnTo>
                  <a:pt x="0" y="350253"/>
                </a:lnTo>
                <a:lnTo>
                  <a:pt x="0" y="13521"/>
                </a:lnTo>
                <a:lnTo>
                  <a:pt x="215037" y="13521"/>
                </a:lnTo>
                <a:lnTo>
                  <a:pt x="215037" y="52777"/>
                </a:lnTo>
                <a:lnTo>
                  <a:pt x="44054" y="52777"/>
                </a:lnTo>
                <a:lnTo>
                  <a:pt x="44054" y="310997"/>
                </a:lnTo>
                <a:lnTo>
                  <a:pt x="244261" y="310997"/>
                </a:lnTo>
                <a:lnTo>
                  <a:pt x="244261" y="332369"/>
                </a:lnTo>
                <a:lnTo>
                  <a:pt x="224319" y="339948"/>
                </a:lnTo>
                <a:lnTo>
                  <a:pt x="199879" y="345564"/>
                </a:lnTo>
                <a:lnTo>
                  <a:pt x="172986" y="349053"/>
                </a:lnTo>
                <a:lnTo>
                  <a:pt x="145684" y="350253"/>
                </a:lnTo>
                <a:close/>
              </a:path>
              <a:path w="372109" h="372745">
                <a:moveTo>
                  <a:pt x="244261" y="310997"/>
                </a:moveTo>
                <a:lnTo>
                  <a:pt x="147865" y="310997"/>
                </a:lnTo>
                <a:lnTo>
                  <a:pt x="174642" y="309736"/>
                </a:lnTo>
                <a:lnTo>
                  <a:pt x="200806" y="306144"/>
                </a:lnTo>
                <a:lnTo>
                  <a:pt x="224599" y="300508"/>
                </a:lnTo>
                <a:lnTo>
                  <a:pt x="244261" y="293113"/>
                </a:lnTo>
                <a:lnTo>
                  <a:pt x="244261" y="31099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876407" y="9190077"/>
            <a:ext cx="384810" cy="372745"/>
          </a:xfrm>
          <a:custGeom>
            <a:avLst/>
            <a:gdLst/>
            <a:ahLst/>
            <a:cxnLst/>
            <a:rect l="l" t="t" r="r" b="b"/>
            <a:pathLst>
              <a:path w="384810" h="372745">
                <a:moveTo>
                  <a:pt x="331933" y="205877"/>
                </a:moveTo>
                <a:lnTo>
                  <a:pt x="288751" y="205877"/>
                </a:lnTo>
                <a:lnTo>
                  <a:pt x="288751" y="0"/>
                </a:lnTo>
                <a:lnTo>
                  <a:pt x="331933" y="0"/>
                </a:lnTo>
                <a:lnTo>
                  <a:pt x="331933" y="71097"/>
                </a:lnTo>
                <a:lnTo>
                  <a:pt x="384275" y="71097"/>
                </a:lnTo>
                <a:lnTo>
                  <a:pt x="384275" y="112098"/>
                </a:lnTo>
                <a:lnTo>
                  <a:pt x="331933" y="112098"/>
                </a:lnTo>
                <a:lnTo>
                  <a:pt x="331933" y="205877"/>
                </a:lnTo>
                <a:close/>
              </a:path>
              <a:path w="384810" h="372745">
                <a:moveTo>
                  <a:pt x="242516" y="46671"/>
                </a:moveTo>
                <a:lnTo>
                  <a:pt x="4797" y="46671"/>
                </a:lnTo>
                <a:lnTo>
                  <a:pt x="4797" y="9595"/>
                </a:lnTo>
                <a:lnTo>
                  <a:pt x="242516" y="9595"/>
                </a:lnTo>
                <a:lnTo>
                  <a:pt x="242516" y="46671"/>
                </a:lnTo>
                <a:close/>
              </a:path>
              <a:path w="384810" h="372745">
                <a:moveTo>
                  <a:pt x="0" y="198462"/>
                </a:moveTo>
                <a:lnTo>
                  <a:pt x="0" y="159642"/>
                </a:lnTo>
                <a:lnTo>
                  <a:pt x="41573" y="146836"/>
                </a:lnTo>
                <a:lnTo>
                  <a:pt x="73496" y="122294"/>
                </a:lnTo>
                <a:lnTo>
                  <a:pt x="94951" y="88183"/>
                </a:lnTo>
                <a:lnTo>
                  <a:pt x="105119" y="46671"/>
                </a:lnTo>
                <a:lnTo>
                  <a:pt x="148301" y="46671"/>
                </a:lnTo>
                <a:lnTo>
                  <a:pt x="147326" y="57378"/>
                </a:lnTo>
                <a:lnTo>
                  <a:pt x="145738" y="67880"/>
                </a:lnTo>
                <a:lnTo>
                  <a:pt x="143578" y="78137"/>
                </a:lnTo>
                <a:lnTo>
                  <a:pt x="140886" y="88108"/>
                </a:lnTo>
                <a:lnTo>
                  <a:pt x="196881" y="122566"/>
                </a:lnTo>
                <a:lnTo>
                  <a:pt x="125183" y="122566"/>
                </a:lnTo>
                <a:lnTo>
                  <a:pt x="102802" y="151109"/>
                </a:lnTo>
                <a:lnTo>
                  <a:pt x="74041" y="173927"/>
                </a:lnTo>
                <a:lnTo>
                  <a:pt x="39556" y="190038"/>
                </a:lnTo>
                <a:lnTo>
                  <a:pt x="0" y="198462"/>
                </a:lnTo>
                <a:close/>
              </a:path>
              <a:path w="384810" h="372745">
                <a:moveTo>
                  <a:pt x="232920" y="190174"/>
                </a:moveTo>
                <a:lnTo>
                  <a:pt x="125183" y="122566"/>
                </a:lnTo>
                <a:lnTo>
                  <a:pt x="196881" y="122566"/>
                </a:lnTo>
                <a:lnTo>
                  <a:pt x="254293" y="157897"/>
                </a:lnTo>
                <a:lnTo>
                  <a:pt x="232920" y="190174"/>
                </a:lnTo>
                <a:close/>
              </a:path>
              <a:path w="384810" h="372745">
                <a:moveTo>
                  <a:pt x="177961" y="372498"/>
                </a:moveTo>
                <a:lnTo>
                  <a:pt x="115478" y="368286"/>
                </a:lnTo>
                <a:lnTo>
                  <a:pt x="64772" y="354833"/>
                </a:lnTo>
                <a:lnTo>
                  <a:pt x="30750" y="330911"/>
                </a:lnTo>
                <a:lnTo>
                  <a:pt x="18319" y="295294"/>
                </a:lnTo>
                <a:lnTo>
                  <a:pt x="30750" y="259677"/>
                </a:lnTo>
                <a:lnTo>
                  <a:pt x="64772" y="235755"/>
                </a:lnTo>
                <a:lnTo>
                  <a:pt x="115478" y="222302"/>
                </a:lnTo>
                <a:lnTo>
                  <a:pt x="177961" y="218090"/>
                </a:lnTo>
                <a:lnTo>
                  <a:pt x="240628" y="222302"/>
                </a:lnTo>
                <a:lnTo>
                  <a:pt x="291314" y="235755"/>
                </a:lnTo>
                <a:lnTo>
                  <a:pt x="316981" y="253857"/>
                </a:lnTo>
                <a:lnTo>
                  <a:pt x="177961" y="253857"/>
                </a:lnTo>
                <a:lnTo>
                  <a:pt x="133559" y="256344"/>
                </a:lnTo>
                <a:lnTo>
                  <a:pt x="97540" y="263944"/>
                </a:lnTo>
                <a:lnTo>
                  <a:pt x="73380" y="276859"/>
                </a:lnTo>
                <a:lnTo>
                  <a:pt x="64554" y="295294"/>
                </a:lnTo>
                <a:lnTo>
                  <a:pt x="73380" y="313914"/>
                </a:lnTo>
                <a:lnTo>
                  <a:pt x="97540" y="326808"/>
                </a:lnTo>
                <a:lnTo>
                  <a:pt x="133559" y="334305"/>
                </a:lnTo>
                <a:lnTo>
                  <a:pt x="177961" y="336731"/>
                </a:lnTo>
                <a:lnTo>
                  <a:pt x="316981" y="336731"/>
                </a:lnTo>
                <a:lnTo>
                  <a:pt x="291314" y="354833"/>
                </a:lnTo>
                <a:lnTo>
                  <a:pt x="240628" y="368286"/>
                </a:lnTo>
                <a:lnTo>
                  <a:pt x="177961" y="372498"/>
                </a:lnTo>
                <a:close/>
              </a:path>
              <a:path w="384810" h="372745">
                <a:moveTo>
                  <a:pt x="316981" y="336731"/>
                </a:moveTo>
                <a:lnTo>
                  <a:pt x="177961" y="336731"/>
                </a:lnTo>
                <a:lnTo>
                  <a:pt x="222547" y="334305"/>
                </a:lnTo>
                <a:lnTo>
                  <a:pt x="258546" y="326808"/>
                </a:lnTo>
                <a:lnTo>
                  <a:pt x="282604" y="313914"/>
                </a:lnTo>
                <a:lnTo>
                  <a:pt x="291368" y="295294"/>
                </a:lnTo>
                <a:lnTo>
                  <a:pt x="282604" y="276859"/>
                </a:lnTo>
                <a:lnTo>
                  <a:pt x="258546" y="263944"/>
                </a:lnTo>
                <a:lnTo>
                  <a:pt x="222547" y="256344"/>
                </a:lnTo>
                <a:lnTo>
                  <a:pt x="177961" y="253857"/>
                </a:lnTo>
                <a:lnTo>
                  <a:pt x="316981" y="253857"/>
                </a:lnTo>
                <a:lnTo>
                  <a:pt x="325234" y="259677"/>
                </a:lnTo>
                <a:lnTo>
                  <a:pt x="337604" y="295294"/>
                </a:lnTo>
                <a:lnTo>
                  <a:pt x="325234" y="330911"/>
                </a:lnTo>
                <a:lnTo>
                  <a:pt x="316981" y="33673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285545" y="9186588"/>
            <a:ext cx="340360" cy="376555"/>
          </a:xfrm>
          <a:custGeom>
            <a:avLst/>
            <a:gdLst/>
            <a:ahLst/>
            <a:cxnLst/>
            <a:rect l="l" t="t" r="r" b="b"/>
            <a:pathLst>
              <a:path w="340360" h="376554">
                <a:moveTo>
                  <a:pt x="152227" y="61065"/>
                </a:moveTo>
                <a:lnTo>
                  <a:pt x="108172" y="61065"/>
                </a:lnTo>
                <a:lnTo>
                  <a:pt x="108172" y="0"/>
                </a:lnTo>
                <a:lnTo>
                  <a:pt x="152227" y="0"/>
                </a:lnTo>
                <a:lnTo>
                  <a:pt x="152227" y="61065"/>
                </a:lnTo>
                <a:close/>
              </a:path>
              <a:path w="340360" h="376554">
                <a:moveTo>
                  <a:pt x="249059" y="101194"/>
                </a:moveTo>
                <a:lnTo>
                  <a:pt x="6542" y="101194"/>
                </a:lnTo>
                <a:lnTo>
                  <a:pt x="6542" y="61065"/>
                </a:lnTo>
                <a:lnTo>
                  <a:pt x="249059" y="61065"/>
                </a:lnTo>
                <a:lnTo>
                  <a:pt x="249059" y="101194"/>
                </a:lnTo>
                <a:close/>
              </a:path>
              <a:path w="340360" h="376554">
                <a:moveTo>
                  <a:pt x="0" y="353742"/>
                </a:moveTo>
                <a:lnTo>
                  <a:pt x="0" y="311433"/>
                </a:lnTo>
                <a:lnTo>
                  <a:pt x="35034" y="296058"/>
                </a:lnTo>
                <a:lnTo>
                  <a:pt x="63891" y="265065"/>
                </a:lnTo>
                <a:lnTo>
                  <a:pt x="86049" y="220735"/>
                </a:lnTo>
                <a:lnTo>
                  <a:pt x="100984" y="165350"/>
                </a:lnTo>
                <a:lnTo>
                  <a:pt x="108172" y="101194"/>
                </a:lnTo>
                <a:lnTo>
                  <a:pt x="151791" y="101194"/>
                </a:lnTo>
                <a:lnTo>
                  <a:pt x="150400" y="123609"/>
                </a:lnTo>
                <a:lnTo>
                  <a:pt x="148192" y="145084"/>
                </a:lnTo>
                <a:lnTo>
                  <a:pt x="145166" y="165660"/>
                </a:lnTo>
                <a:lnTo>
                  <a:pt x="141322" y="185376"/>
                </a:lnTo>
                <a:lnTo>
                  <a:pt x="181305" y="232048"/>
                </a:lnTo>
                <a:lnTo>
                  <a:pt x="128237" y="232048"/>
                </a:lnTo>
                <a:lnTo>
                  <a:pt x="105133" y="280505"/>
                </a:lnTo>
                <a:lnTo>
                  <a:pt x="75568" y="317430"/>
                </a:lnTo>
                <a:lnTo>
                  <a:pt x="40278" y="342088"/>
                </a:lnTo>
                <a:lnTo>
                  <a:pt x="0" y="353742"/>
                </a:lnTo>
                <a:close/>
              </a:path>
              <a:path w="340360" h="376554">
                <a:moveTo>
                  <a:pt x="229867" y="353306"/>
                </a:moveTo>
                <a:lnTo>
                  <a:pt x="128237" y="232048"/>
                </a:lnTo>
                <a:lnTo>
                  <a:pt x="181305" y="232048"/>
                </a:lnTo>
                <a:lnTo>
                  <a:pt x="261272" y="325391"/>
                </a:lnTo>
                <a:lnTo>
                  <a:pt x="229867" y="353306"/>
                </a:lnTo>
                <a:close/>
              </a:path>
              <a:path w="340360" h="376554">
                <a:moveTo>
                  <a:pt x="339785" y="375988"/>
                </a:moveTo>
                <a:lnTo>
                  <a:pt x="296603" y="375988"/>
                </a:lnTo>
                <a:lnTo>
                  <a:pt x="296603" y="3489"/>
                </a:lnTo>
                <a:lnTo>
                  <a:pt x="339785" y="3489"/>
                </a:lnTo>
                <a:lnTo>
                  <a:pt x="339785" y="37598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792927" y="9187460"/>
            <a:ext cx="372110" cy="384175"/>
          </a:xfrm>
          <a:custGeom>
            <a:avLst/>
            <a:gdLst/>
            <a:ahLst/>
            <a:cxnLst/>
            <a:rect l="l" t="t" r="r" b="b"/>
            <a:pathLst>
              <a:path w="372110" h="384175">
                <a:moveTo>
                  <a:pt x="8723" y="200207"/>
                </a:moveTo>
                <a:lnTo>
                  <a:pt x="8723" y="159206"/>
                </a:lnTo>
                <a:lnTo>
                  <a:pt x="55911" y="151274"/>
                </a:lnTo>
                <a:lnTo>
                  <a:pt x="99393" y="128729"/>
                </a:lnTo>
                <a:lnTo>
                  <a:pt x="136510" y="94229"/>
                </a:lnTo>
                <a:lnTo>
                  <a:pt x="164604" y="50432"/>
                </a:lnTo>
                <a:lnTo>
                  <a:pt x="181015" y="0"/>
                </a:lnTo>
                <a:lnTo>
                  <a:pt x="225505" y="6978"/>
                </a:lnTo>
                <a:lnTo>
                  <a:pt x="221593" y="24787"/>
                </a:lnTo>
                <a:lnTo>
                  <a:pt x="216454" y="42145"/>
                </a:lnTo>
                <a:lnTo>
                  <a:pt x="210171" y="58932"/>
                </a:lnTo>
                <a:lnTo>
                  <a:pt x="202824" y="75023"/>
                </a:lnTo>
                <a:lnTo>
                  <a:pt x="262591" y="108172"/>
                </a:lnTo>
                <a:lnTo>
                  <a:pt x="181887" y="108172"/>
                </a:lnTo>
                <a:lnTo>
                  <a:pt x="146918" y="146229"/>
                </a:lnTo>
                <a:lnTo>
                  <a:pt x="105283" y="175126"/>
                </a:lnTo>
                <a:lnTo>
                  <a:pt x="58659" y="193555"/>
                </a:lnTo>
                <a:lnTo>
                  <a:pt x="8723" y="200207"/>
                </a:lnTo>
                <a:close/>
              </a:path>
              <a:path w="372110" h="384175">
                <a:moveTo>
                  <a:pt x="342402" y="199770"/>
                </a:moveTo>
                <a:lnTo>
                  <a:pt x="181887" y="108172"/>
                </a:lnTo>
                <a:lnTo>
                  <a:pt x="262591" y="108172"/>
                </a:lnTo>
                <a:lnTo>
                  <a:pt x="362466" y="163567"/>
                </a:lnTo>
                <a:lnTo>
                  <a:pt x="342402" y="199770"/>
                </a:lnTo>
                <a:close/>
              </a:path>
              <a:path w="372110" h="384175">
                <a:moveTo>
                  <a:pt x="372062" y="279592"/>
                </a:moveTo>
                <a:lnTo>
                  <a:pt x="0" y="279592"/>
                </a:lnTo>
                <a:lnTo>
                  <a:pt x="0" y="239463"/>
                </a:lnTo>
                <a:lnTo>
                  <a:pt x="372062" y="239463"/>
                </a:lnTo>
                <a:lnTo>
                  <a:pt x="372062" y="279592"/>
                </a:lnTo>
                <a:close/>
              </a:path>
              <a:path w="372110" h="384175">
                <a:moveTo>
                  <a:pt x="207622" y="383839"/>
                </a:moveTo>
                <a:lnTo>
                  <a:pt x="163567" y="383839"/>
                </a:lnTo>
                <a:lnTo>
                  <a:pt x="163567" y="279592"/>
                </a:lnTo>
                <a:lnTo>
                  <a:pt x="207622" y="279592"/>
                </a:lnTo>
                <a:lnTo>
                  <a:pt x="207622" y="3838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317890" y="9190077"/>
            <a:ext cx="380365" cy="368300"/>
          </a:xfrm>
          <a:custGeom>
            <a:avLst/>
            <a:gdLst/>
            <a:ahLst/>
            <a:cxnLst/>
            <a:rect l="l" t="t" r="r" b="b"/>
            <a:pathLst>
              <a:path w="380365" h="368300">
                <a:moveTo>
                  <a:pt x="327571" y="202388"/>
                </a:moveTo>
                <a:lnTo>
                  <a:pt x="284390" y="202388"/>
                </a:lnTo>
                <a:lnTo>
                  <a:pt x="284390" y="0"/>
                </a:lnTo>
                <a:lnTo>
                  <a:pt x="327571" y="0"/>
                </a:lnTo>
                <a:lnTo>
                  <a:pt x="327571" y="76331"/>
                </a:lnTo>
                <a:lnTo>
                  <a:pt x="379913" y="76331"/>
                </a:lnTo>
                <a:lnTo>
                  <a:pt x="379913" y="117768"/>
                </a:lnTo>
                <a:lnTo>
                  <a:pt x="327571" y="117768"/>
                </a:lnTo>
                <a:lnTo>
                  <a:pt x="327571" y="202388"/>
                </a:lnTo>
                <a:close/>
              </a:path>
              <a:path w="380365" h="368300">
                <a:moveTo>
                  <a:pt x="0" y="191919"/>
                </a:moveTo>
                <a:lnTo>
                  <a:pt x="0" y="154408"/>
                </a:lnTo>
                <a:lnTo>
                  <a:pt x="58148" y="150531"/>
                </a:lnTo>
                <a:lnTo>
                  <a:pt x="105597" y="139201"/>
                </a:lnTo>
                <a:lnTo>
                  <a:pt x="141071" y="120082"/>
                </a:lnTo>
                <a:lnTo>
                  <a:pt x="163292" y="92840"/>
                </a:lnTo>
                <a:lnTo>
                  <a:pt x="170982" y="57139"/>
                </a:lnTo>
                <a:lnTo>
                  <a:pt x="170982" y="45799"/>
                </a:lnTo>
                <a:lnTo>
                  <a:pt x="0" y="45799"/>
                </a:lnTo>
                <a:lnTo>
                  <a:pt x="0" y="9159"/>
                </a:lnTo>
                <a:lnTo>
                  <a:pt x="214601" y="9159"/>
                </a:lnTo>
                <a:lnTo>
                  <a:pt x="214601" y="49724"/>
                </a:lnTo>
                <a:lnTo>
                  <a:pt x="207670" y="95545"/>
                </a:lnTo>
                <a:lnTo>
                  <a:pt x="187654" y="131758"/>
                </a:lnTo>
                <a:lnTo>
                  <a:pt x="155716" y="158933"/>
                </a:lnTo>
                <a:lnTo>
                  <a:pt x="113019" y="177638"/>
                </a:lnTo>
                <a:lnTo>
                  <a:pt x="60726" y="188444"/>
                </a:lnTo>
                <a:lnTo>
                  <a:pt x="0" y="191919"/>
                </a:lnTo>
                <a:close/>
              </a:path>
              <a:path w="380365" h="368300">
                <a:moveTo>
                  <a:pt x="327571" y="367700"/>
                </a:moveTo>
                <a:lnTo>
                  <a:pt x="16138" y="367700"/>
                </a:lnTo>
                <a:lnTo>
                  <a:pt x="16138" y="222888"/>
                </a:lnTo>
                <a:lnTo>
                  <a:pt x="327571" y="222888"/>
                </a:lnTo>
                <a:lnTo>
                  <a:pt x="327571" y="259527"/>
                </a:lnTo>
                <a:lnTo>
                  <a:pt x="59320" y="259527"/>
                </a:lnTo>
                <a:lnTo>
                  <a:pt x="59320" y="331061"/>
                </a:lnTo>
                <a:lnTo>
                  <a:pt x="327571" y="331061"/>
                </a:lnTo>
                <a:lnTo>
                  <a:pt x="327571" y="367700"/>
                </a:lnTo>
                <a:close/>
              </a:path>
              <a:path w="380365" h="368300">
                <a:moveTo>
                  <a:pt x="327571" y="331061"/>
                </a:moveTo>
                <a:lnTo>
                  <a:pt x="284390" y="331061"/>
                </a:lnTo>
                <a:lnTo>
                  <a:pt x="284390" y="259527"/>
                </a:lnTo>
                <a:lnTo>
                  <a:pt x="327571" y="259527"/>
                </a:lnTo>
                <a:lnTo>
                  <a:pt x="327571" y="33106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714814" y="9191821"/>
            <a:ext cx="372110" cy="353060"/>
          </a:xfrm>
          <a:custGeom>
            <a:avLst/>
            <a:gdLst/>
            <a:ahLst/>
            <a:cxnLst/>
            <a:rect l="l" t="t" r="r" b="b"/>
            <a:pathLst>
              <a:path w="372109" h="353059">
                <a:moveTo>
                  <a:pt x="7415" y="226377"/>
                </a:moveTo>
                <a:lnTo>
                  <a:pt x="7415" y="185376"/>
                </a:lnTo>
                <a:lnTo>
                  <a:pt x="46992" y="178793"/>
                </a:lnTo>
                <a:lnTo>
                  <a:pt x="84134" y="160191"/>
                </a:lnTo>
                <a:lnTo>
                  <a:pt x="117496" y="131290"/>
                </a:lnTo>
                <a:lnTo>
                  <a:pt x="145732" y="93811"/>
                </a:lnTo>
                <a:lnTo>
                  <a:pt x="167499" y="49474"/>
                </a:lnTo>
                <a:lnTo>
                  <a:pt x="181451" y="0"/>
                </a:lnTo>
                <a:lnTo>
                  <a:pt x="225941" y="7851"/>
                </a:lnTo>
                <a:lnTo>
                  <a:pt x="221375" y="28522"/>
                </a:lnTo>
                <a:lnTo>
                  <a:pt x="215582" y="48579"/>
                </a:lnTo>
                <a:lnTo>
                  <a:pt x="208644" y="67901"/>
                </a:lnTo>
                <a:lnTo>
                  <a:pt x="200643" y="86363"/>
                </a:lnTo>
                <a:lnTo>
                  <a:pt x="253244" y="120822"/>
                </a:lnTo>
                <a:lnTo>
                  <a:pt x="181451" y="120822"/>
                </a:lnTo>
                <a:lnTo>
                  <a:pt x="146284" y="164365"/>
                </a:lnTo>
                <a:lnTo>
                  <a:pt x="104574" y="197644"/>
                </a:lnTo>
                <a:lnTo>
                  <a:pt x="57793" y="218901"/>
                </a:lnTo>
                <a:lnTo>
                  <a:pt x="7415" y="226377"/>
                </a:lnTo>
                <a:close/>
              </a:path>
              <a:path w="372109" h="353059">
                <a:moveTo>
                  <a:pt x="340221" y="227686"/>
                </a:moveTo>
                <a:lnTo>
                  <a:pt x="181451" y="120822"/>
                </a:lnTo>
                <a:lnTo>
                  <a:pt x="253244" y="120822"/>
                </a:lnTo>
                <a:lnTo>
                  <a:pt x="363774" y="193228"/>
                </a:lnTo>
                <a:lnTo>
                  <a:pt x="340221" y="227686"/>
                </a:lnTo>
                <a:close/>
              </a:path>
              <a:path w="372109" h="353059">
                <a:moveTo>
                  <a:pt x="207622" y="312305"/>
                </a:moveTo>
                <a:lnTo>
                  <a:pt x="163567" y="312305"/>
                </a:lnTo>
                <a:lnTo>
                  <a:pt x="163567" y="208058"/>
                </a:lnTo>
                <a:lnTo>
                  <a:pt x="207622" y="208058"/>
                </a:lnTo>
                <a:lnTo>
                  <a:pt x="207622" y="312305"/>
                </a:lnTo>
                <a:close/>
              </a:path>
              <a:path w="372109" h="353059">
                <a:moveTo>
                  <a:pt x="372062" y="352870"/>
                </a:moveTo>
                <a:lnTo>
                  <a:pt x="0" y="352870"/>
                </a:lnTo>
                <a:lnTo>
                  <a:pt x="0" y="312305"/>
                </a:lnTo>
                <a:lnTo>
                  <a:pt x="372062" y="312305"/>
                </a:lnTo>
                <a:lnTo>
                  <a:pt x="372062" y="3528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47200" y="9190077"/>
            <a:ext cx="345440" cy="373380"/>
          </a:xfrm>
          <a:custGeom>
            <a:avLst/>
            <a:gdLst/>
            <a:ahLst/>
            <a:cxnLst/>
            <a:rect l="l" t="t" r="r" b="b"/>
            <a:pathLst>
              <a:path w="345440" h="373379">
                <a:moveTo>
                  <a:pt x="330625" y="203260"/>
                </a:moveTo>
                <a:lnTo>
                  <a:pt x="287443" y="203260"/>
                </a:lnTo>
                <a:lnTo>
                  <a:pt x="287443" y="0"/>
                </a:lnTo>
                <a:lnTo>
                  <a:pt x="330625" y="0"/>
                </a:lnTo>
                <a:lnTo>
                  <a:pt x="330625" y="203260"/>
                </a:lnTo>
                <a:close/>
              </a:path>
              <a:path w="345440" h="373379">
                <a:moveTo>
                  <a:pt x="221579" y="173163"/>
                </a:moveTo>
                <a:lnTo>
                  <a:pt x="0" y="173163"/>
                </a:lnTo>
                <a:lnTo>
                  <a:pt x="0" y="9159"/>
                </a:lnTo>
                <a:lnTo>
                  <a:pt x="221579" y="9159"/>
                </a:lnTo>
                <a:lnTo>
                  <a:pt x="221579" y="45362"/>
                </a:lnTo>
                <a:lnTo>
                  <a:pt x="42745" y="45362"/>
                </a:lnTo>
                <a:lnTo>
                  <a:pt x="42745" y="136960"/>
                </a:lnTo>
                <a:lnTo>
                  <a:pt x="221579" y="136960"/>
                </a:lnTo>
                <a:lnTo>
                  <a:pt x="221579" y="173163"/>
                </a:lnTo>
                <a:close/>
              </a:path>
              <a:path w="345440" h="373379">
                <a:moveTo>
                  <a:pt x="221579" y="136960"/>
                </a:moveTo>
                <a:lnTo>
                  <a:pt x="178834" y="136960"/>
                </a:lnTo>
                <a:lnTo>
                  <a:pt x="178834" y="45362"/>
                </a:lnTo>
                <a:lnTo>
                  <a:pt x="221579" y="45362"/>
                </a:lnTo>
                <a:lnTo>
                  <a:pt x="221579" y="136960"/>
                </a:lnTo>
                <a:close/>
              </a:path>
              <a:path w="345440" h="373379">
                <a:moveTo>
                  <a:pt x="196281" y="229431"/>
                </a:moveTo>
                <a:lnTo>
                  <a:pt x="152227" y="229431"/>
                </a:lnTo>
                <a:lnTo>
                  <a:pt x="152227" y="192792"/>
                </a:lnTo>
                <a:lnTo>
                  <a:pt x="196281" y="192792"/>
                </a:lnTo>
                <a:lnTo>
                  <a:pt x="196281" y="229431"/>
                </a:lnTo>
                <a:close/>
              </a:path>
              <a:path w="345440" h="373379">
                <a:moveTo>
                  <a:pt x="335859" y="265198"/>
                </a:moveTo>
                <a:lnTo>
                  <a:pt x="12213" y="265198"/>
                </a:lnTo>
                <a:lnTo>
                  <a:pt x="12213" y="229431"/>
                </a:lnTo>
                <a:lnTo>
                  <a:pt x="335859" y="229431"/>
                </a:lnTo>
                <a:lnTo>
                  <a:pt x="335859" y="265198"/>
                </a:lnTo>
                <a:close/>
              </a:path>
              <a:path w="345440" h="373379">
                <a:moveTo>
                  <a:pt x="9595" y="367700"/>
                </a:moveTo>
                <a:lnTo>
                  <a:pt x="9595" y="331061"/>
                </a:lnTo>
                <a:lnTo>
                  <a:pt x="57132" y="326658"/>
                </a:lnTo>
                <a:lnTo>
                  <a:pt x="100376" y="313832"/>
                </a:lnTo>
                <a:lnTo>
                  <a:pt x="134541" y="293154"/>
                </a:lnTo>
                <a:lnTo>
                  <a:pt x="154844" y="265198"/>
                </a:lnTo>
                <a:lnTo>
                  <a:pt x="198462" y="265198"/>
                </a:lnTo>
                <a:lnTo>
                  <a:pt x="196281" y="273049"/>
                </a:lnTo>
                <a:lnTo>
                  <a:pt x="193664" y="280900"/>
                </a:lnTo>
                <a:lnTo>
                  <a:pt x="189738" y="287879"/>
                </a:lnTo>
                <a:lnTo>
                  <a:pt x="279637" y="316667"/>
                </a:lnTo>
                <a:lnTo>
                  <a:pt x="167493" y="316667"/>
                </a:lnTo>
                <a:lnTo>
                  <a:pt x="136074" y="338994"/>
                </a:lnTo>
                <a:lnTo>
                  <a:pt x="97704" y="354942"/>
                </a:lnTo>
                <a:lnTo>
                  <a:pt x="54754" y="364511"/>
                </a:lnTo>
                <a:lnTo>
                  <a:pt x="9595" y="367700"/>
                </a:lnTo>
                <a:close/>
              </a:path>
              <a:path w="345440" h="373379">
                <a:moveTo>
                  <a:pt x="332369" y="372934"/>
                </a:moveTo>
                <a:lnTo>
                  <a:pt x="167493" y="316667"/>
                </a:lnTo>
                <a:lnTo>
                  <a:pt x="279637" y="316667"/>
                </a:lnTo>
                <a:lnTo>
                  <a:pt x="345019" y="337604"/>
                </a:lnTo>
                <a:lnTo>
                  <a:pt x="332369" y="37293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745992" y="9190077"/>
            <a:ext cx="389255" cy="372745"/>
          </a:xfrm>
          <a:custGeom>
            <a:avLst/>
            <a:gdLst/>
            <a:ahLst/>
            <a:cxnLst/>
            <a:rect l="l" t="t" r="r" b="b"/>
            <a:pathLst>
              <a:path w="389254" h="372745">
                <a:moveTo>
                  <a:pt x="336731" y="222452"/>
                </a:moveTo>
                <a:lnTo>
                  <a:pt x="293549" y="222452"/>
                </a:lnTo>
                <a:lnTo>
                  <a:pt x="293549" y="0"/>
                </a:lnTo>
                <a:lnTo>
                  <a:pt x="336731" y="0"/>
                </a:lnTo>
                <a:lnTo>
                  <a:pt x="336731" y="42745"/>
                </a:lnTo>
                <a:lnTo>
                  <a:pt x="389073" y="42745"/>
                </a:lnTo>
                <a:lnTo>
                  <a:pt x="389073" y="80257"/>
                </a:lnTo>
                <a:lnTo>
                  <a:pt x="336731" y="80257"/>
                </a:lnTo>
                <a:lnTo>
                  <a:pt x="336731" y="134343"/>
                </a:lnTo>
                <a:lnTo>
                  <a:pt x="389073" y="134343"/>
                </a:lnTo>
                <a:lnTo>
                  <a:pt x="389073" y="171855"/>
                </a:lnTo>
                <a:lnTo>
                  <a:pt x="336731" y="171855"/>
                </a:lnTo>
                <a:lnTo>
                  <a:pt x="336731" y="222452"/>
                </a:lnTo>
                <a:close/>
              </a:path>
              <a:path w="389254" h="372745">
                <a:moveTo>
                  <a:pt x="115587" y="210675"/>
                </a:moveTo>
                <a:lnTo>
                  <a:pt x="67717" y="202865"/>
                </a:lnTo>
                <a:lnTo>
                  <a:pt x="31295" y="181233"/>
                </a:lnTo>
                <a:lnTo>
                  <a:pt x="8123" y="148478"/>
                </a:lnTo>
                <a:lnTo>
                  <a:pt x="0" y="107300"/>
                </a:lnTo>
                <a:lnTo>
                  <a:pt x="8123" y="66122"/>
                </a:lnTo>
                <a:lnTo>
                  <a:pt x="31295" y="33367"/>
                </a:lnTo>
                <a:lnTo>
                  <a:pt x="67717" y="11735"/>
                </a:lnTo>
                <a:lnTo>
                  <a:pt x="115587" y="3925"/>
                </a:lnTo>
                <a:lnTo>
                  <a:pt x="163206" y="11735"/>
                </a:lnTo>
                <a:lnTo>
                  <a:pt x="199498" y="33367"/>
                </a:lnTo>
                <a:lnTo>
                  <a:pt x="204271" y="40128"/>
                </a:lnTo>
                <a:lnTo>
                  <a:pt x="115587" y="40128"/>
                </a:lnTo>
                <a:lnTo>
                  <a:pt x="86241" y="44797"/>
                </a:lnTo>
                <a:lnTo>
                  <a:pt x="63355" y="58175"/>
                </a:lnTo>
                <a:lnTo>
                  <a:pt x="48484" y="79323"/>
                </a:lnTo>
                <a:lnTo>
                  <a:pt x="43181" y="107300"/>
                </a:lnTo>
                <a:lnTo>
                  <a:pt x="48484" y="135277"/>
                </a:lnTo>
                <a:lnTo>
                  <a:pt x="63355" y="156425"/>
                </a:lnTo>
                <a:lnTo>
                  <a:pt x="86241" y="169803"/>
                </a:lnTo>
                <a:lnTo>
                  <a:pt x="115587" y="174472"/>
                </a:lnTo>
                <a:lnTo>
                  <a:pt x="204271" y="174472"/>
                </a:lnTo>
                <a:lnTo>
                  <a:pt x="199498" y="181233"/>
                </a:lnTo>
                <a:lnTo>
                  <a:pt x="163206" y="202865"/>
                </a:lnTo>
                <a:lnTo>
                  <a:pt x="115587" y="210675"/>
                </a:lnTo>
                <a:close/>
              </a:path>
              <a:path w="389254" h="372745">
                <a:moveTo>
                  <a:pt x="204271" y="174472"/>
                </a:moveTo>
                <a:lnTo>
                  <a:pt x="115587" y="174472"/>
                </a:lnTo>
                <a:lnTo>
                  <a:pt x="144682" y="169803"/>
                </a:lnTo>
                <a:lnTo>
                  <a:pt x="167438" y="156425"/>
                </a:lnTo>
                <a:lnTo>
                  <a:pt x="182262" y="135277"/>
                </a:lnTo>
                <a:lnTo>
                  <a:pt x="187557" y="107300"/>
                </a:lnTo>
                <a:lnTo>
                  <a:pt x="182262" y="79323"/>
                </a:lnTo>
                <a:lnTo>
                  <a:pt x="167438" y="58175"/>
                </a:lnTo>
                <a:lnTo>
                  <a:pt x="144682" y="44797"/>
                </a:lnTo>
                <a:lnTo>
                  <a:pt x="115587" y="40128"/>
                </a:lnTo>
                <a:lnTo>
                  <a:pt x="204271" y="40128"/>
                </a:lnTo>
                <a:lnTo>
                  <a:pt x="222622" y="66122"/>
                </a:lnTo>
                <a:lnTo>
                  <a:pt x="230739" y="107300"/>
                </a:lnTo>
                <a:lnTo>
                  <a:pt x="222622" y="148478"/>
                </a:lnTo>
                <a:lnTo>
                  <a:pt x="204271" y="174472"/>
                </a:lnTo>
                <a:close/>
              </a:path>
              <a:path w="389254" h="372745">
                <a:moveTo>
                  <a:pt x="336731" y="372498"/>
                </a:moveTo>
                <a:lnTo>
                  <a:pt x="293113" y="372498"/>
                </a:lnTo>
                <a:lnTo>
                  <a:pt x="293113" y="280464"/>
                </a:lnTo>
                <a:lnTo>
                  <a:pt x="26170" y="280464"/>
                </a:lnTo>
                <a:lnTo>
                  <a:pt x="26170" y="242952"/>
                </a:lnTo>
                <a:lnTo>
                  <a:pt x="336731" y="242952"/>
                </a:lnTo>
                <a:lnTo>
                  <a:pt x="336731" y="37249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256561" y="9203690"/>
            <a:ext cx="118745" cy="40640"/>
          </a:xfrm>
          <a:custGeom>
            <a:avLst/>
            <a:gdLst/>
            <a:ahLst/>
            <a:cxnLst/>
            <a:rect l="l" t="t" r="r" b="b"/>
            <a:pathLst>
              <a:path w="118745" h="40640">
                <a:moveTo>
                  <a:pt x="0" y="0"/>
                </a:moveTo>
                <a:lnTo>
                  <a:pt x="118205" y="0"/>
                </a:lnTo>
                <a:lnTo>
                  <a:pt x="118205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328966" y="9244330"/>
            <a:ext cx="46355" cy="308610"/>
          </a:xfrm>
          <a:custGeom>
            <a:avLst/>
            <a:gdLst/>
            <a:ahLst/>
            <a:cxnLst/>
            <a:rect l="l" t="t" r="r" b="b"/>
            <a:pathLst>
              <a:path w="46354" h="308609">
                <a:moveTo>
                  <a:pt x="0" y="0"/>
                </a:moveTo>
                <a:lnTo>
                  <a:pt x="45799" y="0"/>
                </a:lnTo>
                <a:lnTo>
                  <a:pt x="45799" y="308609"/>
                </a:lnTo>
                <a:lnTo>
                  <a:pt x="0" y="3086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443246" y="9195748"/>
            <a:ext cx="257810" cy="365760"/>
          </a:xfrm>
          <a:custGeom>
            <a:avLst/>
            <a:gdLst/>
            <a:ahLst/>
            <a:cxnLst/>
            <a:rect l="l" t="t" r="r" b="b"/>
            <a:pathLst>
              <a:path w="257809" h="365759">
                <a:moveTo>
                  <a:pt x="129109" y="365519"/>
                </a:moveTo>
                <a:lnTo>
                  <a:pt x="87375" y="358237"/>
                </a:lnTo>
                <a:lnTo>
                  <a:pt x="51818" y="336361"/>
                </a:lnTo>
                <a:lnTo>
                  <a:pt x="24216" y="299851"/>
                </a:lnTo>
                <a:lnTo>
                  <a:pt x="6350" y="248665"/>
                </a:lnTo>
                <a:lnTo>
                  <a:pt x="0" y="182759"/>
                </a:lnTo>
                <a:lnTo>
                  <a:pt x="6350" y="116854"/>
                </a:lnTo>
                <a:lnTo>
                  <a:pt x="24216" y="65667"/>
                </a:lnTo>
                <a:lnTo>
                  <a:pt x="51818" y="29157"/>
                </a:lnTo>
                <a:lnTo>
                  <a:pt x="87375" y="7282"/>
                </a:lnTo>
                <a:lnTo>
                  <a:pt x="129109" y="0"/>
                </a:lnTo>
                <a:lnTo>
                  <a:pt x="170630" y="7282"/>
                </a:lnTo>
                <a:lnTo>
                  <a:pt x="206058" y="29157"/>
                </a:lnTo>
                <a:lnTo>
                  <a:pt x="214661" y="40564"/>
                </a:lnTo>
                <a:lnTo>
                  <a:pt x="129109" y="40564"/>
                </a:lnTo>
                <a:lnTo>
                  <a:pt x="95762" y="49472"/>
                </a:lnTo>
                <a:lnTo>
                  <a:pt x="68753" y="76168"/>
                </a:lnTo>
                <a:lnTo>
                  <a:pt x="50658" y="120610"/>
                </a:lnTo>
                <a:lnTo>
                  <a:pt x="44054" y="182759"/>
                </a:lnTo>
                <a:lnTo>
                  <a:pt x="50658" y="245092"/>
                </a:lnTo>
                <a:lnTo>
                  <a:pt x="68753" y="289515"/>
                </a:lnTo>
                <a:lnTo>
                  <a:pt x="95762" y="316108"/>
                </a:lnTo>
                <a:lnTo>
                  <a:pt x="129109" y="324954"/>
                </a:lnTo>
                <a:lnTo>
                  <a:pt x="214661" y="324954"/>
                </a:lnTo>
                <a:lnTo>
                  <a:pt x="206058" y="336361"/>
                </a:lnTo>
                <a:lnTo>
                  <a:pt x="170630" y="358237"/>
                </a:lnTo>
                <a:lnTo>
                  <a:pt x="129109" y="365519"/>
                </a:lnTo>
                <a:close/>
              </a:path>
              <a:path w="257809" h="365759">
                <a:moveTo>
                  <a:pt x="214661" y="324954"/>
                </a:moveTo>
                <a:lnTo>
                  <a:pt x="129109" y="324954"/>
                </a:lnTo>
                <a:lnTo>
                  <a:pt x="162204" y="316108"/>
                </a:lnTo>
                <a:lnTo>
                  <a:pt x="189084" y="289515"/>
                </a:lnTo>
                <a:lnTo>
                  <a:pt x="207131" y="245092"/>
                </a:lnTo>
                <a:lnTo>
                  <a:pt x="213728" y="182759"/>
                </a:lnTo>
                <a:lnTo>
                  <a:pt x="207131" y="120610"/>
                </a:lnTo>
                <a:lnTo>
                  <a:pt x="189084" y="76168"/>
                </a:lnTo>
                <a:lnTo>
                  <a:pt x="162204" y="49472"/>
                </a:lnTo>
                <a:lnTo>
                  <a:pt x="129109" y="40564"/>
                </a:lnTo>
                <a:lnTo>
                  <a:pt x="214661" y="40564"/>
                </a:lnTo>
                <a:lnTo>
                  <a:pt x="233594" y="65667"/>
                </a:lnTo>
                <a:lnTo>
                  <a:pt x="251435" y="116854"/>
                </a:lnTo>
                <a:lnTo>
                  <a:pt x="257782" y="182759"/>
                </a:lnTo>
                <a:lnTo>
                  <a:pt x="251435" y="248665"/>
                </a:lnTo>
                <a:lnTo>
                  <a:pt x="233594" y="299851"/>
                </a:lnTo>
                <a:lnTo>
                  <a:pt x="214661" y="32495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736796" y="9342304"/>
            <a:ext cx="198026" cy="715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965791" y="9195747"/>
            <a:ext cx="247015" cy="358140"/>
          </a:xfrm>
          <a:custGeom>
            <a:avLst/>
            <a:gdLst/>
            <a:ahLst/>
            <a:cxnLst/>
            <a:rect l="l" t="t" r="r" b="b"/>
            <a:pathLst>
              <a:path w="247015" h="358140">
                <a:moveTo>
                  <a:pt x="246878" y="357668"/>
                </a:moveTo>
                <a:lnTo>
                  <a:pt x="3925" y="357668"/>
                </a:lnTo>
                <a:lnTo>
                  <a:pt x="3925" y="328008"/>
                </a:lnTo>
                <a:lnTo>
                  <a:pt x="127801" y="203696"/>
                </a:lnTo>
                <a:lnTo>
                  <a:pt x="156248" y="172904"/>
                </a:lnTo>
                <a:lnTo>
                  <a:pt x="175453" y="147102"/>
                </a:lnTo>
                <a:lnTo>
                  <a:pt x="186317" y="125061"/>
                </a:lnTo>
                <a:lnTo>
                  <a:pt x="189738" y="105555"/>
                </a:lnTo>
                <a:lnTo>
                  <a:pt x="184695" y="78103"/>
                </a:lnTo>
                <a:lnTo>
                  <a:pt x="170328" y="57684"/>
                </a:lnTo>
                <a:lnTo>
                  <a:pt x="147783" y="44953"/>
                </a:lnTo>
                <a:lnTo>
                  <a:pt x="118205" y="40564"/>
                </a:lnTo>
                <a:lnTo>
                  <a:pt x="87018" y="46759"/>
                </a:lnTo>
                <a:lnTo>
                  <a:pt x="64336" y="63300"/>
                </a:lnTo>
                <a:lnTo>
                  <a:pt x="50487" y="87120"/>
                </a:lnTo>
                <a:lnTo>
                  <a:pt x="45799" y="115151"/>
                </a:lnTo>
                <a:lnTo>
                  <a:pt x="0" y="115151"/>
                </a:lnTo>
                <a:lnTo>
                  <a:pt x="8294" y="70477"/>
                </a:lnTo>
                <a:lnTo>
                  <a:pt x="32004" y="33858"/>
                </a:lnTo>
                <a:lnTo>
                  <a:pt x="69373" y="9098"/>
                </a:lnTo>
                <a:lnTo>
                  <a:pt x="118641" y="0"/>
                </a:lnTo>
                <a:lnTo>
                  <a:pt x="166464" y="7592"/>
                </a:lnTo>
                <a:lnTo>
                  <a:pt x="203205" y="29006"/>
                </a:lnTo>
                <a:lnTo>
                  <a:pt x="226780" y="62196"/>
                </a:lnTo>
                <a:lnTo>
                  <a:pt x="235101" y="105119"/>
                </a:lnTo>
                <a:lnTo>
                  <a:pt x="230944" y="132619"/>
                </a:lnTo>
                <a:lnTo>
                  <a:pt x="217872" y="160569"/>
                </a:lnTo>
                <a:lnTo>
                  <a:pt x="194986" y="191544"/>
                </a:lnTo>
                <a:lnTo>
                  <a:pt x="161386" y="228122"/>
                </a:lnTo>
                <a:lnTo>
                  <a:pt x="69788" y="317975"/>
                </a:lnTo>
                <a:lnTo>
                  <a:pt x="246878" y="317975"/>
                </a:lnTo>
                <a:lnTo>
                  <a:pt x="246878" y="3576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243638" y="9195748"/>
            <a:ext cx="257810" cy="365760"/>
          </a:xfrm>
          <a:custGeom>
            <a:avLst/>
            <a:gdLst/>
            <a:ahLst/>
            <a:cxnLst/>
            <a:rect l="l" t="t" r="r" b="b"/>
            <a:pathLst>
              <a:path w="257809" h="365759">
                <a:moveTo>
                  <a:pt x="129109" y="365519"/>
                </a:moveTo>
                <a:lnTo>
                  <a:pt x="87375" y="358237"/>
                </a:lnTo>
                <a:lnTo>
                  <a:pt x="51818" y="336361"/>
                </a:lnTo>
                <a:lnTo>
                  <a:pt x="24216" y="299851"/>
                </a:lnTo>
                <a:lnTo>
                  <a:pt x="6350" y="248665"/>
                </a:lnTo>
                <a:lnTo>
                  <a:pt x="0" y="182759"/>
                </a:lnTo>
                <a:lnTo>
                  <a:pt x="6350" y="116854"/>
                </a:lnTo>
                <a:lnTo>
                  <a:pt x="24216" y="65667"/>
                </a:lnTo>
                <a:lnTo>
                  <a:pt x="51818" y="29157"/>
                </a:lnTo>
                <a:lnTo>
                  <a:pt x="87375" y="7282"/>
                </a:lnTo>
                <a:lnTo>
                  <a:pt x="129109" y="0"/>
                </a:lnTo>
                <a:lnTo>
                  <a:pt x="170630" y="7282"/>
                </a:lnTo>
                <a:lnTo>
                  <a:pt x="206058" y="29157"/>
                </a:lnTo>
                <a:lnTo>
                  <a:pt x="214661" y="40564"/>
                </a:lnTo>
                <a:lnTo>
                  <a:pt x="129109" y="40564"/>
                </a:lnTo>
                <a:lnTo>
                  <a:pt x="95762" y="49472"/>
                </a:lnTo>
                <a:lnTo>
                  <a:pt x="68753" y="76168"/>
                </a:lnTo>
                <a:lnTo>
                  <a:pt x="50658" y="120610"/>
                </a:lnTo>
                <a:lnTo>
                  <a:pt x="44054" y="182759"/>
                </a:lnTo>
                <a:lnTo>
                  <a:pt x="50658" y="245092"/>
                </a:lnTo>
                <a:lnTo>
                  <a:pt x="68753" y="289515"/>
                </a:lnTo>
                <a:lnTo>
                  <a:pt x="95762" y="316108"/>
                </a:lnTo>
                <a:lnTo>
                  <a:pt x="129109" y="324954"/>
                </a:lnTo>
                <a:lnTo>
                  <a:pt x="214661" y="324954"/>
                </a:lnTo>
                <a:lnTo>
                  <a:pt x="206058" y="336361"/>
                </a:lnTo>
                <a:lnTo>
                  <a:pt x="170630" y="358237"/>
                </a:lnTo>
                <a:lnTo>
                  <a:pt x="129109" y="365519"/>
                </a:lnTo>
                <a:close/>
              </a:path>
              <a:path w="257809" h="365759">
                <a:moveTo>
                  <a:pt x="214661" y="324954"/>
                </a:moveTo>
                <a:lnTo>
                  <a:pt x="129109" y="324954"/>
                </a:lnTo>
                <a:lnTo>
                  <a:pt x="162204" y="316108"/>
                </a:lnTo>
                <a:lnTo>
                  <a:pt x="189084" y="289515"/>
                </a:lnTo>
                <a:lnTo>
                  <a:pt x="207131" y="245092"/>
                </a:lnTo>
                <a:lnTo>
                  <a:pt x="213728" y="182759"/>
                </a:lnTo>
                <a:lnTo>
                  <a:pt x="207131" y="120610"/>
                </a:lnTo>
                <a:lnTo>
                  <a:pt x="189084" y="76168"/>
                </a:lnTo>
                <a:lnTo>
                  <a:pt x="162204" y="49472"/>
                </a:lnTo>
                <a:lnTo>
                  <a:pt x="129109" y="40564"/>
                </a:lnTo>
                <a:lnTo>
                  <a:pt x="214661" y="40564"/>
                </a:lnTo>
                <a:lnTo>
                  <a:pt x="233594" y="65667"/>
                </a:lnTo>
                <a:lnTo>
                  <a:pt x="251435" y="116854"/>
                </a:lnTo>
                <a:lnTo>
                  <a:pt x="257782" y="182759"/>
                </a:lnTo>
                <a:lnTo>
                  <a:pt x="251435" y="248665"/>
                </a:lnTo>
                <a:lnTo>
                  <a:pt x="233594" y="299851"/>
                </a:lnTo>
                <a:lnTo>
                  <a:pt x="214661" y="32495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531082" y="9194875"/>
            <a:ext cx="384810" cy="367665"/>
          </a:xfrm>
          <a:custGeom>
            <a:avLst/>
            <a:gdLst/>
            <a:ahLst/>
            <a:cxnLst/>
            <a:rect l="l" t="t" r="r" b="b"/>
            <a:pathLst>
              <a:path w="384809" h="367665">
                <a:moveTo>
                  <a:pt x="86363" y="166621"/>
                </a:moveTo>
                <a:lnTo>
                  <a:pt x="51707" y="160289"/>
                </a:lnTo>
                <a:lnTo>
                  <a:pt x="24371" y="142794"/>
                </a:lnTo>
                <a:lnTo>
                  <a:pt x="6440" y="116385"/>
                </a:lnTo>
                <a:lnTo>
                  <a:pt x="0" y="83310"/>
                </a:lnTo>
                <a:lnTo>
                  <a:pt x="6440" y="50235"/>
                </a:lnTo>
                <a:lnTo>
                  <a:pt x="24371" y="23826"/>
                </a:lnTo>
                <a:lnTo>
                  <a:pt x="51707" y="6331"/>
                </a:lnTo>
                <a:lnTo>
                  <a:pt x="86363" y="0"/>
                </a:lnTo>
                <a:lnTo>
                  <a:pt x="121019" y="6331"/>
                </a:lnTo>
                <a:lnTo>
                  <a:pt x="148356" y="23826"/>
                </a:lnTo>
                <a:lnTo>
                  <a:pt x="157351" y="37075"/>
                </a:lnTo>
                <a:lnTo>
                  <a:pt x="86363" y="37075"/>
                </a:lnTo>
                <a:lnTo>
                  <a:pt x="67158" y="40496"/>
                </a:lnTo>
                <a:lnTo>
                  <a:pt x="52123" y="50051"/>
                </a:lnTo>
                <a:lnTo>
                  <a:pt x="42323" y="64677"/>
                </a:lnTo>
                <a:lnTo>
                  <a:pt x="38820" y="83310"/>
                </a:lnTo>
                <a:lnTo>
                  <a:pt x="42323" y="102011"/>
                </a:lnTo>
                <a:lnTo>
                  <a:pt x="52123" y="116787"/>
                </a:lnTo>
                <a:lnTo>
                  <a:pt x="67158" y="126492"/>
                </a:lnTo>
                <a:lnTo>
                  <a:pt x="86363" y="129981"/>
                </a:lnTo>
                <a:lnTo>
                  <a:pt x="157055" y="129981"/>
                </a:lnTo>
                <a:lnTo>
                  <a:pt x="148356" y="142794"/>
                </a:lnTo>
                <a:lnTo>
                  <a:pt x="121019" y="160289"/>
                </a:lnTo>
                <a:lnTo>
                  <a:pt x="86363" y="166621"/>
                </a:lnTo>
                <a:close/>
              </a:path>
              <a:path w="384809" h="367665">
                <a:moveTo>
                  <a:pt x="98140" y="358540"/>
                </a:moveTo>
                <a:lnTo>
                  <a:pt x="55394" y="358540"/>
                </a:lnTo>
                <a:lnTo>
                  <a:pt x="286134" y="9159"/>
                </a:lnTo>
                <a:lnTo>
                  <a:pt x="328880" y="9159"/>
                </a:lnTo>
                <a:lnTo>
                  <a:pt x="98140" y="358540"/>
                </a:lnTo>
                <a:close/>
              </a:path>
              <a:path w="384809" h="367665">
                <a:moveTo>
                  <a:pt x="157055" y="129981"/>
                </a:moveTo>
                <a:lnTo>
                  <a:pt x="86363" y="129981"/>
                </a:lnTo>
                <a:lnTo>
                  <a:pt x="105501" y="126492"/>
                </a:lnTo>
                <a:lnTo>
                  <a:pt x="120385" y="116787"/>
                </a:lnTo>
                <a:lnTo>
                  <a:pt x="130036" y="102011"/>
                </a:lnTo>
                <a:lnTo>
                  <a:pt x="133471" y="83310"/>
                </a:lnTo>
                <a:lnTo>
                  <a:pt x="130036" y="64677"/>
                </a:lnTo>
                <a:lnTo>
                  <a:pt x="120385" y="50051"/>
                </a:lnTo>
                <a:lnTo>
                  <a:pt x="105501" y="40496"/>
                </a:lnTo>
                <a:lnTo>
                  <a:pt x="86363" y="37075"/>
                </a:lnTo>
                <a:lnTo>
                  <a:pt x="157351" y="37075"/>
                </a:lnTo>
                <a:lnTo>
                  <a:pt x="166287" y="50235"/>
                </a:lnTo>
                <a:lnTo>
                  <a:pt x="172727" y="83310"/>
                </a:lnTo>
                <a:lnTo>
                  <a:pt x="166287" y="116385"/>
                </a:lnTo>
                <a:lnTo>
                  <a:pt x="157055" y="129981"/>
                </a:lnTo>
                <a:close/>
              </a:path>
              <a:path w="384809" h="367665">
                <a:moveTo>
                  <a:pt x="297911" y="367264"/>
                </a:moveTo>
                <a:lnTo>
                  <a:pt x="263255" y="360932"/>
                </a:lnTo>
                <a:lnTo>
                  <a:pt x="235919" y="343438"/>
                </a:lnTo>
                <a:lnTo>
                  <a:pt x="217988" y="317028"/>
                </a:lnTo>
                <a:lnTo>
                  <a:pt x="211547" y="283953"/>
                </a:lnTo>
                <a:lnTo>
                  <a:pt x="217988" y="250879"/>
                </a:lnTo>
                <a:lnTo>
                  <a:pt x="235919" y="224469"/>
                </a:lnTo>
                <a:lnTo>
                  <a:pt x="263255" y="206974"/>
                </a:lnTo>
                <a:lnTo>
                  <a:pt x="297911" y="200643"/>
                </a:lnTo>
                <a:lnTo>
                  <a:pt x="332383" y="206974"/>
                </a:lnTo>
                <a:lnTo>
                  <a:pt x="359740" y="224469"/>
                </a:lnTo>
                <a:lnTo>
                  <a:pt x="368489" y="237282"/>
                </a:lnTo>
                <a:lnTo>
                  <a:pt x="297911" y="237282"/>
                </a:lnTo>
                <a:lnTo>
                  <a:pt x="278706" y="240771"/>
                </a:lnTo>
                <a:lnTo>
                  <a:pt x="263671" y="250476"/>
                </a:lnTo>
                <a:lnTo>
                  <a:pt x="253870" y="265252"/>
                </a:lnTo>
                <a:lnTo>
                  <a:pt x="250367" y="283953"/>
                </a:lnTo>
                <a:lnTo>
                  <a:pt x="253870" y="302655"/>
                </a:lnTo>
                <a:lnTo>
                  <a:pt x="263671" y="317430"/>
                </a:lnTo>
                <a:lnTo>
                  <a:pt x="278706" y="327135"/>
                </a:lnTo>
                <a:lnTo>
                  <a:pt x="297911" y="330625"/>
                </a:lnTo>
                <a:lnTo>
                  <a:pt x="368489" y="330625"/>
                </a:lnTo>
                <a:lnTo>
                  <a:pt x="359740" y="343438"/>
                </a:lnTo>
                <a:lnTo>
                  <a:pt x="332383" y="360932"/>
                </a:lnTo>
                <a:lnTo>
                  <a:pt x="297911" y="367264"/>
                </a:lnTo>
                <a:close/>
              </a:path>
              <a:path w="384809" h="367665">
                <a:moveTo>
                  <a:pt x="368489" y="330625"/>
                </a:moveTo>
                <a:lnTo>
                  <a:pt x="297911" y="330625"/>
                </a:lnTo>
                <a:lnTo>
                  <a:pt x="316865" y="327135"/>
                </a:lnTo>
                <a:lnTo>
                  <a:pt x="331770" y="317430"/>
                </a:lnTo>
                <a:lnTo>
                  <a:pt x="341522" y="302655"/>
                </a:lnTo>
                <a:lnTo>
                  <a:pt x="345019" y="283953"/>
                </a:lnTo>
                <a:lnTo>
                  <a:pt x="341522" y="265252"/>
                </a:lnTo>
                <a:lnTo>
                  <a:pt x="331770" y="250476"/>
                </a:lnTo>
                <a:lnTo>
                  <a:pt x="316865" y="240771"/>
                </a:lnTo>
                <a:lnTo>
                  <a:pt x="297911" y="237282"/>
                </a:lnTo>
                <a:lnTo>
                  <a:pt x="368489" y="237282"/>
                </a:lnTo>
                <a:lnTo>
                  <a:pt x="377773" y="250879"/>
                </a:lnTo>
                <a:lnTo>
                  <a:pt x="384275" y="283953"/>
                </a:lnTo>
                <a:lnTo>
                  <a:pt x="377773" y="317028"/>
                </a:lnTo>
                <a:lnTo>
                  <a:pt x="368489" y="33062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0060153" y="9190077"/>
            <a:ext cx="353695" cy="372745"/>
          </a:xfrm>
          <a:custGeom>
            <a:avLst/>
            <a:gdLst/>
            <a:ahLst/>
            <a:cxnLst/>
            <a:rect l="l" t="t" r="r" b="b"/>
            <a:pathLst>
              <a:path w="353695" h="372745">
                <a:moveTo>
                  <a:pt x="353306" y="372498"/>
                </a:moveTo>
                <a:lnTo>
                  <a:pt x="312305" y="372498"/>
                </a:lnTo>
                <a:lnTo>
                  <a:pt x="312305" y="0"/>
                </a:lnTo>
                <a:lnTo>
                  <a:pt x="353306" y="0"/>
                </a:lnTo>
                <a:lnTo>
                  <a:pt x="353306" y="372498"/>
                </a:lnTo>
                <a:close/>
              </a:path>
              <a:path w="353695" h="372745">
                <a:moveTo>
                  <a:pt x="263017" y="155280"/>
                </a:moveTo>
                <a:lnTo>
                  <a:pt x="222452" y="155280"/>
                </a:lnTo>
                <a:lnTo>
                  <a:pt x="222452" y="2180"/>
                </a:lnTo>
                <a:lnTo>
                  <a:pt x="263017" y="2180"/>
                </a:lnTo>
                <a:lnTo>
                  <a:pt x="263017" y="155280"/>
                </a:lnTo>
                <a:close/>
              </a:path>
              <a:path w="353695" h="372745">
                <a:moveTo>
                  <a:pt x="86800" y="355051"/>
                </a:moveTo>
                <a:lnTo>
                  <a:pt x="31938" y="328768"/>
                </a:lnTo>
                <a:lnTo>
                  <a:pt x="14348" y="294847"/>
                </a:lnTo>
                <a:lnTo>
                  <a:pt x="3625" y="246124"/>
                </a:lnTo>
                <a:lnTo>
                  <a:pt x="0" y="181887"/>
                </a:lnTo>
                <a:lnTo>
                  <a:pt x="3625" y="117650"/>
                </a:lnTo>
                <a:lnTo>
                  <a:pt x="14348" y="68927"/>
                </a:lnTo>
                <a:lnTo>
                  <a:pt x="31938" y="35006"/>
                </a:lnTo>
                <a:lnTo>
                  <a:pt x="56166" y="15175"/>
                </a:lnTo>
                <a:lnTo>
                  <a:pt x="86800" y="8723"/>
                </a:lnTo>
                <a:lnTo>
                  <a:pt x="121510" y="17331"/>
                </a:lnTo>
                <a:lnTo>
                  <a:pt x="147592" y="43890"/>
                </a:lnTo>
                <a:lnTo>
                  <a:pt x="149131" y="47979"/>
                </a:lnTo>
                <a:lnTo>
                  <a:pt x="86800" y="47979"/>
                </a:lnTo>
                <a:lnTo>
                  <a:pt x="66578" y="56022"/>
                </a:lnTo>
                <a:lnTo>
                  <a:pt x="52287" y="80584"/>
                </a:lnTo>
                <a:lnTo>
                  <a:pt x="43802" y="122321"/>
                </a:lnTo>
                <a:lnTo>
                  <a:pt x="41001" y="181887"/>
                </a:lnTo>
                <a:lnTo>
                  <a:pt x="43802" y="241453"/>
                </a:lnTo>
                <a:lnTo>
                  <a:pt x="52287" y="283190"/>
                </a:lnTo>
                <a:lnTo>
                  <a:pt x="66578" y="307752"/>
                </a:lnTo>
                <a:lnTo>
                  <a:pt x="86800" y="315795"/>
                </a:lnTo>
                <a:lnTo>
                  <a:pt x="149711" y="315795"/>
                </a:lnTo>
                <a:lnTo>
                  <a:pt x="149282" y="317049"/>
                </a:lnTo>
                <a:lnTo>
                  <a:pt x="122744" y="345762"/>
                </a:lnTo>
                <a:lnTo>
                  <a:pt x="86800" y="355051"/>
                </a:lnTo>
                <a:close/>
              </a:path>
              <a:path w="353695" h="372745">
                <a:moveTo>
                  <a:pt x="149711" y="315795"/>
                </a:moveTo>
                <a:lnTo>
                  <a:pt x="86800" y="315795"/>
                </a:lnTo>
                <a:lnTo>
                  <a:pt x="106952" y="307752"/>
                </a:lnTo>
                <a:lnTo>
                  <a:pt x="121094" y="283190"/>
                </a:lnTo>
                <a:lnTo>
                  <a:pt x="129429" y="241453"/>
                </a:lnTo>
                <a:lnTo>
                  <a:pt x="132162" y="181887"/>
                </a:lnTo>
                <a:lnTo>
                  <a:pt x="129429" y="122321"/>
                </a:lnTo>
                <a:lnTo>
                  <a:pt x="121094" y="80584"/>
                </a:lnTo>
                <a:lnTo>
                  <a:pt x="106952" y="56022"/>
                </a:lnTo>
                <a:lnTo>
                  <a:pt x="86800" y="47979"/>
                </a:lnTo>
                <a:lnTo>
                  <a:pt x="149131" y="47979"/>
                </a:lnTo>
                <a:lnTo>
                  <a:pt x="164760" y="89505"/>
                </a:lnTo>
                <a:lnTo>
                  <a:pt x="172727" y="155280"/>
                </a:lnTo>
                <a:lnTo>
                  <a:pt x="263017" y="155280"/>
                </a:lnTo>
                <a:lnTo>
                  <a:pt x="263017" y="196281"/>
                </a:lnTo>
                <a:lnTo>
                  <a:pt x="173163" y="196281"/>
                </a:lnTo>
                <a:lnTo>
                  <a:pt x="166171" y="267644"/>
                </a:lnTo>
                <a:lnTo>
                  <a:pt x="149711" y="315795"/>
                </a:lnTo>
                <a:close/>
              </a:path>
              <a:path w="353695" h="372745">
                <a:moveTo>
                  <a:pt x="263017" y="365955"/>
                </a:moveTo>
                <a:lnTo>
                  <a:pt x="222452" y="365955"/>
                </a:lnTo>
                <a:lnTo>
                  <a:pt x="222452" y="196281"/>
                </a:lnTo>
                <a:lnTo>
                  <a:pt x="263017" y="196281"/>
                </a:lnTo>
                <a:lnTo>
                  <a:pt x="263017" y="36595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0481504" y="9190077"/>
            <a:ext cx="331470" cy="372745"/>
          </a:xfrm>
          <a:custGeom>
            <a:avLst/>
            <a:gdLst/>
            <a:ahLst/>
            <a:cxnLst/>
            <a:rect l="l" t="t" r="r" b="b"/>
            <a:pathLst>
              <a:path w="331470" h="372745">
                <a:moveTo>
                  <a:pt x="331061" y="372498"/>
                </a:moveTo>
                <a:lnTo>
                  <a:pt x="287879" y="372498"/>
                </a:lnTo>
                <a:lnTo>
                  <a:pt x="287879" y="173163"/>
                </a:lnTo>
                <a:lnTo>
                  <a:pt x="150046" y="173163"/>
                </a:lnTo>
                <a:lnTo>
                  <a:pt x="150046" y="132162"/>
                </a:lnTo>
                <a:lnTo>
                  <a:pt x="287879" y="132162"/>
                </a:lnTo>
                <a:lnTo>
                  <a:pt x="287879" y="0"/>
                </a:lnTo>
                <a:lnTo>
                  <a:pt x="331061" y="0"/>
                </a:lnTo>
                <a:lnTo>
                  <a:pt x="331061" y="372498"/>
                </a:lnTo>
                <a:close/>
              </a:path>
              <a:path w="331470" h="372745">
                <a:moveTo>
                  <a:pt x="141758" y="350253"/>
                </a:moveTo>
                <a:lnTo>
                  <a:pt x="0" y="350253"/>
                </a:lnTo>
                <a:lnTo>
                  <a:pt x="0" y="11340"/>
                </a:lnTo>
                <a:lnTo>
                  <a:pt x="44054" y="11340"/>
                </a:lnTo>
                <a:lnTo>
                  <a:pt x="44054" y="310124"/>
                </a:lnTo>
                <a:lnTo>
                  <a:pt x="239027" y="310124"/>
                </a:lnTo>
                <a:lnTo>
                  <a:pt x="239027" y="332369"/>
                </a:lnTo>
                <a:lnTo>
                  <a:pt x="219290" y="339948"/>
                </a:lnTo>
                <a:lnTo>
                  <a:pt x="195300" y="345564"/>
                </a:lnTo>
                <a:lnTo>
                  <a:pt x="168856" y="349053"/>
                </a:lnTo>
                <a:lnTo>
                  <a:pt x="141758" y="350253"/>
                </a:lnTo>
                <a:close/>
              </a:path>
              <a:path w="331470" h="372745">
                <a:moveTo>
                  <a:pt x="239027" y="310124"/>
                </a:moveTo>
                <a:lnTo>
                  <a:pt x="142631" y="310124"/>
                </a:lnTo>
                <a:lnTo>
                  <a:pt x="169408" y="308932"/>
                </a:lnTo>
                <a:lnTo>
                  <a:pt x="195572" y="305490"/>
                </a:lnTo>
                <a:lnTo>
                  <a:pt x="219364" y="300003"/>
                </a:lnTo>
                <a:lnTo>
                  <a:pt x="239027" y="292677"/>
                </a:lnTo>
                <a:lnTo>
                  <a:pt x="239027" y="31012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0876684" y="9190077"/>
            <a:ext cx="339725" cy="372745"/>
          </a:xfrm>
          <a:custGeom>
            <a:avLst/>
            <a:gdLst/>
            <a:ahLst/>
            <a:cxnLst/>
            <a:rect l="l" t="t" r="r" b="b"/>
            <a:pathLst>
              <a:path w="339725" h="372745">
                <a:moveTo>
                  <a:pt x="339348" y="372498"/>
                </a:moveTo>
                <a:lnTo>
                  <a:pt x="296166" y="372498"/>
                </a:lnTo>
                <a:lnTo>
                  <a:pt x="296166" y="0"/>
                </a:lnTo>
                <a:lnTo>
                  <a:pt x="339348" y="0"/>
                </a:lnTo>
                <a:lnTo>
                  <a:pt x="339348" y="372498"/>
                </a:lnTo>
                <a:close/>
              </a:path>
              <a:path w="339725" h="372745">
                <a:moveTo>
                  <a:pt x="246442" y="53214"/>
                </a:moveTo>
                <a:lnTo>
                  <a:pt x="8723" y="53214"/>
                </a:lnTo>
                <a:lnTo>
                  <a:pt x="8723" y="13521"/>
                </a:lnTo>
                <a:lnTo>
                  <a:pt x="246442" y="13521"/>
                </a:lnTo>
                <a:lnTo>
                  <a:pt x="246442" y="53214"/>
                </a:lnTo>
                <a:close/>
              </a:path>
              <a:path w="339725" h="372745">
                <a:moveTo>
                  <a:pt x="0" y="350253"/>
                </a:moveTo>
                <a:lnTo>
                  <a:pt x="0" y="307507"/>
                </a:lnTo>
                <a:lnTo>
                  <a:pt x="30847" y="294032"/>
                </a:lnTo>
                <a:lnTo>
                  <a:pt x="56897" y="266878"/>
                </a:lnTo>
                <a:lnTo>
                  <a:pt x="77858" y="227631"/>
                </a:lnTo>
                <a:lnTo>
                  <a:pt x="93439" y="177881"/>
                </a:lnTo>
                <a:lnTo>
                  <a:pt x="103350" y="119212"/>
                </a:lnTo>
                <a:lnTo>
                  <a:pt x="107300" y="53214"/>
                </a:lnTo>
                <a:lnTo>
                  <a:pt x="150918" y="53214"/>
                </a:lnTo>
                <a:lnTo>
                  <a:pt x="149875" y="84925"/>
                </a:lnTo>
                <a:lnTo>
                  <a:pt x="147483" y="115206"/>
                </a:lnTo>
                <a:lnTo>
                  <a:pt x="143864" y="143932"/>
                </a:lnTo>
                <a:lnTo>
                  <a:pt x="139141" y="170982"/>
                </a:lnTo>
                <a:lnTo>
                  <a:pt x="178295" y="219399"/>
                </a:lnTo>
                <a:lnTo>
                  <a:pt x="126492" y="219399"/>
                </a:lnTo>
                <a:lnTo>
                  <a:pt x="103783" y="271863"/>
                </a:lnTo>
                <a:lnTo>
                  <a:pt x="74696" y="311651"/>
                </a:lnTo>
                <a:lnTo>
                  <a:pt x="39883" y="338026"/>
                </a:lnTo>
                <a:lnTo>
                  <a:pt x="0" y="350253"/>
                </a:lnTo>
                <a:close/>
              </a:path>
              <a:path w="339725" h="372745">
                <a:moveTo>
                  <a:pt x="226814" y="347200"/>
                </a:moveTo>
                <a:lnTo>
                  <a:pt x="126492" y="219399"/>
                </a:lnTo>
                <a:lnTo>
                  <a:pt x="178295" y="219399"/>
                </a:lnTo>
                <a:lnTo>
                  <a:pt x="260836" y="321465"/>
                </a:lnTo>
                <a:lnTo>
                  <a:pt x="226814" y="34720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1390912" y="9190077"/>
            <a:ext cx="353060" cy="368300"/>
          </a:xfrm>
          <a:custGeom>
            <a:avLst/>
            <a:gdLst/>
            <a:ahLst/>
            <a:cxnLst/>
            <a:rect l="l" t="t" r="r" b="b"/>
            <a:pathLst>
              <a:path w="353059" h="368300">
                <a:moveTo>
                  <a:pt x="343274" y="185813"/>
                </a:moveTo>
                <a:lnTo>
                  <a:pt x="300092" y="185813"/>
                </a:lnTo>
                <a:lnTo>
                  <a:pt x="300092" y="105119"/>
                </a:lnTo>
                <a:lnTo>
                  <a:pt x="227686" y="105119"/>
                </a:lnTo>
                <a:lnTo>
                  <a:pt x="227686" y="68480"/>
                </a:lnTo>
                <a:lnTo>
                  <a:pt x="300092" y="68480"/>
                </a:lnTo>
                <a:lnTo>
                  <a:pt x="300092" y="0"/>
                </a:lnTo>
                <a:lnTo>
                  <a:pt x="343274" y="0"/>
                </a:lnTo>
                <a:lnTo>
                  <a:pt x="343274" y="185813"/>
                </a:lnTo>
                <a:close/>
              </a:path>
              <a:path w="353059" h="368300">
                <a:moveTo>
                  <a:pt x="242516" y="45362"/>
                </a:moveTo>
                <a:lnTo>
                  <a:pt x="4797" y="45362"/>
                </a:lnTo>
                <a:lnTo>
                  <a:pt x="4797" y="9595"/>
                </a:lnTo>
                <a:lnTo>
                  <a:pt x="242516" y="9595"/>
                </a:lnTo>
                <a:lnTo>
                  <a:pt x="242516" y="45362"/>
                </a:lnTo>
                <a:close/>
              </a:path>
              <a:path w="353059" h="368300">
                <a:moveTo>
                  <a:pt x="0" y="182759"/>
                </a:moveTo>
                <a:lnTo>
                  <a:pt x="0" y="146993"/>
                </a:lnTo>
                <a:lnTo>
                  <a:pt x="40891" y="135222"/>
                </a:lnTo>
                <a:lnTo>
                  <a:pt x="72624" y="113352"/>
                </a:lnTo>
                <a:lnTo>
                  <a:pt x="94215" y="82894"/>
                </a:lnTo>
                <a:lnTo>
                  <a:pt x="104683" y="45362"/>
                </a:lnTo>
                <a:lnTo>
                  <a:pt x="147865" y="45362"/>
                </a:lnTo>
                <a:lnTo>
                  <a:pt x="146550" y="55667"/>
                </a:lnTo>
                <a:lnTo>
                  <a:pt x="144539" y="65645"/>
                </a:lnTo>
                <a:lnTo>
                  <a:pt x="141792" y="75295"/>
                </a:lnTo>
                <a:lnTo>
                  <a:pt x="138269" y="84619"/>
                </a:lnTo>
                <a:lnTo>
                  <a:pt x="196132" y="116024"/>
                </a:lnTo>
                <a:lnTo>
                  <a:pt x="121258" y="116024"/>
                </a:lnTo>
                <a:lnTo>
                  <a:pt x="98876" y="140682"/>
                </a:lnTo>
                <a:lnTo>
                  <a:pt x="70770" y="160514"/>
                </a:lnTo>
                <a:lnTo>
                  <a:pt x="37593" y="174785"/>
                </a:lnTo>
                <a:lnTo>
                  <a:pt x="0" y="182759"/>
                </a:lnTo>
                <a:close/>
              </a:path>
              <a:path w="353059" h="368300">
                <a:moveTo>
                  <a:pt x="235973" y="179270"/>
                </a:moveTo>
                <a:lnTo>
                  <a:pt x="121258" y="116024"/>
                </a:lnTo>
                <a:lnTo>
                  <a:pt x="196132" y="116024"/>
                </a:lnTo>
                <a:lnTo>
                  <a:pt x="255602" y="148301"/>
                </a:lnTo>
                <a:lnTo>
                  <a:pt x="235973" y="179270"/>
                </a:lnTo>
                <a:close/>
              </a:path>
              <a:path w="353059" h="368300">
                <a:moveTo>
                  <a:pt x="352434" y="367700"/>
                </a:moveTo>
                <a:lnTo>
                  <a:pt x="26170" y="367700"/>
                </a:lnTo>
                <a:lnTo>
                  <a:pt x="26170" y="270868"/>
                </a:lnTo>
                <a:lnTo>
                  <a:pt x="300528" y="270868"/>
                </a:lnTo>
                <a:lnTo>
                  <a:pt x="300528" y="239899"/>
                </a:lnTo>
                <a:lnTo>
                  <a:pt x="25298" y="239899"/>
                </a:lnTo>
                <a:lnTo>
                  <a:pt x="25298" y="206313"/>
                </a:lnTo>
                <a:lnTo>
                  <a:pt x="343274" y="206313"/>
                </a:lnTo>
                <a:lnTo>
                  <a:pt x="343274" y="302709"/>
                </a:lnTo>
                <a:lnTo>
                  <a:pt x="68916" y="302709"/>
                </a:lnTo>
                <a:lnTo>
                  <a:pt x="68916" y="334114"/>
                </a:lnTo>
                <a:lnTo>
                  <a:pt x="352434" y="334114"/>
                </a:lnTo>
                <a:lnTo>
                  <a:pt x="352434" y="36770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1799613" y="9190077"/>
            <a:ext cx="380365" cy="368300"/>
          </a:xfrm>
          <a:custGeom>
            <a:avLst/>
            <a:gdLst/>
            <a:ahLst/>
            <a:cxnLst/>
            <a:rect l="l" t="t" r="r" b="b"/>
            <a:pathLst>
              <a:path w="380365" h="368300">
                <a:moveTo>
                  <a:pt x="327571" y="202388"/>
                </a:moveTo>
                <a:lnTo>
                  <a:pt x="284390" y="202388"/>
                </a:lnTo>
                <a:lnTo>
                  <a:pt x="284390" y="0"/>
                </a:lnTo>
                <a:lnTo>
                  <a:pt x="327571" y="0"/>
                </a:lnTo>
                <a:lnTo>
                  <a:pt x="327571" y="76331"/>
                </a:lnTo>
                <a:lnTo>
                  <a:pt x="379913" y="76331"/>
                </a:lnTo>
                <a:lnTo>
                  <a:pt x="379913" y="117768"/>
                </a:lnTo>
                <a:lnTo>
                  <a:pt x="327571" y="117768"/>
                </a:lnTo>
                <a:lnTo>
                  <a:pt x="327571" y="202388"/>
                </a:lnTo>
                <a:close/>
              </a:path>
              <a:path w="380365" h="368300">
                <a:moveTo>
                  <a:pt x="0" y="191919"/>
                </a:moveTo>
                <a:lnTo>
                  <a:pt x="0" y="154408"/>
                </a:lnTo>
                <a:lnTo>
                  <a:pt x="58148" y="150531"/>
                </a:lnTo>
                <a:lnTo>
                  <a:pt x="105597" y="139201"/>
                </a:lnTo>
                <a:lnTo>
                  <a:pt x="141071" y="120082"/>
                </a:lnTo>
                <a:lnTo>
                  <a:pt x="163292" y="92840"/>
                </a:lnTo>
                <a:lnTo>
                  <a:pt x="170982" y="57139"/>
                </a:lnTo>
                <a:lnTo>
                  <a:pt x="170982" y="45799"/>
                </a:lnTo>
                <a:lnTo>
                  <a:pt x="0" y="45799"/>
                </a:lnTo>
                <a:lnTo>
                  <a:pt x="0" y="9159"/>
                </a:lnTo>
                <a:lnTo>
                  <a:pt x="214601" y="9159"/>
                </a:lnTo>
                <a:lnTo>
                  <a:pt x="214601" y="49724"/>
                </a:lnTo>
                <a:lnTo>
                  <a:pt x="207670" y="95545"/>
                </a:lnTo>
                <a:lnTo>
                  <a:pt x="187654" y="131758"/>
                </a:lnTo>
                <a:lnTo>
                  <a:pt x="155716" y="158933"/>
                </a:lnTo>
                <a:lnTo>
                  <a:pt x="113019" y="177638"/>
                </a:lnTo>
                <a:lnTo>
                  <a:pt x="60726" y="188444"/>
                </a:lnTo>
                <a:lnTo>
                  <a:pt x="0" y="191919"/>
                </a:lnTo>
                <a:close/>
              </a:path>
              <a:path w="380365" h="368300">
                <a:moveTo>
                  <a:pt x="327571" y="367700"/>
                </a:moveTo>
                <a:lnTo>
                  <a:pt x="16138" y="367700"/>
                </a:lnTo>
                <a:lnTo>
                  <a:pt x="16138" y="222888"/>
                </a:lnTo>
                <a:lnTo>
                  <a:pt x="327571" y="222888"/>
                </a:lnTo>
                <a:lnTo>
                  <a:pt x="327571" y="259527"/>
                </a:lnTo>
                <a:lnTo>
                  <a:pt x="59320" y="259527"/>
                </a:lnTo>
                <a:lnTo>
                  <a:pt x="59320" y="331061"/>
                </a:lnTo>
                <a:lnTo>
                  <a:pt x="327571" y="331061"/>
                </a:lnTo>
                <a:lnTo>
                  <a:pt x="327571" y="367700"/>
                </a:lnTo>
                <a:close/>
              </a:path>
              <a:path w="380365" h="368300">
                <a:moveTo>
                  <a:pt x="327571" y="331061"/>
                </a:moveTo>
                <a:lnTo>
                  <a:pt x="284390" y="331061"/>
                </a:lnTo>
                <a:lnTo>
                  <a:pt x="284390" y="259527"/>
                </a:lnTo>
                <a:lnTo>
                  <a:pt x="327571" y="259527"/>
                </a:lnTo>
                <a:lnTo>
                  <a:pt x="327571" y="33106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2318913" y="9190077"/>
            <a:ext cx="376555" cy="372745"/>
          </a:xfrm>
          <a:custGeom>
            <a:avLst/>
            <a:gdLst/>
            <a:ahLst/>
            <a:cxnLst/>
            <a:rect l="l" t="t" r="r" b="b"/>
            <a:pathLst>
              <a:path w="376554" h="372745">
                <a:moveTo>
                  <a:pt x="323646" y="372498"/>
                </a:moveTo>
                <a:lnTo>
                  <a:pt x="280464" y="372498"/>
                </a:lnTo>
                <a:lnTo>
                  <a:pt x="280464" y="0"/>
                </a:lnTo>
                <a:lnTo>
                  <a:pt x="323646" y="0"/>
                </a:lnTo>
                <a:lnTo>
                  <a:pt x="323646" y="150918"/>
                </a:lnTo>
                <a:lnTo>
                  <a:pt x="375988" y="150918"/>
                </a:lnTo>
                <a:lnTo>
                  <a:pt x="375988" y="192355"/>
                </a:lnTo>
                <a:lnTo>
                  <a:pt x="323646" y="192355"/>
                </a:lnTo>
                <a:lnTo>
                  <a:pt x="323646" y="372498"/>
                </a:lnTo>
                <a:close/>
              </a:path>
              <a:path w="376554" h="372745">
                <a:moveTo>
                  <a:pt x="0" y="349381"/>
                </a:moveTo>
                <a:lnTo>
                  <a:pt x="0" y="308379"/>
                </a:lnTo>
                <a:lnTo>
                  <a:pt x="46897" y="301770"/>
                </a:lnTo>
                <a:lnTo>
                  <a:pt x="86137" y="282984"/>
                </a:lnTo>
                <a:lnTo>
                  <a:pt x="117332" y="252930"/>
                </a:lnTo>
                <a:lnTo>
                  <a:pt x="140094" y="212517"/>
                </a:lnTo>
                <a:lnTo>
                  <a:pt x="154036" y="162653"/>
                </a:lnTo>
                <a:lnTo>
                  <a:pt x="158769" y="104247"/>
                </a:lnTo>
                <a:lnTo>
                  <a:pt x="158769" y="53214"/>
                </a:lnTo>
                <a:lnTo>
                  <a:pt x="0" y="53214"/>
                </a:lnTo>
                <a:lnTo>
                  <a:pt x="0" y="13521"/>
                </a:lnTo>
                <a:lnTo>
                  <a:pt x="202824" y="13521"/>
                </a:lnTo>
                <a:lnTo>
                  <a:pt x="202766" y="104247"/>
                </a:lnTo>
                <a:lnTo>
                  <a:pt x="199297" y="156524"/>
                </a:lnTo>
                <a:lnTo>
                  <a:pt x="188920" y="204378"/>
                </a:lnTo>
                <a:lnTo>
                  <a:pt x="172001" y="246384"/>
                </a:lnTo>
                <a:lnTo>
                  <a:pt x="148846" y="281991"/>
                </a:lnTo>
                <a:lnTo>
                  <a:pt x="119762" y="310646"/>
                </a:lnTo>
                <a:lnTo>
                  <a:pt x="85055" y="331797"/>
                </a:lnTo>
                <a:lnTo>
                  <a:pt x="45032" y="344893"/>
                </a:lnTo>
                <a:lnTo>
                  <a:pt x="0" y="34938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2711913" y="9190077"/>
            <a:ext cx="372110" cy="373380"/>
          </a:xfrm>
          <a:custGeom>
            <a:avLst/>
            <a:gdLst/>
            <a:ahLst/>
            <a:cxnLst/>
            <a:rect l="l" t="t" r="r" b="b"/>
            <a:pathLst>
              <a:path w="372109" h="373379">
                <a:moveTo>
                  <a:pt x="349817" y="131290"/>
                </a:moveTo>
                <a:lnTo>
                  <a:pt x="26607" y="131290"/>
                </a:lnTo>
                <a:lnTo>
                  <a:pt x="26607" y="0"/>
                </a:lnTo>
                <a:lnTo>
                  <a:pt x="70225" y="0"/>
                </a:lnTo>
                <a:lnTo>
                  <a:pt x="70225" y="96396"/>
                </a:lnTo>
                <a:lnTo>
                  <a:pt x="349817" y="96396"/>
                </a:lnTo>
                <a:lnTo>
                  <a:pt x="349817" y="131290"/>
                </a:lnTo>
                <a:close/>
              </a:path>
              <a:path w="372109" h="373379">
                <a:moveTo>
                  <a:pt x="372062" y="203260"/>
                </a:moveTo>
                <a:lnTo>
                  <a:pt x="0" y="203260"/>
                </a:lnTo>
                <a:lnTo>
                  <a:pt x="0" y="168365"/>
                </a:lnTo>
                <a:lnTo>
                  <a:pt x="372062" y="168365"/>
                </a:lnTo>
                <a:lnTo>
                  <a:pt x="372062" y="203260"/>
                </a:lnTo>
                <a:close/>
              </a:path>
              <a:path w="372109" h="373379">
                <a:moveTo>
                  <a:pt x="185813" y="373370"/>
                </a:moveTo>
                <a:lnTo>
                  <a:pt x="122716" y="369847"/>
                </a:lnTo>
                <a:lnTo>
                  <a:pt x="70661" y="358268"/>
                </a:lnTo>
                <a:lnTo>
                  <a:pt x="35289" y="337120"/>
                </a:lnTo>
                <a:lnTo>
                  <a:pt x="22245" y="304890"/>
                </a:lnTo>
                <a:lnTo>
                  <a:pt x="35289" y="272729"/>
                </a:lnTo>
                <a:lnTo>
                  <a:pt x="70661" y="251730"/>
                </a:lnTo>
                <a:lnTo>
                  <a:pt x="122716" y="240301"/>
                </a:lnTo>
                <a:lnTo>
                  <a:pt x="185813" y="236846"/>
                </a:lnTo>
                <a:lnTo>
                  <a:pt x="248909" y="240301"/>
                </a:lnTo>
                <a:lnTo>
                  <a:pt x="300964" y="251730"/>
                </a:lnTo>
                <a:lnTo>
                  <a:pt x="333202" y="270868"/>
                </a:lnTo>
                <a:lnTo>
                  <a:pt x="185813" y="270868"/>
                </a:lnTo>
                <a:lnTo>
                  <a:pt x="141949" y="272626"/>
                </a:lnTo>
                <a:lnTo>
                  <a:pt x="104138" y="278392"/>
                </a:lnTo>
                <a:lnTo>
                  <a:pt x="77612" y="288901"/>
                </a:lnTo>
                <a:lnTo>
                  <a:pt x="67608" y="304890"/>
                </a:lnTo>
                <a:lnTo>
                  <a:pt x="77612" y="321131"/>
                </a:lnTo>
                <a:lnTo>
                  <a:pt x="104138" y="331770"/>
                </a:lnTo>
                <a:lnTo>
                  <a:pt x="141949" y="337583"/>
                </a:lnTo>
                <a:lnTo>
                  <a:pt x="185813" y="339348"/>
                </a:lnTo>
                <a:lnTo>
                  <a:pt x="332608" y="339348"/>
                </a:lnTo>
                <a:lnTo>
                  <a:pt x="300964" y="358268"/>
                </a:lnTo>
                <a:lnTo>
                  <a:pt x="248909" y="369847"/>
                </a:lnTo>
                <a:lnTo>
                  <a:pt x="185813" y="373370"/>
                </a:lnTo>
                <a:close/>
              </a:path>
              <a:path w="372109" h="373379">
                <a:moveTo>
                  <a:pt x="332608" y="339348"/>
                </a:moveTo>
                <a:lnTo>
                  <a:pt x="185813" y="339348"/>
                </a:lnTo>
                <a:lnTo>
                  <a:pt x="229676" y="337583"/>
                </a:lnTo>
                <a:lnTo>
                  <a:pt x="267488" y="331770"/>
                </a:lnTo>
                <a:lnTo>
                  <a:pt x="294013" y="321131"/>
                </a:lnTo>
                <a:lnTo>
                  <a:pt x="304018" y="304890"/>
                </a:lnTo>
                <a:lnTo>
                  <a:pt x="294013" y="288901"/>
                </a:lnTo>
                <a:lnTo>
                  <a:pt x="267488" y="278392"/>
                </a:lnTo>
                <a:lnTo>
                  <a:pt x="229676" y="272626"/>
                </a:lnTo>
                <a:lnTo>
                  <a:pt x="185813" y="270868"/>
                </a:lnTo>
                <a:lnTo>
                  <a:pt x="333202" y="270868"/>
                </a:lnTo>
                <a:lnTo>
                  <a:pt x="336336" y="272729"/>
                </a:lnTo>
                <a:lnTo>
                  <a:pt x="349381" y="304890"/>
                </a:lnTo>
                <a:lnTo>
                  <a:pt x="336336" y="337120"/>
                </a:lnTo>
                <a:lnTo>
                  <a:pt x="332608" y="33934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3119306" y="9190077"/>
            <a:ext cx="353060" cy="372745"/>
          </a:xfrm>
          <a:custGeom>
            <a:avLst/>
            <a:gdLst/>
            <a:ahLst/>
            <a:cxnLst/>
            <a:rect l="l" t="t" r="r" b="b"/>
            <a:pathLst>
              <a:path w="353059" h="372745">
                <a:moveTo>
                  <a:pt x="349817" y="209366"/>
                </a:moveTo>
                <a:lnTo>
                  <a:pt x="306635" y="209366"/>
                </a:lnTo>
                <a:lnTo>
                  <a:pt x="306635" y="99013"/>
                </a:lnTo>
                <a:lnTo>
                  <a:pt x="216781" y="99013"/>
                </a:lnTo>
                <a:lnTo>
                  <a:pt x="216781" y="60629"/>
                </a:lnTo>
                <a:lnTo>
                  <a:pt x="306635" y="60629"/>
                </a:lnTo>
                <a:lnTo>
                  <a:pt x="306635" y="0"/>
                </a:lnTo>
                <a:lnTo>
                  <a:pt x="349817" y="0"/>
                </a:lnTo>
                <a:lnTo>
                  <a:pt x="349817" y="209366"/>
                </a:lnTo>
                <a:close/>
              </a:path>
              <a:path w="353059" h="372745">
                <a:moveTo>
                  <a:pt x="0" y="201951"/>
                </a:moveTo>
                <a:lnTo>
                  <a:pt x="0" y="162695"/>
                </a:lnTo>
                <a:lnTo>
                  <a:pt x="38328" y="148734"/>
                </a:lnTo>
                <a:lnTo>
                  <a:pt x="69202" y="123864"/>
                </a:lnTo>
                <a:lnTo>
                  <a:pt x="92079" y="90055"/>
                </a:lnTo>
                <a:lnTo>
                  <a:pt x="106414" y="49274"/>
                </a:lnTo>
                <a:lnTo>
                  <a:pt x="111662" y="3489"/>
                </a:lnTo>
                <a:lnTo>
                  <a:pt x="154844" y="6106"/>
                </a:lnTo>
                <a:lnTo>
                  <a:pt x="153951" y="27356"/>
                </a:lnTo>
                <a:lnTo>
                  <a:pt x="151300" y="47870"/>
                </a:lnTo>
                <a:lnTo>
                  <a:pt x="146931" y="67567"/>
                </a:lnTo>
                <a:lnTo>
                  <a:pt x="140886" y="86363"/>
                </a:lnTo>
                <a:lnTo>
                  <a:pt x="191855" y="121258"/>
                </a:lnTo>
                <a:lnTo>
                  <a:pt x="123875" y="121258"/>
                </a:lnTo>
                <a:lnTo>
                  <a:pt x="100962" y="151041"/>
                </a:lnTo>
                <a:lnTo>
                  <a:pt x="72406" y="175017"/>
                </a:lnTo>
                <a:lnTo>
                  <a:pt x="38615" y="192287"/>
                </a:lnTo>
                <a:lnTo>
                  <a:pt x="0" y="201951"/>
                </a:lnTo>
                <a:close/>
              </a:path>
              <a:path w="353059" h="372745">
                <a:moveTo>
                  <a:pt x="230303" y="194536"/>
                </a:moveTo>
                <a:lnTo>
                  <a:pt x="123875" y="121258"/>
                </a:lnTo>
                <a:lnTo>
                  <a:pt x="191855" y="121258"/>
                </a:lnTo>
                <a:lnTo>
                  <a:pt x="254293" y="164004"/>
                </a:lnTo>
                <a:lnTo>
                  <a:pt x="230303" y="194536"/>
                </a:lnTo>
                <a:close/>
              </a:path>
              <a:path w="353059" h="372745">
                <a:moveTo>
                  <a:pt x="191919" y="372498"/>
                </a:moveTo>
                <a:lnTo>
                  <a:pt x="128680" y="368375"/>
                </a:lnTo>
                <a:lnTo>
                  <a:pt x="77585" y="355214"/>
                </a:lnTo>
                <a:lnTo>
                  <a:pt x="43420" y="331831"/>
                </a:lnTo>
                <a:lnTo>
                  <a:pt x="30968" y="297039"/>
                </a:lnTo>
                <a:lnTo>
                  <a:pt x="43420" y="262247"/>
                </a:lnTo>
                <a:lnTo>
                  <a:pt x="77585" y="238863"/>
                </a:lnTo>
                <a:lnTo>
                  <a:pt x="128680" y="225703"/>
                </a:lnTo>
                <a:lnTo>
                  <a:pt x="191919" y="221579"/>
                </a:lnTo>
                <a:lnTo>
                  <a:pt x="255159" y="225703"/>
                </a:lnTo>
                <a:lnTo>
                  <a:pt x="306253" y="238863"/>
                </a:lnTo>
                <a:lnTo>
                  <a:pt x="332621" y="256910"/>
                </a:lnTo>
                <a:lnTo>
                  <a:pt x="191919" y="256910"/>
                </a:lnTo>
                <a:lnTo>
                  <a:pt x="146877" y="259316"/>
                </a:lnTo>
                <a:lnTo>
                  <a:pt x="110299" y="266670"/>
                </a:lnTo>
                <a:lnTo>
                  <a:pt x="85743" y="279176"/>
                </a:lnTo>
                <a:lnTo>
                  <a:pt x="76767" y="297039"/>
                </a:lnTo>
                <a:lnTo>
                  <a:pt x="85743" y="314902"/>
                </a:lnTo>
                <a:lnTo>
                  <a:pt x="110299" y="327408"/>
                </a:lnTo>
                <a:lnTo>
                  <a:pt x="146877" y="334762"/>
                </a:lnTo>
                <a:lnTo>
                  <a:pt x="191919" y="337167"/>
                </a:lnTo>
                <a:lnTo>
                  <a:pt x="332621" y="337167"/>
                </a:lnTo>
                <a:lnTo>
                  <a:pt x="306253" y="355214"/>
                </a:lnTo>
                <a:lnTo>
                  <a:pt x="255159" y="368375"/>
                </a:lnTo>
                <a:lnTo>
                  <a:pt x="191919" y="372498"/>
                </a:lnTo>
                <a:close/>
              </a:path>
              <a:path w="353059" h="372745">
                <a:moveTo>
                  <a:pt x="332621" y="337167"/>
                </a:moveTo>
                <a:lnTo>
                  <a:pt x="191919" y="337167"/>
                </a:lnTo>
                <a:lnTo>
                  <a:pt x="236962" y="334762"/>
                </a:lnTo>
                <a:lnTo>
                  <a:pt x="273540" y="327408"/>
                </a:lnTo>
                <a:lnTo>
                  <a:pt x="298095" y="314902"/>
                </a:lnTo>
                <a:lnTo>
                  <a:pt x="307071" y="297039"/>
                </a:lnTo>
                <a:lnTo>
                  <a:pt x="298095" y="279176"/>
                </a:lnTo>
                <a:lnTo>
                  <a:pt x="273540" y="266670"/>
                </a:lnTo>
                <a:lnTo>
                  <a:pt x="236962" y="259316"/>
                </a:lnTo>
                <a:lnTo>
                  <a:pt x="191919" y="256910"/>
                </a:lnTo>
                <a:lnTo>
                  <a:pt x="332621" y="256910"/>
                </a:lnTo>
                <a:lnTo>
                  <a:pt x="340418" y="262247"/>
                </a:lnTo>
                <a:lnTo>
                  <a:pt x="352870" y="297039"/>
                </a:lnTo>
                <a:lnTo>
                  <a:pt x="340418" y="331831"/>
                </a:lnTo>
                <a:lnTo>
                  <a:pt x="332621" y="3371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164622" y="8271929"/>
            <a:ext cx="2946889" cy="14411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119988" y="8385523"/>
            <a:ext cx="67310" cy="9525"/>
          </a:xfrm>
          <a:custGeom>
            <a:avLst/>
            <a:gdLst/>
            <a:ahLst/>
            <a:cxnLst/>
            <a:rect l="l" t="t" r="r" b="b"/>
            <a:pathLst>
              <a:path w="67309" h="9525">
                <a:moveTo>
                  <a:pt x="66915" y="9483"/>
                </a:moveTo>
                <a:lnTo>
                  <a:pt x="0" y="9483"/>
                </a:lnTo>
                <a:lnTo>
                  <a:pt x="0" y="0"/>
                </a:lnTo>
                <a:lnTo>
                  <a:pt x="66915" y="0"/>
                </a:lnTo>
                <a:lnTo>
                  <a:pt x="66915" y="948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196018" y="8275532"/>
            <a:ext cx="69850" cy="110489"/>
          </a:xfrm>
          <a:custGeom>
            <a:avLst/>
            <a:gdLst/>
            <a:ahLst/>
            <a:cxnLst/>
            <a:rect l="l" t="t" r="r" b="b"/>
            <a:pathLst>
              <a:path w="69850" h="110490">
                <a:moveTo>
                  <a:pt x="69671" y="109990"/>
                </a:moveTo>
                <a:lnTo>
                  <a:pt x="52" y="109990"/>
                </a:lnTo>
                <a:lnTo>
                  <a:pt x="0" y="102148"/>
                </a:lnTo>
                <a:lnTo>
                  <a:pt x="36663" y="62518"/>
                </a:lnTo>
                <a:lnTo>
                  <a:pt x="45622" y="52392"/>
                </a:lnTo>
                <a:lnTo>
                  <a:pt x="51749" y="44173"/>
                </a:lnTo>
                <a:lnTo>
                  <a:pt x="55274" y="36888"/>
                </a:lnTo>
                <a:lnTo>
                  <a:pt x="56425" y="29563"/>
                </a:lnTo>
                <a:lnTo>
                  <a:pt x="54661" y="21313"/>
                </a:lnTo>
                <a:lnTo>
                  <a:pt x="49862" y="14940"/>
                </a:lnTo>
                <a:lnTo>
                  <a:pt x="42649" y="10833"/>
                </a:lnTo>
                <a:lnTo>
                  <a:pt x="33643" y="9377"/>
                </a:lnTo>
                <a:lnTo>
                  <a:pt x="24350" y="10998"/>
                </a:lnTo>
                <a:lnTo>
                  <a:pt x="17232" y="15510"/>
                </a:lnTo>
                <a:lnTo>
                  <a:pt x="12677" y="22386"/>
                </a:lnTo>
                <a:lnTo>
                  <a:pt x="11073" y="31100"/>
                </a:lnTo>
                <a:lnTo>
                  <a:pt x="953" y="31100"/>
                </a:lnTo>
                <a:lnTo>
                  <a:pt x="3391" y="18574"/>
                </a:lnTo>
                <a:lnTo>
                  <a:pt x="10285" y="8735"/>
                </a:lnTo>
                <a:lnTo>
                  <a:pt x="20764" y="2303"/>
                </a:lnTo>
                <a:lnTo>
                  <a:pt x="33961" y="0"/>
                </a:lnTo>
                <a:lnTo>
                  <a:pt x="46985" y="2272"/>
                </a:lnTo>
                <a:lnTo>
                  <a:pt x="57253" y="8523"/>
                </a:lnTo>
                <a:lnTo>
                  <a:pt x="63994" y="17903"/>
                </a:lnTo>
                <a:lnTo>
                  <a:pt x="66439" y="29563"/>
                </a:lnTo>
                <a:lnTo>
                  <a:pt x="65247" y="38289"/>
                </a:lnTo>
                <a:lnTo>
                  <a:pt x="61280" y="47193"/>
                </a:lnTo>
                <a:lnTo>
                  <a:pt x="53825" y="57548"/>
                </a:lnTo>
                <a:lnTo>
                  <a:pt x="42173" y="70624"/>
                </a:lnTo>
                <a:lnTo>
                  <a:pt x="15046" y="99711"/>
                </a:lnTo>
                <a:lnTo>
                  <a:pt x="15046" y="100453"/>
                </a:lnTo>
                <a:lnTo>
                  <a:pt x="69671" y="100453"/>
                </a:lnTo>
                <a:lnTo>
                  <a:pt x="69671" y="10999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0856355" y="8281053"/>
            <a:ext cx="2156682" cy="1318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3033109" y="8285707"/>
            <a:ext cx="9525" cy="99695"/>
          </a:xfrm>
          <a:custGeom>
            <a:avLst/>
            <a:gdLst/>
            <a:ahLst/>
            <a:cxnLst/>
            <a:rect l="l" t="t" r="r" b="b"/>
            <a:pathLst>
              <a:path w="9525" h="99695">
                <a:moveTo>
                  <a:pt x="9357" y="99298"/>
                </a:moveTo>
                <a:lnTo>
                  <a:pt x="0" y="99298"/>
                </a:lnTo>
                <a:lnTo>
                  <a:pt x="0" y="0"/>
                </a:lnTo>
                <a:lnTo>
                  <a:pt x="9357" y="0"/>
                </a:lnTo>
                <a:lnTo>
                  <a:pt x="9357" y="9929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3062540" y="8281053"/>
            <a:ext cx="105989" cy="11888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3193743" y="8284350"/>
            <a:ext cx="150353" cy="1020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3369309" y="8284350"/>
            <a:ext cx="67310" cy="102235"/>
          </a:xfrm>
          <a:custGeom>
            <a:avLst/>
            <a:gdLst/>
            <a:ahLst/>
            <a:cxnLst/>
            <a:rect l="l" t="t" r="r" b="b"/>
            <a:pathLst>
              <a:path w="67309" h="102234">
                <a:moveTo>
                  <a:pt x="33551" y="102013"/>
                </a:moveTo>
                <a:lnTo>
                  <a:pt x="19391" y="98577"/>
                </a:lnTo>
                <a:lnTo>
                  <a:pt x="8848" y="88601"/>
                </a:lnTo>
                <a:lnTo>
                  <a:pt x="2269" y="72578"/>
                </a:lnTo>
                <a:lnTo>
                  <a:pt x="0" y="51006"/>
                </a:lnTo>
                <a:lnTo>
                  <a:pt x="2283" y="29516"/>
                </a:lnTo>
                <a:lnTo>
                  <a:pt x="8884" y="13485"/>
                </a:lnTo>
                <a:lnTo>
                  <a:pt x="19432" y="3462"/>
                </a:lnTo>
                <a:lnTo>
                  <a:pt x="33551" y="0"/>
                </a:lnTo>
                <a:lnTo>
                  <a:pt x="47643" y="3462"/>
                </a:lnTo>
                <a:lnTo>
                  <a:pt x="53023" y="8581"/>
                </a:lnTo>
                <a:lnTo>
                  <a:pt x="33551" y="8581"/>
                </a:lnTo>
                <a:lnTo>
                  <a:pt x="23453" y="11433"/>
                </a:lnTo>
                <a:lnTo>
                  <a:pt x="15891" y="19721"/>
                </a:lnTo>
                <a:lnTo>
                  <a:pt x="11147" y="33045"/>
                </a:lnTo>
                <a:lnTo>
                  <a:pt x="9503" y="51006"/>
                </a:lnTo>
                <a:lnTo>
                  <a:pt x="11140" y="68944"/>
                </a:lnTo>
                <a:lnTo>
                  <a:pt x="15872" y="82219"/>
                </a:lnTo>
                <a:lnTo>
                  <a:pt x="23432" y="90457"/>
                </a:lnTo>
                <a:lnTo>
                  <a:pt x="33551" y="93286"/>
                </a:lnTo>
                <a:lnTo>
                  <a:pt x="53288" y="93286"/>
                </a:lnTo>
                <a:lnTo>
                  <a:pt x="47705" y="98577"/>
                </a:lnTo>
                <a:lnTo>
                  <a:pt x="33551" y="102013"/>
                </a:lnTo>
                <a:close/>
              </a:path>
              <a:path w="67309" h="102234">
                <a:moveTo>
                  <a:pt x="53288" y="93286"/>
                </a:moveTo>
                <a:lnTo>
                  <a:pt x="33551" y="93286"/>
                </a:lnTo>
                <a:lnTo>
                  <a:pt x="43642" y="90457"/>
                </a:lnTo>
                <a:lnTo>
                  <a:pt x="51188" y="82219"/>
                </a:lnTo>
                <a:lnTo>
                  <a:pt x="55915" y="68944"/>
                </a:lnTo>
                <a:lnTo>
                  <a:pt x="57552" y="51006"/>
                </a:lnTo>
                <a:lnTo>
                  <a:pt x="55909" y="33045"/>
                </a:lnTo>
                <a:lnTo>
                  <a:pt x="51170" y="19721"/>
                </a:lnTo>
                <a:lnTo>
                  <a:pt x="43622" y="11433"/>
                </a:lnTo>
                <a:lnTo>
                  <a:pt x="33551" y="8581"/>
                </a:lnTo>
                <a:lnTo>
                  <a:pt x="53023" y="8581"/>
                </a:lnTo>
                <a:lnTo>
                  <a:pt x="58176" y="13485"/>
                </a:lnTo>
                <a:lnTo>
                  <a:pt x="64772" y="29516"/>
                </a:lnTo>
                <a:lnTo>
                  <a:pt x="67055" y="51006"/>
                </a:lnTo>
                <a:lnTo>
                  <a:pt x="64793" y="72578"/>
                </a:lnTo>
                <a:lnTo>
                  <a:pt x="58231" y="88601"/>
                </a:lnTo>
                <a:lnTo>
                  <a:pt x="53288" y="932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3451200" y="8284350"/>
            <a:ext cx="67310" cy="102235"/>
          </a:xfrm>
          <a:custGeom>
            <a:avLst/>
            <a:gdLst/>
            <a:ahLst/>
            <a:cxnLst/>
            <a:rect l="l" t="t" r="r" b="b"/>
            <a:pathLst>
              <a:path w="67309" h="102234">
                <a:moveTo>
                  <a:pt x="33551" y="102013"/>
                </a:moveTo>
                <a:lnTo>
                  <a:pt x="19391" y="98577"/>
                </a:lnTo>
                <a:lnTo>
                  <a:pt x="8848" y="88601"/>
                </a:lnTo>
                <a:lnTo>
                  <a:pt x="2269" y="72578"/>
                </a:lnTo>
                <a:lnTo>
                  <a:pt x="0" y="51006"/>
                </a:lnTo>
                <a:lnTo>
                  <a:pt x="2283" y="29516"/>
                </a:lnTo>
                <a:lnTo>
                  <a:pt x="8884" y="13485"/>
                </a:lnTo>
                <a:lnTo>
                  <a:pt x="19432" y="3462"/>
                </a:lnTo>
                <a:lnTo>
                  <a:pt x="33551" y="0"/>
                </a:lnTo>
                <a:lnTo>
                  <a:pt x="47643" y="3462"/>
                </a:lnTo>
                <a:lnTo>
                  <a:pt x="53023" y="8581"/>
                </a:lnTo>
                <a:lnTo>
                  <a:pt x="33551" y="8581"/>
                </a:lnTo>
                <a:lnTo>
                  <a:pt x="23453" y="11433"/>
                </a:lnTo>
                <a:lnTo>
                  <a:pt x="15891" y="19721"/>
                </a:lnTo>
                <a:lnTo>
                  <a:pt x="11147" y="33045"/>
                </a:lnTo>
                <a:lnTo>
                  <a:pt x="9503" y="51006"/>
                </a:lnTo>
                <a:lnTo>
                  <a:pt x="11140" y="68944"/>
                </a:lnTo>
                <a:lnTo>
                  <a:pt x="15872" y="82219"/>
                </a:lnTo>
                <a:lnTo>
                  <a:pt x="23432" y="90457"/>
                </a:lnTo>
                <a:lnTo>
                  <a:pt x="33551" y="93286"/>
                </a:lnTo>
                <a:lnTo>
                  <a:pt x="53288" y="93286"/>
                </a:lnTo>
                <a:lnTo>
                  <a:pt x="47705" y="98577"/>
                </a:lnTo>
                <a:lnTo>
                  <a:pt x="33551" y="102013"/>
                </a:lnTo>
                <a:close/>
              </a:path>
              <a:path w="67309" h="102234">
                <a:moveTo>
                  <a:pt x="53288" y="93286"/>
                </a:moveTo>
                <a:lnTo>
                  <a:pt x="33551" y="93286"/>
                </a:lnTo>
                <a:lnTo>
                  <a:pt x="43642" y="90457"/>
                </a:lnTo>
                <a:lnTo>
                  <a:pt x="51188" y="82219"/>
                </a:lnTo>
                <a:lnTo>
                  <a:pt x="55915" y="68944"/>
                </a:lnTo>
                <a:lnTo>
                  <a:pt x="57552" y="51006"/>
                </a:lnTo>
                <a:lnTo>
                  <a:pt x="55909" y="33045"/>
                </a:lnTo>
                <a:lnTo>
                  <a:pt x="51170" y="19721"/>
                </a:lnTo>
                <a:lnTo>
                  <a:pt x="43622" y="11433"/>
                </a:lnTo>
                <a:lnTo>
                  <a:pt x="33551" y="8581"/>
                </a:lnTo>
                <a:lnTo>
                  <a:pt x="53023" y="8581"/>
                </a:lnTo>
                <a:lnTo>
                  <a:pt x="58176" y="13485"/>
                </a:lnTo>
                <a:lnTo>
                  <a:pt x="64772" y="29516"/>
                </a:lnTo>
                <a:lnTo>
                  <a:pt x="67055" y="51006"/>
                </a:lnTo>
                <a:lnTo>
                  <a:pt x="64793" y="72578"/>
                </a:lnTo>
                <a:lnTo>
                  <a:pt x="58231" y="88601"/>
                </a:lnTo>
                <a:lnTo>
                  <a:pt x="53288" y="932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3535420" y="8284350"/>
            <a:ext cx="64135" cy="100965"/>
          </a:xfrm>
          <a:custGeom>
            <a:avLst/>
            <a:gdLst/>
            <a:ahLst/>
            <a:cxnLst/>
            <a:rect l="l" t="t" r="r" b="b"/>
            <a:pathLst>
              <a:path w="64134" h="100965">
                <a:moveTo>
                  <a:pt x="63758" y="100655"/>
                </a:moveTo>
                <a:lnTo>
                  <a:pt x="48" y="100655"/>
                </a:lnTo>
                <a:lnTo>
                  <a:pt x="0" y="93480"/>
                </a:lnTo>
                <a:lnTo>
                  <a:pt x="33551" y="57212"/>
                </a:lnTo>
                <a:lnTo>
                  <a:pt x="41750" y="47946"/>
                </a:lnTo>
                <a:lnTo>
                  <a:pt x="47358" y="40424"/>
                </a:lnTo>
                <a:lnTo>
                  <a:pt x="50583" y="33758"/>
                </a:lnTo>
                <a:lnTo>
                  <a:pt x="51637" y="27054"/>
                </a:lnTo>
                <a:lnTo>
                  <a:pt x="50022" y="19504"/>
                </a:lnTo>
                <a:lnTo>
                  <a:pt x="45630" y="13672"/>
                </a:lnTo>
                <a:lnTo>
                  <a:pt x="39030" y="9913"/>
                </a:lnTo>
                <a:lnTo>
                  <a:pt x="30788" y="8581"/>
                </a:lnTo>
                <a:lnTo>
                  <a:pt x="22283" y="10065"/>
                </a:lnTo>
                <a:lnTo>
                  <a:pt x="15769" y="14194"/>
                </a:lnTo>
                <a:lnTo>
                  <a:pt x="11601" y="20486"/>
                </a:lnTo>
                <a:lnTo>
                  <a:pt x="10133" y="28460"/>
                </a:lnTo>
                <a:lnTo>
                  <a:pt x="872" y="28460"/>
                </a:lnTo>
                <a:lnTo>
                  <a:pt x="3103" y="16997"/>
                </a:lnTo>
                <a:lnTo>
                  <a:pt x="9412" y="7994"/>
                </a:lnTo>
                <a:lnTo>
                  <a:pt x="19002" y="2108"/>
                </a:lnTo>
                <a:lnTo>
                  <a:pt x="31079" y="0"/>
                </a:lnTo>
                <a:lnTo>
                  <a:pt x="42998" y="2079"/>
                </a:lnTo>
                <a:lnTo>
                  <a:pt x="52394" y="7800"/>
                </a:lnTo>
                <a:lnTo>
                  <a:pt x="58563" y="16384"/>
                </a:lnTo>
                <a:lnTo>
                  <a:pt x="60800" y="27054"/>
                </a:lnTo>
                <a:lnTo>
                  <a:pt x="59710" y="35039"/>
                </a:lnTo>
                <a:lnTo>
                  <a:pt x="56079" y="43188"/>
                </a:lnTo>
                <a:lnTo>
                  <a:pt x="49257" y="52664"/>
                </a:lnTo>
                <a:lnTo>
                  <a:pt x="38594" y="64631"/>
                </a:lnTo>
                <a:lnTo>
                  <a:pt x="13769" y="91249"/>
                </a:lnTo>
                <a:lnTo>
                  <a:pt x="13769" y="91928"/>
                </a:lnTo>
                <a:lnTo>
                  <a:pt x="63758" y="91928"/>
                </a:lnTo>
                <a:lnTo>
                  <a:pt x="63758" y="10065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3610669" y="8281053"/>
            <a:ext cx="41275" cy="119380"/>
          </a:xfrm>
          <a:custGeom>
            <a:avLst/>
            <a:gdLst/>
            <a:ahLst/>
            <a:cxnLst/>
            <a:rect l="l" t="t" r="r" b="b"/>
            <a:pathLst>
              <a:path w="41275" h="119379">
                <a:moveTo>
                  <a:pt x="8678" y="118886"/>
                </a:moveTo>
                <a:lnTo>
                  <a:pt x="0" y="118886"/>
                </a:lnTo>
                <a:lnTo>
                  <a:pt x="32000" y="0"/>
                </a:lnTo>
                <a:lnTo>
                  <a:pt x="40679" y="0"/>
                </a:lnTo>
                <a:lnTo>
                  <a:pt x="8678" y="1188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3659980" y="8309514"/>
            <a:ext cx="57785" cy="77470"/>
          </a:xfrm>
          <a:custGeom>
            <a:avLst/>
            <a:gdLst/>
            <a:ahLst/>
            <a:cxnLst/>
            <a:rect l="l" t="t" r="r" b="b"/>
            <a:pathLst>
              <a:path w="57784" h="77470">
                <a:moveTo>
                  <a:pt x="11781" y="19491"/>
                </a:moveTo>
                <a:lnTo>
                  <a:pt x="2084" y="19491"/>
                </a:lnTo>
                <a:lnTo>
                  <a:pt x="5022" y="11516"/>
                </a:lnTo>
                <a:lnTo>
                  <a:pt x="11078" y="5363"/>
                </a:lnTo>
                <a:lnTo>
                  <a:pt x="19716" y="1402"/>
                </a:lnTo>
                <a:lnTo>
                  <a:pt x="30400" y="0"/>
                </a:lnTo>
                <a:lnTo>
                  <a:pt x="39337" y="1061"/>
                </a:lnTo>
                <a:lnTo>
                  <a:pt x="48079" y="4927"/>
                </a:lnTo>
                <a:lnTo>
                  <a:pt x="50941" y="8242"/>
                </a:lnTo>
                <a:lnTo>
                  <a:pt x="20218" y="8242"/>
                </a:lnTo>
                <a:lnTo>
                  <a:pt x="13624" y="12800"/>
                </a:lnTo>
                <a:lnTo>
                  <a:pt x="11781" y="19491"/>
                </a:lnTo>
                <a:close/>
              </a:path>
              <a:path w="57784" h="77470">
                <a:moveTo>
                  <a:pt x="24630" y="77188"/>
                </a:moveTo>
                <a:lnTo>
                  <a:pt x="15034" y="75684"/>
                </a:lnTo>
                <a:lnTo>
                  <a:pt x="7206" y="71297"/>
                </a:lnTo>
                <a:lnTo>
                  <a:pt x="1932" y="64220"/>
                </a:lnTo>
                <a:lnTo>
                  <a:pt x="0" y="54643"/>
                </a:lnTo>
                <a:lnTo>
                  <a:pt x="2153" y="44985"/>
                </a:lnTo>
                <a:lnTo>
                  <a:pt x="44752" y="31467"/>
                </a:lnTo>
                <a:lnTo>
                  <a:pt x="48097" y="31321"/>
                </a:lnTo>
                <a:lnTo>
                  <a:pt x="48097" y="14351"/>
                </a:lnTo>
                <a:lnTo>
                  <a:pt x="41649" y="8242"/>
                </a:lnTo>
                <a:lnTo>
                  <a:pt x="50941" y="8242"/>
                </a:lnTo>
                <a:lnTo>
                  <a:pt x="54721" y="12620"/>
                </a:lnTo>
                <a:lnTo>
                  <a:pt x="57358" y="25163"/>
                </a:lnTo>
                <a:lnTo>
                  <a:pt x="57358" y="39127"/>
                </a:lnTo>
                <a:lnTo>
                  <a:pt x="48097" y="39127"/>
                </a:lnTo>
                <a:lnTo>
                  <a:pt x="44461" y="39370"/>
                </a:lnTo>
                <a:lnTo>
                  <a:pt x="32533" y="40291"/>
                </a:lnTo>
                <a:lnTo>
                  <a:pt x="15709" y="41455"/>
                </a:lnTo>
                <a:lnTo>
                  <a:pt x="9357" y="46497"/>
                </a:lnTo>
                <a:lnTo>
                  <a:pt x="9357" y="63855"/>
                </a:lnTo>
                <a:lnTo>
                  <a:pt x="16436" y="68800"/>
                </a:lnTo>
                <a:lnTo>
                  <a:pt x="44392" y="68800"/>
                </a:lnTo>
                <a:lnTo>
                  <a:pt x="39606" y="72994"/>
                </a:lnTo>
                <a:lnTo>
                  <a:pt x="33020" y="76028"/>
                </a:lnTo>
                <a:lnTo>
                  <a:pt x="24630" y="77188"/>
                </a:lnTo>
                <a:close/>
              </a:path>
              <a:path w="57784" h="77470">
                <a:moveTo>
                  <a:pt x="44392" y="68800"/>
                </a:moveTo>
                <a:lnTo>
                  <a:pt x="26036" y="68800"/>
                </a:lnTo>
                <a:lnTo>
                  <a:pt x="35211" y="67078"/>
                </a:lnTo>
                <a:lnTo>
                  <a:pt x="42158" y="62406"/>
                </a:lnTo>
                <a:lnTo>
                  <a:pt x="46559" y="55525"/>
                </a:lnTo>
                <a:lnTo>
                  <a:pt x="48097" y="47176"/>
                </a:lnTo>
                <a:lnTo>
                  <a:pt x="48097" y="39127"/>
                </a:lnTo>
                <a:lnTo>
                  <a:pt x="57358" y="39127"/>
                </a:lnTo>
                <a:lnTo>
                  <a:pt x="57358" y="64000"/>
                </a:lnTo>
                <a:lnTo>
                  <a:pt x="47564" y="64000"/>
                </a:lnTo>
                <a:lnTo>
                  <a:pt x="44437" y="68761"/>
                </a:lnTo>
                <a:close/>
              </a:path>
              <a:path w="57784" h="77470">
                <a:moveTo>
                  <a:pt x="57358" y="75491"/>
                </a:moveTo>
                <a:lnTo>
                  <a:pt x="48097" y="75491"/>
                </a:lnTo>
                <a:lnTo>
                  <a:pt x="48097" y="64000"/>
                </a:lnTo>
                <a:lnTo>
                  <a:pt x="57358" y="64000"/>
                </a:lnTo>
                <a:lnTo>
                  <a:pt x="57358" y="7549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735567" y="8284835"/>
            <a:ext cx="13970" cy="100330"/>
          </a:xfrm>
          <a:custGeom>
            <a:avLst/>
            <a:gdLst/>
            <a:ahLst/>
            <a:cxnLst/>
            <a:rect l="l" t="t" r="r" b="b"/>
            <a:pathLst>
              <a:path w="13969" h="100329">
                <a:moveTo>
                  <a:pt x="10521" y="13042"/>
                </a:moveTo>
                <a:lnTo>
                  <a:pt x="3103" y="13042"/>
                </a:lnTo>
                <a:lnTo>
                  <a:pt x="0" y="10133"/>
                </a:lnTo>
                <a:lnTo>
                  <a:pt x="0" y="2909"/>
                </a:lnTo>
                <a:lnTo>
                  <a:pt x="3103" y="0"/>
                </a:lnTo>
                <a:lnTo>
                  <a:pt x="10521" y="0"/>
                </a:lnTo>
                <a:lnTo>
                  <a:pt x="13672" y="2909"/>
                </a:lnTo>
                <a:lnTo>
                  <a:pt x="13672" y="10133"/>
                </a:lnTo>
                <a:lnTo>
                  <a:pt x="10521" y="13042"/>
                </a:lnTo>
                <a:close/>
              </a:path>
              <a:path w="13969" h="100329">
                <a:moveTo>
                  <a:pt x="11491" y="100171"/>
                </a:moveTo>
                <a:lnTo>
                  <a:pt x="2084" y="100171"/>
                </a:lnTo>
                <a:lnTo>
                  <a:pt x="2084" y="25697"/>
                </a:lnTo>
                <a:lnTo>
                  <a:pt x="11491" y="25697"/>
                </a:lnTo>
                <a:lnTo>
                  <a:pt x="11491" y="10017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3763446" y="8309514"/>
            <a:ext cx="62230" cy="77470"/>
          </a:xfrm>
          <a:custGeom>
            <a:avLst/>
            <a:gdLst/>
            <a:ahLst/>
            <a:cxnLst/>
            <a:rect l="l" t="t" r="r" b="b"/>
            <a:pathLst>
              <a:path w="62230" h="77470">
                <a:moveTo>
                  <a:pt x="33212" y="77043"/>
                </a:moveTo>
                <a:lnTo>
                  <a:pt x="19493" y="74158"/>
                </a:lnTo>
                <a:lnTo>
                  <a:pt x="9024" y="66146"/>
                </a:lnTo>
                <a:lnTo>
                  <a:pt x="2346" y="53970"/>
                </a:lnTo>
                <a:lnTo>
                  <a:pt x="0" y="38594"/>
                </a:lnTo>
                <a:lnTo>
                  <a:pt x="2398" y="23093"/>
                </a:lnTo>
                <a:lnTo>
                  <a:pt x="9151" y="10878"/>
                </a:lnTo>
                <a:lnTo>
                  <a:pt x="19595" y="2873"/>
                </a:lnTo>
                <a:lnTo>
                  <a:pt x="33067" y="0"/>
                </a:lnTo>
                <a:lnTo>
                  <a:pt x="43640" y="1679"/>
                </a:lnTo>
                <a:lnTo>
                  <a:pt x="52346" y="6418"/>
                </a:lnTo>
                <a:lnTo>
                  <a:pt x="58587" y="13766"/>
                </a:lnTo>
                <a:lnTo>
                  <a:pt x="61770" y="23273"/>
                </a:lnTo>
                <a:lnTo>
                  <a:pt x="52412" y="23273"/>
                </a:lnTo>
                <a:lnTo>
                  <a:pt x="50618" y="15127"/>
                </a:lnTo>
                <a:lnTo>
                  <a:pt x="43685" y="8387"/>
                </a:lnTo>
                <a:lnTo>
                  <a:pt x="33212" y="8387"/>
                </a:lnTo>
                <a:lnTo>
                  <a:pt x="23540" y="10559"/>
                </a:lnTo>
                <a:lnTo>
                  <a:pt x="16018" y="16672"/>
                </a:lnTo>
                <a:lnTo>
                  <a:pt x="11141" y="26122"/>
                </a:lnTo>
                <a:lnTo>
                  <a:pt x="9406" y="38303"/>
                </a:lnTo>
                <a:lnTo>
                  <a:pt x="11107" y="50599"/>
                </a:lnTo>
                <a:lnTo>
                  <a:pt x="15927" y="60158"/>
                </a:lnTo>
                <a:lnTo>
                  <a:pt x="23438" y="66353"/>
                </a:lnTo>
                <a:lnTo>
                  <a:pt x="33212" y="68558"/>
                </a:lnTo>
                <a:lnTo>
                  <a:pt x="42861" y="68558"/>
                </a:lnTo>
                <a:lnTo>
                  <a:pt x="50424" y="62934"/>
                </a:lnTo>
                <a:lnTo>
                  <a:pt x="52461" y="53624"/>
                </a:lnTo>
                <a:lnTo>
                  <a:pt x="61818" y="53624"/>
                </a:lnTo>
                <a:lnTo>
                  <a:pt x="58740" y="62990"/>
                </a:lnTo>
                <a:lnTo>
                  <a:pt x="52679" y="70406"/>
                </a:lnTo>
                <a:lnTo>
                  <a:pt x="44036" y="75286"/>
                </a:lnTo>
                <a:lnTo>
                  <a:pt x="33212" y="7704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872976" y="8285707"/>
            <a:ext cx="34290" cy="99695"/>
          </a:xfrm>
          <a:custGeom>
            <a:avLst/>
            <a:gdLst/>
            <a:ahLst/>
            <a:cxnLst/>
            <a:rect l="l" t="t" r="r" b="b"/>
            <a:pathLst>
              <a:path w="34290" h="99695">
                <a:moveTo>
                  <a:pt x="33891" y="99298"/>
                </a:moveTo>
                <a:lnTo>
                  <a:pt x="24097" y="99298"/>
                </a:lnTo>
                <a:lnTo>
                  <a:pt x="24097" y="10181"/>
                </a:lnTo>
                <a:lnTo>
                  <a:pt x="23515" y="10181"/>
                </a:lnTo>
                <a:lnTo>
                  <a:pt x="0" y="25697"/>
                </a:lnTo>
                <a:lnTo>
                  <a:pt x="0" y="15709"/>
                </a:lnTo>
                <a:lnTo>
                  <a:pt x="23757" y="0"/>
                </a:lnTo>
                <a:lnTo>
                  <a:pt x="33891" y="0"/>
                </a:lnTo>
                <a:lnTo>
                  <a:pt x="33891" y="9929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3932323" y="8284350"/>
            <a:ext cx="308464" cy="10201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37342" y="1922282"/>
            <a:ext cx="161925" cy="321945"/>
          </a:xfrm>
          <a:custGeom>
            <a:avLst/>
            <a:gdLst/>
            <a:ahLst/>
            <a:cxnLst/>
            <a:rect l="l" t="t" r="r" b="b"/>
            <a:pathLst>
              <a:path w="161925" h="321944">
                <a:moveTo>
                  <a:pt x="72923" y="118592"/>
                </a:moveTo>
                <a:lnTo>
                  <a:pt x="72923" y="0"/>
                </a:lnTo>
                <a:lnTo>
                  <a:pt x="0" y="0"/>
                </a:lnTo>
                <a:lnTo>
                  <a:pt x="0" y="321892"/>
                </a:lnTo>
                <a:lnTo>
                  <a:pt x="72923" y="321892"/>
                </a:lnTo>
                <a:lnTo>
                  <a:pt x="72923" y="181939"/>
                </a:lnTo>
                <a:lnTo>
                  <a:pt x="161314" y="181939"/>
                </a:lnTo>
                <a:lnTo>
                  <a:pt x="161314" y="118592"/>
                </a:lnTo>
                <a:lnTo>
                  <a:pt x="72923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62973" y="1937751"/>
            <a:ext cx="429259" cy="289560"/>
          </a:xfrm>
          <a:custGeom>
            <a:avLst/>
            <a:gdLst/>
            <a:ahLst/>
            <a:cxnLst/>
            <a:rect l="l" t="t" r="r" b="b"/>
            <a:pathLst>
              <a:path w="429260" h="289560">
                <a:moveTo>
                  <a:pt x="428699" y="262228"/>
                </a:moveTo>
                <a:lnTo>
                  <a:pt x="428699" y="207720"/>
                </a:lnTo>
                <a:lnTo>
                  <a:pt x="392663" y="219126"/>
                </a:lnTo>
                <a:lnTo>
                  <a:pt x="346476" y="227700"/>
                </a:lnTo>
                <a:lnTo>
                  <a:pt x="291864" y="233098"/>
                </a:lnTo>
                <a:lnTo>
                  <a:pt x="230554" y="234974"/>
                </a:lnTo>
                <a:lnTo>
                  <a:pt x="72186" y="234974"/>
                </a:lnTo>
                <a:lnTo>
                  <a:pt x="72186" y="170153"/>
                </a:lnTo>
                <a:lnTo>
                  <a:pt x="371244" y="170153"/>
                </a:lnTo>
                <a:lnTo>
                  <a:pt x="371244" y="117855"/>
                </a:lnTo>
                <a:lnTo>
                  <a:pt x="72186" y="117855"/>
                </a:lnTo>
                <a:lnTo>
                  <a:pt x="72186" y="54508"/>
                </a:lnTo>
                <a:lnTo>
                  <a:pt x="383766" y="54508"/>
                </a:lnTo>
                <a:lnTo>
                  <a:pt x="383766" y="0"/>
                </a:lnTo>
                <a:lnTo>
                  <a:pt x="0" y="0"/>
                </a:lnTo>
                <a:lnTo>
                  <a:pt x="0" y="289482"/>
                </a:lnTo>
                <a:lnTo>
                  <a:pt x="224662" y="289482"/>
                </a:lnTo>
                <a:lnTo>
                  <a:pt x="288653" y="287606"/>
                </a:lnTo>
                <a:lnTo>
                  <a:pt x="345463" y="282208"/>
                </a:lnTo>
                <a:lnTo>
                  <a:pt x="392882" y="273634"/>
                </a:lnTo>
                <a:lnTo>
                  <a:pt x="428699" y="262228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83598" y="2278795"/>
            <a:ext cx="542290" cy="264795"/>
          </a:xfrm>
          <a:custGeom>
            <a:avLst/>
            <a:gdLst/>
            <a:ahLst/>
            <a:cxnLst/>
            <a:rect l="l" t="t" r="r" b="b"/>
            <a:pathLst>
              <a:path w="542290" h="264794">
                <a:moveTo>
                  <a:pt x="72923" y="157631"/>
                </a:moveTo>
                <a:lnTo>
                  <a:pt x="526666" y="157631"/>
                </a:lnTo>
                <a:lnTo>
                  <a:pt x="526666" y="0"/>
                </a:lnTo>
                <a:lnTo>
                  <a:pt x="0" y="0"/>
                </a:lnTo>
                <a:lnTo>
                  <a:pt x="0" y="54508"/>
                </a:lnTo>
                <a:lnTo>
                  <a:pt x="455216" y="54508"/>
                </a:lnTo>
                <a:lnTo>
                  <a:pt x="455216" y="106069"/>
                </a:lnTo>
                <a:lnTo>
                  <a:pt x="1473" y="106069"/>
                </a:lnTo>
                <a:lnTo>
                  <a:pt x="1473" y="264438"/>
                </a:lnTo>
                <a:lnTo>
                  <a:pt x="542135" y="264438"/>
                </a:lnTo>
                <a:lnTo>
                  <a:pt x="542135" y="209930"/>
                </a:lnTo>
                <a:lnTo>
                  <a:pt x="72923" y="209930"/>
                </a:lnTo>
                <a:lnTo>
                  <a:pt x="72923" y="15763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64214" y="1917863"/>
            <a:ext cx="597535" cy="338455"/>
          </a:xfrm>
          <a:custGeom>
            <a:avLst/>
            <a:gdLst/>
            <a:ahLst/>
            <a:cxnLst/>
            <a:rect l="l" t="t" r="r" b="b"/>
            <a:pathLst>
              <a:path w="597534" h="338455">
                <a:moveTo>
                  <a:pt x="292428" y="182676"/>
                </a:moveTo>
                <a:lnTo>
                  <a:pt x="563496" y="337361"/>
                </a:lnTo>
                <a:lnTo>
                  <a:pt x="597380" y="276223"/>
                </a:lnTo>
                <a:lnTo>
                  <a:pt x="327785" y="126694"/>
                </a:lnTo>
                <a:lnTo>
                  <a:pt x="340192" y="99521"/>
                </a:lnTo>
                <a:lnTo>
                  <a:pt x="350804" y="71173"/>
                </a:lnTo>
                <a:lnTo>
                  <a:pt x="359482" y="41859"/>
                </a:lnTo>
                <a:lnTo>
                  <a:pt x="366088" y="11785"/>
                </a:lnTo>
                <a:lnTo>
                  <a:pt x="290955" y="0"/>
                </a:lnTo>
                <a:lnTo>
                  <a:pt x="278261" y="48432"/>
                </a:lnTo>
                <a:lnTo>
                  <a:pt x="258862" y="94021"/>
                </a:lnTo>
                <a:lnTo>
                  <a:pt x="233528" y="135997"/>
                </a:lnTo>
                <a:lnTo>
                  <a:pt x="203028" y="173590"/>
                </a:lnTo>
                <a:lnTo>
                  <a:pt x="168134" y="206029"/>
                </a:lnTo>
                <a:lnTo>
                  <a:pt x="129613" y="232546"/>
                </a:lnTo>
                <a:lnTo>
                  <a:pt x="88238" y="252369"/>
                </a:lnTo>
                <a:lnTo>
                  <a:pt x="44776" y="264730"/>
                </a:lnTo>
                <a:lnTo>
                  <a:pt x="0" y="268857"/>
                </a:lnTo>
                <a:lnTo>
                  <a:pt x="0" y="338097"/>
                </a:lnTo>
                <a:lnTo>
                  <a:pt x="48707" y="334243"/>
                </a:lnTo>
                <a:lnTo>
                  <a:pt x="95985" y="323585"/>
                </a:lnTo>
                <a:lnTo>
                  <a:pt x="141304" y="306535"/>
                </a:lnTo>
                <a:lnTo>
                  <a:pt x="184136" y="283508"/>
                </a:lnTo>
                <a:lnTo>
                  <a:pt x="223953" y="254914"/>
                </a:lnTo>
                <a:lnTo>
                  <a:pt x="260226" y="221165"/>
                </a:lnTo>
                <a:lnTo>
                  <a:pt x="292428" y="18267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9481" y="2322254"/>
            <a:ext cx="628650" cy="243840"/>
          </a:xfrm>
          <a:custGeom>
            <a:avLst/>
            <a:gdLst/>
            <a:ahLst/>
            <a:cxnLst/>
            <a:rect l="l" t="t" r="r" b="b"/>
            <a:pathLst>
              <a:path w="628650" h="243839">
                <a:moveTo>
                  <a:pt x="628317" y="0"/>
                </a:moveTo>
                <a:lnTo>
                  <a:pt x="0" y="0"/>
                </a:lnTo>
                <a:lnTo>
                  <a:pt x="0" y="67766"/>
                </a:lnTo>
                <a:lnTo>
                  <a:pt x="276223" y="67766"/>
                </a:lnTo>
                <a:lnTo>
                  <a:pt x="276223" y="243813"/>
                </a:lnTo>
                <a:lnTo>
                  <a:pt x="350620" y="243813"/>
                </a:lnTo>
                <a:lnTo>
                  <a:pt x="350620" y="67766"/>
                </a:lnTo>
                <a:lnTo>
                  <a:pt x="628317" y="67766"/>
                </a:lnTo>
                <a:lnTo>
                  <a:pt x="62831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06130" y="1929648"/>
            <a:ext cx="540385" cy="213995"/>
          </a:xfrm>
          <a:custGeom>
            <a:avLst/>
            <a:gdLst/>
            <a:ahLst/>
            <a:cxnLst/>
            <a:rect l="l" t="t" r="r" b="b"/>
            <a:pathLst>
              <a:path w="540384" h="213994">
                <a:moveTo>
                  <a:pt x="467002" y="213613"/>
                </a:moveTo>
                <a:lnTo>
                  <a:pt x="539925" y="213613"/>
                </a:lnTo>
                <a:lnTo>
                  <a:pt x="539925" y="0"/>
                </a:lnTo>
                <a:lnTo>
                  <a:pt x="0" y="0"/>
                </a:lnTo>
                <a:lnTo>
                  <a:pt x="0" y="61874"/>
                </a:lnTo>
                <a:lnTo>
                  <a:pt x="467002" y="61874"/>
                </a:lnTo>
                <a:lnTo>
                  <a:pt x="467002" y="21361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64144" y="2064445"/>
            <a:ext cx="628650" cy="183515"/>
          </a:xfrm>
          <a:custGeom>
            <a:avLst/>
            <a:gdLst/>
            <a:ahLst/>
            <a:cxnLst/>
            <a:rect l="l" t="t" r="r" b="b"/>
            <a:pathLst>
              <a:path w="628650" h="183514">
                <a:moveTo>
                  <a:pt x="309370" y="123011"/>
                </a:moveTo>
                <a:lnTo>
                  <a:pt x="309370" y="0"/>
                </a:lnTo>
                <a:lnTo>
                  <a:pt x="235710" y="0"/>
                </a:lnTo>
                <a:lnTo>
                  <a:pt x="235710" y="123011"/>
                </a:lnTo>
                <a:lnTo>
                  <a:pt x="0" y="123011"/>
                </a:lnTo>
                <a:lnTo>
                  <a:pt x="0" y="183412"/>
                </a:lnTo>
                <a:lnTo>
                  <a:pt x="628317" y="183412"/>
                </a:lnTo>
                <a:lnTo>
                  <a:pt x="628317" y="123011"/>
                </a:lnTo>
                <a:lnTo>
                  <a:pt x="309370" y="12301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01710" y="2306786"/>
            <a:ext cx="552450" cy="245745"/>
          </a:xfrm>
          <a:custGeom>
            <a:avLst/>
            <a:gdLst/>
            <a:ahLst/>
            <a:cxnLst/>
            <a:rect l="l" t="t" r="r" b="b"/>
            <a:pathLst>
              <a:path w="552450" h="245744">
                <a:moveTo>
                  <a:pt x="276223" y="0"/>
                </a:moveTo>
                <a:lnTo>
                  <a:pt x="213608" y="2018"/>
                </a:lnTo>
                <a:lnTo>
                  <a:pt x="155748" y="8392"/>
                </a:lnTo>
                <a:lnTo>
                  <a:pt x="104420" y="19598"/>
                </a:lnTo>
                <a:lnTo>
                  <a:pt x="61403" y="36112"/>
                </a:lnTo>
                <a:lnTo>
                  <a:pt x="28476" y="58412"/>
                </a:lnTo>
                <a:lnTo>
                  <a:pt x="0" y="122275"/>
                </a:lnTo>
                <a:lnTo>
                  <a:pt x="7415" y="156920"/>
                </a:lnTo>
                <a:lnTo>
                  <a:pt x="61403" y="207799"/>
                </a:lnTo>
                <a:lnTo>
                  <a:pt x="104420" y="224702"/>
                </a:lnTo>
                <a:lnTo>
                  <a:pt x="155748" y="236361"/>
                </a:lnTo>
                <a:lnTo>
                  <a:pt x="213608" y="243111"/>
                </a:lnTo>
                <a:lnTo>
                  <a:pt x="276223" y="245286"/>
                </a:lnTo>
                <a:lnTo>
                  <a:pt x="338838" y="243111"/>
                </a:lnTo>
                <a:lnTo>
                  <a:pt x="396699" y="236361"/>
                </a:lnTo>
                <a:lnTo>
                  <a:pt x="448026" y="224702"/>
                </a:lnTo>
                <a:lnTo>
                  <a:pt x="491043" y="207799"/>
                </a:lnTo>
                <a:lnTo>
                  <a:pt x="523971" y="185317"/>
                </a:lnTo>
                <a:lnTo>
                  <a:pt x="552447" y="122275"/>
                </a:lnTo>
                <a:lnTo>
                  <a:pt x="545032" y="87901"/>
                </a:lnTo>
                <a:lnTo>
                  <a:pt x="491043" y="37349"/>
                </a:lnTo>
                <a:lnTo>
                  <a:pt x="448026" y="20525"/>
                </a:lnTo>
                <a:lnTo>
                  <a:pt x="396699" y="8907"/>
                </a:lnTo>
                <a:lnTo>
                  <a:pt x="338838" y="2173"/>
                </a:lnTo>
                <a:lnTo>
                  <a:pt x="2762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78316" y="2364977"/>
            <a:ext cx="399415" cy="128905"/>
          </a:xfrm>
          <a:custGeom>
            <a:avLst/>
            <a:gdLst/>
            <a:ahLst/>
            <a:cxnLst/>
            <a:rect l="l" t="t" r="r" b="b"/>
            <a:pathLst>
              <a:path w="399415" h="128905">
                <a:moveTo>
                  <a:pt x="199617" y="128904"/>
                </a:moveTo>
                <a:lnTo>
                  <a:pt x="139823" y="126476"/>
                </a:lnTo>
                <a:lnTo>
                  <a:pt x="85439" y="119028"/>
                </a:lnTo>
                <a:lnTo>
                  <a:pt x="40990" y="106311"/>
                </a:lnTo>
                <a:lnTo>
                  <a:pt x="0" y="64083"/>
                </a:lnTo>
                <a:lnTo>
                  <a:pt x="11001" y="39599"/>
                </a:lnTo>
                <a:lnTo>
                  <a:pt x="40990" y="21479"/>
                </a:lnTo>
                <a:lnTo>
                  <a:pt x="85439" y="9192"/>
                </a:lnTo>
                <a:lnTo>
                  <a:pt x="139823" y="2209"/>
                </a:lnTo>
                <a:lnTo>
                  <a:pt x="199617" y="0"/>
                </a:lnTo>
                <a:lnTo>
                  <a:pt x="259411" y="2421"/>
                </a:lnTo>
                <a:lnTo>
                  <a:pt x="313796" y="9829"/>
                </a:lnTo>
                <a:lnTo>
                  <a:pt x="358245" y="22433"/>
                </a:lnTo>
                <a:lnTo>
                  <a:pt x="388233" y="40448"/>
                </a:lnTo>
                <a:lnTo>
                  <a:pt x="399235" y="64083"/>
                </a:lnTo>
                <a:lnTo>
                  <a:pt x="388233" y="88079"/>
                </a:lnTo>
                <a:lnTo>
                  <a:pt x="358245" y="106311"/>
                </a:lnTo>
                <a:lnTo>
                  <a:pt x="313796" y="119028"/>
                </a:lnTo>
                <a:lnTo>
                  <a:pt x="259411" y="126476"/>
                </a:lnTo>
                <a:lnTo>
                  <a:pt x="199617" y="128904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69776" y="1922282"/>
            <a:ext cx="195580" cy="353695"/>
          </a:xfrm>
          <a:custGeom>
            <a:avLst/>
            <a:gdLst/>
            <a:ahLst/>
            <a:cxnLst/>
            <a:rect l="l" t="t" r="r" b="b"/>
            <a:pathLst>
              <a:path w="195579" h="353694">
                <a:moveTo>
                  <a:pt x="0" y="118592"/>
                </a:moveTo>
                <a:lnTo>
                  <a:pt x="0" y="181939"/>
                </a:lnTo>
                <a:lnTo>
                  <a:pt x="122275" y="181939"/>
                </a:lnTo>
                <a:lnTo>
                  <a:pt x="122275" y="353566"/>
                </a:lnTo>
                <a:lnTo>
                  <a:pt x="195198" y="353566"/>
                </a:lnTo>
                <a:lnTo>
                  <a:pt x="195198" y="0"/>
                </a:lnTo>
                <a:lnTo>
                  <a:pt x="122275" y="0"/>
                </a:lnTo>
                <a:lnTo>
                  <a:pt x="122275" y="118592"/>
                </a:lnTo>
                <a:lnTo>
                  <a:pt x="0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85272" y="1938487"/>
            <a:ext cx="430530" cy="319405"/>
          </a:xfrm>
          <a:custGeom>
            <a:avLst/>
            <a:gdLst/>
            <a:ahLst/>
            <a:cxnLst/>
            <a:rect l="l" t="t" r="r" b="b"/>
            <a:pathLst>
              <a:path w="430529" h="319405">
                <a:moveTo>
                  <a:pt x="209193" y="194461"/>
                </a:moveTo>
                <a:lnTo>
                  <a:pt x="394079" y="313053"/>
                </a:lnTo>
                <a:lnTo>
                  <a:pt x="430172" y="258545"/>
                </a:lnTo>
                <a:lnTo>
                  <a:pt x="236447" y="136270"/>
                </a:lnTo>
                <a:lnTo>
                  <a:pt x="241534" y="118442"/>
                </a:lnTo>
                <a:lnTo>
                  <a:pt x="245655" y="100269"/>
                </a:lnTo>
                <a:lnTo>
                  <a:pt x="248670" y="81681"/>
                </a:lnTo>
                <a:lnTo>
                  <a:pt x="250442" y="62610"/>
                </a:lnTo>
                <a:lnTo>
                  <a:pt x="409547" y="62610"/>
                </a:lnTo>
                <a:lnTo>
                  <a:pt x="409547" y="0"/>
                </a:lnTo>
                <a:lnTo>
                  <a:pt x="8102" y="0"/>
                </a:lnTo>
                <a:lnTo>
                  <a:pt x="8102" y="62610"/>
                </a:lnTo>
                <a:lnTo>
                  <a:pt x="177519" y="62610"/>
                </a:lnTo>
                <a:lnTo>
                  <a:pt x="168513" y="111321"/>
                </a:lnTo>
                <a:lnTo>
                  <a:pt x="150647" y="154467"/>
                </a:lnTo>
                <a:lnTo>
                  <a:pt x="124392" y="191146"/>
                </a:lnTo>
                <a:lnTo>
                  <a:pt x="90219" y="220460"/>
                </a:lnTo>
                <a:lnTo>
                  <a:pt x="48598" y="241508"/>
                </a:lnTo>
                <a:lnTo>
                  <a:pt x="0" y="253389"/>
                </a:lnTo>
                <a:lnTo>
                  <a:pt x="0" y="318946"/>
                </a:lnTo>
                <a:lnTo>
                  <a:pt x="53223" y="309182"/>
                </a:lnTo>
                <a:lnTo>
                  <a:pt x="101214" y="291038"/>
                </a:lnTo>
                <a:lnTo>
                  <a:pt x="143512" y="265328"/>
                </a:lnTo>
                <a:lnTo>
                  <a:pt x="179658" y="232864"/>
                </a:lnTo>
                <a:lnTo>
                  <a:pt x="209193" y="19446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26522" y="2296473"/>
            <a:ext cx="544195" cy="255270"/>
          </a:xfrm>
          <a:custGeom>
            <a:avLst/>
            <a:gdLst/>
            <a:ahLst/>
            <a:cxnLst/>
            <a:rect l="l" t="t" r="r" b="b"/>
            <a:pathLst>
              <a:path w="544195" h="255269">
                <a:moveTo>
                  <a:pt x="271804" y="0"/>
                </a:moveTo>
                <a:lnTo>
                  <a:pt x="208738" y="2226"/>
                </a:lnTo>
                <a:lnTo>
                  <a:pt x="151238" y="9156"/>
                </a:lnTo>
                <a:lnTo>
                  <a:pt x="100812" y="21163"/>
                </a:lnTo>
                <a:lnTo>
                  <a:pt x="58968" y="38620"/>
                </a:lnTo>
                <a:lnTo>
                  <a:pt x="27213" y="61902"/>
                </a:lnTo>
                <a:lnTo>
                  <a:pt x="0" y="127431"/>
                </a:lnTo>
                <a:lnTo>
                  <a:pt x="7054" y="163481"/>
                </a:lnTo>
                <a:lnTo>
                  <a:pt x="58968" y="216241"/>
                </a:lnTo>
                <a:lnTo>
                  <a:pt x="100812" y="233698"/>
                </a:lnTo>
                <a:lnTo>
                  <a:pt x="151238" y="245705"/>
                </a:lnTo>
                <a:lnTo>
                  <a:pt x="208738" y="252635"/>
                </a:lnTo>
                <a:lnTo>
                  <a:pt x="271804" y="254862"/>
                </a:lnTo>
                <a:lnTo>
                  <a:pt x="334870" y="252635"/>
                </a:lnTo>
                <a:lnTo>
                  <a:pt x="392369" y="245705"/>
                </a:lnTo>
                <a:lnTo>
                  <a:pt x="442795" y="233698"/>
                </a:lnTo>
                <a:lnTo>
                  <a:pt x="484639" y="216241"/>
                </a:lnTo>
                <a:lnTo>
                  <a:pt x="516395" y="192960"/>
                </a:lnTo>
                <a:lnTo>
                  <a:pt x="543608" y="127431"/>
                </a:lnTo>
                <a:lnTo>
                  <a:pt x="536553" y="91380"/>
                </a:lnTo>
                <a:lnTo>
                  <a:pt x="484639" y="38620"/>
                </a:lnTo>
                <a:lnTo>
                  <a:pt x="442795" y="21163"/>
                </a:lnTo>
                <a:lnTo>
                  <a:pt x="392369" y="9156"/>
                </a:lnTo>
                <a:lnTo>
                  <a:pt x="334870" y="2226"/>
                </a:lnTo>
                <a:lnTo>
                  <a:pt x="271804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03864" y="2356138"/>
            <a:ext cx="389255" cy="135890"/>
          </a:xfrm>
          <a:custGeom>
            <a:avLst/>
            <a:gdLst/>
            <a:ahLst/>
            <a:cxnLst/>
            <a:rect l="l" t="t" r="r" b="b"/>
            <a:pathLst>
              <a:path w="389254" h="135889">
                <a:moveTo>
                  <a:pt x="194461" y="135533"/>
                </a:moveTo>
                <a:lnTo>
                  <a:pt x="132658" y="132940"/>
                </a:lnTo>
                <a:lnTo>
                  <a:pt x="79234" y="125044"/>
                </a:lnTo>
                <a:lnTo>
                  <a:pt x="37265" y="111668"/>
                </a:lnTo>
                <a:lnTo>
                  <a:pt x="0" y="67766"/>
                </a:lnTo>
                <a:lnTo>
                  <a:pt x="9829" y="42899"/>
                </a:lnTo>
                <a:lnTo>
                  <a:pt x="37265" y="23865"/>
                </a:lnTo>
                <a:lnTo>
                  <a:pt x="79234" y="10489"/>
                </a:lnTo>
                <a:lnTo>
                  <a:pt x="132658" y="2592"/>
                </a:lnTo>
                <a:lnTo>
                  <a:pt x="194461" y="0"/>
                </a:lnTo>
                <a:lnTo>
                  <a:pt x="256264" y="2592"/>
                </a:lnTo>
                <a:lnTo>
                  <a:pt x="309688" y="10489"/>
                </a:lnTo>
                <a:lnTo>
                  <a:pt x="351657" y="23865"/>
                </a:lnTo>
                <a:lnTo>
                  <a:pt x="379093" y="42899"/>
                </a:lnTo>
                <a:lnTo>
                  <a:pt x="388923" y="67766"/>
                </a:lnTo>
                <a:lnTo>
                  <a:pt x="379093" y="92634"/>
                </a:lnTo>
                <a:lnTo>
                  <a:pt x="351657" y="111668"/>
                </a:lnTo>
                <a:lnTo>
                  <a:pt x="309688" y="125044"/>
                </a:lnTo>
                <a:lnTo>
                  <a:pt x="256264" y="132940"/>
                </a:lnTo>
                <a:lnTo>
                  <a:pt x="194461" y="13553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801706" y="1922282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0"/>
                </a:moveTo>
                <a:lnTo>
                  <a:pt x="0" y="629053"/>
                </a:ln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23654" y="1940697"/>
            <a:ext cx="356870" cy="573405"/>
          </a:xfrm>
          <a:custGeom>
            <a:avLst/>
            <a:gdLst/>
            <a:ahLst/>
            <a:cxnLst/>
            <a:rect l="l" t="t" r="r" b="b"/>
            <a:pathLst>
              <a:path w="356870" h="573405">
                <a:moveTo>
                  <a:pt x="284326" y="216559"/>
                </a:moveTo>
                <a:lnTo>
                  <a:pt x="72186" y="216559"/>
                </a:lnTo>
                <a:lnTo>
                  <a:pt x="72186" y="0"/>
                </a:lnTo>
                <a:lnTo>
                  <a:pt x="0" y="0"/>
                </a:lnTo>
                <a:lnTo>
                  <a:pt x="0" y="573072"/>
                </a:lnTo>
                <a:lnTo>
                  <a:pt x="356512" y="573072"/>
                </a:lnTo>
                <a:lnTo>
                  <a:pt x="356512" y="0"/>
                </a:lnTo>
                <a:lnTo>
                  <a:pt x="284326" y="0"/>
                </a:lnTo>
                <a:lnTo>
                  <a:pt x="284326" y="21655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95841" y="2224287"/>
            <a:ext cx="212725" cy="222885"/>
          </a:xfrm>
          <a:custGeom>
            <a:avLst/>
            <a:gdLst/>
            <a:ahLst/>
            <a:cxnLst/>
            <a:rect l="l" t="t" r="r" b="b"/>
            <a:pathLst>
              <a:path w="212725" h="222885">
                <a:moveTo>
                  <a:pt x="0" y="222452"/>
                </a:moveTo>
                <a:lnTo>
                  <a:pt x="0" y="0"/>
                </a:lnTo>
                <a:lnTo>
                  <a:pt x="212139" y="0"/>
                </a:lnTo>
                <a:lnTo>
                  <a:pt x="212139" y="222452"/>
                </a:lnTo>
                <a:lnTo>
                  <a:pt x="0" y="2224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996167" y="1918599"/>
            <a:ext cx="628650" cy="357505"/>
          </a:xfrm>
          <a:custGeom>
            <a:avLst/>
            <a:gdLst/>
            <a:ahLst/>
            <a:cxnLst/>
            <a:rect l="l" t="t" r="r" b="b"/>
            <a:pathLst>
              <a:path w="628650" h="357505">
                <a:moveTo>
                  <a:pt x="489836" y="298321"/>
                </a:moveTo>
                <a:lnTo>
                  <a:pt x="489836" y="219505"/>
                </a:lnTo>
                <a:lnTo>
                  <a:pt x="531822" y="203036"/>
                </a:lnTo>
                <a:lnTo>
                  <a:pt x="563864" y="181110"/>
                </a:lnTo>
                <a:lnTo>
                  <a:pt x="584305" y="153522"/>
                </a:lnTo>
                <a:lnTo>
                  <a:pt x="591487" y="120065"/>
                </a:lnTo>
                <a:lnTo>
                  <a:pt x="584106" y="86510"/>
                </a:lnTo>
                <a:lnTo>
                  <a:pt x="530199" y="36937"/>
                </a:lnTo>
                <a:lnTo>
                  <a:pt x="487100" y="20351"/>
                </a:lnTo>
                <a:lnTo>
                  <a:pt x="435524" y="8856"/>
                </a:lnTo>
                <a:lnTo>
                  <a:pt x="377182" y="2166"/>
                </a:lnTo>
                <a:lnTo>
                  <a:pt x="313790" y="0"/>
                </a:lnTo>
                <a:lnTo>
                  <a:pt x="250397" y="2166"/>
                </a:lnTo>
                <a:lnTo>
                  <a:pt x="192056" y="8856"/>
                </a:lnTo>
                <a:lnTo>
                  <a:pt x="140479" y="20351"/>
                </a:lnTo>
                <a:lnTo>
                  <a:pt x="97381" y="36937"/>
                </a:lnTo>
                <a:lnTo>
                  <a:pt x="64474" y="58895"/>
                </a:lnTo>
                <a:lnTo>
                  <a:pt x="36093" y="120065"/>
                </a:lnTo>
                <a:lnTo>
                  <a:pt x="43275" y="153522"/>
                </a:lnTo>
                <a:lnTo>
                  <a:pt x="63715" y="181110"/>
                </a:lnTo>
                <a:lnTo>
                  <a:pt x="95757" y="203036"/>
                </a:lnTo>
                <a:lnTo>
                  <a:pt x="137743" y="219505"/>
                </a:lnTo>
                <a:lnTo>
                  <a:pt x="137743" y="298321"/>
                </a:lnTo>
                <a:lnTo>
                  <a:pt x="0" y="298321"/>
                </a:lnTo>
                <a:lnTo>
                  <a:pt x="0" y="357249"/>
                </a:lnTo>
                <a:lnTo>
                  <a:pt x="628317" y="357249"/>
                </a:lnTo>
                <a:lnTo>
                  <a:pt x="628317" y="298321"/>
                </a:lnTo>
                <a:lnTo>
                  <a:pt x="489836" y="29832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109603" y="1976054"/>
            <a:ext cx="401320" cy="126364"/>
          </a:xfrm>
          <a:custGeom>
            <a:avLst/>
            <a:gdLst/>
            <a:ahLst/>
            <a:cxnLst/>
            <a:rect l="l" t="t" r="r" b="b"/>
            <a:pathLst>
              <a:path w="401320" h="126364">
                <a:moveTo>
                  <a:pt x="0" y="62610"/>
                </a:moveTo>
                <a:lnTo>
                  <a:pt x="38915" y="21797"/>
                </a:lnTo>
                <a:lnTo>
                  <a:pt x="82416" y="9522"/>
                </a:lnTo>
                <a:lnTo>
                  <a:pt x="137372" y="2339"/>
                </a:lnTo>
                <a:lnTo>
                  <a:pt x="200354" y="0"/>
                </a:lnTo>
                <a:lnTo>
                  <a:pt x="263336" y="2339"/>
                </a:lnTo>
                <a:lnTo>
                  <a:pt x="318292" y="9522"/>
                </a:lnTo>
                <a:lnTo>
                  <a:pt x="361792" y="21797"/>
                </a:lnTo>
                <a:lnTo>
                  <a:pt x="390408" y="39410"/>
                </a:lnTo>
                <a:lnTo>
                  <a:pt x="400708" y="62610"/>
                </a:lnTo>
                <a:lnTo>
                  <a:pt x="390408" y="86170"/>
                </a:lnTo>
                <a:lnTo>
                  <a:pt x="361792" y="104001"/>
                </a:lnTo>
                <a:lnTo>
                  <a:pt x="318292" y="116388"/>
                </a:lnTo>
                <a:lnTo>
                  <a:pt x="263336" y="123612"/>
                </a:lnTo>
                <a:lnTo>
                  <a:pt x="200354" y="125958"/>
                </a:lnTo>
                <a:lnTo>
                  <a:pt x="137372" y="123612"/>
                </a:lnTo>
                <a:lnTo>
                  <a:pt x="82416" y="116388"/>
                </a:lnTo>
                <a:lnTo>
                  <a:pt x="38915" y="104001"/>
                </a:lnTo>
                <a:lnTo>
                  <a:pt x="10300" y="86170"/>
                </a:lnTo>
                <a:lnTo>
                  <a:pt x="0" y="626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198731" y="2146208"/>
            <a:ext cx="222452" cy="78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033734" y="2324464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276223" y="0"/>
                </a:moveTo>
                <a:lnTo>
                  <a:pt x="213608" y="1760"/>
                </a:lnTo>
                <a:lnTo>
                  <a:pt x="155748" y="7413"/>
                </a:lnTo>
                <a:lnTo>
                  <a:pt x="104420" y="17510"/>
                </a:lnTo>
                <a:lnTo>
                  <a:pt x="61403" y="32607"/>
                </a:lnTo>
                <a:lnTo>
                  <a:pt x="28476" y="53258"/>
                </a:lnTo>
                <a:lnTo>
                  <a:pt x="0" y="113435"/>
                </a:lnTo>
                <a:lnTo>
                  <a:pt x="7415" y="146937"/>
                </a:lnTo>
                <a:lnTo>
                  <a:pt x="61403" y="194843"/>
                </a:lnTo>
                <a:lnTo>
                  <a:pt x="104420" y="210254"/>
                </a:lnTo>
                <a:lnTo>
                  <a:pt x="155748" y="220639"/>
                </a:lnTo>
                <a:lnTo>
                  <a:pt x="213608" y="226502"/>
                </a:lnTo>
                <a:lnTo>
                  <a:pt x="276223" y="228345"/>
                </a:lnTo>
                <a:lnTo>
                  <a:pt x="338838" y="226502"/>
                </a:lnTo>
                <a:lnTo>
                  <a:pt x="396699" y="220639"/>
                </a:lnTo>
                <a:lnTo>
                  <a:pt x="448026" y="210254"/>
                </a:lnTo>
                <a:lnTo>
                  <a:pt x="491043" y="194843"/>
                </a:lnTo>
                <a:lnTo>
                  <a:pt x="523971" y="173905"/>
                </a:lnTo>
                <a:lnTo>
                  <a:pt x="552447" y="113435"/>
                </a:lnTo>
                <a:lnTo>
                  <a:pt x="545032" y="80016"/>
                </a:lnTo>
                <a:lnTo>
                  <a:pt x="491043" y="32607"/>
                </a:lnTo>
                <a:lnTo>
                  <a:pt x="448026" y="17510"/>
                </a:lnTo>
                <a:lnTo>
                  <a:pt x="396699" y="7413"/>
                </a:lnTo>
                <a:lnTo>
                  <a:pt x="338838" y="1760"/>
                </a:lnTo>
                <a:lnTo>
                  <a:pt x="2762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111076" y="2381919"/>
            <a:ext cx="398780" cy="113664"/>
          </a:xfrm>
          <a:custGeom>
            <a:avLst/>
            <a:gdLst/>
            <a:ahLst/>
            <a:cxnLst/>
            <a:rect l="l" t="t" r="r" b="b"/>
            <a:pathLst>
              <a:path w="398779" h="113664">
                <a:moveTo>
                  <a:pt x="198881" y="113435"/>
                </a:moveTo>
                <a:lnTo>
                  <a:pt x="139163" y="111632"/>
                </a:lnTo>
                <a:lnTo>
                  <a:pt x="84962" y="105728"/>
                </a:lnTo>
                <a:lnTo>
                  <a:pt x="40730" y="94979"/>
                </a:lnTo>
                <a:lnTo>
                  <a:pt x="0" y="55981"/>
                </a:lnTo>
                <a:lnTo>
                  <a:pt x="10925" y="33753"/>
                </a:lnTo>
                <a:lnTo>
                  <a:pt x="40730" y="17819"/>
                </a:lnTo>
                <a:lnTo>
                  <a:pt x="84962" y="7401"/>
                </a:lnTo>
                <a:lnTo>
                  <a:pt x="139163" y="1720"/>
                </a:lnTo>
                <a:lnTo>
                  <a:pt x="198881" y="0"/>
                </a:lnTo>
                <a:lnTo>
                  <a:pt x="258675" y="1720"/>
                </a:lnTo>
                <a:lnTo>
                  <a:pt x="313059" y="7401"/>
                </a:lnTo>
                <a:lnTo>
                  <a:pt x="357508" y="17819"/>
                </a:lnTo>
                <a:lnTo>
                  <a:pt x="387497" y="33753"/>
                </a:lnTo>
                <a:lnTo>
                  <a:pt x="398498" y="55981"/>
                </a:lnTo>
                <a:lnTo>
                  <a:pt x="387497" y="78644"/>
                </a:lnTo>
                <a:lnTo>
                  <a:pt x="357508" y="94979"/>
                </a:lnTo>
                <a:lnTo>
                  <a:pt x="313059" y="105728"/>
                </a:lnTo>
                <a:lnTo>
                  <a:pt x="258675" y="111632"/>
                </a:lnTo>
                <a:lnTo>
                  <a:pt x="198881" y="11343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424974" y="1922282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0"/>
                </a:moveTo>
                <a:lnTo>
                  <a:pt x="0" y="629053"/>
                </a:ln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946923" y="1940697"/>
            <a:ext cx="356870" cy="573405"/>
          </a:xfrm>
          <a:custGeom>
            <a:avLst/>
            <a:gdLst/>
            <a:ahLst/>
            <a:cxnLst/>
            <a:rect l="l" t="t" r="r" b="b"/>
            <a:pathLst>
              <a:path w="356870" h="573405">
                <a:moveTo>
                  <a:pt x="284326" y="216559"/>
                </a:moveTo>
                <a:lnTo>
                  <a:pt x="72186" y="216559"/>
                </a:lnTo>
                <a:lnTo>
                  <a:pt x="72186" y="0"/>
                </a:lnTo>
                <a:lnTo>
                  <a:pt x="0" y="0"/>
                </a:lnTo>
                <a:lnTo>
                  <a:pt x="0" y="573072"/>
                </a:lnTo>
                <a:lnTo>
                  <a:pt x="356512" y="573072"/>
                </a:lnTo>
                <a:lnTo>
                  <a:pt x="356512" y="0"/>
                </a:lnTo>
                <a:lnTo>
                  <a:pt x="284326" y="0"/>
                </a:lnTo>
                <a:lnTo>
                  <a:pt x="284326" y="21655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019109" y="2224287"/>
            <a:ext cx="212725" cy="222885"/>
          </a:xfrm>
          <a:custGeom>
            <a:avLst/>
            <a:gdLst/>
            <a:ahLst/>
            <a:cxnLst/>
            <a:rect l="l" t="t" r="r" b="b"/>
            <a:pathLst>
              <a:path w="212725" h="222885">
                <a:moveTo>
                  <a:pt x="0" y="222452"/>
                </a:moveTo>
                <a:lnTo>
                  <a:pt x="0" y="0"/>
                </a:lnTo>
                <a:lnTo>
                  <a:pt x="212139" y="0"/>
                </a:lnTo>
                <a:lnTo>
                  <a:pt x="212139" y="222452"/>
                </a:lnTo>
                <a:lnTo>
                  <a:pt x="0" y="2224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657002" y="1944380"/>
            <a:ext cx="550545" cy="415925"/>
          </a:xfrm>
          <a:custGeom>
            <a:avLst/>
            <a:gdLst/>
            <a:ahLst/>
            <a:cxnLst/>
            <a:rect l="l" t="t" r="r" b="b"/>
            <a:pathLst>
              <a:path w="550545" h="415925">
                <a:moveTo>
                  <a:pt x="475841" y="415440"/>
                </a:moveTo>
                <a:lnTo>
                  <a:pt x="550237" y="415440"/>
                </a:lnTo>
                <a:lnTo>
                  <a:pt x="550237" y="0"/>
                </a:lnTo>
                <a:lnTo>
                  <a:pt x="0" y="0"/>
                </a:lnTo>
                <a:lnTo>
                  <a:pt x="0" y="67766"/>
                </a:lnTo>
                <a:lnTo>
                  <a:pt x="475841" y="67766"/>
                </a:lnTo>
                <a:lnTo>
                  <a:pt x="475841" y="41544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19435" y="2201452"/>
            <a:ext cx="628650" cy="320040"/>
          </a:xfrm>
          <a:custGeom>
            <a:avLst/>
            <a:gdLst/>
            <a:ahLst/>
            <a:cxnLst/>
            <a:rect l="l" t="t" r="r" b="b"/>
            <a:pathLst>
              <a:path w="628650" h="320039">
                <a:moveTo>
                  <a:pt x="392606" y="252652"/>
                </a:moveTo>
                <a:lnTo>
                  <a:pt x="392606" y="0"/>
                </a:lnTo>
                <a:lnTo>
                  <a:pt x="318946" y="0"/>
                </a:lnTo>
                <a:lnTo>
                  <a:pt x="318946" y="252652"/>
                </a:lnTo>
                <a:lnTo>
                  <a:pt x="195198" y="252652"/>
                </a:lnTo>
                <a:lnTo>
                  <a:pt x="195198" y="0"/>
                </a:lnTo>
                <a:lnTo>
                  <a:pt x="122275" y="0"/>
                </a:lnTo>
                <a:lnTo>
                  <a:pt x="122275" y="252652"/>
                </a:lnTo>
                <a:lnTo>
                  <a:pt x="0" y="252652"/>
                </a:lnTo>
                <a:lnTo>
                  <a:pt x="0" y="319683"/>
                </a:lnTo>
                <a:lnTo>
                  <a:pt x="628317" y="319683"/>
                </a:lnTo>
                <a:lnTo>
                  <a:pt x="628317" y="252652"/>
                </a:lnTo>
                <a:lnTo>
                  <a:pt x="392606" y="2526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62974" y="1922282"/>
            <a:ext cx="636270" cy="621030"/>
          </a:xfrm>
          <a:custGeom>
            <a:avLst/>
            <a:gdLst/>
            <a:ahLst/>
            <a:cxnLst/>
            <a:rect l="l" t="t" r="r" b="b"/>
            <a:pathLst>
              <a:path w="636270" h="621030">
                <a:moveTo>
                  <a:pt x="547291" y="321892"/>
                </a:moveTo>
                <a:lnTo>
                  <a:pt x="474368" y="321892"/>
                </a:lnTo>
                <a:lnTo>
                  <a:pt x="474368" y="0"/>
                </a:lnTo>
                <a:lnTo>
                  <a:pt x="547291" y="0"/>
                </a:lnTo>
                <a:lnTo>
                  <a:pt x="547291" y="118592"/>
                </a:lnTo>
                <a:lnTo>
                  <a:pt x="635683" y="118592"/>
                </a:lnTo>
                <a:lnTo>
                  <a:pt x="635683" y="181939"/>
                </a:lnTo>
                <a:lnTo>
                  <a:pt x="547291" y="181939"/>
                </a:lnTo>
                <a:lnTo>
                  <a:pt x="547291" y="321892"/>
                </a:lnTo>
                <a:close/>
              </a:path>
              <a:path w="636270" h="621030">
                <a:moveTo>
                  <a:pt x="224662" y="304951"/>
                </a:moveTo>
                <a:lnTo>
                  <a:pt x="0" y="304951"/>
                </a:lnTo>
                <a:lnTo>
                  <a:pt x="0" y="15468"/>
                </a:lnTo>
                <a:lnTo>
                  <a:pt x="383766" y="15468"/>
                </a:lnTo>
                <a:lnTo>
                  <a:pt x="383766" y="69976"/>
                </a:lnTo>
                <a:lnTo>
                  <a:pt x="72186" y="69976"/>
                </a:lnTo>
                <a:lnTo>
                  <a:pt x="72186" y="133324"/>
                </a:lnTo>
                <a:lnTo>
                  <a:pt x="371244" y="133324"/>
                </a:lnTo>
                <a:lnTo>
                  <a:pt x="371244" y="185622"/>
                </a:lnTo>
                <a:lnTo>
                  <a:pt x="72186" y="185622"/>
                </a:lnTo>
                <a:lnTo>
                  <a:pt x="72186" y="250442"/>
                </a:lnTo>
                <a:lnTo>
                  <a:pt x="428699" y="250442"/>
                </a:lnTo>
                <a:lnTo>
                  <a:pt x="428699" y="277697"/>
                </a:lnTo>
                <a:lnTo>
                  <a:pt x="392882" y="289102"/>
                </a:lnTo>
                <a:lnTo>
                  <a:pt x="345463" y="297677"/>
                </a:lnTo>
                <a:lnTo>
                  <a:pt x="288653" y="303075"/>
                </a:lnTo>
                <a:lnTo>
                  <a:pt x="224662" y="304951"/>
                </a:lnTo>
                <a:close/>
              </a:path>
              <a:path w="636270" h="621030">
                <a:moveTo>
                  <a:pt x="428699" y="250442"/>
                </a:moveTo>
                <a:lnTo>
                  <a:pt x="230554" y="250442"/>
                </a:lnTo>
                <a:lnTo>
                  <a:pt x="291864" y="248566"/>
                </a:lnTo>
                <a:lnTo>
                  <a:pt x="346476" y="243169"/>
                </a:lnTo>
                <a:lnTo>
                  <a:pt x="392663" y="234594"/>
                </a:lnTo>
                <a:lnTo>
                  <a:pt x="428699" y="223188"/>
                </a:lnTo>
                <a:lnTo>
                  <a:pt x="428699" y="250442"/>
                </a:lnTo>
                <a:close/>
              </a:path>
              <a:path w="636270" h="621030">
                <a:moveTo>
                  <a:pt x="562759" y="620951"/>
                </a:moveTo>
                <a:lnTo>
                  <a:pt x="22097" y="620951"/>
                </a:lnTo>
                <a:lnTo>
                  <a:pt x="22097" y="462582"/>
                </a:lnTo>
                <a:lnTo>
                  <a:pt x="475841" y="462582"/>
                </a:lnTo>
                <a:lnTo>
                  <a:pt x="475841" y="411021"/>
                </a:lnTo>
                <a:lnTo>
                  <a:pt x="20624" y="411021"/>
                </a:lnTo>
                <a:lnTo>
                  <a:pt x="20624" y="356512"/>
                </a:lnTo>
                <a:lnTo>
                  <a:pt x="547291" y="356512"/>
                </a:lnTo>
                <a:lnTo>
                  <a:pt x="547291" y="514144"/>
                </a:lnTo>
                <a:lnTo>
                  <a:pt x="93547" y="514144"/>
                </a:lnTo>
                <a:lnTo>
                  <a:pt x="93547" y="566442"/>
                </a:lnTo>
                <a:lnTo>
                  <a:pt x="562759" y="566442"/>
                </a:lnTo>
                <a:lnTo>
                  <a:pt x="562759" y="620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37342" y="1922282"/>
            <a:ext cx="161925" cy="321945"/>
          </a:xfrm>
          <a:custGeom>
            <a:avLst/>
            <a:gdLst/>
            <a:ahLst/>
            <a:cxnLst/>
            <a:rect l="l" t="t" r="r" b="b"/>
            <a:pathLst>
              <a:path w="161925" h="321944">
                <a:moveTo>
                  <a:pt x="72923" y="118592"/>
                </a:moveTo>
                <a:lnTo>
                  <a:pt x="72923" y="0"/>
                </a:lnTo>
                <a:lnTo>
                  <a:pt x="0" y="0"/>
                </a:lnTo>
                <a:lnTo>
                  <a:pt x="0" y="321892"/>
                </a:lnTo>
                <a:lnTo>
                  <a:pt x="72923" y="321892"/>
                </a:lnTo>
                <a:lnTo>
                  <a:pt x="72923" y="181939"/>
                </a:lnTo>
                <a:lnTo>
                  <a:pt x="161314" y="181939"/>
                </a:lnTo>
                <a:lnTo>
                  <a:pt x="161314" y="118592"/>
                </a:lnTo>
                <a:lnTo>
                  <a:pt x="72923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62973" y="1937751"/>
            <a:ext cx="429259" cy="289560"/>
          </a:xfrm>
          <a:custGeom>
            <a:avLst/>
            <a:gdLst/>
            <a:ahLst/>
            <a:cxnLst/>
            <a:rect l="l" t="t" r="r" b="b"/>
            <a:pathLst>
              <a:path w="429260" h="289560">
                <a:moveTo>
                  <a:pt x="428699" y="262228"/>
                </a:moveTo>
                <a:lnTo>
                  <a:pt x="428699" y="207720"/>
                </a:lnTo>
                <a:lnTo>
                  <a:pt x="392663" y="219126"/>
                </a:lnTo>
                <a:lnTo>
                  <a:pt x="346476" y="227700"/>
                </a:lnTo>
                <a:lnTo>
                  <a:pt x="291864" y="233098"/>
                </a:lnTo>
                <a:lnTo>
                  <a:pt x="230554" y="234974"/>
                </a:lnTo>
                <a:lnTo>
                  <a:pt x="72186" y="234974"/>
                </a:lnTo>
                <a:lnTo>
                  <a:pt x="72186" y="170153"/>
                </a:lnTo>
                <a:lnTo>
                  <a:pt x="371244" y="170153"/>
                </a:lnTo>
                <a:lnTo>
                  <a:pt x="371244" y="117855"/>
                </a:lnTo>
                <a:lnTo>
                  <a:pt x="72186" y="117855"/>
                </a:lnTo>
                <a:lnTo>
                  <a:pt x="72186" y="54508"/>
                </a:lnTo>
                <a:lnTo>
                  <a:pt x="383766" y="54508"/>
                </a:lnTo>
                <a:lnTo>
                  <a:pt x="383766" y="0"/>
                </a:lnTo>
                <a:lnTo>
                  <a:pt x="0" y="0"/>
                </a:lnTo>
                <a:lnTo>
                  <a:pt x="0" y="289482"/>
                </a:lnTo>
                <a:lnTo>
                  <a:pt x="224662" y="289482"/>
                </a:lnTo>
                <a:lnTo>
                  <a:pt x="288653" y="287606"/>
                </a:lnTo>
                <a:lnTo>
                  <a:pt x="345463" y="282208"/>
                </a:lnTo>
                <a:lnTo>
                  <a:pt x="392882" y="273634"/>
                </a:lnTo>
                <a:lnTo>
                  <a:pt x="428699" y="262228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83598" y="2278795"/>
            <a:ext cx="542290" cy="264795"/>
          </a:xfrm>
          <a:custGeom>
            <a:avLst/>
            <a:gdLst/>
            <a:ahLst/>
            <a:cxnLst/>
            <a:rect l="l" t="t" r="r" b="b"/>
            <a:pathLst>
              <a:path w="542290" h="264794">
                <a:moveTo>
                  <a:pt x="72923" y="157631"/>
                </a:moveTo>
                <a:lnTo>
                  <a:pt x="526666" y="157631"/>
                </a:lnTo>
                <a:lnTo>
                  <a:pt x="526666" y="0"/>
                </a:lnTo>
                <a:lnTo>
                  <a:pt x="0" y="0"/>
                </a:lnTo>
                <a:lnTo>
                  <a:pt x="0" y="54508"/>
                </a:lnTo>
                <a:lnTo>
                  <a:pt x="455216" y="54508"/>
                </a:lnTo>
                <a:lnTo>
                  <a:pt x="455216" y="106069"/>
                </a:lnTo>
                <a:lnTo>
                  <a:pt x="1473" y="106069"/>
                </a:lnTo>
                <a:lnTo>
                  <a:pt x="1473" y="264438"/>
                </a:lnTo>
                <a:lnTo>
                  <a:pt x="542135" y="264438"/>
                </a:lnTo>
                <a:lnTo>
                  <a:pt x="542135" y="209930"/>
                </a:lnTo>
                <a:lnTo>
                  <a:pt x="72923" y="209930"/>
                </a:lnTo>
                <a:lnTo>
                  <a:pt x="72923" y="15763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749482" y="1917863"/>
            <a:ext cx="628650" cy="648335"/>
          </a:xfrm>
          <a:custGeom>
            <a:avLst/>
            <a:gdLst/>
            <a:ahLst/>
            <a:cxnLst/>
            <a:rect l="l" t="t" r="r" b="b"/>
            <a:pathLst>
              <a:path w="628650" h="648335">
                <a:moveTo>
                  <a:pt x="14731" y="338097"/>
                </a:moveTo>
                <a:lnTo>
                  <a:pt x="14731" y="268857"/>
                </a:lnTo>
                <a:lnTo>
                  <a:pt x="59508" y="264730"/>
                </a:lnTo>
                <a:lnTo>
                  <a:pt x="102969" y="252369"/>
                </a:lnTo>
                <a:lnTo>
                  <a:pt x="144345" y="232546"/>
                </a:lnTo>
                <a:lnTo>
                  <a:pt x="182865" y="206029"/>
                </a:lnTo>
                <a:lnTo>
                  <a:pt x="217760" y="173590"/>
                </a:lnTo>
                <a:lnTo>
                  <a:pt x="248260" y="135997"/>
                </a:lnTo>
                <a:lnTo>
                  <a:pt x="273594" y="94021"/>
                </a:lnTo>
                <a:lnTo>
                  <a:pt x="292993" y="48432"/>
                </a:lnTo>
                <a:lnTo>
                  <a:pt x="305687" y="0"/>
                </a:lnTo>
                <a:lnTo>
                  <a:pt x="380820" y="11785"/>
                </a:lnTo>
                <a:lnTo>
                  <a:pt x="374214" y="41859"/>
                </a:lnTo>
                <a:lnTo>
                  <a:pt x="365536" y="71173"/>
                </a:lnTo>
                <a:lnTo>
                  <a:pt x="354924" y="99521"/>
                </a:lnTo>
                <a:lnTo>
                  <a:pt x="342517" y="126694"/>
                </a:lnTo>
                <a:lnTo>
                  <a:pt x="443449" y="182676"/>
                </a:lnTo>
                <a:lnTo>
                  <a:pt x="307160" y="182676"/>
                </a:lnTo>
                <a:lnTo>
                  <a:pt x="274958" y="221165"/>
                </a:lnTo>
                <a:lnTo>
                  <a:pt x="238685" y="254914"/>
                </a:lnTo>
                <a:lnTo>
                  <a:pt x="198868" y="283508"/>
                </a:lnTo>
                <a:lnTo>
                  <a:pt x="156036" y="306535"/>
                </a:lnTo>
                <a:lnTo>
                  <a:pt x="110717" y="323585"/>
                </a:lnTo>
                <a:lnTo>
                  <a:pt x="63439" y="334243"/>
                </a:lnTo>
                <a:lnTo>
                  <a:pt x="14731" y="338097"/>
                </a:lnTo>
                <a:close/>
              </a:path>
              <a:path w="628650" h="648335">
                <a:moveTo>
                  <a:pt x="578228" y="337361"/>
                </a:moveTo>
                <a:lnTo>
                  <a:pt x="307160" y="182676"/>
                </a:lnTo>
                <a:lnTo>
                  <a:pt x="443449" y="182676"/>
                </a:lnTo>
                <a:lnTo>
                  <a:pt x="612111" y="276223"/>
                </a:lnTo>
                <a:lnTo>
                  <a:pt x="578228" y="337361"/>
                </a:lnTo>
                <a:close/>
              </a:path>
              <a:path w="628650" h="648335">
                <a:moveTo>
                  <a:pt x="628317" y="472158"/>
                </a:moveTo>
                <a:lnTo>
                  <a:pt x="0" y="472158"/>
                </a:lnTo>
                <a:lnTo>
                  <a:pt x="0" y="404391"/>
                </a:lnTo>
                <a:lnTo>
                  <a:pt x="628317" y="404391"/>
                </a:lnTo>
                <a:lnTo>
                  <a:pt x="628317" y="472158"/>
                </a:lnTo>
                <a:close/>
              </a:path>
              <a:path w="628650" h="648335">
                <a:moveTo>
                  <a:pt x="350620" y="648205"/>
                </a:moveTo>
                <a:lnTo>
                  <a:pt x="276223" y="648205"/>
                </a:lnTo>
                <a:lnTo>
                  <a:pt x="276223" y="472158"/>
                </a:lnTo>
                <a:lnTo>
                  <a:pt x="350620" y="472158"/>
                </a:lnTo>
                <a:lnTo>
                  <a:pt x="350620" y="648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64214" y="1917863"/>
            <a:ext cx="597535" cy="338455"/>
          </a:xfrm>
          <a:custGeom>
            <a:avLst/>
            <a:gdLst/>
            <a:ahLst/>
            <a:cxnLst/>
            <a:rect l="l" t="t" r="r" b="b"/>
            <a:pathLst>
              <a:path w="597534" h="338455">
                <a:moveTo>
                  <a:pt x="292428" y="182676"/>
                </a:moveTo>
                <a:lnTo>
                  <a:pt x="563496" y="337361"/>
                </a:lnTo>
                <a:lnTo>
                  <a:pt x="597380" y="276223"/>
                </a:lnTo>
                <a:lnTo>
                  <a:pt x="327785" y="126694"/>
                </a:lnTo>
                <a:lnTo>
                  <a:pt x="340192" y="99521"/>
                </a:lnTo>
                <a:lnTo>
                  <a:pt x="350804" y="71173"/>
                </a:lnTo>
                <a:lnTo>
                  <a:pt x="359482" y="41859"/>
                </a:lnTo>
                <a:lnTo>
                  <a:pt x="366088" y="11785"/>
                </a:lnTo>
                <a:lnTo>
                  <a:pt x="290955" y="0"/>
                </a:lnTo>
                <a:lnTo>
                  <a:pt x="278261" y="48432"/>
                </a:lnTo>
                <a:lnTo>
                  <a:pt x="258862" y="94021"/>
                </a:lnTo>
                <a:lnTo>
                  <a:pt x="233528" y="135997"/>
                </a:lnTo>
                <a:lnTo>
                  <a:pt x="203028" y="173590"/>
                </a:lnTo>
                <a:lnTo>
                  <a:pt x="168134" y="206029"/>
                </a:lnTo>
                <a:lnTo>
                  <a:pt x="129613" y="232546"/>
                </a:lnTo>
                <a:lnTo>
                  <a:pt x="88238" y="252369"/>
                </a:lnTo>
                <a:lnTo>
                  <a:pt x="44776" y="264730"/>
                </a:lnTo>
                <a:lnTo>
                  <a:pt x="0" y="268857"/>
                </a:lnTo>
                <a:lnTo>
                  <a:pt x="0" y="338097"/>
                </a:lnTo>
                <a:lnTo>
                  <a:pt x="48707" y="334243"/>
                </a:lnTo>
                <a:lnTo>
                  <a:pt x="95985" y="323585"/>
                </a:lnTo>
                <a:lnTo>
                  <a:pt x="141304" y="306535"/>
                </a:lnTo>
                <a:lnTo>
                  <a:pt x="184136" y="283508"/>
                </a:lnTo>
                <a:lnTo>
                  <a:pt x="223953" y="254914"/>
                </a:lnTo>
                <a:lnTo>
                  <a:pt x="260226" y="221165"/>
                </a:lnTo>
                <a:lnTo>
                  <a:pt x="292428" y="18267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49481" y="2322254"/>
            <a:ext cx="628650" cy="243840"/>
          </a:xfrm>
          <a:custGeom>
            <a:avLst/>
            <a:gdLst/>
            <a:ahLst/>
            <a:cxnLst/>
            <a:rect l="l" t="t" r="r" b="b"/>
            <a:pathLst>
              <a:path w="628650" h="243839">
                <a:moveTo>
                  <a:pt x="628317" y="0"/>
                </a:moveTo>
                <a:lnTo>
                  <a:pt x="0" y="0"/>
                </a:lnTo>
                <a:lnTo>
                  <a:pt x="0" y="67766"/>
                </a:lnTo>
                <a:lnTo>
                  <a:pt x="276223" y="67766"/>
                </a:lnTo>
                <a:lnTo>
                  <a:pt x="276223" y="243813"/>
                </a:lnTo>
                <a:lnTo>
                  <a:pt x="350620" y="243813"/>
                </a:lnTo>
                <a:lnTo>
                  <a:pt x="350620" y="67766"/>
                </a:lnTo>
                <a:lnTo>
                  <a:pt x="628317" y="67766"/>
                </a:lnTo>
                <a:lnTo>
                  <a:pt x="62831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64144" y="1929648"/>
            <a:ext cx="628650" cy="622935"/>
          </a:xfrm>
          <a:custGeom>
            <a:avLst/>
            <a:gdLst/>
            <a:ahLst/>
            <a:cxnLst/>
            <a:rect l="l" t="t" r="r" b="b"/>
            <a:pathLst>
              <a:path w="628650" h="622935">
                <a:moveTo>
                  <a:pt x="581911" y="213613"/>
                </a:moveTo>
                <a:lnTo>
                  <a:pt x="508988" y="213613"/>
                </a:lnTo>
                <a:lnTo>
                  <a:pt x="508988" y="61874"/>
                </a:lnTo>
                <a:lnTo>
                  <a:pt x="41986" y="61874"/>
                </a:lnTo>
                <a:lnTo>
                  <a:pt x="41986" y="0"/>
                </a:lnTo>
                <a:lnTo>
                  <a:pt x="581911" y="0"/>
                </a:lnTo>
                <a:lnTo>
                  <a:pt x="581911" y="213613"/>
                </a:lnTo>
                <a:close/>
              </a:path>
              <a:path w="628650" h="622935">
                <a:moveTo>
                  <a:pt x="309370" y="257808"/>
                </a:moveTo>
                <a:lnTo>
                  <a:pt x="235710" y="257808"/>
                </a:lnTo>
                <a:lnTo>
                  <a:pt x="235710" y="134797"/>
                </a:lnTo>
                <a:lnTo>
                  <a:pt x="309370" y="134797"/>
                </a:lnTo>
                <a:lnTo>
                  <a:pt x="309370" y="257808"/>
                </a:lnTo>
                <a:close/>
              </a:path>
              <a:path w="628650" h="622935">
                <a:moveTo>
                  <a:pt x="628317" y="318209"/>
                </a:moveTo>
                <a:lnTo>
                  <a:pt x="0" y="318209"/>
                </a:lnTo>
                <a:lnTo>
                  <a:pt x="0" y="257808"/>
                </a:lnTo>
                <a:lnTo>
                  <a:pt x="628317" y="257808"/>
                </a:lnTo>
                <a:lnTo>
                  <a:pt x="628317" y="318209"/>
                </a:lnTo>
                <a:close/>
              </a:path>
              <a:path w="628650" h="622935">
                <a:moveTo>
                  <a:pt x="313790" y="622424"/>
                </a:moveTo>
                <a:lnTo>
                  <a:pt x="251175" y="620248"/>
                </a:lnTo>
                <a:lnTo>
                  <a:pt x="193314" y="613499"/>
                </a:lnTo>
                <a:lnTo>
                  <a:pt x="141987" y="601840"/>
                </a:lnTo>
                <a:lnTo>
                  <a:pt x="98970" y="584937"/>
                </a:lnTo>
                <a:lnTo>
                  <a:pt x="66042" y="562455"/>
                </a:lnTo>
                <a:lnTo>
                  <a:pt x="37566" y="499412"/>
                </a:lnTo>
                <a:lnTo>
                  <a:pt x="44981" y="464111"/>
                </a:lnTo>
                <a:lnTo>
                  <a:pt x="98970" y="413250"/>
                </a:lnTo>
                <a:lnTo>
                  <a:pt x="141987" y="396735"/>
                </a:lnTo>
                <a:lnTo>
                  <a:pt x="193314" y="385530"/>
                </a:lnTo>
                <a:lnTo>
                  <a:pt x="251175" y="379156"/>
                </a:lnTo>
                <a:lnTo>
                  <a:pt x="313790" y="377137"/>
                </a:lnTo>
                <a:lnTo>
                  <a:pt x="376405" y="379310"/>
                </a:lnTo>
                <a:lnTo>
                  <a:pt x="434265" y="386045"/>
                </a:lnTo>
                <a:lnTo>
                  <a:pt x="485593" y="397663"/>
                </a:lnTo>
                <a:lnTo>
                  <a:pt x="528610" y="414487"/>
                </a:lnTo>
                <a:lnTo>
                  <a:pt x="559313" y="435328"/>
                </a:lnTo>
                <a:lnTo>
                  <a:pt x="313790" y="435328"/>
                </a:lnTo>
                <a:lnTo>
                  <a:pt x="253996" y="437538"/>
                </a:lnTo>
                <a:lnTo>
                  <a:pt x="199611" y="444521"/>
                </a:lnTo>
                <a:lnTo>
                  <a:pt x="155162" y="456807"/>
                </a:lnTo>
                <a:lnTo>
                  <a:pt x="125174" y="474928"/>
                </a:lnTo>
                <a:lnTo>
                  <a:pt x="114172" y="499412"/>
                </a:lnTo>
                <a:lnTo>
                  <a:pt x="125174" y="523408"/>
                </a:lnTo>
                <a:lnTo>
                  <a:pt x="155162" y="541640"/>
                </a:lnTo>
                <a:lnTo>
                  <a:pt x="199611" y="554356"/>
                </a:lnTo>
                <a:lnTo>
                  <a:pt x="253996" y="561805"/>
                </a:lnTo>
                <a:lnTo>
                  <a:pt x="313790" y="564233"/>
                </a:lnTo>
                <a:lnTo>
                  <a:pt x="558933" y="564233"/>
                </a:lnTo>
                <a:lnTo>
                  <a:pt x="528610" y="584937"/>
                </a:lnTo>
                <a:lnTo>
                  <a:pt x="485593" y="601840"/>
                </a:lnTo>
                <a:lnTo>
                  <a:pt x="434265" y="613499"/>
                </a:lnTo>
                <a:lnTo>
                  <a:pt x="376405" y="620248"/>
                </a:lnTo>
                <a:lnTo>
                  <a:pt x="313790" y="622424"/>
                </a:lnTo>
                <a:close/>
              </a:path>
              <a:path w="628650" h="622935">
                <a:moveTo>
                  <a:pt x="558933" y="564233"/>
                </a:moveTo>
                <a:lnTo>
                  <a:pt x="313790" y="564233"/>
                </a:lnTo>
                <a:lnTo>
                  <a:pt x="373584" y="561805"/>
                </a:lnTo>
                <a:lnTo>
                  <a:pt x="427968" y="554356"/>
                </a:lnTo>
                <a:lnTo>
                  <a:pt x="472417" y="541640"/>
                </a:lnTo>
                <a:lnTo>
                  <a:pt x="502406" y="523408"/>
                </a:lnTo>
                <a:lnTo>
                  <a:pt x="513408" y="499412"/>
                </a:lnTo>
                <a:lnTo>
                  <a:pt x="502406" y="475776"/>
                </a:lnTo>
                <a:lnTo>
                  <a:pt x="472417" y="457762"/>
                </a:lnTo>
                <a:lnTo>
                  <a:pt x="427968" y="445157"/>
                </a:lnTo>
                <a:lnTo>
                  <a:pt x="373584" y="437750"/>
                </a:lnTo>
                <a:lnTo>
                  <a:pt x="313790" y="435328"/>
                </a:lnTo>
                <a:lnTo>
                  <a:pt x="559313" y="435328"/>
                </a:lnTo>
                <a:lnTo>
                  <a:pt x="561538" y="436838"/>
                </a:lnTo>
                <a:lnTo>
                  <a:pt x="582598" y="465039"/>
                </a:lnTo>
                <a:lnTo>
                  <a:pt x="590014" y="499412"/>
                </a:lnTo>
                <a:lnTo>
                  <a:pt x="582598" y="534058"/>
                </a:lnTo>
                <a:lnTo>
                  <a:pt x="561538" y="562455"/>
                </a:lnTo>
                <a:lnTo>
                  <a:pt x="558933" y="564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706130" y="1929648"/>
            <a:ext cx="540385" cy="213995"/>
          </a:xfrm>
          <a:custGeom>
            <a:avLst/>
            <a:gdLst/>
            <a:ahLst/>
            <a:cxnLst/>
            <a:rect l="l" t="t" r="r" b="b"/>
            <a:pathLst>
              <a:path w="540384" h="213994">
                <a:moveTo>
                  <a:pt x="467002" y="213613"/>
                </a:moveTo>
                <a:lnTo>
                  <a:pt x="539925" y="213613"/>
                </a:lnTo>
                <a:lnTo>
                  <a:pt x="539925" y="0"/>
                </a:lnTo>
                <a:lnTo>
                  <a:pt x="0" y="0"/>
                </a:lnTo>
                <a:lnTo>
                  <a:pt x="0" y="61874"/>
                </a:lnTo>
                <a:lnTo>
                  <a:pt x="467002" y="61874"/>
                </a:lnTo>
                <a:lnTo>
                  <a:pt x="467002" y="21361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664144" y="2064445"/>
            <a:ext cx="628650" cy="183515"/>
          </a:xfrm>
          <a:custGeom>
            <a:avLst/>
            <a:gdLst/>
            <a:ahLst/>
            <a:cxnLst/>
            <a:rect l="l" t="t" r="r" b="b"/>
            <a:pathLst>
              <a:path w="628650" h="183514">
                <a:moveTo>
                  <a:pt x="309370" y="123011"/>
                </a:moveTo>
                <a:lnTo>
                  <a:pt x="309370" y="0"/>
                </a:lnTo>
                <a:lnTo>
                  <a:pt x="235710" y="0"/>
                </a:lnTo>
                <a:lnTo>
                  <a:pt x="235710" y="123011"/>
                </a:lnTo>
                <a:lnTo>
                  <a:pt x="0" y="123011"/>
                </a:lnTo>
                <a:lnTo>
                  <a:pt x="0" y="183412"/>
                </a:lnTo>
                <a:lnTo>
                  <a:pt x="628317" y="183412"/>
                </a:lnTo>
                <a:lnTo>
                  <a:pt x="628317" y="123011"/>
                </a:lnTo>
                <a:lnTo>
                  <a:pt x="309370" y="12301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701710" y="2306786"/>
            <a:ext cx="552450" cy="245745"/>
          </a:xfrm>
          <a:custGeom>
            <a:avLst/>
            <a:gdLst/>
            <a:ahLst/>
            <a:cxnLst/>
            <a:rect l="l" t="t" r="r" b="b"/>
            <a:pathLst>
              <a:path w="552450" h="245744">
                <a:moveTo>
                  <a:pt x="276223" y="0"/>
                </a:moveTo>
                <a:lnTo>
                  <a:pt x="213608" y="2018"/>
                </a:lnTo>
                <a:lnTo>
                  <a:pt x="155748" y="8392"/>
                </a:lnTo>
                <a:lnTo>
                  <a:pt x="104420" y="19598"/>
                </a:lnTo>
                <a:lnTo>
                  <a:pt x="61403" y="36112"/>
                </a:lnTo>
                <a:lnTo>
                  <a:pt x="28476" y="58412"/>
                </a:lnTo>
                <a:lnTo>
                  <a:pt x="0" y="122275"/>
                </a:lnTo>
                <a:lnTo>
                  <a:pt x="7415" y="156920"/>
                </a:lnTo>
                <a:lnTo>
                  <a:pt x="61403" y="207799"/>
                </a:lnTo>
                <a:lnTo>
                  <a:pt x="104420" y="224702"/>
                </a:lnTo>
                <a:lnTo>
                  <a:pt x="155748" y="236361"/>
                </a:lnTo>
                <a:lnTo>
                  <a:pt x="213608" y="243111"/>
                </a:lnTo>
                <a:lnTo>
                  <a:pt x="276223" y="245286"/>
                </a:lnTo>
                <a:lnTo>
                  <a:pt x="338838" y="243111"/>
                </a:lnTo>
                <a:lnTo>
                  <a:pt x="396699" y="236361"/>
                </a:lnTo>
                <a:lnTo>
                  <a:pt x="448026" y="224702"/>
                </a:lnTo>
                <a:lnTo>
                  <a:pt x="491043" y="207799"/>
                </a:lnTo>
                <a:lnTo>
                  <a:pt x="523971" y="185317"/>
                </a:lnTo>
                <a:lnTo>
                  <a:pt x="552447" y="122275"/>
                </a:lnTo>
                <a:lnTo>
                  <a:pt x="545032" y="87901"/>
                </a:lnTo>
                <a:lnTo>
                  <a:pt x="491043" y="37349"/>
                </a:lnTo>
                <a:lnTo>
                  <a:pt x="448026" y="20525"/>
                </a:lnTo>
                <a:lnTo>
                  <a:pt x="396699" y="8907"/>
                </a:lnTo>
                <a:lnTo>
                  <a:pt x="338838" y="2173"/>
                </a:lnTo>
                <a:lnTo>
                  <a:pt x="2762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778316" y="2364977"/>
            <a:ext cx="399415" cy="128905"/>
          </a:xfrm>
          <a:custGeom>
            <a:avLst/>
            <a:gdLst/>
            <a:ahLst/>
            <a:cxnLst/>
            <a:rect l="l" t="t" r="r" b="b"/>
            <a:pathLst>
              <a:path w="399415" h="128905">
                <a:moveTo>
                  <a:pt x="199617" y="128904"/>
                </a:moveTo>
                <a:lnTo>
                  <a:pt x="139823" y="126476"/>
                </a:lnTo>
                <a:lnTo>
                  <a:pt x="85439" y="119028"/>
                </a:lnTo>
                <a:lnTo>
                  <a:pt x="40990" y="106311"/>
                </a:lnTo>
                <a:lnTo>
                  <a:pt x="0" y="64083"/>
                </a:lnTo>
                <a:lnTo>
                  <a:pt x="11001" y="39599"/>
                </a:lnTo>
                <a:lnTo>
                  <a:pt x="40990" y="21479"/>
                </a:lnTo>
                <a:lnTo>
                  <a:pt x="85439" y="9192"/>
                </a:lnTo>
                <a:lnTo>
                  <a:pt x="139823" y="2209"/>
                </a:lnTo>
                <a:lnTo>
                  <a:pt x="199617" y="0"/>
                </a:lnTo>
                <a:lnTo>
                  <a:pt x="259411" y="2421"/>
                </a:lnTo>
                <a:lnTo>
                  <a:pt x="313796" y="9829"/>
                </a:lnTo>
                <a:lnTo>
                  <a:pt x="358245" y="22433"/>
                </a:lnTo>
                <a:lnTo>
                  <a:pt x="388233" y="40448"/>
                </a:lnTo>
                <a:lnTo>
                  <a:pt x="399235" y="64083"/>
                </a:lnTo>
                <a:lnTo>
                  <a:pt x="388233" y="88079"/>
                </a:lnTo>
                <a:lnTo>
                  <a:pt x="358245" y="106311"/>
                </a:lnTo>
                <a:lnTo>
                  <a:pt x="313796" y="119028"/>
                </a:lnTo>
                <a:lnTo>
                  <a:pt x="259411" y="126476"/>
                </a:lnTo>
                <a:lnTo>
                  <a:pt x="199617" y="128904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385272" y="1922282"/>
            <a:ext cx="585470" cy="629285"/>
          </a:xfrm>
          <a:custGeom>
            <a:avLst/>
            <a:gdLst/>
            <a:ahLst/>
            <a:cxnLst/>
            <a:rect l="l" t="t" r="r" b="b"/>
            <a:pathLst>
              <a:path w="585470" h="629285">
                <a:moveTo>
                  <a:pt x="579701" y="353566"/>
                </a:moveTo>
                <a:lnTo>
                  <a:pt x="506778" y="353566"/>
                </a:lnTo>
                <a:lnTo>
                  <a:pt x="506778" y="181939"/>
                </a:lnTo>
                <a:lnTo>
                  <a:pt x="384503" y="181939"/>
                </a:lnTo>
                <a:lnTo>
                  <a:pt x="384503" y="118592"/>
                </a:lnTo>
                <a:lnTo>
                  <a:pt x="506778" y="118592"/>
                </a:lnTo>
                <a:lnTo>
                  <a:pt x="506778" y="0"/>
                </a:lnTo>
                <a:lnTo>
                  <a:pt x="579701" y="0"/>
                </a:lnTo>
                <a:lnTo>
                  <a:pt x="579701" y="353566"/>
                </a:lnTo>
                <a:close/>
              </a:path>
              <a:path w="585470" h="629285">
                <a:moveTo>
                  <a:pt x="409547" y="78815"/>
                </a:moveTo>
                <a:lnTo>
                  <a:pt x="8102" y="78815"/>
                </a:lnTo>
                <a:lnTo>
                  <a:pt x="8102" y="16205"/>
                </a:lnTo>
                <a:lnTo>
                  <a:pt x="409547" y="16205"/>
                </a:lnTo>
                <a:lnTo>
                  <a:pt x="409547" y="78815"/>
                </a:lnTo>
                <a:close/>
              </a:path>
              <a:path w="585470" h="629285">
                <a:moveTo>
                  <a:pt x="0" y="335151"/>
                </a:moveTo>
                <a:lnTo>
                  <a:pt x="0" y="269594"/>
                </a:lnTo>
                <a:lnTo>
                  <a:pt x="48598" y="257713"/>
                </a:lnTo>
                <a:lnTo>
                  <a:pt x="90219" y="236665"/>
                </a:lnTo>
                <a:lnTo>
                  <a:pt x="124392" y="207352"/>
                </a:lnTo>
                <a:lnTo>
                  <a:pt x="150647" y="170672"/>
                </a:lnTo>
                <a:lnTo>
                  <a:pt x="168513" y="127526"/>
                </a:lnTo>
                <a:lnTo>
                  <a:pt x="177519" y="78815"/>
                </a:lnTo>
                <a:lnTo>
                  <a:pt x="250442" y="78815"/>
                </a:lnTo>
                <a:lnTo>
                  <a:pt x="248670" y="97886"/>
                </a:lnTo>
                <a:lnTo>
                  <a:pt x="245655" y="116474"/>
                </a:lnTo>
                <a:lnTo>
                  <a:pt x="241534" y="134647"/>
                </a:lnTo>
                <a:lnTo>
                  <a:pt x="236447" y="152475"/>
                </a:lnTo>
                <a:lnTo>
                  <a:pt x="328642" y="210666"/>
                </a:lnTo>
                <a:lnTo>
                  <a:pt x="209193" y="210666"/>
                </a:lnTo>
                <a:lnTo>
                  <a:pt x="179658" y="249069"/>
                </a:lnTo>
                <a:lnTo>
                  <a:pt x="143512" y="281533"/>
                </a:lnTo>
                <a:lnTo>
                  <a:pt x="101214" y="307243"/>
                </a:lnTo>
                <a:lnTo>
                  <a:pt x="53223" y="325387"/>
                </a:lnTo>
                <a:lnTo>
                  <a:pt x="0" y="335151"/>
                </a:lnTo>
                <a:close/>
              </a:path>
              <a:path w="585470" h="629285">
                <a:moveTo>
                  <a:pt x="394079" y="329258"/>
                </a:moveTo>
                <a:lnTo>
                  <a:pt x="209193" y="210666"/>
                </a:lnTo>
                <a:lnTo>
                  <a:pt x="328642" y="210666"/>
                </a:lnTo>
                <a:lnTo>
                  <a:pt x="430172" y="274750"/>
                </a:lnTo>
                <a:lnTo>
                  <a:pt x="394079" y="329258"/>
                </a:lnTo>
                <a:close/>
              </a:path>
              <a:path w="585470" h="629285">
                <a:moveTo>
                  <a:pt x="313053" y="629053"/>
                </a:moveTo>
                <a:lnTo>
                  <a:pt x="249987" y="626826"/>
                </a:lnTo>
                <a:lnTo>
                  <a:pt x="192488" y="619896"/>
                </a:lnTo>
                <a:lnTo>
                  <a:pt x="142062" y="607889"/>
                </a:lnTo>
                <a:lnTo>
                  <a:pt x="100217" y="590432"/>
                </a:lnTo>
                <a:lnTo>
                  <a:pt x="68462" y="567151"/>
                </a:lnTo>
                <a:lnTo>
                  <a:pt x="41249" y="501622"/>
                </a:lnTo>
                <a:lnTo>
                  <a:pt x="48304" y="465572"/>
                </a:lnTo>
                <a:lnTo>
                  <a:pt x="100217" y="412812"/>
                </a:lnTo>
                <a:lnTo>
                  <a:pt x="142062" y="395354"/>
                </a:lnTo>
                <a:lnTo>
                  <a:pt x="192488" y="383348"/>
                </a:lnTo>
                <a:lnTo>
                  <a:pt x="249987" y="376418"/>
                </a:lnTo>
                <a:lnTo>
                  <a:pt x="313053" y="374191"/>
                </a:lnTo>
                <a:lnTo>
                  <a:pt x="376119" y="376418"/>
                </a:lnTo>
                <a:lnTo>
                  <a:pt x="433619" y="383348"/>
                </a:lnTo>
                <a:lnTo>
                  <a:pt x="484045" y="395354"/>
                </a:lnTo>
                <a:lnTo>
                  <a:pt x="525889" y="412812"/>
                </a:lnTo>
                <a:lnTo>
                  <a:pt x="554592" y="433855"/>
                </a:lnTo>
                <a:lnTo>
                  <a:pt x="313053" y="433855"/>
                </a:lnTo>
                <a:lnTo>
                  <a:pt x="251250" y="436448"/>
                </a:lnTo>
                <a:lnTo>
                  <a:pt x="197826" y="444344"/>
                </a:lnTo>
                <a:lnTo>
                  <a:pt x="155858" y="457721"/>
                </a:lnTo>
                <a:lnTo>
                  <a:pt x="128421" y="476754"/>
                </a:lnTo>
                <a:lnTo>
                  <a:pt x="118592" y="501622"/>
                </a:lnTo>
                <a:lnTo>
                  <a:pt x="128421" y="526489"/>
                </a:lnTo>
                <a:lnTo>
                  <a:pt x="155858" y="545523"/>
                </a:lnTo>
                <a:lnTo>
                  <a:pt x="197826" y="558900"/>
                </a:lnTo>
                <a:lnTo>
                  <a:pt x="251250" y="566796"/>
                </a:lnTo>
                <a:lnTo>
                  <a:pt x="313053" y="569389"/>
                </a:lnTo>
                <a:lnTo>
                  <a:pt x="554592" y="569389"/>
                </a:lnTo>
                <a:lnTo>
                  <a:pt x="525889" y="590432"/>
                </a:lnTo>
                <a:lnTo>
                  <a:pt x="484045" y="607889"/>
                </a:lnTo>
                <a:lnTo>
                  <a:pt x="433619" y="619896"/>
                </a:lnTo>
                <a:lnTo>
                  <a:pt x="376119" y="626826"/>
                </a:lnTo>
                <a:lnTo>
                  <a:pt x="313053" y="629053"/>
                </a:lnTo>
                <a:close/>
              </a:path>
              <a:path w="585470" h="629285">
                <a:moveTo>
                  <a:pt x="554592" y="569389"/>
                </a:moveTo>
                <a:lnTo>
                  <a:pt x="313053" y="569389"/>
                </a:lnTo>
                <a:lnTo>
                  <a:pt x="374857" y="566796"/>
                </a:lnTo>
                <a:lnTo>
                  <a:pt x="428280" y="558900"/>
                </a:lnTo>
                <a:lnTo>
                  <a:pt x="470249" y="545523"/>
                </a:lnTo>
                <a:lnTo>
                  <a:pt x="497686" y="526489"/>
                </a:lnTo>
                <a:lnTo>
                  <a:pt x="507515" y="501622"/>
                </a:lnTo>
                <a:lnTo>
                  <a:pt x="497686" y="476754"/>
                </a:lnTo>
                <a:lnTo>
                  <a:pt x="470249" y="457721"/>
                </a:lnTo>
                <a:lnTo>
                  <a:pt x="428280" y="444344"/>
                </a:lnTo>
                <a:lnTo>
                  <a:pt x="374857" y="436448"/>
                </a:lnTo>
                <a:lnTo>
                  <a:pt x="313053" y="433855"/>
                </a:lnTo>
                <a:lnTo>
                  <a:pt x="554592" y="433855"/>
                </a:lnTo>
                <a:lnTo>
                  <a:pt x="557644" y="436093"/>
                </a:lnTo>
                <a:lnTo>
                  <a:pt x="577803" y="465572"/>
                </a:lnTo>
                <a:lnTo>
                  <a:pt x="584857" y="501622"/>
                </a:lnTo>
                <a:lnTo>
                  <a:pt x="577803" y="537672"/>
                </a:lnTo>
                <a:lnTo>
                  <a:pt x="557644" y="567151"/>
                </a:lnTo>
                <a:lnTo>
                  <a:pt x="554592" y="569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769776" y="1922282"/>
            <a:ext cx="195580" cy="353695"/>
          </a:xfrm>
          <a:custGeom>
            <a:avLst/>
            <a:gdLst/>
            <a:ahLst/>
            <a:cxnLst/>
            <a:rect l="l" t="t" r="r" b="b"/>
            <a:pathLst>
              <a:path w="195579" h="353694">
                <a:moveTo>
                  <a:pt x="0" y="118592"/>
                </a:moveTo>
                <a:lnTo>
                  <a:pt x="0" y="181939"/>
                </a:lnTo>
                <a:lnTo>
                  <a:pt x="122275" y="181939"/>
                </a:lnTo>
                <a:lnTo>
                  <a:pt x="122275" y="353566"/>
                </a:lnTo>
                <a:lnTo>
                  <a:pt x="195198" y="353566"/>
                </a:lnTo>
                <a:lnTo>
                  <a:pt x="195198" y="0"/>
                </a:lnTo>
                <a:lnTo>
                  <a:pt x="122275" y="0"/>
                </a:lnTo>
                <a:lnTo>
                  <a:pt x="122275" y="118592"/>
                </a:lnTo>
                <a:lnTo>
                  <a:pt x="0" y="11859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385272" y="1938487"/>
            <a:ext cx="430530" cy="319405"/>
          </a:xfrm>
          <a:custGeom>
            <a:avLst/>
            <a:gdLst/>
            <a:ahLst/>
            <a:cxnLst/>
            <a:rect l="l" t="t" r="r" b="b"/>
            <a:pathLst>
              <a:path w="430529" h="319405">
                <a:moveTo>
                  <a:pt x="209193" y="194461"/>
                </a:moveTo>
                <a:lnTo>
                  <a:pt x="394079" y="313053"/>
                </a:lnTo>
                <a:lnTo>
                  <a:pt x="430172" y="258545"/>
                </a:lnTo>
                <a:lnTo>
                  <a:pt x="236447" y="136270"/>
                </a:lnTo>
                <a:lnTo>
                  <a:pt x="241534" y="118442"/>
                </a:lnTo>
                <a:lnTo>
                  <a:pt x="245655" y="100269"/>
                </a:lnTo>
                <a:lnTo>
                  <a:pt x="248670" y="81681"/>
                </a:lnTo>
                <a:lnTo>
                  <a:pt x="250442" y="62610"/>
                </a:lnTo>
                <a:lnTo>
                  <a:pt x="409547" y="62610"/>
                </a:lnTo>
                <a:lnTo>
                  <a:pt x="409547" y="0"/>
                </a:lnTo>
                <a:lnTo>
                  <a:pt x="8102" y="0"/>
                </a:lnTo>
                <a:lnTo>
                  <a:pt x="8102" y="62610"/>
                </a:lnTo>
                <a:lnTo>
                  <a:pt x="177519" y="62610"/>
                </a:lnTo>
                <a:lnTo>
                  <a:pt x="168513" y="111321"/>
                </a:lnTo>
                <a:lnTo>
                  <a:pt x="150647" y="154467"/>
                </a:lnTo>
                <a:lnTo>
                  <a:pt x="124392" y="191146"/>
                </a:lnTo>
                <a:lnTo>
                  <a:pt x="90219" y="220460"/>
                </a:lnTo>
                <a:lnTo>
                  <a:pt x="48598" y="241508"/>
                </a:lnTo>
                <a:lnTo>
                  <a:pt x="0" y="253389"/>
                </a:lnTo>
                <a:lnTo>
                  <a:pt x="0" y="318946"/>
                </a:lnTo>
                <a:lnTo>
                  <a:pt x="53223" y="309182"/>
                </a:lnTo>
                <a:lnTo>
                  <a:pt x="101214" y="291038"/>
                </a:lnTo>
                <a:lnTo>
                  <a:pt x="143512" y="265328"/>
                </a:lnTo>
                <a:lnTo>
                  <a:pt x="179658" y="232864"/>
                </a:lnTo>
                <a:lnTo>
                  <a:pt x="209193" y="19446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26522" y="2296473"/>
            <a:ext cx="544195" cy="255270"/>
          </a:xfrm>
          <a:custGeom>
            <a:avLst/>
            <a:gdLst/>
            <a:ahLst/>
            <a:cxnLst/>
            <a:rect l="l" t="t" r="r" b="b"/>
            <a:pathLst>
              <a:path w="544195" h="255269">
                <a:moveTo>
                  <a:pt x="271804" y="0"/>
                </a:moveTo>
                <a:lnTo>
                  <a:pt x="208738" y="2226"/>
                </a:lnTo>
                <a:lnTo>
                  <a:pt x="151238" y="9156"/>
                </a:lnTo>
                <a:lnTo>
                  <a:pt x="100812" y="21163"/>
                </a:lnTo>
                <a:lnTo>
                  <a:pt x="58968" y="38620"/>
                </a:lnTo>
                <a:lnTo>
                  <a:pt x="27213" y="61902"/>
                </a:lnTo>
                <a:lnTo>
                  <a:pt x="0" y="127431"/>
                </a:lnTo>
                <a:lnTo>
                  <a:pt x="7054" y="163481"/>
                </a:lnTo>
                <a:lnTo>
                  <a:pt x="58968" y="216241"/>
                </a:lnTo>
                <a:lnTo>
                  <a:pt x="100812" y="233698"/>
                </a:lnTo>
                <a:lnTo>
                  <a:pt x="151238" y="245705"/>
                </a:lnTo>
                <a:lnTo>
                  <a:pt x="208738" y="252635"/>
                </a:lnTo>
                <a:lnTo>
                  <a:pt x="271804" y="254862"/>
                </a:lnTo>
                <a:lnTo>
                  <a:pt x="334870" y="252635"/>
                </a:lnTo>
                <a:lnTo>
                  <a:pt x="392369" y="245705"/>
                </a:lnTo>
                <a:lnTo>
                  <a:pt x="442795" y="233698"/>
                </a:lnTo>
                <a:lnTo>
                  <a:pt x="484639" y="216241"/>
                </a:lnTo>
                <a:lnTo>
                  <a:pt x="516395" y="192960"/>
                </a:lnTo>
                <a:lnTo>
                  <a:pt x="543608" y="127431"/>
                </a:lnTo>
                <a:lnTo>
                  <a:pt x="536553" y="91380"/>
                </a:lnTo>
                <a:lnTo>
                  <a:pt x="484639" y="38620"/>
                </a:lnTo>
                <a:lnTo>
                  <a:pt x="442795" y="21163"/>
                </a:lnTo>
                <a:lnTo>
                  <a:pt x="392369" y="9156"/>
                </a:lnTo>
                <a:lnTo>
                  <a:pt x="334870" y="2226"/>
                </a:lnTo>
                <a:lnTo>
                  <a:pt x="271804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03864" y="2356138"/>
            <a:ext cx="389255" cy="135890"/>
          </a:xfrm>
          <a:custGeom>
            <a:avLst/>
            <a:gdLst/>
            <a:ahLst/>
            <a:cxnLst/>
            <a:rect l="l" t="t" r="r" b="b"/>
            <a:pathLst>
              <a:path w="389254" h="135889">
                <a:moveTo>
                  <a:pt x="194461" y="135533"/>
                </a:moveTo>
                <a:lnTo>
                  <a:pt x="132658" y="132940"/>
                </a:lnTo>
                <a:lnTo>
                  <a:pt x="79234" y="125044"/>
                </a:lnTo>
                <a:lnTo>
                  <a:pt x="37265" y="111668"/>
                </a:lnTo>
                <a:lnTo>
                  <a:pt x="0" y="67766"/>
                </a:lnTo>
                <a:lnTo>
                  <a:pt x="9829" y="42899"/>
                </a:lnTo>
                <a:lnTo>
                  <a:pt x="37265" y="23865"/>
                </a:lnTo>
                <a:lnTo>
                  <a:pt x="79234" y="10489"/>
                </a:lnTo>
                <a:lnTo>
                  <a:pt x="132658" y="2592"/>
                </a:lnTo>
                <a:lnTo>
                  <a:pt x="194461" y="0"/>
                </a:lnTo>
                <a:lnTo>
                  <a:pt x="256264" y="2592"/>
                </a:lnTo>
                <a:lnTo>
                  <a:pt x="309688" y="10489"/>
                </a:lnTo>
                <a:lnTo>
                  <a:pt x="351657" y="23865"/>
                </a:lnTo>
                <a:lnTo>
                  <a:pt x="379093" y="42899"/>
                </a:lnTo>
                <a:lnTo>
                  <a:pt x="388923" y="67766"/>
                </a:lnTo>
                <a:lnTo>
                  <a:pt x="379093" y="92634"/>
                </a:lnTo>
                <a:lnTo>
                  <a:pt x="351657" y="111668"/>
                </a:lnTo>
                <a:lnTo>
                  <a:pt x="309688" y="125044"/>
                </a:lnTo>
                <a:lnTo>
                  <a:pt x="256264" y="132940"/>
                </a:lnTo>
                <a:lnTo>
                  <a:pt x="194461" y="13553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801706" y="1922282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72923" y="629053"/>
                </a:moveTo>
                <a:lnTo>
                  <a:pt x="0" y="629053"/>
                </a:lnTo>
                <a:lnTo>
                  <a:pt x="0" y="0"/>
                </a:lnTo>
                <a:lnTo>
                  <a:pt x="72923" y="0"/>
                </a:lnTo>
                <a:lnTo>
                  <a:pt x="72923" y="6290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323654" y="1940560"/>
            <a:ext cx="72390" cy="217170"/>
          </a:xfrm>
          <a:custGeom>
            <a:avLst/>
            <a:gdLst/>
            <a:ahLst/>
            <a:cxnLst/>
            <a:rect l="l" t="t" r="r" b="b"/>
            <a:pathLst>
              <a:path w="72390" h="217169">
                <a:moveTo>
                  <a:pt x="0" y="0"/>
                </a:moveTo>
                <a:lnTo>
                  <a:pt x="72186" y="0"/>
                </a:lnTo>
                <a:lnTo>
                  <a:pt x="72186" y="217170"/>
                </a:lnTo>
                <a:lnTo>
                  <a:pt x="0" y="2171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323654" y="2157729"/>
            <a:ext cx="356870" cy="66040"/>
          </a:xfrm>
          <a:custGeom>
            <a:avLst/>
            <a:gdLst/>
            <a:ahLst/>
            <a:cxnLst/>
            <a:rect l="l" t="t" r="r" b="b"/>
            <a:pathLst>
              <a:path w="356870" h="66039">
                <a:moveTo>
                  <a:pt x="0" y="0"/>
                </a:moveTo>
                <a:lnTo>
                  <a:pt x="356512" y="0"/>
                </a:lnTo>
                <a:lnTo>
                  <a:pt x="356512" y="66040"/>
                </a:lnTo>
                <a:lnTo>
                  <a:pt x="0" y="660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323654" y="2223770"/>
            <a:ext cx="72390" cy="223520"/>
          </a:xfrm>
          <a:custGeom>
            <a:avLst/>
            <a:gdLst/>
            <a:ahLst/>
            <a:cxnLst/>
            <a:rect l="l" t="t" r="r" b="b"/>
            <a:pathLst>
              <a:path w="72390" h="223519">
                <a:moveTo>
                  <a:pt x="0" y="0"/>
                </a:moveTo>
                <a:lnTo>
                  <a:pt x="72186" y="0"/>
                </a:lnTo>
                <a:lnTo>
                  <a:pt x="72186" y="223519"/>
                </a:lnTo>
                <a:lnTo>
                  <a:pt x="0" y="2235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323654" y="2447289"/>
            <a:ext cx="356870" cy="66040"/>
          </a:xfrm>
          <a:custGeom>
            <a:avLst/>
            <a:gdLst/>
            <a:ahLst/>
            <a:cxnLst/>
            <a:rect l="l" t="t" r="r" b="b"/>
            <a:pathLst>
              <a:path w="356870" h="66039">
                <a:moveTo>
                  <a:pt x="0" y="0"/>
                </a:moveTo>
                <a:lnTo>
                  <a:pt x="356512" y="0"/>
                </a:lnTo>
                <a:lnTo>
                  <a:pt x="356512" y="66039"/>
                </a:lnTo>
                <a:lnTo>
                  <a:pt x="0" y="660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607980" y="1940697"/>
            <a:ext cx="72390" cy="217170"/>
          </a:xfrm>
          <a:custGeom>
            <a:avLst/>
            <a:gdLst/>
            <a:ahLst/>
            <a:cxnLst/>
            <a:rect l="l" t="t" r="r" b="b"/>
            <a:pathLst>
              <a:path w="72390" h="217169">
                <a:moveTo>
                  <a:pt x="72186" y="216559"/>
                </a:moveTo>
                <a:lnTo>
                  <a:pt x="0" y="216559"/>
                </a:lnTo>
                <a:lnTo>
                  <a:pt x="0" y="0"/>
                </a:lnTo>
                <a:lnTo>
                  <a:pt x="72186" y="0"/>
                </a:lnTo>
                <a:lnTo>
                  <a:pt x="72186" y="216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607980" y="2224287"/>
            <a:ext cx="72390" cy="222885"/>
          </a:xfrm>
          <a:custGeom>
            <a:avLst/>
            <a:gdLst/>
            <a:ahLst/>
            <a:cxnLst/>
            <a:rect l="l" t="t" r="r" b="b"/>
            <a:pathLst>
              <a:path w="72390" h="222885">
                <a:moveTo>
                  <a:pt x="72186" y="222452"/>
                </a:moveTo>
                <a:lnTo>
                  <a:pt x="0" y="222452"/>
                </a:lnTo>
                <a:lnTo>
                  <a:pt x="0" y="0"/>
                </a:lnTo>
                <a:lnTo>
                  <a:pt x="72186" y="0"/>
                </a:lnTo>
                <a:lnTo>
                  <a:pt x="72186" y="222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801706" y="1922282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0"/>
                </a:moveTo>
                <a:lnTo>
                  <a:pt x="0" y="629053"/>
                </a:ln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323654" y="1940697"/>
            <a:ext cx="356870" cy="573405"/>
          </a:xfrm>
          <a:custGeom>
            <a:avLst/>
            <a:gdLst/>
            <a:ahLst/>
            <a:cxnLst/>
            <a:rect l="l" t="t" r="r" b="b"/>
            <a:pathLst>
              <a:path w="356870" h="573405">
                <a:moveTo>
                  <a:pt x="284326" y="216559"/>
                </a:moveTo>
                <a:lnTo>
                  <a:pt x="72186" y="216559"/>
                </a:lnTo>
                <a:lnTo>
                  <a:pt x="72186" y="0"/>
                </a:lnTo>
                <a:lnTo>
                  <a:pt x="0" y="0"/>
                </a:lnTo>
                <a:lnTo>
                  <a:pt x="0" y="573072"/>
                </a:lnTo>
                <a:lnTo>
                  <a:pt x="356512" y="573072"/>
                </a:lnTo>
                <a:lnTo>
                  <a:pt x="356512" y="0"/>
                </a:lnTo>
                <a:lnTo>
                  <a:pt x="284326" y="0"/>
                </a:lnTo>
                <a:lnTo>
                  <a:pt x="284326" y="21655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395841" y="2224287"/>
            <a:ext cx="212725" cy="222885"/>
          </a:xfrm>
          <a:custGeom>
            <a:avLst/>
            <a:gdLst/>
            <a:ahLst/>
            <a:cxnLst/>
            <a:rect l="l" t="t" r="r" b="b"/>
            <a:pathLst>
              <a:path w="212725" h="222885">
                <a:moveTo>
                  <a:pt x="0" y="222452"/>
                </a:moveTo>
                <a:lnTo>
                  <a:pt x="0" y="0"/>
                </a:lnTo>
                <a:lnTo>
                  <a:pt x="212139" y="0"/>
                </a:lnTo>
                <a:lnTo>
                  <a:pt x="212139" y="222452"/>
                </a:lnTo>
                <a:lnTo>
                  <a:pt x="0" y="2224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996168" y="1918599"/>
            <a:ext cx="628650" cy="634365"/>
          </a:xfrm>
          <a:custGeom>
            <a:avLst/>
            <a:gdLst/>
            <a:ahLst/>
            <a:cxnLst/>
            <a:rect l="l" t="t" r="r" b="b"/>
            <a:pathLst>
              <a:path w="628650" h="634364">
                <a:moveTo>
                  <a:pt x="209930" y="298321"/>
                </a:moveTo>
                <a:lnTo>
                  <a:pt x="137743" y="298321"/>
                </a:lnTo>
                <a:lnTo>
                  <a:pt x="137743" y="219505"/>
                </a:lnTo>
                <a:lnTo>
                  <a:pt x="95757" y="203036"/>
                </a:lnTo>
                <a:lnTo>
                  <a:pt x="63715" y="181110"/>
                </a:lnTo>
                <a:lnTo>
                  <a:pt x="43275" y="153522"/>
                </a:lnTo>
                <a:lnTo>
                  <a:pt x="36093" y="120065"/>
                </a:lnTo>
                <a:lnTo>
                  <a:pt x="43474" y="86510"/>
                </a:lnTo>
                <a:lnTo>
                  <a:pt x="97381" y="36937"/>
                </a:lnTo>
                <a:lnTo>
                  <a:pt x="140479" y="20351"/>
                </a:lnTo>
                <a:lnTo>
                  <a:pt x="192056" y="8856"/>
                </a:lnTo>
                <a:lnTo>
                  <a:pt x="250397" y="2166"/>
                </a:lnTo>
                <a:lnTo>
                  <a:pt x="313790" y="0"/>
                </a:lnTo>
                <a:lnTo>
                  <a:pt x="377182" y="2166"/>
                </a:lnTo>
                <a:lnTo>
                  <a:pt x="435524" y="8856"/>
                </a:lnTo>
                <a:lnTo>
                  <a:pt x="487100" y="20351"/>
                </a:lnTo>
                <a:lnTo>
                  <a:pt x="530199" y="36937"/>
                </a:lnTo>
                <a:lnTo>
                  <a:pt x="560946" y="57454"/>
                </a:lnTo>
                <a:lnTo>
                  <a:pt x="313790" y="57454"/>
                </a:lnTo>
                <a:lnTo>
                  <a:pt x="250808" y="59793"/>
                </a:lnTo>
                <a:lnTo>
                  <a:pt x="195852" y="66977"/>
                </a:lnTo>
                <a:lnTo>
                  <a:pt x="152351" y="79251"/>
                </a:lnTo>
                <a:lnTo>
                  <a:pt x="123736" y="96865"/>
                </a:lnTo>
                <a:lnTo>
                  <a:pt x="113435" y="120065"/>
                </a:lnTo>
                <a:lnTo>
                  <a:pt x="123736" y="143624"/>
                </a:lnTo>
                <a:lnTo>
                  <a:pt x="152351" y="161456"/>
                </a:lnTo>
                <a:lnTo>
                  <a:pt x="195852" y="173842"/>
                </a:lnTo>
                <a:lnTo>
                  <a:pt x="250808" y="181067"/>
                </a:lnTo>
                <a:lnTo>
                  <a:pt x="313790" y="183412"/>
                </a:lnTo>
                <a:lnTo>
                  <a:pt x="560500" y="183412"/>
                </a:lnTo>
                <a:lnTo>
                  <a:pt x="531822" y="203036"/>
                </a:lnTo>
                <a:lnTo>
                  <a:pt x="489836" y="219505"/>
                </a:lnTo>
                <a:lnTo>
                  <a:pt x="489836" y="234974"/>
                </a:lnTo>
                <a:lnTo>
                  <a:pt x="209930" y="234974"/>
                </a:lnTo>
                <a:lnTo>
                  <a:pt x="209930" y="298321"/>
                </a:lnTo>
                <a:close/>
              </a:path>
              <a:path w="628650" h="634364">
                <a:moveTo>
                  <a:pt x="560500" y="183412"/>
                </a:moveTo>
                <a:lnTo>
                  <a:pt x="313790" y="183412"/>
                </a:lnTo>
                <a:lnTo>
                  <a:pt x="376772" y="181067"/>
                </a:lnTo>
                <a:lnTo>
                  <a:pt x="431728" y="173842"/>
                </a:lnTo>
                <a:lnTo>
                  <a:pt x="475228" y="161456"/>
                </a:lnTo>
                <a:lnTo>
                  <a:pt x="503844" y="143624"/>
                </a:lnTo>
                <a:lnTo>
                  <a:pt x="514144" y="120065"/>
                </a:lnTo>
                <a:lnTo>
                  <a:pt x="503844" y="96865"/>
                </a:lnTo>
                <a:lnTo>
                  <a:pt x="475228" y="79251"/>
                </a:lnTo>
                <a:lnTo>
                  <a:pt x="431728" y="66977"/>
                </a:lnTo>
                <a:lnTo>
                  <a:pt x="376772" y="59793"/>
                </a:lnTo>
                <a:lnTo>
                  <a:pt x="313790" y="57454"/>
                </a:lnTo>
                <a:lnTo>
                  <a:pt x="560946" y="57454"/>
                </a:lnTo>
                <a:lnTo>
                  <a:pt x="563105" y="58895"/>
                </a:lnTo>
                <a:lnTo>
                  <a:pt x="584106" y="86510"/>
                </a:lnTo>
                <a:lnTo>
                  <a:pt x="591487" y="120065"/>
                </a:lnTo>
                <a:lnTo>
                  <a:pt x="584305" y="153522"/>
                </a:lnTo>
                <a:lnTo>
                  <a:pt x="563864" y="181110"/>
                </a:lnTo>
                <a:lnTo>
                  <a:pt x="560500" y="183412"/>
                </a:lnTo>
                <a:close/>
              </a:path>
              <a:path w="628650" h="634364">
                <a:moveTo>
                  <a:pt x="313790" y="240867"/>
                </a:moveTo>
                <a:lnTo>
                  <a:pt x="286582" y="240464"/>
                </a:lnTo>
                <a:lnTo>
                  <a:pt x="260202" y="239301"/>
                </a:lnTo>
                <a:lnTo>
                  <a:pt x="234652" y="237448"/>
                </a:lnTo>
                <a:lnTo>
                  <a:pt x="209930" y="234974"/>
                </a:lnTo>
                <a:lnTo>
                  <a:pt x="417650" y="234974"/>
                </a:lnTo>
                <a:lnTo>
                  <a:pt x="392928" y="237448"/>
                </a:lnTo>
                <a:lnTo>
                  <a:pt x="367377" y="239301"/>
                </a:lnTo>
                <a:lnTo>
                  <a:pt x="340998" y="240464"/>
                </a:lnTo>
                <a:lnTo>
                  <a:pt x="313790" y="240867"/>
                </a:lnTo>
                <a:close/>
              </a:path>
              <a:path w="628650" h="634364">
                <a:moveTo>
                  <a:pt x="489836" y="298321"/>
                </a:moveTo>
                <a:lnTo>
                  <a:pt x="417650" y="298321"/>
                </a:lnTo>
                <a:lnTo>
                  <a:pt x="417650" y="234974"/>
                </a:lnTo>
                <a:lnTo>
                  <a:pt x="489836" y="234974"/>
                </a:lnTo>
                <a:lnTo>
                  <a:pt x="489836" y="298321"/>
                </a:lnTo>
                <a:close/>
              </a:path>
              <a:path w="628650" h="634364">
                <a:moveTo>
                  <a:pt x="628317" y="357249"/>
                </a:moveTo>
                <a:lnTo>
                  <a:pt x="0" y="357249"/>
                </a:lnTo>
                <a:lnTo>
                  <a:pt x="0" y="298321"/>
                </a:lnTo>
                <a:lnTo>
                  <a:pt x="628317" y="298321"/>
                </a:lnTo>
                <a:lnTo>
                  <a:pt x="628317" y="357249"/>
                </a:lnTo>
                <a:close/>
              </a:path>
              <a:path w="628650" h="634364">
                <a:moveTo>
                  <a:pt x="313790" y="634209"/>
                </a:moveTo>
                <a:lnTo>
                  <a:pt x="251175" y="632367"/>
                </a:lnTo>
                <a:lnTo>
                  <a:pt x="193314" y="626504"/>
                </a:lnTo>
                <a:lnTo>
                  <a:pt x="141987" y="616119"/>
                </a:lnTo>
                <a:lnTo>
                  <a:pt x="98970" y="600708"/>
                </a:lnTo>
                <a:lnTo>
                  <a:pt x="66042" y="579770"/>
                </a:lnTo>
                <a:lnTo>
                  <a:pt x="37566" y="519300"/>
                </a:lnTo>
                <a:lnTo>
                  <a:pt x="44981" y="485881"/>
                </a:lnTo>
                <a:lnTo>
                  <a:pt x="98970" y="438472"/>
                </a:lnTo>
                <a:lnTo>
                  <a:pt x="141987" y="423375"/>
                </a:lnTo>
                <a:lnTo>
                  <a:pt x="193314" y="413278"/>
                </a:lnTo>
                <a:lnTo>
                  <a:pt x="251175" y="407625"/>
                </a:lnTo>
                <a:lnTo>
                  <a:pt x="313790" y="405864"/>
                </a:lnTo>
                <a:lnTo>
                  <a:pt x="376405" y="407625"/>
                </a:lnTo>
                <a:lnTo>
                  <a:pt x="434265" y="413278"/>
                </a:lnTo>
                <a:lnTo>
                  <a:pt x="485593" y="423375"/>
                </a:lnTo>
                <a:lnTo>
                  <a:pt x="528610" y="438472"/>
                </a:lnTo>
                <a:lnTo>
                  <a:pt x="561538" y="459123"/>
                </a:lnTo>
                <a:lnTo>
                  <a:pt x="564840" y="463319"/>
                </a:lnTo>
                <a:lnTo>
                  <a:pt x="313790" y="463319"/>
                </a:lnTo>
                <a:lnTo>
                  <a:pt x="254072" y="465040"/>
                </a:lnTo>
                <a:lnTo>
                  <a:pt x="199871" y="470720"/>
                </a:lnTo>
                <a:lnTo>
                  <a:pt x="155639" y="481139"/>
                </a:lnTo>
                <a:lnTo>
                  <a:pt x="125834" y="497073"/>
                </a:lnTo>
                <a:lnTo>
                  <a:pt x="114909" y="519300"/>
                </a:lnTo>
                <a:lnTo>
                  <a:pt x="125834" y="541964"/>
                </a:lnTo>
                <a:lnTo>
                  <a:pt x="155639" y="558299"/>
                </a:lnTo>
                <a:lnTo>
                  <a:pt x="199871" y="569047"/>
                </a:lnTo>
                <a:lnTo>
                  <a:pt x="254072" y="574952"/>
                </a:lnTo>
                <a:lnTo>
                  <a:pt x="313790" y="576755"/>
                </a:lnTo>
                <a:lnTo>
                  <a:pt x="563892" y="576755"/>
                </a:lnTo>
                <a:lnTo>
                  <a:pt x="561538" y="579770"/>
                </a:lnTo>
                <a:lnTo>
                  <a:pt x="528610" y="600708"/>
                </a:lnTo>
                <a:lnTo>
                  <a:pt x="485593" y="616119"/>
                </a:lnTo>
                <a:lnTo>
                  <a:pt x="434265" y="626504"/>
                </a:lnTo>
                <a:lnTo>
                  <a:pt x="376405" y="632367"/>
                </a:lnTo>
                <a:lnTo>
                  <a:pt x="313790" y="634209"/>
                </a:lnTo>
                <a:close/>
              </a:path>
              <a:path w="628650" h="634364">
                <a:moveTo>
                  <a:pt x="563892" y="576755"/>
                </a:moveTo>
                <a:lnTo>
                  <a:pt x="313790" y="576755"/>
                </a:lnTo>
                <a:lnTo>
                  <a:pt x="373584" y="574952"/>
                </a:lnTo>
                <a:lnTo>
                  <a:pt x="427968" y="569047"/>
                </a:lnTo>
                <a:lnTo>
                  <a:pt x="472417" y="558299"/>
                </a:lnTo>
                <a:lnTo>
                  <a:pt x="502406" y="541964"/>
                </a:lnTo>
                <a:lnTo>
                  <a:pt x="513408" y="519300"/>
                </a:lnTo>
                <a:lnTo>
                  <a:pt x="502406" y="497073"/>
                </a:lnTo>
                <a:lnTo>
                  <a:pt x="472417" y="481139"/>
                </a:lnTo>
                <a:lnTo>
                  <a:pt x="427968" y="470720"/>
                </a:lnTo>
                <a:lnTo>
                  <a:pt x="373584" y="465040"/>
                </a:lnTo>
                <a:lnTo>
                  <a:pt x="313790" y="463319"/>
                </a:lnTo>
                <a:lnTo>
                  <a:pt x="564840" y="463319"/>
                </a:lnTo>
                <a:lnTo>
                  <a:pt x="582598" y="485881"/>
                </a:lnTo>
                <a:lnTo>
                  <a:pt x="590014" y="519300"/>
                </a:lnTo>
                <a:lnTo>
                  <a:pt x="582598" y="552801"/>
                </a:lnTo>
                <a:lnTo>
                  <a:pt x="563892" y="576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996167" y="1918599"/>
            <a:ext cx="628650" cy="357505"/>
          </a:xfrm>
          <a:custGeom>
            <a:avLst/>
            <a:gdLst/>
            <a:ahLst/>
            <a:cxnLst/>
            <a:rect l="l" t="t" r="r" b="b"/>
            <a:pathLst>
              <a:path w="628650" h="357505">
                <a:moveTo>
                  <a:pt x="489836" y="298321"/>
                </a:moveTo>
                <a:lnTo>
                  <a:pt x="489836" y="219505"/>
                </a:lnTo>
                <a:lnTo>
                  <a:pt x="531822" y="203036"/>
                </a:lnTo>
                <a:lnTo>
                  <a:pt x="563864" y="181110"/>
                </a:lnTo>
                <a:lnTo>
                  <a:pt x="584305" y="153522"/>
                </a:lnTo>
                <a:lnTo>
                  <a:pt x="591487" y="120065"/>
                </a:lnTo>
                <a:lnTo>
                  <a:pt x="584106" y="86510"/>
                </a:lnTo>
                <a:lnTo>
                  <a:pt x="530199" y="36937"/>
                </a:lnTo>
                <a:lnTo>
                  <a:pt x="487100" y="20351"/>
                </a:lnTo>
                <a:lnTo>
                  <a:pt x="435524" y="8856"/>
                </a:lnTo>
                <a:lnTo>
                  <a:pt x="377182" y="2166"/>
                </a:lnTo>
                <a:lnTo>
                  <a:pt x="313790" y="0"/>
                </a:lnTo>
                <a:lnTo>
                  <a:pt x="250397" y="2166"/>
                </a:lnTo>
                <a:lnTo>
                  <a:pt x="192056" y="8856"/>
                </a:lnTo>
                <a:lnTo>
                  <a:pt x="140479" y="20351"/>
                </a:lnTo>
                <a:lnTo>
                  <a:pt x="97381" y="36937"/>
                </a:lnTo>
                <a:lnTo>
                  <a:pt x="64474" y="58895"/>
                </a:lnTo>
                <a:lnTo>
                  <a:pt x="36093" y="120065"/>
                </a:lnTo>
                <a:lnTo>
                  <a:pt x="43275" y="153522"/>
                </a:lnTo>
                <a:lnTo>
                  <a:pt x="63715" y="181110"/>
                </a:lnTo>
                <a:lnTo>
                  <a:pt x="95757" y="203036"/>
                </a:lnTo>
                <a:lnTo>
                  <a:pt x="137743" y="219505"/>
                </a:lnTo>
                <a:lnTo>
                  <a:pt x="137743" y="298321"/>
                </a:lnTo>
                <a:lnTo>
                  <a:pt x="0" y="298321"/>
                </a:lnTo>
                <a:lnTo>
                  <a:pt x="0" y="357249"/>
                </a:lnTo>
                <a:lnTo>
                  <a:pt x="628317" y="357249"/>
                </a:lnTo>
                <a:lnTo>
                  <a:pt x="628317" y="298321"/>
                </a:lnTo>
                <a:lnTo>
                  <a:pt x="489836" y="29832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109603" y="1976054"/>
            <a:ext cx="401320" cy="126364"/>
          </a:xfrm>
          <a:custGeom>
            <a:avLst/>
            <a:gdLst/>
            <a:ahLst/>
            <a:cxnLst/>
            <a:rect l="l" t="t" r="r" b="b"/>
            <a:pathLst>
              <a:path w="401320" h="126364">
                <a:moveTo>
                  <a:pt x="0" y="62610"/>
                </a:moveTo>
                <a:lnTo>
                  <a:pt x="38915" y="21797"/>
                </a:lnTo>
                <a:lnTo>
                  <a:pt x="82416" y="9522"/>
                </a:lnTo>
                <a:lnTo>
                  <a:pt x="137372" y="2339"/>
                </a:lnTo>
                <a:lnTo>
                  <a:pt x="200354" y="0"/>
                </a:lnTo>
                <a:lnTo>
                  <a:pt x="263336" y="2339"/>
                </a:lnTo>
                <a:lnTo>
                  <a:pt x="318292" y="9522"/>
                </a:lnTo>
                <a:lnTo>
                  <a:pt x="361792" y="21797"/>
                </a:lnTo>
                <a:lnTo>
                  <a:pt x="390408" y="39410"/>
                </a:lnTo>
                <a:lnTo>
                  <a:pt x="400708" y="62610"/>
                </a:lnTo>
                <a:lnTo>
                  <a:pt x="390408" y="86170"/>
                </a:lnTo>
                <a:lnTo>
                  <a:pt x="361792" y="104001"/>
                </a:lnTo>
                <a:lnTo>
                  <a:pt x="318292" y="116388"/>
                </a:lnTo>
                <a:lnTo>
                  <a:pt x="263336" y="123612"/>
                </a:lnTo>
                <a:lnTo>
                  <a:pt x="200354" y="125958"/>
                </a:lnTo>
                <a:lnTo>
                  <a:pt x="137372" y="123612"/>
                </a:lnTo>
                <a:lnTo>
                  <a:pt x="82416" y="116388"/>
                </a:lnTo>
                <a:lnTo>
                  <a:pt x="38915" y="104001"/>
                </a:lnTo>
                <a:lnTo>
                  <a:pt x="10300" y="86170"/>
                </a:lnTo>
                <a:lnTo>
                  <a:pt x="0" y="626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98731" y="2146208"/>
            <a:ext cx="222452" cy="78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033734" y="2324464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276223" y="0"/>
                </a:moveTo>
                <a:lnTo>
                  <a:pt x="213608" y="1760"/>
                </a:lnTo>
                <a:lnTo>
                  <a:pt x="155748" y="7413"/>
                </a:lnTo>
                <a:lnTo>
                  <a:pt x="104420" y="17510"/>
                </a:lnTo>
                <a:lnTo>
                  <a:pt x="61403" y="32607"/>
                </a:lnTo>
                <a:lnTo>
                  <a:pt x="28476" y="53258"/>
                </a:lnTo>
                <a:lnTo>
                  <a:pt x="0" y="113435"/>
                </a:lnTo>
                <a:lnTo>
                  <a:pt x="7415" y="146937"/>
                </a:lnTo>
                <a:lnTo>
                  <a:pt x="61403" y="194843"/>
                </a:lnTo>
                <a:lnTo>
                  <a:pt x="104420" y="210254"/>
                </a:lnTo>
                <a:lnTo>
                  <a:pt x="155748" y="220639"/>
                </a:lnTo>
                <a:lnTo>
                  <a:pt x="213608" y="226502"/>
                </a:lnTo>
                <a:lnTo>
                  <a:pt x="276223" y="228345"/>
                </a:lnTo>
                <a:lnTo>
                  <a:pt x="338838" y="226502"/>
                </a:lnTo>
                <a:lnTo>
                  <a:pt x="396699" y="220639"/>
                </a:lnTo>
                <a:lnTo>
                  <a:pt x="448026" y="210254"/>
                </a:lnTo>
                <a:lnTo>
                  <a:pt x="491043" y="194843"/>
                </a:lnTo>
                <a:lnTo>
                  <a:pt x="523971" y="173905"/>
                </a:lnTo>
                <a:lnTo>
                  <a:pt x="552447" y="113435"/>
                </a:lnTo>
                <a:lnTo>
                  <a:pt x="545032" y="80016"/>
                </a:lnTo>
                <a:lnTo>
                  <a:pt x="491043" y="32607"/>
                </a:lnTo>
                <a:lnTo>
                  <a:pt x="448026" y="17510"/>
                </a:lnTo>
                <a:lnTo>
                  <a:pt x="396699" y="7413"/>
                </a:lnTo>
                <a:lnTo>
                  <a:pt x="338838" y="1760"/>
                </a:lnTo>
                <a:lnTo>
                  <a:pt x="2762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0111076" y="2381919"/>
            <a:ext cx="398780" cy="113664"/>
          </a:xfrm>
          <a:custGeom>
            <a:avLst/>
            <a:gdLst/>
            <a:ahLst/>
            <a:cxnLst/>
            <a:rect l="l" t="t" r="r" b="b"/>
            <a:pathLst>
              <a:path w="398779" h="113664">
                <a:moveTo>
                  <a:pt x="198881" y="113435"/>
                </a:moveTo>
                <a:lnTo>
                  <a:pt x="139163" y="111632"/>
                </a:lnTo>
                <a:lnTo>
                  <a:pt x="84962" y="105728"/>
                </a:lnTo>
                <a:lnTo>
                  <a:pt x="40730" y="94979"/>
                </a:lnTo>
                <a:lnTo>
                  <a:pt x="0" y="55981"/>
                </a:lnTo>
                <a:lnTo>
                  <a:pt x="10925" y="33753"/>
                </a:lnTo>
                <a:lnTo>
                  <a:pt x="40730" y="17819"/>
                </a:lnTo>
                <a:lnTo>
                  <a:pt x="84962" y="7401"/>
                </a:lnTo>
                <a:lnTo>
                  <a:pt x="139163" y="1720"/>
                </a:lnTo>
                <a:lnTo>
                  <a:pt x="198881" y="0"/>
                </a:lnTo>
                <a:lnTo>
                  <a:pt x="258675" y="1720"/>
                </a:lnTo>
                <a:lnTo>
                  <a:pt x="313059" y="7401"/>
                </a:lnTo>
                <a:lnTo>
                  <a:pt x="357508" y="17819"/>
                </a:lnTo>
                <a:lnTo>
                  <a:pt x="387497" y="33753"/>
                </a:lnTo>
                <a:lnTo>
                  <a:pt x="398498" y="55981"/>
                </a:lnTo>
                <a:lnTo>
                  <a:pt x="387497" y="78644"/>
                </a:lnTo>
                <a:lnTo>
                  <a:pt x="357508" y="94979"/>
                </a:lnTo>
                <a:lnTo>
                  <a:pt x="313059" y="105728"/>
                </a:lnTo>
                <a:lnTo>
                  <a:pt x="258675" y="111632"/>
                </a:lnTo>
                <a:lnTo>
                  <a:pt x="198881" y="11343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424974" y="1922282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72923" y="629053"/>
                </a:moveTo>
                <a:lnTo>
                  <a:pt x="0" y="629053"/>
                </a:lnTo>
                <a:lnTo>
                  <a:pt x="0" y="0"/>
                </a:lnTo>
                <a:lnTo>
                  <a:pt x="72923" y="0"/>
                </a:lnTo>
                <a:lnTo>
                  <a:pt x="72923" y="6290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0946923" y="1940560"/>
            <a:ext cx="72390" cy="217170"/>
          </a:xfrm>
          <a:custGeom>
            <a:avLst/>
            <a:gdLst/>
            <a:ahLst/>
            <a:cxnLst/>
            <a:rect l="l" t="t" r="r" b="b"/>
            <a:pathLst>
              <a:path w="72390" h="217169">
                <a:moveTo>
                  <a:pt x="0" y="0"/>
                </a:moveTo>
                <a:lnTo>
                  <a:pt x="72186" y="0"/>
                </a:lnTo>
                <a:lnTo>
                  <a:pt x="72186" y="217170"/>
                </a:lnTo>
                <a:lnTo>
                  <a:pt x="0" y="2171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946923" y="2157729"/>
            <a:ext cx="356870" cy="66040"/>
          </a:xfrm>
          <a:custGeom>
            <a:avLst/>
            <a:gdLst/>
            <a:ahLst/>
            <a:cxnLst/>
            <a:rect l="l" t="t" r="r" b="b"/>
            <a:pathLst>
              <a:path w="356870" h="66039">
                <a:moveTo>
                  <a:pt x="0" y="0"/>
                </a:moveTo>
                <a:lnTo>
                  <a:pt x="356512" y="0"/>
                </a:lnTo>
                <a:lnTo>
                  <a:pt x="356512" y="66040"/>
                </a:lnTo>
                <a:lnTo>
                  <a:pt x="0" y="660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946923" y="2223770"/>
            <a:ext cx="72390" cy="223520"/>
          </a:xfrm>
          <a:custGeom>
            <a:avLst/>
            <a:gdLst/>
            <a:ahLst/>
            <a:cxnLst/>
            <a:rect l="l" t="t" r="r" b="b"/>
            <a:pathLst>
              <a:path w="72390" h="223519">
                <a:moveTo>
                  <a:pt x="0" y="0"/>
                </a:moveTo>
                <a:lnTo>
                  <a:pt x="72186" y="0"/>
                </a:lnTo>
                <a:lnTo>
                  <a:pt x="72186" y="223519"/>
                </a:lnTo>
                <a:lnTo>
                  <a:pt x="0" y="2235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0946923" y="2447289"/>
            <a:ext cx="356870" cy="66040"/>
          </a:xfrm>
          <a:custGeom>
            <a:avLst/>
            <a:gdLst/>
            <a:ahLst/>
            <a:cxnLst/>
            <a:rect l="l" t="t" r="r" b="b"/>
            <a:pathLst>
              <a:path w="356870" h="66039">
                <a:moveTo>
                  <a:pt x="0" y="0"/>
                </a:moveTo>
                <a:lnTo>
                  <a:pt x="356512" y="0"/>
                </a:lnTo>
                <a:lnTo>
                  <a:pt x="356512" y="66039"/>
                </a:lnTo>
                <a:lnTo>
                  <a:pt x="0" y="660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231250" y="1940697"/>
            <a:ext cx="72390" cy="217170"/>
          </a:xfrm>
          <a:custGeom>
            <a:avLst/>
            <a:gdLst/>
            <a:ahLst/>
            <a:cxnLst/>
            <a:rect l="l" t="t" r="r" b="b"/>
            <a:pathLst>
              <a:path w="72390" h="217169">
                <a:moveTo>
                  <a:pt x="72186" y="216559"/>
                </a:moveTo>
                <a:lnTo>
                  <a:pt x="0" y="216559"/>
                </a:lnTo>
                <a:lnTo>
                  <a:pt x="0" y="0"/>
                </a:lnTo>
                <a:lnTo>
                  <a:pt x="72186" y="0"/>
                </a:lnTo>
                <a:lnTo>
                  <a:pt x="72186" y="216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1231250" y="2224287"/>
            <a:ext cx="72390" cy="222885"/>
          </a:xfrm>
          <a:custGeom>
            <a:avLst/>
            <a:gdLst/>
            <a:ahLst/>
            <a:cxnLst/>
            <a:rect l="l" t="t" r="r" b="b"/>
            <a:pathLst>
              <a:path w="72390" h="222885">
                <a:moveTo>
                  <a:pt x="72186" y="222452"/>
                </a:moveTo>
                <a:lnTo>
                  <a:pt x="0" y="222452"/>
                </a:lnTo>
                <a:lnTo>
                  <a:pt x="0" y="0"/>
                </a:lnTo>
                <a:lnTo>
                  <a:pt x="72186" y="0"/>
                </a:lnTo>
                <a:lnTo>
                  <a:pt x="72186" y="222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1424974" y="1922282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0"/>
                </a:moveTo>
                <a:lnTo>
                  <a:pt x="0" y="629053"/>
                </a:ln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946923" y="1940697"/>
            <a:ext cx="356870" cy="573405"/>
          </a:xfrm>
          <a:custGeom>
            <a:avLst/>
            <a:gdLst/>
            <a:ahLst/>
            <a:cxnLst/>
            <a:rect l="l" t="t" r="r" b="b"/>
            <a:pathLst>
              <a:path w="356870" h="573405">
                <a:moveTo>
                  <a:pt x="284326" y="216559"/>
                </a:moveTo>
                <a:lnTo>
                  <a:pt x="72186" y="216559"/>
                </a:lnTo>
                <a:lnTo>
                  <a:pt x="72186" y="0"/>
                </a:lnTo>
                <a:lnTo>
                  <a:pt x="0" y="0"/>
                </a:lnTo>
                <a:lnTo>
                  <a:pt x="0" y="573072"/>
                </a:lnTo>
                <a:lnTo>
                  <a:pt x="356512" y="573072"/>
                </a:lnTo>
                <a:lnTo>
                  <a:pt x="356512" y="0"/>
                </a:lnTo>
                <a:lnTo>
                  <a:pt x="284326" y="0"/>
                </a:lnTo>
                <a:lnTo>
                  <a:pt x="284326" y="21655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1019109" y="2224287"/>
            <a:ext cx="212725" cy="222885"/>
          </a:xfrm>
          <a:custGeom>
            <a:avLst/>
            <a:gdLst/>
            <a:ahLst/>
            <a:cxnLst/>
            <a:rect l="l" t="t" r="r" b="b"/>
            <a:pathLst>
              <a:path w="212725" h="222885">
                <a:moveTo>
                  <a:pt x="0" y="222452"/>
                </a:moveTo>
                <a:lnTo>
                  <a:pt x="0" y="0"/>
                </a:lnTo>
                <a:lnTo>
                  <a:pt x="212139" y="0"/>
                </a:lnTo>
                <a:lnTo>
                  <a:pt x="212139" y="222452"/>
                </a:lnTo>
                <a:lnTo>
                  <a:pt x="0" y="2224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1657002" y="1944370"/>
            <a:ext cx="550545" cy="67310"/>
          </a:xfrm>
          <a:custGeom>
            <a:avLst/>
            <a:gdLst/>
            <a:ahLst/>
            <a:cxnLst/>
            <a:rect l="l" t="t" r="r" b="b"/>
            <a:pathLst>
              <a:path w="550545" h="67310">
                <a:moveTo>
                  <a:pt x="0" y="0"/>
                </a:moveTo>
                <a:lnTo>
                  <a:pt x="550237" y="0"/>
                </a:lnTo>
                <a:lnTo>
                  <a:pt x="550237" y="67309"/>
                </a:lnTo>
                <a:lnTo>
                  <a:pt x="0" y="673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2132843" y="2011679"/>
            <a:ext cx="74930" cy="347980"/>
          </a:xfrm>
          <a:custGeom>
            <a:avLst/>
            <a:gdLst/>
            <a:ahLst/>
            <a:cxnLst/>
            <a:rect l="l" t="t" r="r" b="b"/>
            <a:pathLst>
              <a:path w="74929" h="347980">
                <a:moveTo>
                  <a:pt x="0" y="0"/>
                </a:moveTo>
                <a:lnTo>
                  <a:pt x="74396" y="0"/>
                </a:lnTo>
                <a:lnTo>
                  <a:pt x="74396" y="347980"/>
                </a:lnTo>
                <a:lnTo>
                  <a:pt x="0" y="3479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741711" y="2201453"/>
            <a:ext cx="73025" cy="252729"/>
          </a:xfrm>
          <a:custGeom>
            <a:avLst/>
            <a:gdLst/>
            <a:ahLst/>
            <a:cxnLst/>
            <a:rect l="l" t="t" r="r" b="b"/>
            <a:pathLst>
              <a:path w="73025" h="252730">
                <a:moveTo>
                  <a:pt x="72923" y="252652"/>
                </a:moveTo>
                <a:lnTo>
                  <a:pt x="0" y="252652"/>
                </a:lnTo>
                <a:lnTo>
                  <a:pt x="0" y="0"/>
                </a:lnTo>
                <a:lnTo>
                  <a:pt x="72923" y="0"/>
                </a:lnTo>
                <a:lnTo>
                  <a:pt x="72923" y="25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1938382" y="2201453"/>
            <a:ext cx="73660" cy="252729"/>
          </a:xfrm>
          <a:custGeom>
            <a:avLst/>
            <a:gdLst/>
            <a:ahLst/>
            <a:cxnLst/>
            <a:rect l="l" t="t" r="r" b="b"/>
            <a:pathLst>
              <a:path w="73659" h="252730">
                <a:moveTo>
                  <a:pt x="73659" y="252652"/>
                </a:moveTo>
                <a:lnTo>
                  <a:pt x="0" y="252652"/>
                </a:lnTo>
                <a:lnTo>
                  <a:pt x="0" y="0"/>
                </a:lnTo>
                <a:lnTo>
                  <a:pt x="73659" y="0"/>
                </a:lnTo>
                <a:lnTo>
                  <a:pt x="73659" y="252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1619436" y="2454105"/>
            <a:ext cx="628650" cy="67310"/>
          </a:xfrm>
          <a:custGeom>
            <a:avLst/>
            <a:gdLst/>
            <a:ahLst/>
            <a:cxnLst/>
            <a:rect l="l" t="t" r="r" b="b"/>
            <a:pathLst>
              <a:path w="628650" h="67310">
                <a:moveTo>
                  <a:pt x="628317" y="67030"/>
                </a:moveTo>
                <a:lnTo>
                  <a:pt x="0" y="67030"/>
                </a:lnTo>
                <a:lnTo>
                  <a:pt x="0" y="0"/>
                </a:lnTo>
                <a:lnTo>
                  <a:pt x="628317" y="0"/>
                </a:lnTo>
                <a:lnTo>
                  <a:pt x="628317" y="67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1657002" y="1944380"/>
            <a:ext cx="550545" cy="415925"/>
          </a:xfrm>
          <a:custGeom>
            <a:avLst/>
            <a:gdLst/>
            <a:ahLst/>
            <a:cxnLst/>
            <a:rect l="l" t="t" r="r" b="b"/>
            <a:pathLst>
              <a:path w="550545" h="415925">
                <a:moveTo>
                  <a:pt x="475841" y="415440"/>
                </a:moveTo>
                <a:lnTo>
                  <a:pt x="550237" y="415440"/>
                </a:lnTo>
                <a:lnTo>
                  <a:pt x="550237" y="0"/>
                </a:lnTo>
                <a:lnTo>
                  <a:pt x="0" y="0"/>
                </a:lnTo>
                <a:lnTo>
                  <a:pt x="0" y="67766"/>
                </a:lnTo>
                <a:lnTo>
                  <a:pt x="475841" y="67766"/>
                </a:lnTo>
                <a:lnTo>
                  <a:pt x="475841" y="41544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1619435" y="2201452"/>
            <a:ext cx="628650" cy="320040"/>
          </a:xfrm>
          <a:custGeom>
            <a:avLst/>
            <a:gdLst/>
            <a:ahLst/>
            <a:cxnLst/>
            <a:rect l="l" t="t" r="r" b="b"/>
            <a:pathLst>
              <a:path w="628650" h="320039">
                <a:moveTo>
                  <a:pt x="392606" y="252652"/>
                </a:moveTo>
                <a:lnTo>
                  <a:pt x="392606" y="0"/>
                </a:lnTo>
                <a:lnTo>
                  <a:pt x="318946" y="0"/>
                </a:lnTo>
                <a:lnTo>
                  <a:pt x="318946" y="252652"/>
                </a:lnTo>
                <a:lnTo>
                  <a:pt x="195198" y="252652"/>
                </a:lnTo>
                <a:lnTo>
                  <a:pt x="195198" y="0"/>
                </a:lnTo>
                <a:lnTo>
                  <a:pt x="122275" y="0"/>
                </a:lnTo>
                <a:lnTo>
                  <a:pt x="122275" y="252652"/>
                </a:lnTo>
                <a:lnTo>
                  <a:pt x="0" y="252652"/>
                </a:lnTo>
                <a:lnTo>
                  <a:pt x="0" y="319683"/>
                </a:lnTo>
                <a:lnTo>
                  <a:pt x="628317" y="319683"/>
                </a:lnTo>
                <a:lnTo>
                  <a:pt x="628317" y="252652"/>
                </a:lnTo>
                <a:lnTo>
                  <a:pt x="392606" y="2526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189553" y="7713755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5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665725" y="7713755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89553" y="7716136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189553" y="7719062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89553" y="6915491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219729" y="6915491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0" y="0"/>
                </a:moveTo>
                <a:lnTo>
                  <a:pt x="83163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665725" y="6915491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189553" y="612491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219729" y="6124917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0" y="0"/>
                </a:moveTo>
                <a:lnTo>
                  <a:pt x="83163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665725" y="612491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189553" y="532481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219729" y="5324817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5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189553" y="452471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219729" y="4524717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5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89553" y="3724617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192331" y="3721838"/>
            <a:ext cx="0" cy="3995420"/>
          </a:xfrm>
          <a:custGeom>
            <a:avLst/>
            <a:gdLst/>
            <a:ahLst/>
            <a:cxnLst/>
            <a:rect l="l" t="t" r="r" b="b"/>
            <a:pathLst>
              <a:path h="3995420">
                <a:moveTo>
                  <a:pt x="0" y="3994843"/>
                </a:moveTo>
                <a:lnTo>
                  <a:pt x="0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189553" y="7713755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5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665725" y="7713755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189553" y="7716136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189553" y="7719062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051363" y="7845309"/>
            <a:ext cx="164401" cy="1736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366069" y="7836355"/>
            <a:ext cx="21590" cy="183515"/>
          </a:xfrm>
          <a:custGeom>
            <a:avLst/>
            <a:gdLst/>
            <a:ahLst/>
            <a:cxnLst/>
            <a:rect l="l" t="t" r="r" b="b"/>
            <a:pathLst>
              <a:path w="21589" h="183515">
                <a:moveTo>
                  <a:pt x="21050" y="183070"/>
                </a:moveTo>
                <a:lnTo>
                  <a:pt x="0" y="183070"/>
                </a:lnTo>
                <a:lnTo>
                  <a:pt x="0" y="0"/>
                </a:lnTo>
                <a:lnTo>
                  <a:pt x="21050" y="0"/>
                </a:lnTo>
                <a:lnTo>
                  <a:pt x="21050" y="18307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246721" y="7851976"/>
            <a:ext cx="20955" cy="45720"/>
          </a:xfrm>
          <a:custGeom>
            <a:avLst/>
            <a:gdLst/>
            <a:ahLst/>
            <a:cxnLst/>
            <a:rect l="l" t="t" r="r" b="b"/>
            <a:pathLst>
              <a:path w="20955" h="45720">
                <a:moveTo>
                  <a:pt x="0" y="0"/>
                </a:moveTo>
                <a:lnTo>
                  <a:pt x="20574" y="0"/>
                </a:lnTo>
                <a:lnTo>
                  <a:pt x="20574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246721" y="7897697"/>
            <a:ext cx="87630" cy="16510"/>
          </a:xfrm>
          <a:custGeom>
            <a:avLst/>
            <a:gdLst/>
            <a:ahLst/>
            <a:cxnLst/>
            <a:rect l="l" t="t" r="r" b="b"/>
            <a:pathLst>
              <a:path w="87630" h="16509">
                <a:moveTo>
                  <a:pt x="0" y="0"/>
                </a:moveTo>
                <a:lnTo>
                  <a:pt x="87630" y="0"/>
                </a:lnTo>
                <a:lnTo>
                  <a:pt x="87630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246721" y="7914206"/>
            <a:ext cx="20955" cy="44450"/>
          </a:xfrm>
          <a:custGeom>
            <a:avLst/>
            <a:gdLst/>
            <a:ahLst/>
            <a:cxnLst/>
            <a:rect l="l" t="t" r="r" b="b"/>
            <a:pathLst>
              <a:path w="20955" h="44450">
                <a:moveTo>
                  <a:pt x="0" y="0"/>
                </a:moveTo>
                <a:lnTo>
                  <a:pt x="20574" y="0"/>
                </a:lnTo>
                <a:lnTo>
                  <a:pt x="20574" y="44449"/>
                </a:lnTo>
                <a:lnTo>
                  <a:pt x="0" y="4444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246721" y="7958656"/>
            <a:ext cx="87630" cy="17780"/>
          </a:xfrm>
          <a:custGeom>
            <a:avLst/>
            <a:gdLst/>
            <a:ahLst/>
            <a:cxnLst/>
            <a:rect l="l" t="t" r="r" b="b"/>
            <a:pathLst>
              <a:path w="87630" h="17779">
                <a:moveTo>
                  <a:pt x="0" y="0"/>
                </a:moveTo>
                <a:lnTo>
                  <a:pt x="87630" y="0"/>
                </a:lnTo>
                <a:lnTo>
                  <a:pt x="8763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313587" y="7851500"/>
            <a:ext cx="20955" cy="46990"/>
          </a:xfrm>
          <a:custGeom>
            <a:avLst/>
            <a:gdLst/>
            <a:ahLst/>
            <a:cxnLst/>
            <a:rect l="l" t="t" r="r" b="b"/>
            <a:pathLst>
              <a:path w="20955" h="46990">
                <a:moveTo>
                  <a:pt x="20764" y="46482"/>
                </a:moveTo>
                <a:lnTo>
                  <a:pt x="0" y="46482"/>
                </a:lnTo>
                <a:lnTo>
                  <a:pt x="0" y="0"/>
                </a:lnTo>
                <a:lnTo>
                  <a:pt x="20764" y="0"/>
                </a:lnTo>
                <a:lnTo>
                  <a:pt x="20764" y="4648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313587" y="7914556"/>
            <a:ext cx="20955" cy="45085"/>
          </a:xfrm>
          <a:custGeom>
            <a:avLst/>
            <a:gdLst/>
            <a:ahLst/>
            <a:cxnLst/>
            <a:rect l="l" t="t" r="r" b="b"/>
            <a:pathLst>
              <a:path w="20955" h="45084">
                <a:moveTo>
                  <a:pt x="20764" y="44672"/>
                </a:moveTo>
                <a:lnTo>
                  <a:pt x="0" y="44672"/>
                </a:lnTo>
                <a:lnTo>
                  <a:pt x="0" y="0"/>
                </a:lnTo>
                <a:lnTo>
                  <a:pt x="20764" y="0"/>
                </a:lnTo>
                <a:lnTo>
                  <a:pt x="20764" y="4467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422648" y="7845500"/>
            <a:ext cx="165068" cy="173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628102" y="7843087"/>
            <a:ext cx="126364" cy="16510"/>
          </a:xfrm>
          <a:custGeom>
            <a:avLst/>
            <a:gdLst/>
            <a:ahLst/>
            <a:cxnLst/>
            <a:rect l="l" t="t" r="r" b="b"/>
            <a:pathLst>
              <a:path w="126364" h="16509">
                <a:moveTo>
                  <a:pt x="0" y="0"/>
                </a:moveTo>
                <a:lnTo>
                  <a:pt x="126206" y="0"/>
                </a:lnTo>
                <a:lnTo>
                  <a:pt x="12620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733163" y="7859597"/>
            <a:ext cx="21590" cy="17780"/>
          </a:xfrm>
          <a:custGeom>
            <a:avLst/>
            <a:gdLst/>
            <a:ahLst/>
            <a:cxnLst/>
            <a:rect l="l" t="t" r="r" b="b"/>
            <a:pathLst>
              <a:path w="21589" h="17779">
                <a:moveTo>
                  <a:pt x="0" y="0"/>
                </a:moveTo>
                <a:lnTo>
                  <a:pt x="21145" y="0"/>
                </a:lnTo>
                <a:lnTo>
                  <a:pt x="2114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628483" y="7877376"/>
            <a:ext cx="126364" cy="15240"/>
          </a:xfrm>
          <a:custGeom>
            <a:avLst/>
            <a:gdLst/>
            <a:ahLst/>
            <a:cxnLst/>
            <a:rect l="l" t="t" r="r" b="b"/>
            <a:pathLst>
              <a:path w="126364" h="15240">
                <a:moveTo>
                  <a:pt x="0" y="0"/>
                </a:moveTo>
                <a:lnTo>
                  <a:pt x="125825" y="0"/>
                </a:lnTo>
                <a:lnTo>
                  <a:pt x="125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628483" y="7892616"/>
            <a:ext cx="21590" cy="19050"/>
          </a:xfrm>
          <a:custGeom>
            <a:avLst/>
            <a:gdLst/>
            <a:ahLst/>
            <a:cxnLst/>
            <a:rect l="l" t="t" r="r" b="b"/>
            <a:pathLst>
              <a:path w="21589" h="19050">
                <a:moveTo>
                  <a:pt x="0" y="0"/>
                </a:moveTo>
                <a:lnTo>
                  <a:pt x="21050" y="0"/>
                </a:lnTo>
                <a:lnTo>
                  <a:pt x="210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628483" y="7911666"/>
            <a:ext cx="130175" cy="16510"/>
          </a:xfrm>
          <a:custGeom>
            <a:avLst/>
            <a:gdLst/>
            <a:ahLst/>
            <a:cxnLst/>
            <a:rect l="l" t="t" r="r" b="b"/>
            <a:pathLst>
              <a:path w="130175" h="16509">
                <a:moveTo>
                  <a:pt x="0" y="0"/>
                </a:moveTo>
                <a:lnTo>
                  <a:pt x="129921" y="0"/>
                </a:lnTo>
                <a:lnTo>
                  <a:pt x="12992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608481" y="7944464"/>
            <a:ext cx="165735" cy="17145"/>
          </a:xfrm>
          <a:custGeom>
            <a:avLst/>
            <a:gdLst/>
            <a:ahLst/>
            <a:cxnLst/>
            <a:rect l="l" t="t" r="r" b="b"/>
            <a:pathLst>
              <a:path w="165735" h="17145">
                <a:moveTo>
                  <a:pt x="165639" y="16764"/>
                </a:moveTo>
                <a:lnTo>
                  <a:pt x="0" y="16764"/>
                </a:lnTo>
                <a:lnTo>
                  <a:pt x="0" y="0"/>
                </a:lnTo>
                <a:lnTo>
                  <a:pt x="165449" y="0"/>
                </a:lnTo>
                <a:lnTo>
                  <a:pt x="165639" y="1676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649343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5" h="58420">
                <a:moveTo>
                  <a:pt x="20764" y="58007"/>
                </a:moveTo>
                <a:lnTo>
                  <a:pt x="0" y="58007"/>
                </a:lnTo>
                <a:lnTo>
                  <a:pt x="0" y="0"/>
                </a:lnTo>
                <a:lnTo>
                  <a:pt x="20764" y="0"/>
                </a:lnTo>
                <a:lnTo>
                  <a:pt x="20764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712303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5" h="58420">
                <a:moveTo>
                  <a:pt x="20859" y="58007"/>
                </a:moveTo>
                <a:lnTo>
                  <a:pt x="0" y="58007"/>
                </a:lnTo>
                <a:lnTo>
                  <a:pt x="0" y="0"/>
                </a:lnTo>
                <a:lnTo>
                  <a:pt x="20859" y="0"/>
                </a:lnTo>
                <a:lnTo>
                  <a:pt x="20859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497169" y="7836546"/>
            <a:ext cx="164782" cy="1828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683192" y="7835784"/>
            <a:ext cx="164687" cy="1815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868644" y="7845500"/>
            <a:ext cx="165068" cy="1734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074098" y="7843087"/>
            <a:ext cx="126364" cy="16510"/>
          </a:xfrm>
          <a:custGeom>
            <a:avLst/>
            <a:gdLst/>
            <a:ahLst/>
            <a:cxnLst/>
            <a:rect l="l" t="t" r="r" b="b"/>
            <a:pathLst>
              <a:path w="126364" h="16509">
                <a:moveTo>
                  <a:pt x="0" y="0"/>
                </a:moveTo>
                <a:lnTo>
                  <a:pt x="126206" y="0"/>
                </a:lnTo>
                <a:lnTo>
                  <a:pt x="12620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179159" y="7859597"/>
            <a:ext cx="21590" cy="17780"/>
          </a:xfrm>
          <a:custGeom>
            <a:avLst/>
            <a:gdLst/>
            <a:ahLst/>
            <a:cxnLst/>
            <a:rect l="l" t="t" r="r" b="b"/>
            <a:pathLst>
              <a:path w="21589" h="17779">
                <a:moveTo>
                  <a:pt x="0" y="0"/>
                </a:moveTo>
                <a:lnTo>
                  <a:pt x="21145" y="0"/>
                </a:lnTo>
                <a:lnTo>
                  <a:pt x="2114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074479" y="7877376"/>
            <a:ext cx="126364" cy="15240"/>
          </a:xfrm>
          <a:custGeom>
            <a:avLst/>
            <a:gdLst/>
            <a:ahLst/>
            <a:cxnLst/>
            <a:rect l="l" t="t" r="r" b="b"/>
            <a:pathLst>
              <a:path w="126364" h="15240">
                <a:moveTo>
                  <a:pt x="0" y="0"/>
                </a:moveTo>
                <a:lnTo>
                  <a:pt x="125825" y="0"/>
                </a:lnTo>
                <a:lnTo>
                  <a:pt x="125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074479" y="7892616"/>
            <a:ext cx="21590" cy="19050"/>
          </a:xfrm>
          <a:custGeom>
            <a:avLst/>
            <a:gdLst/>
            <a:ahLst/>
            <a:cxnLst/>
            <a:rect l="l" t="t" r="r" b="b"/>
            <a:pathLst>
              <a:path w="21589" h="19050">
                <a:moveTo>
                  <a:pt x="0" y="0"/>
                </a:moveTo>
                <a:lnTo>
                  <a:pt x="21050" y="0"/>
                </a:lnTo>
                <a:lnTo>
                  <a:pt x="210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074479" y="7911666"/>
            <a:ext cx="130175" cy="16510"/>
          </a:xfrm>
          <a:custGeom>
            <a:avLst/>
            <a:gdLst/>
            <a:ahLst/>
            <a:cxnLst/>
            <a:rect l="l" t="t" r="r" b="b"/>
            <a:pathLst>
              <a:path w="130175" h="16509">
                <a:moveTo>
                  <a:pt x="0" y="0"/>
                </a:moveTo>
                <a:lnTo>
                  <a:pt x="129921" y="0"/>
                </a:lnTo>
                <a:lnTo>
                  <a:pt x="12992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054477" y="7944464"/>
            <a:ext cx="165735" cy="17145"/>
          </a:xfrm>
          <a:custGeom>
            <a:avLst/>
            <a:gdLst/>
            <a:ahLst/>
            <a:cxnLst/>
            <a:rect l="l" t="t" r="r" b="b"/>
            <a:pathLst>
              <a:path w="165735" h="17145">
                <a:moveTo>
                  <a:pt x="165639" y="16764"/>
                </a:moveTo>
                <a:lnTo>
                  <a:pt x="0" y="16764"/>
                </a:lnTo>
                <a:lnTo>
                  <a:pt x="0" y="0"/>
                </a:lnTo>
                <a:lnTo>
                  <a:pt x="165449" y="0"/>
                </a:lnTo>
                <a:lnTo>
                  <a:pt x="165639" y="1676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095339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4" h="58420">
                <a:moveTo>
                  <a:pt x="20764" y="58007"/>
                </a:moveTo>
                <a:lnTo>
                  <a:pt x="0" y="58007"/>
                </a:lnTo>
                <a:lnTo>
                  <a:pt x="0" y="0"/>
                </a:lnTo>
                <a:lnTo>
                  <a:pt x="20764" y="0"/>
                </a:lnTo>
                <a:lnTo>
                  <a:pt x="20764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158299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4" h="58420">
                <a:moveTo>
                  <a:pt x="20859" y="58007"/>
                </a:moveTo>
                <a:lnTo>
                  <a:pt x="0" y="58007"/>
                </a:lnTo>
                <a:lnTo>
                  <a:pt x="0" y="0"/>
                </a:lnTo>
                <a:lnTo>
                  <a:pt x="20859" y="0"/>
                </a:lnTo>
                <a:lnTo>
                  <a:pt x="20859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605372" y="4028646"/>
            <a:ext cx="1614805" cy="3688079"/>
          </a:xfrm>
          <a:custGeom>
            <a:avLst/>
            <a:gdLst/>
            <a:ahLst/>
            <a:cxnLst/>
            <a:rect l="l" t="t" r="r" b="b"/>
            <a:pathLst>
              <a:path w="1614805" h="3688079">
                <a:moveTo>
                  <a:pt x="1614357" y="3688035"/>
                </a:moveTo>
                <a:lnTo>
                  <a:pt x="0" y="3688035"/>
                </a:lnTo>
                <a:lnTo>
                  <a:pt x="0" y="0"/>
                </a:lnTo>
                <a:lnTo>
                  <a:pt x="1614357" y="0"/>
                </a:lnTo>
                <a:lnTo>
                  <a:pt x="1614357" y="3688035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051368" y="5376109"/>
            <a:ext cx="1614805" cy="2340610"/>
          </a:xfrm>
          <a:custGeom>
            <a:avLst/>
            <a:gdLst/>
            <a:ahLst/>
            <a:cxnLst/>
            <a:rect l="l" t="t" r="r" b="b"/>
            <a:pathLst>
              <a:path w="1614804" h="2340609">
                <a:moveTo>
                  <a:pt x="1614357" y="2340572"/>
                </a:moveTo>
                <a:lnTo>
                  <a:pt x="0" y="2340572"/>
                </a:lnTo>
                <a:lnTo>
                  <a:pt x="0" y="0"/>
                </a:lnTo>
                <a:lnTo>
                  <a:pt x="1614357" y="0"/>
                </a:lnTo>
                <a:lnTo>
                  <a:pt x="1614357" y="2340572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953351" y="5808846"/>
            <a:ext cx="160210" cy="1890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135374" y="5805989"/>
            <a:ext cx="95726" cy="1541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257199" y="5808846"/>
            <a:ext cx="202025" cy="1512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480846" y="5927433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5" h="70485">
                <a:moveTo>
                  <a:pt x="5238" y="70485"/>
                </a:moveTo>
                <a:lnTo>
                  <a:pt x="0" y="57340"/>
                </a:lnTo>
                <a:lnTo>
                  <a:pt x="9197" y="52327"/>
                </a:lnTo>
                <a:lnTo>
                  <a:pt x="16073" y="45886"/>
                </a:lnTo>
                <a:lnTo>
                  <a:pt x="20413" y="38266"/>
                </a:lnTo>
                <a:lnTo>
                  <a:pt x="22002" y="29718"/>
                </a:lnTo>
                <a:lnTo>
                  <a:pt x="21240" y="29908"/>
                </a:lnTo>
                <a:lnTo>
                  <a:pt x="11525" y="29908"/>
                </a:lnTo>
                <a:lnTo>
                  <a:pt x="4191" y="24574"/>
                </a:lnTo>
                <a:lnTo>
                  <a:pt x="4191" y="5810"/>
                </a:lnTo>
                <a:lnTo>
                  <a:pt x="11525" y="0"/>
                </a:lnTo>
                <a:lnTo>
                  <a:pt x="20383" y="0"/>
                </a:lnTo>
                <a:lnTo>
                  <a:pt x="27978" y="1717"/>
                </a:lnTo>
                <a:lnTo>
                  <a:pt x="33635" y="6667"/>
                </a:lnTo>
                <a:lnTo>
                  <a:pt x="37166" y="14546"/>
                </a:lnTo>
                <a:lnTo>
                  <a:pt x="38385" y="25050"/>
                </a:lnTo>
                <a:lnTo>
                  <a:pt x="36126" y="39958"/>
                </a:lnTo>
                <a:lnTo>
                  <a:pt x="29598" y="52732"/>
                </a:lnTo>
                <a:lnTo>
                  <a:pt x="19177" y="63024"/>
                </a:lnTo>
                <a:lnTo>
                  <a:pt x="5238" y="704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539043" y="5805989"/>
            <a:ext cx="95726" cy="1541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654200" y="5805989"/>
            <a:ext cx="210692" cy="1541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403062" y="6479720"/>
            <a:ext cx="97155" cy="15154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521172" y="6601164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5" h="70484">
                <a:moveTo>
                  <a:pt x="5238" y="70485"/>
                </a:moveTo>
                <a:lnTo>
                  <a:pt x="0" y="57340"/>
                </a:lnTo>
                <a:lnTo>
                  <a:pt x="9197" y="52327"/>
                </a:lnTo>
                <a:lnTo>
                  <a:pt x="16073" y="45886"/>
                </a:lnTo>
                <a:lnTo>
                  <a:pt x="20413" y="38266"/>
                </a:lnTo>
                <a:lnTo>
                  <a:pt x="22002" y="29718"/>
                </a:lnTo>
                <a:lnTo>
                  <a:pt x="21240" y="29908"/>
                </a:lnTo>
                <a:lnTo>
                  <a:pt x="11525" y="29908"/>
                </a:lnTo>
                <a:lnTo>
                  <a:pt x="4286" y="24574"/>
                </a:lnTo>
                <a:lnTo>
                  <a:pt x="4286" y="5810"/>
                </a:lnTo>
                <a:lnTo>
                  <a:pt x="11525" y="0"/>
                </a:lnTo>
                <a:lnTo>
                  <a:pt x="20383" y="0"/>
                </a:lnTo>
                <a:lnTo>
                  <a:pt x="27978" y="1717"/>
                </a:lnTo>
                <a:lnTo>
                  <a:pt x="33635" y="6667"/>
                </a:lnTo>
                <a:lnTo>
                  <a:pt x="37166" y="14546"/>
                </a:lnTo>
                <a:lnTo>
                  <a:pt x="38385" y="25050"/>
                </a:lnTo>
                <a:lnTo>
                  <a:pt x="36139" y="39958"/>
                </a:lnTo>
                <a:lnTo>
                  <a:pt x="29634" y="52732"/>
                </a:lnTo>
                <a:lnTo>
                  <a:pt x="19218" y="63024"/>
                </a:lnTo>
                <a:lnTo>
                  <a:pt x="5238" y="704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579370" y="6479720"/>
            <a:ext cx="326040" cy="1541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926842" y="6479720"/>
            <a:ext cx="383571" cy="19192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159523" y="8455283"/>
            <a:ext cx="312420" cy="301625"/>
          </a:xfrm>
          <a:custGeom>
            <a:avLst/>
            <a:gdLst/>
            <a:ahLst/>
            <a:cxnLst/>
            <a:rect l="l" t="t" r="r" b="b"/>
            <a:pathLst>
              <a:path w="312420" h="301625">
                <a:moveTo>
                  <a:pt x="269457" y="301594"/>
                </a:moveTo>
                <a:lnTo>
                  <a:pt x="234495" y="301594"/>
                </a:lnTo>
                <a:lnTo>
                  <a:pt x="234495" y="0"/>
                </a:lnTo>
                <a:lnTo>
                  <a:pt x="269457" y="0"/>
                </a:lnTo>
                <a:lnTo>
                  <a:pt x="269457" y="122191"/>
                </a:lnTo>
                <a:lnTo>
                  <a:pt x="311836" y="122191"/>
                </a:lnTo>
                <a:lnTo>
                  <a:pt x="311836" y="155741"/>
                </a:lnTo>
                <a:lnTo>
                  <a:pt x="269457" y="155741"/>
                </a:lnTo>
                <a:lnTo>
                  <a:pt x="269457" y="301594"/>
                </a:lnTo>
                <a:close/>
              </a:path>
              <a:path w="312420" h="301625">
                <a:moveTo>
                  <a:pt x="196707" y="43084"/>
                </a:moveTo>
                <a:lnTo>
                  <a:pt x="7063" y="43084"/>
                </a:lnTo>
                <a:lnTo>
                  <a:pt x="7063" y="10947"/>
                </a:lnTo>
                <a:lnTo>
                  <a:pt x="196707" y="10947"/>
                </a:lnTo>
                <a:lnTo>
                  <a:pt x="196707" y="43084"/>
                </a:lnTo>
                <a:close/>
              </a:path>
              <a:path w="312420" h="301625">
                <a:moveTo>
                  <a:pt x="0" y="283583"/>
                </a:moveTo>
                <a:lnTo>
                  <a:pt x="0" y="248974"/>
                </a:lnTo>
                <a:lnTo>
                  <a:pt x="29263" y="234512"/>
                </a:lnTo>
                <a:lnTo>
                  <a:pt x="52815" y="204471"/>
                </a:lnTo>
                <a:lnTo>
                  <a:pt x="70280" y="161072"/>
                </a:lnTo>
                <a:lnTo>
                  <a:pt x="81287" y="106537"/>
                </a:lnTo>
                <a:lnTo>
                  <a:pt x="85463" y="43084"/>
                </a:lnTo>
                <a:lnTo>
                  <a:pt x="120779" y="43084"/>
                </a:lnTo>
                <a:lnTo>
                  <a:pt x="119990" y="68964"/>
                </a:lnTo>
                <a:lnTo>
                  <a:pt x="118174" y="93586"/>
                </a:lnTo>
                <a:lnTo>
                  <a:pt x="115365" y="116883"/>
                </a:lnTo>
                <a:lnTo>
                  <a:pt x="111597" y="138790"/>
                </a:lnTo>
                <a:lnTo>
                  <a:pt x="143101" y="178343"/>
                </a:lnTo>
                <a:lnTo>
                  <a:pt x="101355" y="178343"/>
                </a:lnTo>
                <a:lnTo>
                  <a:pt x="83283" y="220413"/>
                </a:lnTo>
                <a:lnTo>
                  <a:pt x="60080" y="252417"/>
                </a:lnTo>
                <a:lnTo>
                  <a:pt x="32175" y="273695"/>
                </a:lnTo>
                <a:lnTo>
                  <a:pt x="0" y="283583"/>
                </a:lnTo>
                <a:close/>
              </a:path>
              <a:path w="312420" h="301625">
                <a:moveTo>
                  <a:pt x="180815" y="281111"/>
                </a:moveTo>
                <a:lnTo>
                  <a:pt x="101355" y="178343"/>
                </a:lnTo>
                <a:lnTo>
                  <a:pt x="143101" y="178343"/>
                </a:lnTo>
                <a:lnTo>
                  <a:pt x="208361" y="260275"/>
                </a:lnTo>
                <a:lnTo>
                  <a:pt x="180815" y="28111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3506675" y="8456930"/>
            <a:ext cx="34925" cy="36830"/>
          </a:xfrm>
          <a:custGeom>
            <a:avLst/>
            <a:gdLst/>
            <a:ahLst/>
            <a:cxnLst/>
            <a:rect l="l" t="t" r="r" b="b"/>
            <a:pathLst>
              <a:path w="34925" h="36829">
                <a:moveTo>
                  <a:pt x="0" y="0"/>
                </a:moveTo>
                <a:lnTo>
                  <a:pt x="34609" y="0"/>
                </a:lnTo>
                <a:lnTo>
                  <a:pt x="34609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506675" y="8493759"/>
            <a:ext cx="257810" cy="26670"/>
          </a:xfrm>
          <a:custGeom>
            <a:avLst/>
            <a:gdLst/>
            <a:ahLst/>
            <a:cxnLst/>
            <a:rect l="l" t="t" r="r" b="b"/>
            <a:pathLst>
              <a:path w="257810" h="26670">
                <a:moveTo>
                  <a:pt x="0" y="0"/>
                </a:moveTo>
                <a:lnTo>
                  <a:pt x="257803" y="0"/>
                </a:lnTo>
                <a:lnTo>
                  <a:pt x="257803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506675" y="8520430"/>
            <a:ext cx="34925" cy="38100"/>
          </a:xfrm>
          <a:custGeom>
            <a:avLst/>
            <a:gdLst/>
            <a:ahLst/>
            <a:cxnLst/>
            <a:rect l="l" t="t" r="r" b="b"/>
            <a:pathLst>
              <a:path w="34925" h="38100">
                <a:moveTo>
                  <a:pt x="0" y="0"/>
                </a:moveTo>
                <a:lnTo>
                  <a:pt x="34609" y="0"/>
                </a:lnTo>
                <a:lnTo>
                  <a:pt x="34609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506675" y="8558530"/>
            <a:ext cx="257810" cy="27940"/>
          </a:xfrm>
          <a:custGeom>
            <a:avLst/>
            <a:gdLst/>
            <a:ahLst/>
            <a:cxnLst/>
            <a:rect l="l" t="t" r="r" b="b"/>
            <a:pathLst>
              <a:path w="257810" h="27940">
                <a:moveTo>
                  <a:pt x="0" y="0"/>
                </a:moveTo>
                <a:lnTo>
                  <a:pt x="257803" y="0"/>
                </a:lnTo>
                <a:lnTo>
                  <a:pt x="257803" y="27940"/>
                </a:lnTo>
                <a:lnTo>
                  <a:pt x="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730222" y="8457049"/>
            <a:ext cx="34290" cy="36830"/>
          </a:xfrm>
          <a:custGeom>
            <a:avLst/>
            <a:gdLst/>
            <a:ahLst/>
            <a:cxnLst/>
            <a:rect l="l" t="t" r="r" b="b"/>
            <a:pathLst>
              <a:path w="34289" h="36829">
                <a:moveTo>
                  <a:pt x="34256" y="36728"/>
                </a:moveTo>
                <a:lnTo>
                  <a:pt x="0" y="36728"/>
                </a:lnTo>
                <a:lnTo>
                  <a:pt x="0" y="0"/>
                </a:lnTo>
                <a:lnTo>
                  <a:pt x="34256" y="0"/>
                </a:lnTo>
                <a:lnTo>
                  <a:pt x="34256" y="367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730222" y="8520617"/>
            <a:ext cx="34290" cy="38735"/>
          </a:xfrm>
          <a:custGeom>
            <a:avLst/>
            <a:gdLst/>
            <a:ahLst/>
            <a:cxnLst/>
            <a:rect l="l" t="t" r="r" b="b"/>
            <a:pathLst>
              <a:path w="34289" h="38734">
                <a:moveTo>
                  <a:pt x="34256" y="38140"/>
                </a:moveTo>
                <a:lnTo>
                  <a:pt x="0" y="38140"/>
                </a:lnTo>
                <a:lnTo>
                  <a:pt x="0" y="0"/>
                </a:lnTo>
                <a:lnTo>
                  <a:pt x="34256" y="0"/>
                </a:lnTo>
                <a:lnTo>
                  <a:pt x="34256" y="3814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617919" y="8586658"/>
            <a:ext cx="35560" cy="36195"/>
          </a:xfrm>
          <a:custGeom>
            <a:avLst/>
            <a:gdLst/>
            <a:ahLst/>
            <a:cxnLst/>
            <a:rect l="l" t="t" r="r" b="b"/>
            <a:pathLst>
              <a:path w="35560" h="36195">
                <a:moveTo>
                  <a:pt x="35315" y="35668"/>
                </a:moveTo>
                <a:lnTo>
                  <a:pt x="0" y="35668"/>
                </a:lnTo>
                <a:lnTo>
                  <a:pt x="0" y="0"/>
                </a:lnTo>
                <a:lnTo>
                  <a:pt x="35315" y="0"/>
                </a:lnTo>
                <a:lnTo>
                  <a:pt x="35315" y="356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485133" y="8622326"/>
            <a:ext cx="301625" cy="29845"/>
          </a:xfrm>
          <a:custGeom>
            <a:avLst/>
            <a:gdLst/>
            <a:ahLst/>
            <a:cxnLst/>
            <a:rect l="l" t="t" r="r" b="b"/>
            <a:pathLst>
              <a:path w="301625" h="29845">
                <a:moveTo>
                  <a:pt x="301241" y="29311"/>
                </a:moveTo>
                <a:lnTo>
                  <a:pt x="0" y="29311"/>
                </a:lnTo>
                <a:lnTo>
                  <a:pt x="0" y="0"/>
                </a:lnTo>
                <a:lnTo>
                  <a:pt x="301241" y="0"/>
                </a:lnTo>
                <a:lnTo>
                  <a:pt x="301241" y="2931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3505968" y="8672830"/>
            <a:ext cx="36195" cy="50800"/>
          </a:xfrm>
          <a:custGeom>
            <a:avLst/>
            <a:gdLst/>
            <a:ahLst/>
            <a:cxnLst/>
            <a:rect l="l" t="t" r="r" b="b"/>
            <a:pathLst>
              <a:path w="36195" h="50800">
                <a:moveTo>
                  <a:pt x="0" y="0"/>
                </a:moveTo>
                <a:lnTo>
                  <a:pt x="35668" y="0"/>
                </a:lnTo>
                <a:lnTo>
                  <a:pt x="35668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3505968" y="8723630"/>
            <a:ext cx="265430" cy="29209"/>
          </a:xfrm>
          <a:custGeom>
            <a:avLst/>
            <a:gdLst/>
            <a:ahLst/>
            <a:cxnLst/>
            <a:rect l="l" t="t" r="r" b="b"/>
            <a:pathLst>
              <a:path w="265429" h="29209">
                <a:moveTo>
                  <a:pt x="0" y="0"/>
                </a:moveTo>
                <a:lnTo>
                  <a:pt x="264866" y="0"/>
                </a:lnTo>
                <a:lnTo>
                  <a:pt x="264866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060775" y="8455283"/>
            <a:ext cx="35560" cy="301625"/>
          </a:xfrm>
          <a:custGeom>
            <a:avLst/>
            <a:gdLst/>
            <a:ahLst/>
            <a:cxnLst/>
            <a:rect l="l" t="t" r="r" b="b"/>
            <a:pathLst>
              <a:path w="35560" h="301625">
                <a:moveTo>
                  <a:pt x="34962" y="301594"/>
                </a:moveTo>
                <a:lnTo>
                  <a:pt x="0" y="301594"/>
                </a:lnTo>
                <a:lnTo>
                  <a:pt x="0" y="0"/>
                </a:lnTo>
                <a:lnTo>
                  <a:pt x="34962" y="0"/>
                </a:lnTo>
                <a:lnTo>
                  <a:pt x="34962" y="30159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3831578" y="8464550"/>
            <a:ext cx="34925" cy="102870"/>
          </a:xfrm>
          <a:custGeom>
            <a:avLst/>
            <a:gdLst/>
            <a:ahLst/>
            <a:cxnLst/>
            <a:rect l="l" t="t" r="r" b="b"/>
            <a:pathLst>
              <a:path w="34925" h="102870">
                <a:moveTo>
                  <a:pt x="0" y="0"/>
                </a:moveTo>
                <a:lnTo>
                  <a:pt x="34609" y="0"/>
                </a:lnTo>
                <a:lnTo>
                  <a:pt x="34609" y="102870"/>
                </a:ln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3831578" y="8567419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20">
                <a:moveTo>
                  <a:pt x="0" y="0"/>
                </a:moveTo>
                <a:lnTo>
                  <a:pt x="170927" y="0"/>
                </a:lnTo>
                <a:lnTo>
                  <a:pt x="170927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831578" y="8600440"/>
            <a:ext cx="34925" cy="106680"/>
          </a:xfrm>
          <a:custGeom>
            <a:avLst/>
            <a:gdLst/>
            <a:ahLst/>
            <a:cxnLst/>
            <a:rect l="l" t="t" r="r" b="b"/>
            <a:pathLst>
              <a:path w="34925" h="106679">
                <a:moveTo>
                  <a:pt x="0" y="0"/>
                </a:moveTo>
                <a:lnTo>
                  <a:pt x="34609" y="0"/>
                </a:lnTo>
                <a:lnTo>
                  <a:pt x="34609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3831578" y="8707119"/>
            <a:ext cx="171450" cy="31750"/>
          </a:xfrm>
          <a:custGeom>
            <a:avLst/>
            <a:gdLst/>
            <a:ahLst/>
            <a:cxnLst/>
            <a:rect l="l" t="t" r="r" b="b"/>
            <a:pathLst>
              <a:path w="171450" h="31750">
                <a:moveTo>
                  <a:pt x="0" y="0"/>
                </a:moveTo>
                <a:lnTo>
                  <a:pt x="170927" y="0"/>
                </a:lnTo>
                <a:lnTo>
                  <a:pt x="170927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3967896" y="8464112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40">
                <a:moveTo>
                  <a:pt x="34609" y="103827"/>
                </a:moveTo>
                <a:lnTo>
                  <a:pt x="0" y="103827"/>
                </a:lnTo>
                <a:lnTo>
                  <a:pt x="0" y="0"/>
                </a:lnTo>
                <a:lnTo>
                  <a:pt x="34609" y="0"/>
                </a:lnTo>
                <a:lnTo>
                  <a:pt x="34609" y="10382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3967896" y="8600078"/>
            <a:ext cx="34925" cy="106680"/>
          </a:xfrm>
          <a:custGeom>
            <a:avLst/>
            <a:gdLst/>
            <a:ahLst/>
            <a:cxnLst/>
            <a:rect l="l" t="t" r="r" b="b"/>
            <a:pathLst>
              <a:path w="34925" h="106679">
                <a:moveTo>
                  <a:pt x="34609" y="106652"/>
                </a:moveTo>
                <a:lnTo>
                  <a:pt x="0" y="106652"/>
                </a:lnTo>
                <a:lnTo>
                  <a:pt x="0" y="0"/>
                </a:lnTo>
                <a:lnTo>
                  <a:pt x="34609" y="0"/>
                </a:lnTo>
                <a:lnTo>
                  <a:pt x="34609" y="1066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025756" y="8794727"/>
            <a:ext cx="93345" cy="279400"/>
          </a:xfrm>
          <a:custGeom>
            <a:avLst/>
            <a:gdLst/>
            <a:ahLst/>
            <a:cxnLst/>
            <a:rect l="l" t="t" r="r" b="b"/>
            <a:pathLst>
              <a:path w="93344" h="279400">
                <a:moveTo>
                  <a:pt x="93019" y="279370"/>
                </a:moveTo>
                <a:lnTo>
                  <a:pt x="58254" y="279370"/>
                </a:lnTo>
                <a:lnTo>
                  <a:pt x="34485" y="249704"/>
                </a:lnTo>
                <a:lnTo>
                  <a:pt x="16090" y="216809"/>
                </a:lnTo>
                <a:lnTo>
                  <a:pt x="4213" y="180273"/>
                </a:lnTo>
                <a:lnTo>
                  <a:pt x="0" y="139685"/>
                </a:lnTo>
                <a:lnTo>
                  <a:pt x="4213" y="99096"/>
                </a:lnTo>
                <a:lnTo>
                  <a:pt x="16090" y="62560"/>
                </a:lnTo>
                <a:lnTo>
                  <a:pt x="34485" y="29665"/>
                </a:lnTo>
                <a:lnTo>
                  <a:pt x="58254" y="0"/>
                </a:lnTo>
                <a:lnTo>
                  <a:pt x="93019" y="0"/>
                </a:lnTo>
                <a:lnTo>
                  <a:pt x="68281" y="29489"/>
                </a:lnTo>
                <a:lnTo>
                  <a:pt x="48975" y="62795"/>
                </a:lnTo>
                <a:lnTo>
                  <a:pt x="36423" y="99625"/>
                </a:lnTo>
                <a:lnTo>
                  <a:pt x="31945" y="139685"/>
                </a:lnTo>
                <a:lnTo>
                  <a:pt x="36423" y="179744"/>
                </a:lnTo>
                <a:lnTo>
                  <a:pt x="48975" y="216574"/>
                </a:lnTo>
                <a:lnTo>
                  <a:pt x="68281" y="249880"/>
                </a:lnTo>
                <a:lnTo>
                  <a:pt x="93019" y="2793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128171" y="8811014"/>
            <a:ext cx="463216" cy="25086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604541" y="8805063"/>
            <a:ext cx="257175" cy="262890"/>
          </a:xfrm>
          <a:custGeom>
            <a:avLst/>
            <a:gdLst/>
            <a:ahLst/>
            <a:cxnLst/>
            <a:rect l="l" t="t" r="r" b="b"/>
            <a:pathLst>
              <a:path w="257175" h="262890">
                <a:moveTo>
                  <a:pt x="131542" y="262457"/>
                </a:moveTo>
                <a:lnTo>
                  <a:pt x="88757" y="256086"/>
                </a:lnTo>
                <a:lnTo>
                  <a:pt x="52496" y="238093"/>
                </a:lnTo>
                <a:lnTo>
                  <a:pt x="24474" y="210164"/>
                </a:lnTo>
                <a:lnTo>
                  <a:pt x="6404" y="173981"/>
                </a:lnTo>
                <a:lnTo>
                  <a:pt x="0" y="131228"/>
                </a:lnTo>
                <a:lnTo>
                  <a:pt x="6404" y="88476"/>
                </a:lnTo>
                <a:lnTo>
                  <a:pt x="24474" y="52293"/>
                </a:lnTo>
                <a:lnTo>
                  <a:pt x="52496" y="24364"/>
                </a:lnTo>
                <a:lnTo>
                  <a:pt x="88757" y="6371"/>
                </a:lnTo>
                <a:lnTo>
                  <a:pt x="131542" y="0"/>
                </a:lnTo>
                <a:lnTo>
                  <a:pt x="176226" y="6694"/>
                </a:lnTo>
                <a:lnTo>
                  <a:pt x="212307" y="25368"/>
                </a:lnTo>
                <a:lnTo>
                  <a:pt x="238698" y="53908"/>
                </a:lnTo>
                <a:lnTo>
                  <a:pt x="254314" y="90200"/>
                </a:lnTo>
                <a:lnTo>
                  <a:pt x="220802" y="90200"/>
                </a:lnTo>
                <a:lnTo>
                  <a:pt x="208891" y="65922"/>
                </a:lnTo>
                <a:lnTo>
                  <a:pt x="189639" y="47018"/>
                </a:lnTo>
                <a:lnTo>
                  <a:pt x="163810" y="34750"/>
                </a:lnTo>
                <a:lnTo>
                  <a:pt x="132168" y="30379"/>
                </a:lnTo>
                <a:lnTo>
                  <a:pt x="92343" y="37857"/>
                </a:lnTo>
                <a:lnTo>
                  <a:pt x="60916" y="58724"/>
                </a:lnTo>
                <a:lnTo>
                  <a:pt x="40294" y="90630"/>
                </a:lnTo>
                <a:lnTo>
                  <a:pt x="32885" y="131228"/>
                </a:lnTo>
                <a:lnTo>
                  <a:pt x="40338" y="171694"/>
                </a:lnTo>
                <a:lnTo>
                  <a:pt x="61033" y="203616"/>
                </a:lnTo>
                <a:lnTo>
                  <a:pt x="92475" y="224556"/>
                </a:lnTo>
                <a:lnTo>
                  <a:pt x="132168" y="232077"/>
                </a:lnTo>
                <a:lnTo>
                  <a:pt x="164951" y="227213"/>
                </a:lnTo>
                <a:lnTo>
                  <a:pt x="191949" y="213834"/>
                </a:lnTo>
                <a:lnTo>
                  <a:pt x="211842" y="193760"/>
                </a:lnTo>
                <a:lnTo>
                  <a:pt x="223308" y="168812"/>
                </a:lnTo>
                <a:lnTo>
                  <a:pt x="256820" y="168812"/>
                </a:lnTo>
                <a:lnTo>
                  <a:pt x="241958" y="205510"/>
                </a:lnTo>
                <a:lnTo>
                  <a:pt x="214969" y="235248"/>
                </a:lnTo>
                <a:lnTo>
                  <a:pt x="177586" y="255180"/>
                </a:lnTo>
                <a:lnTo>
                  <a:pt x="131542" y="2624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882972" y="8805063"/>
            <a:ext cx="257175" cy="262890"/>
          </a:xfrm>
          <a:custGeom>
            <a:avLst/>
            <a:gdLst/>
            <a:ahLst/>
            <a:cxnLst/>
            <a:rect l="l" t="t" r="r" b="b"/>
            <a:pathLst>
              <a:path w="257175" h="262890">
                <a:moveTo>
                  <a:pt x="131542" y="262457"/>
                </a:moveTo>
                <a:lnTo>
                  <a:pt x="88757" y="256086"/>
                </a:lnTo>
                <a:lnTo>
                  <a:pt x="52496" y="238093"/>
                </a:lnTo>
                <a:lnTo>
                  <a:pt x="24474" y="210164"/>
                </a:lnTo>
                <a:lnTo>
                  <a:pt x="6404" y="173981"/>
                </a:lnTo>
                <a:lnTo>
                  <a:pt x="0" y="131228"/>
                </a:lnTo>
                <a:lnTo>
                  <a:pt x="6404" y="88476"/>
                </a:lnTo>
                <a:lnTo>
                  <a:pt x="24474" y="52293"/>
                </a:lnTo>
                <a:lnTo>
                  <a:pt x="52496" y="24364"/>
                </a:lnTo>
                <a:lnTo>
                  <a:pt x="88757" y="6371"/>
                </a:lnTo>
                <a:lnTo>
                  <a:pt x="131542" y="0"/>
                </a:lnTo>
                <a:lnTo>
                  <a:pt x="176226" y="6694"/>
                </a:lnTo>
                <a:lnTo>
                  <a:pt x="212307" y="25368"/>
                </a:lnTo>
                <a:lnTo>
                  <a:pt x="238698" y="53908"/>
                </a:lnTo>
                <a:lnTo>
                  <a:pt x="254314" y="90200"/>
                </a:lnTo>
                <a:lnTo>
                  <a:pt x="220802" y="90200"/>
                </a:lnTo>
                <a:lnTo>
                  <a:pt x="208891" y="65922"/>
                </a:lnTo>
                <a:lnTo>
                  <a:pt x="189639" y="47018"/>
                </a:lnTo>
                <a:lnTo>
                  <a:pt x="163810" y="34750"/>
                </a:lnTo>
                <a:lnTo>
                  <a:pt x="132168" y="30379"/>
                </a:lnTo>
                <a:lnTo>
                  <a:pt x="92343" y="37857"/>
                </a:lnTo>
                <a:lnTo>
                  <a:pt x="60916" y="58724"/>
                </a:lnTo>
                <a:lnTo>
                  <a:pt x="40294" y="90630"/>
                </a:lnTo>
                <a:lnTo>
                  <a:pt x="32885" y="131228"/>
                </a:lnTo>
                <a:lnTo>
                  <a:pt x="40338" y="171694"/>
                </a:lnTo>
                <a:lnTo>
                  <a:pt x="61033" y="203616"/>
                </a:lnTo>
                <a:lnTo>
                  <a:pt x="92475" y="224556"/>
                </a:lnTo>
                <a:lnTo>
                  <a:pt x="132168" y="232077"/>
                </a:lnTo>
                <a:lnTo>
                  <a:pt x="164951" y="227213"/>
                </a:lnTo>
                <a:lnTo>
                  <a:pt x="191949" y="213834"/>
                </a:lnTo>
                <a:lnTo>
                  <a:pt x="211842" y="193760"/>
                </a:lnTo>
                <a:lnTo>
                  <a:pt x="223308" y="168812"/>
                </a:lnTo>
                <a:lnTo>
                  <a:pt x="256820" y="168812"/>
                </a:lnTo>
                <a:lnTo>
                  <a:pt x="241958" y="205510"/>
                </a:lnTo>
                <a:lnTo>
                  <a:pt x="214969" y="235248"/>
                </a:lnTo>
                <a:lnTo>
                  <a:pt x="177586" y="255180"/>
                </a:lnTo>
                <a:lnTo>
                  <a:pt x="131542" y="2624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152633" y="8794727"/>
            <a:ext cx="92710" cy="279400"/>
          </a:xfrm>
          <a:custGeom>
            <a:avLst/>
            <a:gdLst/>
            <a:ahLst/>
            <a:cxnLst/>
            <a:rect l="l" t="t" r="r" b="b"/>
            <a:pathLst>
              <a:path w="92710" h="279400">
                <a:moveTo>
                  <a:pt x="34451" y="279370"/>
                </a:moveTo>
                <a:lnTo>
                  <a:pt x="0" y="279370"/>
                </a:lnTo>
                <a:lnTo>
                  <a:pt x="24688" y="249880"/>
                </a:lnTo>
                <a:lnTo>
                  <a:pt x="43886" y="216574"/>
                </a:lnTo>
                <a:lnTo>
                  <a:pt x="56331" y="179744"/>
                </a:lnTo>
                <a:lnTo>
                  <a:pt x="60759" y="139685"/>
                </a:lnTo>
                <a:lnTo>
                  <a:pt x="56331" y="99625"/>
                </a:lnTo>
                <a:lnTo>
                  <a:pt x="43886" y="62795"/>
                </a:lnTo>
                <a:lnTo>
                  <a:pt x="24688" y="29489"/>
                </a:lnTo>
                <a:lnTo>
                  <a:pt x="0" y="0"/>
                </a:lnTo>
                <a:lnTo>
                  <a:pt x="34451" y="0"/>
                </a:lnTo>
                <a:lnTo>
                  <a:pt x="58352" y="29665"/>
                </a:lnTo>
                <a:lnTo>
                  <a:pt x="76732" y="62560"/>
                </a:lnTo>
                <a:lnTo>
                  <a:pt x="88536" y="99096"/>
                </a:lnTo>
                <a:lnTo>
                  <a:pt x="92705" y="139685"/>
                </a:lnTo>
                <a:lnTo>
                  <a:pt x="88536" y="180273"/>
                </a:lnTo>
                <a:lnTo>
                  <a:pt x="76732" y="216809"/>
                </a:lnTo>
                <a:lnTo>
                  <a:pt x="58352" y="249704"/>
                </a:lnTo>
                <a:lnTo>
                  <a:pt x="34451" y="2793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862561" y="7713755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5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1338734" y="7713755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6862561" y="7716136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6862561" y="7719062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6862561" y="6724991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892738" y="6724991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0" y="0"/>
                </a:moveTo>
                <a:lnTo>
                  <a:pt x="83163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1338734" y="6724991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862561" y="572486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892738" y="5724867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0" y="0"/>
                </a:moveTo>
                <a:lnTo>
                  <a:pt x="83163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1338734" y="572486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862561" y="4724742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892738" y="4724742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0" y="0"/>
                </a:moveTo>
                <a:lnTo>
                  <a:pt x="83163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1338734" y="4724742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862561" y="3724617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865339" y="3721838"/>
            <a:ext cx="0" cy="3995420"/>
          </a:xfrm>
          <a:custGeom>
            <a:avLst/>
            <a:gdLst/>
            <a:ahLst/>
            <a:cxnLst/>
            <a:rect l="l" t="t" r="r" b="b"/>
            <a:pathLst>
              <a:path h="3995420">
                <a:moveTo>
                  <a:pt x="0" y="3994843"/>
                </a:moveTo>
                <a:lnTo>
                  <a:pt x="0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862561" y="7713755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5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1338734" y="7713755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6862561" y="7716136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6862561" y="7719062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724371" y="7845309"/>
            <a:ext cx="164401" cy="17364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039078" y="7836355"/>
            <a:ext cx="21590" cy="183515"/>
          </a:xfrm>
          <a:custGeom>
            <a:avLst/>
            <a:gdLst/>
            <a:ahLst/>
            <a:cxnLst/>
            <a:rect l="l" t="t" r="r" b="b"/>
            <a:pathLst>
              <a:path w="21590" h="183515">
                <a:moveTo>
                  <a:pt x="21050" y="183070"/>
                </a:moveTo>
                <a:lnTo>
                  <a:pt x="0" y="183070"/>
                </a:lnTo>
                <a:lnTo>
                  <a:pt x="0" y="0"/>
                </a:lnTo>
                <a:lnTo>
                  <a:pt x="21050" y="0"/>
                </a:lnTo>
                <a:lnTo>
                  <a:pt x="21050" y="18307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919729" y="7851976"/>
            <a:ext cx="20955" cy="45720"/>
          </a:xfrm>
          <a:custGeom>
            <a:avLst/>
            <a:gdLst/>
            <a:ahLst/>
            <a:cxnLst/>
            <a:rect l="l" t="t" r="r" b="b"/>
            <a:pathLst>
              <a:path w="20954" h="45720">
                <a:moveTo>
                  <a:pt x="0" y="0"/>
                </a:moveTo>
                <a:lnTo>
                  <a:pt x="20574" y="0"/>
                </a:lnTo>
                <a:lnTo>
                  <a:pt x="20574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919729" y="7897697"/>
            <a:ext cx="87630" cy="16510"/>
          </a:xfrm>
          <a:custGeom>
            <a:avLst/>
            <a:gdLst/>
            <a:ahLst/>
            <a:cxnLst/>
            <a:rect l="l" t="t" r="r" b="b"/>
            <a:pathLst>
              <a:path w="87629" h="16509">
                <a:moveTo>
                  <a:pt x="0" y="0"/>
                </a:moveTo>
                <a:lnTo>
                  <a:pt x="87630" y="0"/>
                </a:lnTo>
                <a:lnTo>
                  <a:pt x="87630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919729" y="7914206"/>
            <a:ext cx="20955" cy="44450"/>
          </a:xfrm>
          <a:custGeom>
            <a:avLst/>
            <a:gdLst/>
            <a:ahLst/>
            <a:cxnLst/>
            <a:rect l="l" t="t" r="r" b="b"/>
            <a:pathLst>
              <a:path w="20954" h="44450">
                <a:moveTo>
                  <a:pt x="0" y="0"/>
                </a:moveTo>
                <a:lnTo>
                  <a:pt x="20574" y="0"/>
                </a:lnTo>
                <a:lnTo>
                  <a:pt x="20574" y="44449"/>
                </a:lnTo>
                <a:lnTo>
                  <a:pt x="0" y="4444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919729" y="7958656"/>
            <a:ext cx="87630" cy="17780"/>
          </a:xfrm>
          <a:custGeom>
            <a:avLst/>
            <a:gdLst/>
            <a:ahLst/>
            <a:cxnLst/>
            <a:rect l="l" t="t" r="r" b="b"/>
            <a:pathLst>
              <a:path w="87629" h="17779">
                <a:moveTo>
                  <a:pt x="0" y="0"/>
                </a:moveTo>
                <a:lnTo>
                  <a:pt x="87630" y="0"/>
                </a:lnTo>
                <a:lnTo>
                  <a:pt x="8763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986595" y="7851500"/>
            <a:ext cx="20955" cy="46990"/>
          </a:xfrm>
          <a:custGeom>
            <a:avLst/>
            <a:gdLst/>
            <a:ahLst/>
            <a:cxnLst/>
            <a:rect l="l" t="t" r="r" b="b"/>
            <a:pathLst>
              <a:path w="20954" h="46990">
                <a:moveTo>
                  <a:pt x="20764" y="46482"/>
                </a:moveTo>
                <a:lnTo>
                  <a:pt x="0" y="46482"/>
                </a:lnTo>
                <a:lnTo>
                  <a:pt x="0" y="0"/>
                </a:lnTo>
                <a:lnTo>
                  <a:pt x="20764" y="0"/>
                </a:lnTo>
                <a:lnTo>
                  <a:pt x="20764" y="4648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7986595" y="7914556"/>
            <a:ext cx="20955" cy="45085"/>
          </a:xfrm>
          <a:custGeom>
            <a:avLst/>
            <a:gdLst/>
            <a:ahLst/>
            <a:cxnLst/>
            <a:rect l="l" t="t" r="r" b="b"/>
            <a:pathLst>
              <a:path w="20954" h="45084">
                <a:moveTo>
                  <a:pt x="20764" y="44672"/>
                </a:moveTo>
                <a:lnTo>
                  <a:pt x="0" y="44672"/>
                </a:lnTo>
                <a:lnTo>
                  <a:pt x="0" y="0"/>
                </a:lnTo>
                <a:lnTo>
                  <a:pt x="20764" y="0"/>
                </a:lnTo>
                <a:lnTo>
                  <a:pt x="20764" y="4467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095657" y="7845500"/>
            <a:ext cx="165068" cy="1734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301111" y="7843087"/>
            <a:ext cx="126364" cy="16510"/>
          </a:xfrm>
          <a:custGeom>
            <a:avLst/>
            <a:gdLst/>
            <a:ahLst/>
            <a:cxnLst/>
            <a:rect l="l" t="t" r="r" b="b"/>
            <a:pathLst>
              <a:path w="126365" h="16509">
                <a:moveTo>
                  <a:pt x="0" y="0"/>
                </a:moveTo>
                <a:lnTo>
                  <a:pt x="126206" y="0"/>
                </a:lnTo>
                <a:lnTo>
                  <a:pt x="12620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406171" y="7859597"/>
            <a:ext cx="21590" cy="17780"/>
          </a:xfrm>
          <a:custGeom>
            <a:avLst/>
            <a:gdLst/>
            <a:ahLst/>
            <a:cxnLst/>
            <a:rect l="l" t="t" r="r" b="b"/>
            <a:pathLst>
              <a:path w="21590" h="17779">
                <a:moveTo>
                  <a:pt x="0" y="0"/>
                </a:moveTo>
                <a:lnTo>
                  <a:pt x="21145" y="0"/>
                </a:lnTo>
                <a:lnTo>
                  <a:pt x="2114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301491" y="7877376"/>
            <a:ext cx="126364" cy="15240"/>
          </a:xfrm>
          <a:custGeom>
            <a:avLst/>
            <a:gdLst/>
            <a:ahLst/>
            <a:cxnLst/>
            <a:rect l="l" t="t" r="r" b="b"/>
            <a:pathLst>
              <a:path w="126365" h="15240">
                <a:moveTo>
                  <a:pt x="0" y="0"/>
                </a:moveTo>
                <a:lnTo>
                  <a:pt x="125825" y="0"/>
                </a:lnTo>
                <a:lnTo>
                  <a:pt x="125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301491" y="7892616"/>
            <a:ext cx="21590" cy="19050"/>
          </a:xfrm>
          <a:custGeom>
            <a:avLst/>
            <a:gdLst/>
            <a:ahLst/>
            <a:cxnLst/>
            <a:rect l="l" t="t" r="r" b="b"/>
            <a:pathLst>
              <a:path w="21590" h="19050">
                <a:moveTo>
                  <a:pt x="0" y="0"/>
                </a:moveTo>
                <a:lnTo>
                  <a:pt x="21050" y="0"/>
                </a:lnTo>
                <a:lnTo>
                  <a:pt x="210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301491" y="7911666"/>
            <a:ext cx="130175" cy="16510"/>
          </a:xfrm>
          <a:custGeom>
            <a:avLst/>
            <a:gdLst/>
            <a:ahLst/>
            <a:cxnLst/>
            <a:rect l="l" t="t" r="r" b="b"/>
            <a:pathLst>
              <a:path w="130175" h="16509">
                <a:moveTo>
                  <a:pt x="0" y="0"/>
                </a:moveTo>
                <a:lnTo>
                  <a:pt x="129921" y="0"/>
                </a:lnTo>
                <a:lnTo>
                  <a:pt x="12992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281489" y="7944464"/>
            <a:ext cx="165735" cy="17145"/>
          </a:xfrm>
          <a:custGeom>
            <a:avLst/>
            <a:gdLst/>
            <a:ahLst/>
            <a:cxnLst/>
            <a:rect l="l" t="t" r="r" b="b"/>
            <a:pathLst>
              <a:path w="165734" h="17145">
                <a:moveTo>
                  <a:pt x="165639" y="16764"/>
                </a:moveTo>
                <a:lnTo>
                  <a:pt x="0" y="16764"/>
                </a:lnTo>
                <a:lnTo>
                  <a:pt x="0" y="0"/>
                </a:lnTo>
                <a:lnTo>
                  <a:pt x="165449" y="0"/>
                </a:lnTo>
                <a:lnTo>
                  <a:pt x="165639" y="1676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322351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4" h="58420">
                <a:moveTo>
                  <a:pt x="20764" y="58007"/>
                </a:moveTo>
                <a:lnTo>
                  <a:pt x="0" y="58007"/>
                </a:lnTo>
                <a:lnTo>
                  <a:pt x="0" y="0"/>
                </a:lnTo>
                <a:lnTo>
                  <a:pt x="20764" y="0"/>
                </a:lnTo>
                <a:lnTo>
                  <a:pt x="20764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385312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4" h="58420">
                <a:moveTo>
                  <a:pt x="20859" y="58007"/>
                </a:moveTo>
                <a:lnTo>
                  <a:pt x="0" y="58007"/>
                </a:lnTo>
                <a:lnTo>
                  <a:pt x="0" y="0"/>
                </a:lnTo>
                <a:lnTo>
                  <a:pt x="20859" y="0"/>
                </a:lnTo>
                <a:lnTo>
                  <a:pt x="20859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0170177" y="7836546"/>
            <a:ext cx="164782" cy="1828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0356201" y="7835784"/>
            <a:ext cx="164687" cy="18154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0541652" y="7845500"/>
            <a:ext cx="165068" cy="1734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0747106" y="7843087"/>
            <a:ext cx="126364" cy="16510"/>
          </a:xfrm>
          <a:custGeom>
            <a:avLst/>
            <a:gdLst/>
            <a:ahLst/>
            <a:cxnLst/>
            <a:rect l="l" t="t" r="r" b="b"/>
            <a:pathLst>
              <a:path w="126365" h="16509">
                <a:moveTo>
                  <a:pt x="0" y="0"/>
                </a:moveTo>
                <a:lnTo>
                  <a:pt x="126206" y="0"/>
                </a:lnTo>
                <a:lnTo>
                  <a:pt x="12620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0852167" y="7859597"/>
            <a:ext cx="21590" cy="17780"/>
          </a:xfrm>
          <a:custGeom>
            <a:avLst/>
            <a:gdLst/>
            <a:ahLst/>
            <a:cxnLst/>
            <a:rect l="l" t="t" r="r" b="b"/>
            <a:pathLst>
              <a:path w="21590" h="17779">
                <a:moveTo>
                  <a:pt x="0" y="0"/>
                </a:moveTo>
                <a:lnTo>
                  <a:pt x="21145" y="0"/>
                </a:lnTo>
                <a:lnTo>
                  <a:pt x="2114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0747488" y="7877376"/>
            <a:ext cx="126364" cy="15240"/>
          </a:xfrm>
          <a:custGeom>
            <a:avLst/>
            <a:gdLst/>
            <a:ahLst/>
            <a:cxnLst/>
            <a:rect l="l" t="t" r="r" b="b"/>
            <a:pathLst>
              <a:path w="126365" h="15240">
                <a:moveTo>
                  <a:pt x="0" y="0"/>
                </a:moveTo>
                <a:lnTo>
                  <a:pt x="125825" y="0"/>
                </a:lnTo>
                <a:lnTo>
                  <a:pt x="125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0747488" y="7892616"/>
            <a:ext cx="21590" cy="19050"/>
          </a:xfrm>
          <a:custGeom>
            <a:avLst/>
            <a:gdLst/>
            <a:ahLst/>
            <a:cxnLst/>
            <a:rect l="l" t="t" r="r" b="b"/>
            <a:pathLst>
              <a:path w="21590" h="19050">
                <a:moveTo>
                  <a:pt x="0" y="0"/>
                </a:moveTo>
                <a:lnTo>
                  <a:pt x="21050" y="0"/>
                </a:lnTo>
                <a:lnTo>
                  <a:pt x="210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0747488" y="7911666"/>
            <a:ext cx="130175" cy="16510"/>
          </a:xfrm>
          <a:custGeom>
            <a:avLst/>
            <a:gdLst/>
            <a:ahLst/>
            <a:cxnLst/>
            <a:rect l="l" t="t" r="r" b="b"/>
            <a:pathLst>
              <a:path w="130175" h="16509">
                <a:moveTo>
                  <a:pt x="0" y="0"/>
                </a:moveTo>
                <a:lnTo>
                  <a:pt x="129921" y="0"/>
                </a:lnTo>
                <a:lnTo>
                  <a:pt x="12992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0727485" y="7944464"/>
            <a:ext cx="165735" cy="17145"/>
          </a:xfrm>
          <a:custGeom>
            <a:avLst/>
            <a:gdLst/>
            <a:ahLst/>
            <a:cxnLst/>
            <a:rect l="l" t="t" r="r" b="b"/>
            <a:pathLst>
              <a:path w="165734" h="17145">
                <a:moveTo>
                  <a:pt x="165639" y="16764"/>
                </a:moveTo>
                <a:lnTo>
                  <a:pt x="0" y="16764"/>
                </a:lnTo>
                <a:lnTo>
                  <a:pt x="0" y="0"/>
                </a:lnTo>
                <a:lnTo>
                  <a:pt x="165449" y="0"/>
                </a:lnTo>
                <a:lnTo>
                  <a:pt x="165639" y="1676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0768348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4" h="58420">
                <a:moveTo>
                  <a:pt x="20764" y="58007"/>
                </a:moveTo>
                <a:lnTo>
                  <a:pt x="0" y="58007"/>
                </a:lnTo>
                <a:lnTo>
                  <a:pt x="0" y="0"/>
                </a:lnTo>
                <a:lnTo>
                  <a:pt x="20764" y="0"/>
                </a:lnTo>
                <a:lnTo>
                  <a:pt x="20764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0831307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4" h="58420">
                <a:moveTo>
                  <a:pt x="20859" y="58007"/>
                </a:moveTo>
                <a:lnTo>
                  <a:pt x="0" y="58007"/>
                </a:lnTo>
                <a:lnTo>
                  <a:pt x="0" y="0"/>
                </a:lnTo>
                <a:lnTo>
                  <a:pt x="20859" y="0"/>
                </a:lnTo>
                <a:lnTo>
                  <a:pt x="20859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7278381" y="4545830"/>
            <a:ext cx="1614805" cy="3171190"/>
          </a:xfrm>
          <a:custGeom>
            <a:avLst/>
            <a:gdLst/>
            <a:ahLst/>
            <a:cxnLst/>
            <a:rect l="l" t="t" r="r" b="b"/>
            <a:pathLst>
              <a:path w="1614804" h="3171190">
                <a:moveTo>
                  <a:pt x="1614357" y="3170851"/>
                </a:moveTo>
                <a:lnTo>
                  <a:pt x="0" y="3170851"/>
                </a:lnTo>
                <a:lnTo>
                  <a:pt x="0" y="0"/>
                </a:lnTo>
                <a:lnTo>
                  <a:pt x="1614357" y="0"/>
                </a:lnTo>
                <a:lnTo>
                  <a:pt x="1614357" y="3170851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9724377" y="4517576"/>
            <a:ext cx="1614805" cy="3199130"/>
          </a:xfrm>
          <a:custGeom>
            <a:avLst/>
            <a:gdLst/>
            <a:ahLst/>
            <a:cxnLst/>
            <a:rect l="l" t="t" r="r" b="b"/>
            <a:pathLst>
              <a:path w="1614804" h="3199129">
                <a:moveTo>
                  <a:pt x="1614357" y="3199105"/>
                </a:moveTo>
                <a:lnTo>
                  <a:pt x="0" y="3199105"/>
                </a:lnTo>
                <a:lnTo>
                  <a:pt x="0" y="0"/>
                </a:lnTo>
                <a:lnTo>
                  <a:pt x="1614357" y="0"/>
                </a:lnTo>
                <a:lnTo>
                  <a:pt x="1614357" y="3199105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7712672" y="6056500"/>
            <a:ext cx="745775" cy="20808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0188751" y="6125987"/>
            <a:ext cx="52705" cy="60960"/>
          </a:xfrm>
          <a:custGeom>
            <a:avLst/>
            <a:gdLst/>
            <a:ahLst/>
            <a:cxnLst/>
            <a:rect l="l" t="t" r="r" b="b"/>
            <a:pathLst>
              <a:path w="52704" h="60960">
                <a:moveTo>
                  <a:pt x="29051" y="60864"/>
                </a:moveTo>
                <a:lnTo>
                  <a:pt x="18136" y="58217"/>
                </a:lnTo>
                <a:lnTo>
                  <a:pt x="9453" y="50184"/>
                </a:lnTo>
                <a:lnTo>
                  <a:pt x="3306" y="36634"/>
                </a:lnTo>
                <a:lnTo>
                  <a:pt x="0" y="17430"/>
                </a:lnTo>
                <a:lnTo>
                  <a:pt x="6834" y="9322"/>
                </a:lnTo>
                <a:lnTo>
                  <a:pt x="13882" y="3929"/>
                </a:lnTo>
                <a:lnTo>
                  <a:pt x="20895" y="928"/>
                </a:lnTo>
                <a:lnTo>
                  <a:pt x="27622" y="0"/>
                </a:lnTo>
                <a:lnTo>
                  <a:pt x="38198" y="1980"/>
                </a:lnTo>
                <a:lnTo>
                  <a:pt x="45862" y="7774"/>
                </a:lnTo>
                <a:lnTo>
                  <a:pt x="50527" y="17158"/>
                </a:lnTo>
                <a:lnTo>
                  <a:pt x="52101" y="29908"/>
                </a:lnTo>
                <a:lnTo>
                  <a:pt x="50321" y="42862"/>
                </a:lnTo>
                <a:lnTo>
                  <a:pt x="45434" y="52601"/>
                </a:lnTo>
                <a:lnTo>
                  <a:pt x="38117" y="58733"/>
                </a:lnTo>
                <a:lnTo>
                  <a:pt x="29051" y="60864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0166749" y="6050454"/>
            <a:ext cx="95885" cy="154305"/>
          </a:xfrm>
          <a:custGeom>
            <a:avLst/>
            <a:gdLst/>
            <a:ahLst/>
            <a:cxnLst/>
            <a:rect l="l" t="t" r="r" b="b"/>
            <a:pathLst>
              <a:path w="95884" h="154304">
                <a:moveTo>
                  <a:pt x="93345" y="16001"/>
                </a:moveTo>
                <a:lnTo>
                  <a:pt x="86280" y="9724"/>
                </a:lnTo>
                <a:lnTo>
                  <a:pt x="77759" y="4643"/>
                </a:lnTo>
                <a:lnTo>
                  <a:pt x="67721" y="1241"/>
                </a:lnTo>
                <a:lnTo>
                  <a:pt x="56102" y="0"/>
                </a:lnTo>
                <a:lnTo>
                  <a:pt x="34999" y="4464"/>
                </a:lnTo>
                <a:lnTo>
                  <a:pt x="17085" y="18573"/>
                </a:lnTo>
                <a:lnTo>
                  <a:pt x="4653" y="43398"/>
                </a:lnTo>
                <a:lnTo>
                  <a:pt x="0" y="80010"/>
                </a:lnTo>
                <a:lnTo>
                  <a:pt x="4042" y="112886"/>
                </a:lnTo>
                <a:lnTo>
                  <a:pt x="15049" y="135993"/>
                </a:lnTo>
                <a:lnTo>
                  <a:pt x="31343" y="149634"/>
                </a:lnTo>
                <a:lnTo>
                  <a:pt x="51244" y="154114"/>
                </a:lnTo>
                <a:lnTo>
                  <a:pt x="68441" y="150661"/>
                </a:lnTo>
                <a:lnTo>
                  <a:pt x="82593" y="140850"/>
                </a:lnTo>
                <a:lnTo>
                  <a:pt x="92191" y="125503"/>
                </a:lnTo>
                <a:lnTo>
                  <a:pt x="95726" y="105441"/>
                </a:lnTo>
                <a:lnTo>
                  <a:pt x="92715" y="84818"/>
                </a:lnTo>
                <a:lnTo>
                  <a:pt x="53911" y="58578"/>
                </a:lnTo>
                <a:lnTo>
                  <a:pt x="21621" y="75723"/>
                </a:lnTo>
                <a:lnTo>
                  <a:pt x="24939" y="48971"/>
                </a:lnTo>
                <a:lnTo>
                  <a:pt x="32730" y="31444"/>
                </a:lnTo>
                <a:lnTo>
                  <a:pt x="43896" y="21864"/>
                </a:lnTo>
                <a:lnTo>
                  <a:pt x="57340" y="18954"/>
                </a:lnTo>
                <a:lnTo>
                  <a:pt x="63865" y="19785"/>
                </a:lnTo>
                <a:lnTo>
                  <a:pt x="70175" y="22098"/>
                </a:lnTo>
                <a:lnTo>
                  <a:pt x="75878" y="25625"/>
                </a:lnTo>
                <a:lnTo>
                  <a:pt x="80581" y="30099"/>
                </a:lnTo>
                <a:lnTo>
                  <a:pt x="93345" y="16001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0298669" y="6076362"/>
            <a:ext cx="42545" cy="67945"/>
          </a:xfrm>
          <a:custGeom>
            <a:avLst/>
            <a:gdLst/>
            <a:ahLst/>
            <a:cxnLst/>
            <a:rect l="l" t="t" r="r" b="b"/>
            <a:pathLst>
              <a:path w="42545" h="67945">
                <a:moveTo>
                  <a:pt x="0" y="67627"/>
                </a:moveTo>
                <a:lnTo>
                  <a:pt x="29241" y="22764"/>
                </a:lnTo>
                <a:lnTo>
                  <a:pt x="41147" y="0"/>
                </a:lnTo>
                <a:lnTo>
                  <a:pt x="42005" y="0"/>
                </a:lnTo>
                <a:lnTo>
                  <a:pt x="41651" y="6716"/>
                </a:lnTo>
                <a:lnTo>
                  <a:pt x="41243" y="14299"/>
                </a:lnTo>
                <a:lnTo>
                  <a:pt x="40906" y="21900"/>
                </a:lnTo>
                <a:lnTo>
                  <a:pt x="40766" y="28670"/>
                </a:lnTo>
                <a:lnTo>
                  <a:pt x="40766" y="67627"/>
                </a:lnTo>
                <a:lnTo>
                  <a:pt x="0" y="67627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0275238" y="6053311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4965" y="90677"/>
                </a:moveTo>
                <a:lnTo>
                  <a:pt x="86010" y="90677"/>
                </a:lnTo>
                <a:lnTo>
                  <a:pt x="86010" y="0"/>
                </a:lnTo>
                <a:lnTo>
                  <a:pt x="59150" y="0"/>
                </a:lnTo>
                <a:lnTo>
                  <a:pt x="0" y="93154"/>
                </a:lnTo>
                <a:lnTo>
                  <a:pt x="0" y="108680"/>
                </a:lnTo>
                <a:lnTo>
                  <a:pt x="64198" y="108680"/>
                </a:lnTo>
                <a:lnTo>
                  <a:pt x="64198" y="148685"/>
                </a:lnTo>
                <a:lnTo>
                  <a:pt x="86010" y="148685"/>
                </a:lnTo>
                <a:lnTo>
                  <a:pt x="86010" y="108680"/>
                </a:lnTo>
                <a:lnTo>
                  <a:pt x="104965" y="108680"/>
                </a:lnTo>
                <a:lnTo>
                  <a:pt x="104965" y="90677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0395825" y="6050454"/>
            <a:ext cx="96520" cy="154305"/>
          </a:xfrm>
          <a:custGeom>
            <a:avLst/>
            <a:gdLst/>
            <a:ahLst/>
            <a:cxnLst/>
            <a:rect l="l" t="t" r="r" b="b"/>
            <a:pathLst>
              <a:path w="96520" h="154304">
                <a:moveTo>
                  <a:pt x="48101" y="154114"/>
                </a:moveTo>
                <a:lnTo>
                  <a:pt x="67858" y="149273"/>
                </a:lnTo>
                <a:lnTo>
                  <a:pt x="82998" y="134743"/>
                </a:lnTo>
                <a:lnTo>
                  <a:pt x="92691" y="110515"/>
                </a:lnTo>
                <a:lnTo>
                  <a:pt x="96107" y="76581"/>
                </a:lnTo>
                <a:lnTo>
                  <a:pt x="92691" y="42956"/>
                </a:lnTo>
                <a:lnTo>
                  <a:pt x="82998" y="19038"/>
                </a:lnTo>
                <a:lnTo>
                  <a:pt x="67858" y="4746"/>
                </a:lnTo>
                <a:lnTo>
                  <a:pt x="48101" y="0"/>
                </a:lnTo>
                <a:lnTo>
                  <a:pt x="28208" y="4719"/>
                </a:lnTo>
                <a:lnTo>
                  <a:pt x="13049" y="18966"/>
                </a:lnTo>
                <a:lnTo>
                  <a:pt x="3390" y="42875"/>
                </a:lnTo>
                <a:lnTo>
                  <a:pt x="0" y="76581"/>
                </a:lnTo>
                <a:lnTo>
                  <a:pt x="3390" y="110515"/>
                </a:lnTo>
                <a:lnTo>
                  <a:pt x="13049" y="134743"/>
                </a:lnTo>
                <a:lnTo>
                  <a:pt x="28208" y="149273"/>
                </a:lnTo>
                <a:lnTo>
                  <a:pt x="48101" y="154114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0418018" y="6068837"/>
            <a:ext cx="52069" cy="117475"/>
          </a:xfrm>
          <a:custGeom>
            <a:avLst/>
            <a:gdLst/>
            <a:ahLst/>
            <a:cxnLst/>
            <a:rect l="l" t="t" r="r" b="b"/>
            <a:pathLst>
              <a:path w="52070" h="117475">
                <a:moveTo>
                  <a:pt x="25908" y="117348"/>
                </a:moveTo>
                <a:lnTo>
                  <a:pt x="15430" y="114160"/>
                </a:lnTo>
                <a:lnTo>
                  <a:pt x="7239" y="103917"/>
                </a:lnTo>
                <a:lnTo>
                  <a:pt x="1905" y="85602"/>
                </a:lnTo>
                <a:lnTo>
                  <a:pt x="0" y="58197"/>
                </a:lnTo>
                <a:lnTo>
                  <a:pt x="1905" y="31102"/>
                </a:lnTo>
                <a:lnTo>
                  <a:pt x="7239" y="13096"/>
                </a:lnTo>
                <a:lnTo>
                  <a:pt x="15430" y="3092"/>
                </a:lnTo>
                <a:lnTo>
                  <a:pt x="25908" y="0"/>
                </a:lnTo>
                <a:lnTo>
                  <a:pt x="36330" y="3092"/>
                </a:lnTo>
                <a:lnTo>
                  <a:pt x="44493" y="13096"/>
                </a:lnTo>
                <a:lnTo>
                  <a:pt x="49817" y="31102"/>
                </a:lnTo>
                <a:lnTo>
                  <a:pt x="51720" y="58197"/>
                </a:lnTo>
                <a:lnTo>
                  <a:pt x="49817" y="85602"/>
                </a:lnTo>
                <a:lnTo>
                  <a:pt x="44493" y="103917"/>
                </a:lnTo>
                <a:lnTo>
                  <a:pt x="36330" y="114160"/>
                </a:lnTo>
                <a:lnTo>
                  <a:pt x="25908" y="117348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0512125" y="6171898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4" h="70485">
                <a:moveTo>
                  <a:pt x="5333" y="70485"/>
                </a:moveTo>
                <a:lnTo>
                  <a:pt x="19258" y="63024"/>
                </a:lnTo>
                <a:lnTo>
                  <a:pt x="29646" y="52732"/>
                </a:lnTo>
                <a:lnTo>
                  <a:pt x="36141" y="39958"/>
                </a:lnTo>
                <a:lnTo>
                  <a:pt x="38385" y="25050"/>
                </a:lnTo>
                <a:lnTo>
                  <a:pt x="37168" y="14546"/>
                </a:lnTo>
                <a:lnTo>
                  <a:pt x="33647" y="6667"/>
                </a:lnTo>
                <a:lnTo>
                  <a:pt x="28018" y="1717"/>
                </a:lnTo>
                <a:lnTo>
                  <a:pt x="20478" y="0"/>
                </a:lnTo>
                <a:lnTo>
                  <a:pt x="11525" y="0"/>
                </a:lnTo>
                <a:lnTo>
                  <a:pt x="4286" y="5810"/>
                </a:lnTo>
                <a:lnTo>
                  <a:pt x="4286" y="14954"/>
                </a:lnTo>
                <a:lnTo>
                  <a:pt x="4286" y="24574"/>
                </a:lnTo>
                <a:lnTo>
                  <a:pt x="11525" y="29908"/>
                </a:lnTo>
                <a:lnTo>
                  <a:pt x="19811" y="29908"/>
                </a:lnTo>
                <a:lnTo>
                  <a:pt x="20669" y="29908"/>
                </a:lnTo>
                <a:lnTo>
                  <a:pt x="21240" y="29908"/>
                </a:lnTo>
                <a:lnTo>
                  <a:pt x="22097" y="29718"/>
                </a:lnTo>
                <a:lnTo>
                  <a:pt x="20466" y="38266"/>
                </a:lnTo>
                <a:lnTo>
                  <a:pt x="16121" y="45886"/>
                </a:lnTo>
                <a:lnTo>
                  <a:pt x="9239" y="52327"/>
                </a:lnTo>
                <a:lnTo>
                  <a:pt x="0" y="57340"/>
                </a:lnTo>
                <a:lnTo>
                  <a:pt x="5333" y="70485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0594421" y="6125987"/>
            <a:ext cx="52705" cy="60960"/>
          </a:xfrm>
          <a:custGeom>
            <a:avLst/>
            <a:gdLst/>
            <a:ahLst/>
            <a:cxnLst/>
            <a:rect l="l" t="t" r="r" b="b"/>
            <a:pathLst>
              <a:path w="52704" h="60960">
                <a:moveTo>
                  <a:pt x="29051" y="60864"/>
                </a:moveTo>
                <a:lnTo>
                  <a:pt x="18096" y="58217"/>
                </a:lnTo>
                <a:lnTo>
                  <a:pt x="9417" y="50184"/>
                </a:lnTo>
                <a:lnTo>
                  <a:pt x="3293" y="36634"/>
                </a:lnTo>
                <a:lnTo>
                  <a:pt x="0" y="17430"/>
                </a:lnTo>
                <a:lnTo>
                  <a:pt x="6834" y="9322"/>
                </a:lnTo>
                <a:lnTo>
                  <a:pt x="13882" y="3929"/>
                </a:lnTo>
                <a:lnTo>
                  <a:pt x="20895" y="928"/>
                </a:lnTo>
                <a:lnTo>
                  <a:pt x="27622" y="0"/>
                </a:lnTo>
                <a:lnTo>
                  <a:pt x="38198" y="1980"/>
                </a:lnTo>
                <a:lnTo>
                  <a:pt x="45862" y="7774"/>
                </a:lnTo>
                <a:lnTo>
                  <a:pt x="50527" y="17158"/>
                </a:lnTo>
                <a:lnTo>
                  <a:pt x="52101" y="29908"/>
                </a:lnTo>
                <a:lnTo>
                  <a:pt x="50321" y="42862"/>
                </a:lnTo>
                <a:lnTo>
                  <a:pt x="45434" y="52601"/>
                </a:lnTo>
                <a:lnTo>
                  <a:pt x="38117" y="58733"/>
                </a:lnTo>
                <a:lnTo>
                  <a:pt x="29051" y="60864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0572323" y="6050454"/>
            <a:ext cx="95885" cy="154305"/>
          </a:xfrm>
          <a:custGeom>
            <a:avLst/>
            <a:gdLst/>
            <a:ahLst/>
            <a:cxnLst/>
            <a:rect l="l" t="t" r="r" b="b"/>
            <a:pathLst>
              <a:path w="95884" h="154304">
                <a:moveTo>
                  <a:pt x="93344" y="16001"/>
                </a:moveTo>
                <a:lnTo>
                  <a:pt x="86295" y="9724"/>
                </a:lnTo>
                <a:lnTo>
                  <a:pt x="77807" y="4643"/>
                </a:lnTo>
                <a:lnTo>
                  <a:pt x="67801" y="1241"/>
                </a:lnTo>
                <a:lnTo>
                  <a:pt x="56197" y="0"/>
                </a:lnTo>
                <a:lnTo>
                  <a:pt x="35040" y="4464"/>
                </a:lnTo>
                <a:lnTo>
                  <a:pt x="17097" y="18573"/>
                </a:lnTo>
                <a:lnTo>
                  <a:pt x="4655" y="43398"/>
                </a:lnTo>
                <a:lnTo>
                  <a:pt x="0" y="80010"/>
                </a:lnTo>
                <a:lnTo>
                  <a:pt x="4043" y="112886"/>
                </a:lnTo>
                <a:lnTo>
                  <a:pt x="15061" y="135993"/>
                </a:lnTo>
                <a:lnTo>
                  <a:pt x="31383" y="149634"/>
                </a:lnTo>
                <a:lnTo>
                  <a:pt x="51339" y="154114"/>
                </a:lnTo>
                <a:lnTo>
                  <a:pt x="68536" y="150661"/>
                </a:lnTo>
                <a:lnTo>
                  <a:pt x="82688" y="140850"/>
                </a:lnTo>
                <a:lnTo>
                  <a:pt x="92286" y="125503"/>
                </a:lnTo>
                <a:lnTo>
                  <a:pt x="95821" y="105441"/>
                </a:lnTo>
                <a:lnTo>
                  <a:pt x="92810" y="84818"/>
                </a:lnTo>
                <a:lnTo>
                  <a:pt x="54006" y="58578"/>
                </a:lnTo>
                <a:lnTo>
                  <a:pt x="21621" y="75723"/>
                </a:lnTo>
                <a:lnTo>
                  <a:pt x="24980" y="48971"/>
                </a:lnTo>
                <a:lnTo>
                  <a:pt x="32777" y="31444"/>
                </a:lnTo>
                <a:lnTo>
                  <a:pt x="43950" y="21864"/>
                </a:lnTo>
                <a:lnTo>
                  <a:pt x="57435" y="18954"/>
                </a:lnTo>
                <a:lnTo>
                  <a:pt x="63946" y="19785"/>
                </a:lnTo>
                <a:lnTo>
                  <a:pt x="70234" y="22098"/>
                </a:lnTo>
                <a:lnTo>
                  <a:pt x="75933" y="25625"/>
                </a:lnTo>
                <a:lnTo>
                  <a:pt x="80676" y="30099"/>
                </a:lnTo>
                <a:lnTo>
                  <a:pt x="93344" y="16001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0704244" y="6076362"/>
            <a:ext cx="42545" cy="67945"/>
          </a:xfrm>
          <a:custGeom>
            <a:avLst/>
            <a:gdLst/>
            <a:ahLst/>
            <a:cxnLst/>
            <a:rect l="l" t="t" r="r" b="b"/>
            <a:pathLst>
              <a:path w="42545" h="67945">
                <a:moveTo>
                  <a:pt x="0" y="67627"/>
                </a:moveTo>
                <a:lnTo>
                  <a:pt x="29337" y="22764"/>
                </a:lnTo>
                <a:lnTo>
                  <a:pt x="41243" y="0"/>
                </a:lnTo>
                <a:lnTo>
                  <a:pt x="42005" y="0"/>
                </a:lnTo>
                <a:lnTo>
                  <a:pt x="41665" y="6716"/>
                </a:lnTo>
                <a:lnTo>
                  <a:pt x="41290" y="14299"/>
                </a:lnTo>
                <a:lnTo>
                  <a:pt x="40987" y="21900"/>
                </a:lnTo>
                <a:lnTo>
                  <a:pt x="40862" y="28670"/>
                </a:lnTo>
                <a:lnTo>
                  <a:pt x="40862" y="67627"/>
                </a:lnTo>
                <a:lnTo>
                  <a:pt x="0" y="67627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0680813" y="6053311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5060" y="90677"/>
                </a:moveTo>
                <a:lnTo>
                  <a:pt x="86105" y="90677"/>
                </a:lnTo>
                <a:lnTo>
                  <a:pt x="86105" y="0"/>
                </a:lnTo>
                <a:lnTo>
                  <a:pt x="59245" y="0"/>
                </a:lnTo>
                <a:lnTo>
                  <a:pt x="0" y="93154"/>
                </a:lnTo>
                <a:lnTo>
                  <a:pt x="0" y="108680"/>
                </a:lnTo>
                <a:lnTo>
                  <a:pt x="64293" y="108680"/>
                </a:lnTo>
                <a:lnTo>
                  <a:pt x="64293" y="148685"/>
                </a:lnTo>
                <a:lnTo>
                  <a:pt x="86105" y="148685"/>
                </a:lnTo>
                <a:lnTo>
                  <a:pt x="86105" y="108680"/>
                </a:lnTo>
                <a:lnTo>
                  <a:pt x="105060" y="108680"/>
                </a:lnTo>
                <a:lnTo>
                  <a:pt x="105060" y="90677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0801875" y="6053311"/>
            <a:ext cx="95885" cy="149225"/>
          </a:xfrm>
          <a:custGeom>
            <a:avLst/>
            <a:gdLst/>
            <a:ahLst/>
            <a:cxnLst/>
            <a:rect l="l" t="t" r="r" b="b"/>
            <a:pathLst>
              <a:path w="95884" h="149225">
                <a:moveTo>
                  <a:pt x="29051" y="148685"/>
                </a:moveTo>
                <a:lnTo>
                  <a:pt x="52863" y="148685"/>
                </a:lnTo>
                <a:lnTo>
                  <a:pt x="55689" y="109238"/>
                </a:lnTo>
                <a:lnTo>
                  <a:pt x="62114" y="75926"/>
                </a:lnTo>
                <a:lnTo>
                  <a:pt x="74629" y="45346"/>
                </a:lnTo>
                <a:lnTo>
                  <a:pt x="95726" y="14096"/>
                </a:lnTo>
                <a:lnTo>
                  <a:pt x="95726" y="0"/>
                </a:lnTo>
                <a:lnTo>
                  <a:pt x="0" y="0"/>
                </a:lnTo>
                <a:lnTo>
                  <a:pt x="0" y="19621"/>
                </a:lnTo>
                <a:lnTo>
                  <a:pt x="69818" y="19621"/>
                </a:lnTo>
                <a:lnTo>
                  <a:pt x="51728" y="48976"/>
                </a:lnTo>
                <a:lnTo>
                  <a:pt x="39683" y="78724"/>
                </a:lnTo>
                <a:lnTo>
                  <a:pt x="32514" y="111186"/>
                </a:lnTo>
                <a:lnTo>
                  <a:pt x="29051" y="148685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0166749" y="6050454"/>
            <a:ext cx="95885" cy="154305"/>
          </a:xfrm>
          <a:custGeom>
            <a:avLst/>
            <a:gdLst/>
            <a:ahLst/>
            <a:cxnLst/>
            <a:rect l="l" t="t" r="r" b="b"/>
            <a:pathLst>
              <a:path w="95884" h="154304">
                <a:moveTo>
                  <a:pt x="51244" y="154114"/>
                </a:moveTo>
                <a:lnTo>
                  <a:pt x="31343" y="149634"/>
                </a:lnTo>
                <a:lnTo>
                  <a:pt x="15049" y="135993"/>
                </a:lnTo>
                <a:lnTo>
                  <a:pt x="4042" y="112886"/>
                </a:lnTo>
                <a:lnTo>
                  <a:pt x="0" y="80010"/>
                </a:lnTo>
                <a:lnTo>
                  <a:pt x="4653" y="43398"/>
                </a:lnTo>
                <a:lnTo>
                  <a:pt x="17085" y="18573"/>
                </a:lnTo>
                <a:lnTo>
                  <a:pt x="34999" y="4464"/>
                </a:lnTo>
                <a:lnTo>
                  <a:pt x="56102" y="0"/>
                </a:lnTo>
                <a:lnTo>
                  <a:pt x="67721" y="1241"/>
                </a:lnTo>
                <a:lnTo>
                  <a:pt x="77759" y="4643"/>
                </a:lnTo>
                <a:lnTo>
                  <a:pt x="86280" y="9724"/>
                </a:lnTo>
                <a:lnTo>
                  <a:pt x="93345" y="16002"/>
                </a:lnTo>
                <a:lnTo>
                  <a:pt x="90671" y="18954"/>
                </a:lnTo>
                <a:lnTo>
                  <a:pt x="57340" y="18954"/>
                </a:lnTo>
                <a:lnTo>
                  <a:pt x="43896" y="21864"/>
                </a:lnTo>
                <a:lnTo>
                  <a:pt x="32730" y="31444"/>
                </a:lnTo>
                <a:lnTo>
                  <a:pt x="24939" y="48971"/>
                </a:lnTo>
                <a:lnTo>
                  <a:pt x="21621" y="75723"/>
                </a:lnTo>
                <a:lnTo>
                  <a:pt x="48245" y="75723"/>
                </a:lnTo>
                <a:lnTo>
                  <a:pt x="42898" y="76461"/>
                </a:lnTo>
                <a:lnTo>
                  <a:pt x="35885" y="79462"/>
                </a:lnTo>
                <a:lnTo>
                  <a:pt x="28836" y="84855"/>
                </a:lnTo>
                <a:lnTo>
                  <a:pt x="22002" y="92964"/>
                </a:lnTo>
                <a:lnTo>
                  <a:pt x="25309" y="112167"/>
                </a:lnTo>
                <a:lnTo>
                  <a:pt x="31456" y="125718"/>
                </a:lnTo>
                <a:lnTo>
                  <a:pt x="40138" y="133750"/>
                </a:lnTo>
                <a:lnTo>
                  <a:pt x="51054" y="136398"/>
                </a:lnTo>
                <a:lnTo>
                  <a:pt x="85378" y="136398"/>
                </a:lnTo>
                <a:lnTo>
                  <a:pt x="82593" y="140850"/>
                </a:lnTo>
                <a:lnTo>
                  <a:pt x="68441" y="150661"/>
                </a:lnTo>
                <a:lnTo>
                  <a:pt x="51244" y="154114"/>
                </a:lnTo>
                <a:close/>
              </a:path>
              <a:path w="95884" h="154304">
                <a:moveTo>
                  <a:pt x="80581" y="30099"/>
                </a:moveTo>
                <a:lnTo>
                  <a:pt x="75878" y="25625"/>
                </a:lnTo>
                <a:lnTo>
                  <a:pt x="70175" y="22098"/>
                </a:lnTo>
                <a:lnTo>
                  <a:pt x="63865" y="19785"/>
                </a:lnTo>
                <a:lnTo>
                  <a:pt x="57340" y="18954"/>
                </a:lnTo>
                <a:lnTo>
                  <a:pt x="90671" y="18954"/>
                </a:lnTo>
                <a:lnTo>
                  <a:pt x="80581" y="30099"/>
                </a:lnTo>
                <a:close/>
              </a:path>
              <a:path w="95884" h="154304">
                <a:moveTo>
                  <a:pt x="48245" y="75723"/>
                </a:moveTo>
                <a:lnTo>
                  <a:pt x="21621" y="75723"/>
                </a:lnTo>
                <a:lnTo>
                  <a:pt x="28823" y="68544"/>
                </a:lnTo>
                <a:lnTo>
                  <a:pt x="37016" y="63150"/>
                </a:lnTo>
                <a:lnTo>
                  <a:pt x="45584" y="59757"/>
                </a:lnTo>
                <a:lnTo>
                  <a:pt x="53911" y="58578"/>
                </a:lnTo>
                <a:lnTo>
                  <a:pt x="71013" y="61467"/>
                </a:lnTo>
                <a:lnTo>
                  <a:pt x="84212" y="70187"/>
                </a:lnTo>
                <a:lnTo>
                  <a:pt x="87319" y="75533"/>
                </a:lnTo>
                <a:lnTo>
                  <a:pt x="49625" y="75533"/>
                </a:lnTo>
                <a:lnTo>
                  <a:pt x="48245" y="75723"/>
                </a:lnTo>
                <a:close/>
              </a:path>
              <a:path w="95884" h="154304">
                <a:moveTo>
                  <a:pt x="85378" y="136398"/>
                </a:moveTo>
                <a:lnTo>
                  <a:pt x="51054" y="136398"/>
                </a:lnTo>
                <a:lnTo>
                  <a:pt x="60120" y="134266"/>
                </a:lnTo>
                <a:lnTo>
                  <a:pt x="67437" y="128135"/>
                </a:lnTo>
                <a:lnTo>
                  <a:pt x="72324" y="118395"/>
                </a:lnTo>
                <a:lnTo>
                  <a:pt x="74104" y="105441"/>
                </a:lnTo>
                <a:lnTo>
                  <a:pt x="72529" y="92691"/>
                </a:lnTo>
                <a:lnTo>
                  <a:pt x="67865" y="83308"/>
                </a:lnTo>
                <a:lnTo>
                  <a:pt x="60200" y="77514"/>
                </a:lnTo>
                <a:lnTo>
                  <a:pt x="49625" y="75533"/>
                </a:lnTo>
                <a:lnTo>
                  <a:pt x="87319" y="75533"/>
                </a:lnTo>
                <a:lnTo>
                  <a:pt x="92715" y="84818"/>
                </a:lnTo>
                <a:lnTo>
                  <a:pt x="95726" y="105441"/>
                </a:lnTo>
                <a:lnTo>
                  <a:pt x="92191" y="125503"/>
                </a:lnTo>
                <a:lnTo>
                  <a:pt x="85378" y="1363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0275238" y="6053311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4965" y="108680"/>
                </a:moveTo>
                <a:lnTo>
                  <a:pt x="0" y="108680"/>
                </a:lnTo>
                <a:lnTo>
                  <a:pt x="0" y="93154"/>
                </a:lnTo>
                <a:lnTo>
                  <a:pt x="59150" y="0"/>
                </a:lnTo>
                <a:lnTo>
                  <a:pt x="86010" y="0"/>
                </a:lnTo>
                <a:lnTo>
                  <a:pt x="86010" y="23050"/>
                </a:lnTo>
                <a:lnTo>
                  <a:pt x="64579" y="23050"/>
                </a:lnTo>
                <a:lnTo>
                  <a:pt x="61794" y="28670"/>
                </a:lnTo>
                <a:lnTo>
                  <a:pt x="58876" y="34361"/>
                </a:lnTo>
                <a:lnTo>
                  <a:pt x="55832" y="40088"/>
                </a:lnTo>
                <a:lnTo>
                  <a:pt x="52673" y="45815"/>
                </a:lnTo>
                <a:lnTo>
                  <a:pt x="23431" y="90678"/>
                </a:lnTo>
                <a:lnTo>
                  <a:pt x="104965" y="90678"/>
                </a:lnTo>
                <a:lnTo>
                  <a:pt x="104965" y="108680"/>
                </a:lnTo>
                <a:close/>
              </a:path>
              <a:path w="105409" h="149225">
                <a:moveTo>
                  <a:pt x="86010" y="90678"/>
                </a:moveTo>
                <a:lnTo>
                  <a:pt x="64198" y="90678"/>
                </a:lnTo>
                <a:lnTo>
                  <a:pt x="64320" y="45815"/>
                </a:lnTo>
                <a:lnTo>
                  <a:pt x="64338" y="44950"/>
                </a:lnTo>
                <a:lnTo>
                  <a:pt x="64674" y="37349"/>
                </a:lnTo>
                <a:lnTo>
                  <a:pt x="65436" y="23050"/>
                </a:lnTo>
                <a:lnTo>
                  <a:pt x="86010" y="23050"/>
                </a:lnTo>
                <a:lnTo>
                  <a:pt x="86010" y="90678"/>
                </a:lnTo>
                <a:close/>
              </a:path>
              <a:path w="105409" h="149225">
                <a:moveTo>
                  <a:pt x="86010" y="148685"/>
                </a:moveTo>
                <a:lnTo>
                  <a:pt x="64198" y="148685"/>
                </a:lnTo>
                <a:lnTo>
                  <a:pt x="64198" y="108680"/>
                </a:lnTo>
                <a:lnTo>
                  <a:pt x="86010" y="108680"/>
                </a:lnTo>
                <a:lnTo>
                  <a:pt x="86010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0395825" y="6050454"/>
            <a:ext cx="96520" cy="154305"/>
          </a:xfrm>
          <a:custGeom>
            <a:avLst/>
            <a:gdLst/>
            <a:ahLst/>
            <a:cxnLst/>
            <a:rect l="l" t="t" r="r" b="b"/>
            <a:pathLst>
              <a:path w="96520" h="154304">
                <a:moveTo>
                  <a:pt x="48101" y="154114"/>
                </a:moveTo>
                <a:lnTo>
                  <a:pt x="28208" y="149273"/>
                </a:lnTo>
                <a:lnTo>
                  <a:pt x="13049" y="134743"/>
                </a:lnTo>
                <a:lnTo>
                  <a:pt x="3390" y="110515"/>
                </a:lnTo>
                <a:lnTo>
                  <a:pt x="0" y="76581"/>
                </a:lnTo>
                <a:lnTo>
                  <a:pt x="3390" y="42875"/>
                </a:lnTo>
                <a:lnTo>
                  <a:pt x="13049" y="18966"/>
                </a:lnTo>
                <a:lnTo>
                  <a:pt x="28208" y="4719"/>
                </a:lnTo>
                <a:lnTo>
                  <a:pt x="48101" y="0"/>
                </a:lnTo>
                <a:lnTo>
                  <a:pt x="67858" y="4746"/>
                </a:lnTo>
                <a:lnTo>
                  <a:pt x="82304" y="18383"/>
                </a:lnTo>
                <a:lnTo>
                  <a:pt x="48101" y="18383"/>
                </a:lnTo>
                <a:lnTo>
                  <a:pt x="37623" y="21475"/>
                </a:lnTo>
                <a:lnTo>
                  <a:pt x="29432" y="31480"/>
                </a:lnTo>
                <a:lnTo>
                  <a:pt x="24098" y="49485"/>
                </a:lnTo>
                <a:lnTo>
                  <a:pt x="22193" y="76581"/>
                </a:lnTo>
                <a:lnTo>
                  <a:pt x="24098" y="103986"/>
                </a:lnTo>
                <a:lnTo>
                  <a:pt x="29432" y="122301"/>
                </a:lnTo>
                <a:lnTo>
                  <a:pt x="37623" y="132543"/>
                </a:lnTo>
                <a:lnTo>
                  <a:pt x="48101" y="135731"/>
                </a:lnTo>
                <a:lnTo>
                  <a:pt x="81968" y="135731"/>
                </a:lnTo>
                <a:lnTo>
                  <a:pt x="67858" y="149273"/>
                </a:lnTo>
                <a:lnTo>
                  <a:pt x="48101" y="154114"/>
                </a:lnTo>
                <a:close/>
              </a:path>
              <a:path w="96520" h="154304">
                <a:moveTo>
                  <a:pt x="81968" y="135731"/>
                </a:moveTo>
                <a:lnTo>
                  <a:pt x="48101" y="135731"/>
                </a:lnTo>
                <a:lnTo>
                  <a:pt x="58523" y="132543"/>
                </a:lnTo>
                <a:lnTo>
                  <a:pt x="66686" y="122301"/>
                </a:lnTo>
                <a:lnTo>
                  <a:pt x="72010" y="103986"/>
                </a:lnTo>
                <a:lnTo>
                  <a:pt x="73914" y="76581"/>
                </a:lnTo>
                <a:lnTo>
                  <a:pt x="72010" y="49485"/>
                </a:lnTo>
                <a:lnTo>
                  <a:pt x="66686" y="31480"/>
                </a:lnTo>
                <a:lnTo>
                  <a:pt x="58523" y="21475"/>
                </a:lnTo>
                <a:lnTo>
                  <a:pt x="48101" y="18383"/>
                </a:lnTo>
                <a:lnTo>
                  <a:pt x="82304" y="18383"/>
                </a:lnTo>
                <a:lnTo>
                  <a:pt x="82998" y="19038"/>
                </a:lnTo>
                <a:lnTo>
                  <a:pt x="92691" y="42956"/>
                </a:lnTo>
                <a:lnTo>
                  <a:pt x="96107" y="76581"/>
                </a:lnTo>
                <a:lnTo>
                  <a:pt x="92691" y="110515"/>
                </a:lnTo>
                <a:lnTo>
                  <a:pt x="82998" y="134743"/>
                </a:lnTo>
                <a:lnTo>
                  <a:pt x="81968" y="135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0512125" y="6171898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4" h="70485">
                <a:moveTo>
                  <a:pt x="5333" y="70485"/>
                </a:moveTo>
                <a:lnTo>
                  <a:pt x="0" y="57340"/>
                </a:lnTo>
                <a:lnTo>
                  <a:pt x="9239" y="52327"/>
                </a:lnTo>
                <a:lnTo>
                  <a:pt x="16121" y="45886"/>
                </a:lnTo>
                <a:lnTo>
                  <a:pt x="20466" y="38266"/>
                </a:lnTo>
                <a:lnTo>
                  <a:pt x="22097" y="29718"/>
                </a:lnTo>
                <a:lnTo>
                  <a:pt x="21240" y="29908"/>
                </a:lnTo>
                <a:lnTo>
                  <a:pt x="11525" y="29908"/>
                </a:lnTo>
                <a:lnTo>
                  <a:pt x="4286" y="24574"/>
                </a:lnTo>
                <a:lnTo>
                  <a:pt x="4286" y="5810"/>
                </a:lnTo>
                <a:lnTo>
                  <a:pt x="11525" y="0"/>
                </a:lnTo>
                <a:lnTo>
                  <a:pt x="20478" y="0"/>
                </a:lnTo>
                <a:lnTo>
                  <a:pt x="28018" y="1717"/>
                </a:lnTo>
                <a:lnTo>
                  <a:pt x="33647" y="6667"/>
                </a:lnTo>
                <a:lnTo>
                  <a:pt x="37168" y="14546"/>
                </a:lnTo>
                <a:lnTo>
                  <a:pt x="38385" y="25050"/>
                </a:lnTo>
                <a:lnTo>
                  <a:pt x="36141" y="39958"/>
                </a:lnTo>
                <a:lnTo>
                  <a:pt x="29646" y="52732"/>
                </a:lnTo>
                <a:lnTo>
                  <a:pt x="19258" y="63024"/>
                </a:lnTo>
                <a:lnTo>
                  <a:pt x="5333" y="704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0572323" y="6050454"/>
            <a:ext cx="95885" cy="154305"/>
          </a:xfrm>
          <a:custGeom>
            <a:avLst/>
            <a:gdLst/>
            <a:ahLst/>
            <a:cxnLst/>
            <a:rect l="l" t="t" r="r" b="b"/>
            <a:pathLst>
              <a:path w="95884" h="154304">
                <a:moveTo>
                  <a:pt x="51339" y="154114"/>
                </a:moveTo>
                <a:lnTo>
                  <a:pt x="31383" y="149634"/>
                </a:lnTo>
                <a:lnTo>
                  <a:pt x="15061" y="135993"/>
                </a:lnTo>
                <a:lnTo>
                  <a:pt x="4043" y="112886"/>
                </a:lnTo>
                <a:lnTo>
                  <a:pt x="0" y="80010"/>
                </a:lnTo>
                <a:lnTo>
                  <a:pt x="4655" y="43398"/>
                </a:lnTo>
                <a:lnTo>
                  <a:pt x="17097" y="18573"/>
                </a:lnTo>
                <a:lnTo>
                  <a:pt x="35040" y="4464"/>
                </a:lnTo>
                <a:lnTo>
                  <a:pt x="56197" y="0"/>
                </a:lnTo>
                <a:lnTo>
                  <a:pt x="67801" y="1241"/>
                </a:lnTo>
                <a:lnTo>
                  <a:pt x="77807" y="4643"/>
                </a:lnTo>
                <a:lnTo>
                  <a:pt x="86295" y="9724"/>
                </a:lnTo>
                <a:lnTo>
                  <a:pt x="93345" y="16002"/>
                </a:lnTo>
                <a:lnTo>
                  <a:pt x="90691" y="18954"/>
                </a:lnTo>
                <a:lnTo>
                  <a:pt x="57435" y="18954"/>
                </a:lnTo>
                <a:lnTo>
                  <a:pt x="43950" y="21864"/>
                </a:lnTo>
                <a:lnTo>
                  <a:pt x="32777" y="31444"/>
                </a:lnTo>
                <a:lnTo>
                  <a:pt x="24980" y="48971"/>
                </a:lnTo>
                <a:lnTo>
                  <a:pt x="21621" y="75723"/>
                </a:lnTo>
                <a:lnTo>
                  <a:pt x="48340" y="75723"/>
                </a:lnTo>
                <a:lnTo>
                  <a:pt x="42993" y="76461"/>
                </a:lnTo>
                <a:lnTo>
                  <a:pt x="35980" y="79462"/>
                </a:lnTo>
                <a:lnTo>
                  <a:pt x="28932" y="84855"/>
                </a:lnTo>
                <a:lnTo>
                  <a:pt x="22098" y="92964"/>
                </a:lnTo>
                <a:lnTo>
                  <a:pt x="25391" y="112167"/>
                </a:lnTo>
                <a:lnTo>
                  <a:pt x="31515" y="125718"/>
                </a:lnTo>
                <a:lnTo>
                  <a:pt x="40194" y="133750"/>
                </a:lnTo>
                <a:lnTo>
                  <a:pt x="51149" y="136398"/>
                </a:lnTo>
                <a:lnTo>
                  <a:pt x="85473" y="136398"/>
                </a:lnTo>
                <a:lnTo>
                  <a:pt x="82688" y="140850"/>
                </a:lnTo>
                <a:lnTo>
                  <a:pt x="68536" y="150661"/>
                </a:lnTo>
                <a:lnTo>
                  <a:pt x="51339" y="154114"/>
                </a:lnTo>
                <a:close/>
              </a:path>
              <a:path w="95884" h="154304">
                <a:moveTo>
                  <a:pt x="80676" y="30099"/>
                </a:moveTo>
                <a:lnTo>
                  <a:pt x="75933" y="25625"/>
                </a:lnTo>
                <a:lnTo>
                  <a:pt x="70234" y="22098"/>
                </a:lnTo>
                <a:lnTo>
                  <a:pt x="63946" y="19785"/>
                </a:lnTo>
                <a:lnTo>
                  <a:pt x="57435" y="18954"/>
                </a:lnTo>
                <a:lnTo>
                  <a:pt x="90691" y="18954"/>
                </a:lnTo>
                <a:lnTo>
                  <a:pt x="80676" y="30099"/>
                </a:lnTo>
                <a:close/>
              </a:path>
              <a:path w="95884" h="154304">
                <a:moveTo>
                  <a:pt x="48340" y="75723"/>
                </a:moveTo>
                <a:lnTo>
                  <a:pt x="21621" y="75723"/>
                </a:lnTo>
                <a:lnTo>
                  <a:pt x="28865" y="68544"/>
                </a:lnTo>
                <a:lnTo>
                  <a:pt x="37064" y="63150"/>
                </a:lnTo>
                <a:lnTo>
                  <a:pt x="45638" y="59757"/>
                </a:lnTo>
                <a:lnTo>
                  <a:pt x="54006" y="58578"/>
                </a:lnTo>
                <a:lnTo>
                  <a:pt x="71108" y="61467"/>
                </a:lnTo>
                <a:lnTo>
                  <a:pt x="84308" y="70187"/>
                </a:lnTo>
                <a:lnTo>
                  <a:pt x="87414" y="75533"/>
                </a:lnTo>
                <a:lnTo>
                  <a:pt x="49720" y="75533"/>
                </a:lnTo>
                <a:lnTo>
                  <a:pt x="48340" y="75723"/>
                </a:lnTo>
                <a:close/>
              </a:path>
              <a:path w="95884" h="154304">
                <a:moveTo>
                  <a:pt x="85473" y="136398"/>
                </a:moveTo>
                <a:lnTo>
                  <a:pt x="51149" y="136398"/>
                </a:lnTo>
                <a:lnTo>
                  <a:pt x="60215" y="134266"/>
                </a:lnTo>
                <a:lnTo>
                  <a:pt x="67532" y="128135"/>
                </a:lnTo>
                <a:lnTo>
                  <a:pt x="72419" y="118395"/>
                </a:lnTo>
                <a:lnTo>
                  <a:pt x="74199" y="105441"/>
                </a:lnTo>
                <a:lnTo>
                  <a:pt x="72625" y="92691"/>
                </a:lnTo>
                <a:lnTo>
                  <a:pt x="67960" y="83308"/>
                </a:lnTo>
                <a:lnTo>
                  <a:pt x="60296" y="77514"/>
                </a:lnTo>
                <a:lnTo>
                  <a:pt x="49720" y="75533"/>
                </a:lnTo>
                <a:lnTo>
                  <a:pt x="87414" y="75533"/>
                </a:lnTo>
                <a:lnTo>
                  <a:pt x="92810" y="84818"/>
                </a:lnTo>
                <a:lnTo>
                  <a:pt x="95821" y="105441"/>
                </a:lnTo>
                <a:lnTo>
                  <a:pt x="92286" y="125503"/>
                </a:lnTo>
                <a:lnTo>
                  <a:pt x="85473" y="1363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0680813" y="6053311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5060" y="108680"/>
                </a:moveTo>
                <a:lnTo>
                  <a:pt x="0" y="108680"/>
                </a:lnTo>
                <a:lnTo>
                  <a:pt x="0" y="93154"/>
                </a:lnTo>
                <a:lnTo>
                  <a:pt x="59245" y="0"/>
                </a:lnTo>
                <a:lnTo>
                  <a:pt x="86106" y="0"/>
                </a:lnTo>
                <a:lnTo>
                  <a:pt x="86106" y="23050"/>
                </a:lnTo>
                <a:lnTo>
                  <a:pt x="64674" y="23050"/>
                </a:lnTo>
                <a:lnTo>
                  <a:pt x="61876" y="28670"/>
                </a:lnTo>
                <a:lnTo>
                  <a:pt x="58935" y="34361"/>
                </a:lnTo>
                <a:lnTo>
                  <a:pt x="55887" y="40088"/>
                </a:lnTo>
                <a:lnTo>
                  <a:pt x="52768" y="45815"/>
                </a:lnTo>
                <a:lnTo>
                  <a:pt x="23431" y="90678"/>
                </a:lnTo>
                <a:lnTo>
                  <a:pt x="105060" y="90678"/>
                </a:lnTo>
                <a:lnTo>
                  <a:pt x="105060" y="108680"/>
                </a:lnTo>
                <a:close/>
              </a:path>
              <a:path w="105409" h="149225">
                <a:moveTo>
                  <a:pt x="86106" y="90678"/>
                </a:moveTo>
                <a:lnTo>
                  <a:pt x="64293" y="90678"/>
                </a:lnTo>
                <a:lnTo>
                  <a:pt x="64418" y="44950"/>
                </a:lnTo>
                <a:lnTo>
                  <a:pt x="64722" y="37349"/>
                </a:lnTo>
                <a:lnTo>
                  <a:pt x="65436" y="23050"/>
                </a:lnTo>
                <a:lnTo>
                  <a:pt x="86106" y="23050"/>
                </a:lnTo>
                <a:lnTo>
                  <a:pt x="86106" y="90678"/>
                </a:lnTo>
                <a:close/>
              </a:path>
              <a:path w="105409" h="149225">
                <a:moveTo>
                  <a:pt x="86106" y="148685"/>
                </a:moveTo>
                <a:lnTo>
                  <a:pt x="64293" y="148685"/>
                </a:lnTo>
                <a:lnTo>
                  <a:pt x="64293" y="108680"/>
                </a:lnTo>
                <a:lnTo>
                  <a:pt x="86106" y="108680"/>
                </a:lnTo>
                <a:lnTo>
                  <a:pt x="86106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0801875" y="6053311"/>
            <a:ext cx="95885" cy="149225"/>
          </a:xfrm>
          <a:custGeom>
            <a:avLst/>
            <a:gdLst/>
            <a:ahLst/>
            <a:cxnLst/>
            <a:rect l="l" t="t" r="r" b="b"/>
            <a:pathLst>
              <a:path w="95884" h="149225">
                <a:moveTo>
                  <a:pt x="52863" y="148685"/>
                </a:moveTo>
                <a:lnTo>
                  <a:pt x="29051" y="148685"/>
                </a:lnTo>
                <a:lnTo>
                  <a:pt x="32514" y="111186"/>
                </a:lnTo>
                <a:lnTo>
                  <a:pt x="39683" y="78724"/>
                </a:lnTo>
                <a:lnTo>
                  <a:pt x="51728" y="48976"/>
                </a:lnTo>
                <a:lnTo>
                  <a:pt x="69818" y="19621"/>
                </a:lnTo>
                <a:lnTo>
                  <a:pt x="0" y="19621"/>
                </a:lnTo>
                <a:lnTo>
                  <a:pt x="0" y="0"/>
                </a:lnTo>
                <a:lnTo>
                  <a:pt x="95726" y="0"/>
                </a:lnTo>
                <a:lnTo>
                  <a:pt x="95726" y="14096"/>
                </a:lnTo>
                <a:lnTo>
                  <a:pt x="74629" y="45346"/>
                </a:lnTo>
                <a:lnTo>
                  <a:pt x="62114" y="75926"/>
                </a:lnTo>
                <a:lnTo>
                  <a:pt x="55689" y="109238"/>
                </a:lnTo>
                <a:lnTo>
                  <a:pt x="52863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8702577" y="8453518"/>
            <a:ext cx="301625" cy="300355"/>
          </a:xfrm>
          <a:custGeom>
            <a:avLst/>
            <a:gdLst/>
            <a:ahLst/>
            <a:cxnLst/>
            <a:rect l="l" t="t" r="r" b="b"/>
            <a:pathLst>
              <a:path w="301625" h="300354">
                <a:moveTo>
                  <a:pt x="150443" y="130314"/>
                </a:moveTo>
                <a:lnTo>
                  <a:pt x="98690" y="126412"/>
                </a:lnTo>
                <a:lnTo>
                  <a:pt x="56107" y="114466"/>
                </a:lnTo>
                <a:lnTo>
                  <a:pt x="27231" y="94110"/>
                </a:lnTo>
                <a:lnTo>
                  <a:pt x="16598" y="64980"/>
                </a:lnTo>
                <a:lnTo>
                  <a:pt x="27231" y="36054"/>
                </a:lnTo>
                <a:lnTo>
                  <a:pt x="56107" y="15803"/>
                </a:lnTo>
                <a:lnTo>
                  <a:pt x="98690" y="3895"/>
                </a:lnTo>
                <a:lnTo>
                  <a:pt x="150443" y="0"/>
                </a:lnTo>
                <a:lnTo>
                  <a:pt x="202197" y="3895"/>
                </a:lnTo>
                <a:lnTo>
                  <a:pt x="244780" y="15803"/>
                </a:lnTo>
                <a:lnTo>
                  <a:pt x="262530" y="28252"/>
                </a:lnTo>
                <a:lnTo>
                  <a:pt x="150443" y="28252"/>
                </a:lnTo>
                <a:lnTo>
                  <a:pt x="113125" y="30564"/>
                </a:lnTo>
                <a:lnTo>
                  <a:pt x="82329" y="37478"/>
                </a:lnTo>
                <a:lnTo>
                  <a:pt x="61399" y="48961"/>
                </a:lnTo>
                <a:lnTo>
                  <a:pt x="53679" y="64980"/>
                </a:lnTo>
                <a:lnTo>
                  <a:pt x="61399" y="81203"/>
                </a:lnTo>
                <a:lnTo>
                  <a:pt x="82329" y="92791"/>
                </a:lnTo>
                <a:lnTo>
                  <a:pt x="113125" y="99744"/>
                </a:lnTo>
                <a:lnTo>
                  <a:pt x="150443" y="102061"/>
                </a:lnTo>
                <a:lnTo>
                  <a:pt x="262376" y="102061"/>
                </a:lnTo>
                <a:lnTo>
                  <a:pt x="244780" y="114466"/>
                </a:lnTo>
                <a:lnTo>
                  <a:pt x="202197" y="126412"/>
                </a:lnTo>
                <a:lnTo>
                  <a:pt x="150443" y="130314"/>
                </a:lnTo>
                <a:close/>
              </a:path>
              <a:path w="301625" h="300354">
                <a:moveTo>
                  <a:pt x="262376" y="102061"/>
                </a:moveTo>
                <a:lnTo>
                  <a:pt x="150443" y="102061"/>
                </a:lnTo>
                <a:lnTo>
                  <a:pt x="187762" y="99744"/>
                </a:lnTo>
                <a:lnTo>
                  <a:pt x="218558" y="92791"/>
                </a:lnTo>
                <a:lnTo>
                  <a:pt x="239488" y="81203"/>
                </a:lnTo>
                <a:lnTo>
                  <a:pt x="247208" y="64980"/>
                </a:lnTo>
                <a:lnTo>
                  <a:pt x="239488" y="48961"/>
                </a:lnTo>
                <a:lnTo>
                  <a:pt x="218558" y="37478"/>
                </a:lnTo>
                <a:lnTo>
                  <a:pt x="187762" y="30564"/>
                </a:lnTo>
                <a:lnTo>
                  <a:pt x="150443" y="28252"/>
                </a:lnTo>
                <a:lnTo>
                  <a:pt x="262530" y="28252"/>
                </a:lnTo>
                <a:lnTo>
                  <a:pt x="273656" y="36054"/>
                </a:lnTo>
                <a:lnTo>
                  <a:pt x="284289" y="64980"/>
                </a:lnTo>
                <a:lnTo>
                  <a:pt x="273656" y="94110"/>
                </a:lnTo>
                <a:lnTo>
                  <a:pt x="262376" y="102061"/>
                </a:lnTo>
                <a:close/>
              </a:path>
              <a:path w="301625" h="300354">
                <a:moveTo>
                  <a:pt x="301241" y="186112"/>
                </a:moveTo>
                <a:lnTo>
                  <a:pt x="0" y="186112"/>
                </a:lnTo>
                <a:lnTo>
                  <a:pt x="0" y="156447"/>
                </a:lnTo>
                <a:lnTo>
                  <a:pt x="301241" y="156447"/>
                </a:lnTo>
                <a:lnTo>
                  <a:pt x="301241" y="186112"/>
                </a:lnTo>
                <a:close/>
              </a:path>
              <a:path w="301625" h="300354">
                <a:moveTo>
                  <a:pt x="168101" y="238026"/>
                </a:moveTo>
                <a:lnTo>
                  <a:pt x="132786" y="238026"/>
                </a:lnTo>
                <a:lnTo>
                  <a:pt x="132786" y="186112"/>
                </a:lnTo>
                <a:lnTo>
                  <a:pt x="168101" y="186112"/>
                </a:lnTo>
                <a:lnTo>
                  <a:pt x="168101" y="238026"/>
                </a:lnTo>
                <a:close/>
              </a:path>
              <a:path w="301625" h="300354">
                <a:moveTo>
                  <a:pt x="285702" y="299828"/>
                </a:moveTo>
                <a:lnTo>
                  <a:pt x="20836" y="299828"/>
                </a:lnTo>
                <a:lnTo>
                  <a:pt x="20836" y="214011"/>
                </a:lnTo>
                <a:lnTo>
                  <a:pt x="56504" y="214011"/>
                </a:lnTo>
                <a:lnTo>
                  <a:pt x="56504" y="269810"/>
                </a:lnTo>
                <a:lnTo>
                  <a:pt x="285702" y="269810"/>
                </a:lnTo>
                <a:lnTo>
                  <a:pt x="285702" y="2998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9037721" y="8455284"/>
            <a:ext cx="284480" cy="297815"/>
          </a:xfrm>
          <a:custGeom>
            <a:avLst/>
            <a:gdLst/>
            <a:ahLst/>
            <a:cxnLst/>
            <a:rect l="l" t="t" r="r" b="b"/>
            <a:pathLst>
              <a:path w="284479" h="297815">
                <a:moveTo>
                  <a:pt x="277932" y="224253"/>
                </a:moveTo>
                <a:lnTo>
                  <a:pt x="242970" y="224253"/>
                </a:lnTo>
                <a:lnTo>
                  <a:pt x="242970" y="102061"/>
                </a:lnTo>
                <a:lnTo>
                  <a:pt x="184346" y="102061"/>
                </a:lnTo>
                <a:lnTo>
                  <a:pt x="184346" y="71337"/>
                </a:lnTo>
                <a:lnTo>
                  <a:pt x="242970" y="71337"/>
                </a:lnTo>
                <a:lnTo>
                  <a:pt x="242970" y="0"/>
                </a:lnTo>
                <a:lnTo>
                  <a:pt x="277932" y="0"/>
                </a:lnTo>
                <a:lnTo>
                  <a:pt x="277932" y="224253"/>
                </a:lnTo>
                <a:close/>
              </a:path>
              <a:path w="284479" h="297815">
                <a:moveTo>
                  <a:pt x="196354" y="38140"/>
                </a:moveTo>
                <a:lnTo>
                  <a:pt x="3884" y="38140"/>
                </a:lnTo>
                <a:lnTo>
                  <a:pt x="3884" y="7769"/>
                </a:lnTo>
                <a:lnTo>
                  <a:pt x="196354" y="7769"/>
                </a:lnTo>
                <a:lnTo>
                  <a:pt x="196354" y="38140"/>
                </a:lnTo>
                <a:close/>
              </a:path>
              <a:path w="284479" h="297815">
                <a:moveTo>
                  <a:pt x="0" y="181168"/>
                </a:moveTo>
                <a:lnTo>
                  <a:pt x="0" y="149031"/>
                </a:lnTo>
                <a:lnTo>
                  <a:pt x="34156" y="137217"/>
                </a:lnTo>
                <a:lnTo>
                  <a:pt x="60301" y="113583"/>
                </a:lnTo>
                <a:lnTo>
                  <a:pt x="77572" y="79950"/>
                </a:lnTo>
                <a:lnTo>
                  <a:pt x="85110" y="38140"/>
                </a:lnTo>
                <a:lnTo>
                  <a:pt x="120425" y="38140"/>
                </a:lnTo>
                <a:lnTo>
                  <a:pt x="119509" y="50186"/>
                </a:lnTo>
                <a:lnTo>
                  <a:pt x="117865" y="61934"/>
                </a:lnTo>
                <a:lnTo>
                  <a:pt x="115558" y="73351"/>
                </a:lnTo>
                <a:lnTo>
                  <a:pt x="112656" y="84404"/>
                </a:lnTo>
                <a:lnTo>
                  <a:pt x="152514" y="114069"/>
                </a:lnTo>
                <a:lnTo>
                  <a:pt x="100296" y="114069"/>
                </a:lnTo>
                <a:lnTo>
                  <a:pt x="82240" y="139849"/>
                </a:lnTo>
                <a:lnTo>
                  <a:pt x="59153" y="160067"/>
                </a:lnTo>
                <a:lnTo>
                  <a:pt x="31563" y="174061"/>
                </a:lnTo>
                <a:lnTo>
                  <a:pt x="0" y="181168"/>
                </a:lnTo>
                <a:close/>
              </a:path>
              <a:path w="284479" h="297815">
                <a:moveTo>
                  <a:pt x="185406" y="178696"/>
                </a:moveTo>
                <a:lnTo>
                  <a:pt x="100296" y="114069"/>
                </a:lnTo>
                <a:lnTo>
                  <a:pt x="152514" y="114069"/>
                </a:lnTo>
                <a:lnTo>
                  <a:pt x="205183" y="153269"/>
                </a:lnTo>
                <a:lnTo>
                  <a:pt x="185406" y="178696"/>
                </a:lnTo>
                <a:close/>
              </a:path>
              <a:path w="284479" h="297815">
                <a:moveTo>
                  <a:pt x="284289" y="297709"/>
                </a:moveTo>
                <a:lnTo>
                  <a:pt x="21189" y="297709"/>
                </a:lnTo>
                <a:lnTo>
                  <a:pt x="21189" y="201651"/>
                </a:lnTo>
                <a:lnTo>
                  <a:pt x="56857" y="201651"/>
                </a:lnTo>
                <a:lnTo>
                  <a:pt x="56857" y="266278"/>
                </a:lnTo>
                <a:lnTo>
                  <a:pt x="284289" y="266278"/>
                </a:lnTo>
                <a:lnTo>
                  <a:pt x="284289" y="29770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9607360" y="8455284"/>
            <a:ext cx="35560" cy="301625"/>
          </a:xfrm>
          <a:custGeom>
            <a:avLst/>
            <a:gdLst/>
            <a:ahLst/>
            <a:cxnLst/>
            <a:rect l="l" t="t" r="r" b="b"/>
            <a:pathLst>
              <a:path w="35559" h="301625">
                <a:moveTo>
                  <a:pt x="34962" y="301594"/>
                </a:moveTo>
                <a:lnTo>
                  <a:pt x="0" y="301594"/>
                </a:lnTo>
                <a:lnTo>
                  <a:pt x="0" y="0"/>
                </a:lnTo>
                <a:lnTo>
                  <a:pt x="34962" y="0"/>
                </a:lnTo>
                <a:lnTo>
                  <a:pt x="34962" y="30159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9378162" y="8464550"/>
            <a:ext cx="34925" cy="102870"/>
          </a:xfrm>
          <a:custGeom>
            <a:avLst/>
            <a:gdLst/>
            <a:ahLst/>
            <a:cxnLst/>
            <a:rect l="l" t="t" r="r" b="b"/>
            <a:pathLst>
              <a:path w="34925" h="102870">
                <a:moveTo>
                  <a:pt x="0" y="0"/>
                </a:moveTo>
                <a:lnTo>
                  <a:pt x="34609" y="0"/>
                </a:lnTo>
                <a:lnTo>
                  <a:pt x="34609" y="102870"/>
                </a:ln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9378162" y="8567419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20">
                <a:moveTo>
                  <a:pt x="0" y="0"/>
                </a:moveTo>
                <a:lnTo>
                  <a:pt x="170926" y="0"/>
                </a:lnTo>
                <a:lnTo>
                  <a:pt x="170926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9378162" y="8600440"/>
            <a:ext cx="34925" cy="106680"/>
          </a:xfrm>
          <a:custGeom>
            <a:avLst/>
            <a:gdLst/>
            <a:ahLst/>
            <a:cxnLst/>
            <a:rect l="l" t="t" r="r" b="b"/>
            <a:pathLst>
              <a:path w="34925" h="106679">
                <a:moveTo>
                  <a:pt x="0" y="0"/>
                </a:moveTo>
                <a:lnTo>
                  <a:pt x="34609" y="0"/>
                </a:lnTo>
                <a:lnTo>
                  <a:pt x="34609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9378162" y="8707119"/>
            <a:ext cx="171450" cy="31750"/>
          </a:xfrm>
          <a:custGeom>
            <a:avLst/>
            <a:gdLst/>
            <a:ahLst/>
            <a:cxnLst/>
            <a:rect l="l" t="t" r="r" b="b"/>
            <a:pathLst>
              <a:path w="171450" h="31750">
                <a:moveTo>
                  <a:pt x="0" y="0"/>
                </a:moveTo>
                <a:lnTo>
                  <a:pt x="170926" y="0"/>
                </a:lnTo>
                <a:lnTo>
                  <a:pt x="170926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9514480" y="8464113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40">
                <a:moveTo>
                  <a:pt x="34609" y="103827"/>
                </a:moveTo>
                <a:lnTo>
                  <a:pt x="0" y="103827"/>
                </a:lnTo>
                <a:lnTo>
                  <a:pt x="0" y="0"/>
                </a:lnTo>
                <a:lnTo>
                  <a:pt x="34609" y="0"/>
                </a:lnTo>
                <a:lnTo>
                  <a:pt x="34609" y="10382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9514480" y="8600078"/>
            <a:ext cx="34925" cy="106680"/>
          </a:xfrm>
          <a:custGeom>
            <a:avLst/>
            <a:gdLst/>
            <a:ahLst/>
            <a:cxnLst/>
            <a:rect l="l" t="t" r="r" b="b"/>
            <a:pathLst>
              <a:path w="34925" h="106679">
                <a:moveTo>
                  <a:pt x="34609" y="106652"/>
                </a:moveTo>
                <a:lnTo>
                  <a:pt x="0" y="106652"/>
                </a:lnTo>
                <a:lnTo>
                  <a:pt x="0" y="0"/>
                </a:lnTo>
                <a:lnTo>
                  <a:pt x="34609" y="0"/>
                </a:lnTo>
                <a:lnTo>
                  <a:pt x="34609" y="1066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8604536" y="8794728"/>
            <a:ext cx="93345" cy="279400"/>
          </a:xfrm>
          <a:custGeom>
            <a:avLst/>
            <a:gdLst/>
            <a:ahLst/>
            <a:cxnLst/>
            <a:rect l="l" t="t" r="r" b="b"/>
            <a:pathLst>
              <a:path w="93345" h="279400">
                <a:moveTo>
                  <a:pt x="93018" y="279370"/>
                </a:moveTo>
                <a:lnTo>
                  <a:pt x="58254" y="279370"/>
                </a:lnTo>
                <a:lnTo>
                  <a:pt x="34485" y="249704"/>
                </a:lnTo>
                <a:lnTo>
                  <a:pt x="16090" y="216809"/>
                </a:lnTo>
                <a:lnTo>
                  <a:pt x="4213" y="180273"/>
                </a:lnTo>
                <a:lnTo>
                  <a:pt x="0" y="139685"/>
                </a:lnTo>
                <a:lnTo>
                  <a:pt x="4213" y="99096"/>
                </a:lnTo>
                <a:lnTo>
                  <a:pt x="16090" y="62560"/>
                </a:lnTo>
                <a:lnTo>
                  <a:pt x="34485" y="29665"/>
                </a:lnTo>
                <a:lnTo>
                  <a:pt x="58254" y="0"/>
                </a:lnTo>
                <a:lnTo>
                  <a:pt x="93018" y="0"/>
                </a:lnTo>
                <a:lnTo>
                  <a:pt x="68281" y="29489"/>
                </a:lnTo>
                <a:lnTo>
                  <a:pt x="48975" y="62795"/>
                </a:lnTo>
                <a:lnTo>
                  <a:pt x="36423" y="99625"/>
                </a:lnTo>
                <a:lnTo>
                  <a:pt x="31945" y="139685"/>
                </a:lnTo>
                <a:lnTo>
                  <a:pt x="36423" y="179744"/>
                </a:lnTo>
                <a:lnTo>
                  <a:pt x="48975" y="216574"/>
                </a:lnTo>
                <a:lnTo>
                  <a:pt x="68281" y="249880"/>
                </a:lnTo>
                <a:lnTo>
                  <a:pt x="93018" y="2793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8706950" y="8811014"/>
            <a:ext cx="463216" cy="25086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9194282" y="8811259"/>
            <a:ext cx="178435" cy="29209"/>
          </a:xfrm>
          <a:custGeom>
            <a:avLst/>
            <a:gdLst/>
            <a:ahLst/>
            <a:cxnLst/>
            <a:rect l="l" t="t" r="r" b="b"/>
            <a:pathLst>
              <a:path w="178434" h="29209">
                <a:moveTo>
                  <a:pt x="0" y="0"/>
                </a:moveTo>
                <a:lnTo>
                  <a:pt x="178208" y="0"/>
                </a:lnTo>
                <a:lnTo>
                  <a:pt x="178208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9194282" y="8840469"/>
            <a:ext cx="33020" cy="78740"/>
          </a:xfrm>
          <a:custGeom>
            <a:avLst/>
            <a:gdLst/>
            <a:ahLst/>
            <a:cxnLst/>
            <a:rect l="l" t="t" r="r" b="b"/>
            <a:pathLst>
              <a:path w="33020" h="78740">
                <a:moveTo>
                  <a:pt x="0" y="0"/>
                </a:moveTo>
                <a:lnTo>
                  <a:pt x="32885" y="0"/>
                </a:lnTo>
                <a:lnTo>
                  <a:pt x="32885" y="78739"/>
                </a:lnTo>
                <a:lnTo>
                  <a:pt x="0" y="787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9194282" y="8919209"/>
            <a:ext cx="167640" cy="29209"/>
          </a:xfrm>
          <a:custGeom>
            <a:avLst/>
            <a:gdLst/>
            <a:ahLst/>
            <a:cxnLst/>
            <a:rect l="l" t="t" r="r" b="b"/>
            <a:pathLst>
              <a:path w="167640" h="29209">
                <a:moveTo>
                  <a:pt x="0" y="0"/>
                </a:moveTo>
                <a:lnTo>
                  <a:pt x="167246" y="0"/>
                </a:lnTo>
                <a:lnTo>
                  <a:pt x="167246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9194282" y="8948419"/>
            <a:ext cx="33020" cy="83820"/>
          </a:xfrm>
          <a:custGeom>
            <a:avLst/>
            <a:gdLst/>
            <a:ahLst/>
            <a:cxnLst/>
            <a:rect l="l" t="t" r="r" b="b"/>
            <a:pathLst>
              <a:path w="33020" h="83820">
                <a:moveTo>
                  <a:pt x="0" y="0"/>
                </a:moveTo>
                <a:lnTo>
                  <a:pt x="32885" y="0"/>
                </a:lnTo>
                <a:lnTo>
                  <a:pt x="32885" y="83820"/>
                </a:lnTo>
                <a:lnTo>
                  <a:pt x="0" y="838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9194282" y="9032240"/>
            <a:ext cx="181610" cy="29209"/>
          </a:xfrm>
          <a:custGeom>
            <a:avLst/>
            <a:gdLst/>
            <a:ahLst/>
            <a:cxnLst/>
            <a:rect l="l" t="t" r="r" b="b"/>
            <a:pathLst>
              <a:path w="181609" h="29209">
                <a:moveTo>
                  <a:pt x="0" y="0"/>
                </a:moveTo>
                <a:lnTo>
                  <a:pt x="181026" y="0"/>
                </a:lnTo>
                <a:lnTo>
                  <a:pt x="181026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9397233" y="8805063"/>
            <a:ext cx="257175" cy="262890"/>
          </a:xfrm>
          <a:custGeom>
            <a:avLst/>
            <a:gdLst/>
            <a:ahLst/>
            <a:cxnLst/>
            <a:rect l="l" t="t" r="r" b="b"/>
            <a:pathLst>
              <a:path w="257175" h="262890">
                <a:moveTo>
                  <a:pt x="131542" y="262457"/>
                </a:moveTo>
                <a:lnTo>
                  <a:pt x="88757" y="256086"/>
                </a:lnTo>
                <a:lnTo>
                  <a:pt x="52496" y="238093"/>
                </a:lnTo>
                <a:lnTo>
                  <a:pt x="24474" y="210164"/>
                </a:lnTo>
                <a:lnTo>
                  <a:pt x="6404" y="173981"/>
                </a:lnTo>
                <a:lnTo>
                  <a:pt x="0" y="131228"/>
                </a:lnTo>
                <a:lnTo>
                  <a:pt x="6404" y="88476"/>
                </a:lnTo>
                <a:lnTo>
                  <a:pt x="24474" y="52293"/>
                </a:lnTo>
                <a:lnTo>
                  <a:pt x="52496" y="24364"/>
                </a:lnTo>
                <a:lnTo>
                  <a:pt x="88757" y="6371"/>
                </a:lnTo>
                <a:lnTo>
                  <a:pt x="131542" y="0"/>
                </a:lnTo>
                <a:lnTo>
                  <a:pt x="176226" y="6694"/>
                </a:lnTo>
                <a:lnTo>
                  <a:pt x="212307" y="25368"/>
                </a:lnTo>
                <a:lnTo>
                  <a:pt x="238698" y="53908"/>
                </a:lnTo>
                <a:lnTo>
                  <a:pt x="254314" y="90200"/>
                </a:lnTo>
                <a:lnTo>
                  <a:pt x="220802" y="90200"/>
                </a:lnTo>
                <a:lnTo>
                  <a:pt x="208891" y="65922"/>
                </a:lnTo>
                <a:lnTo>
                  <a:pt x="189639" y="47018"/>
                </a:lnTo>
                <a:lnTo>
                  <a:pt x="163810" y="34749"/>
                </a:lnTo>
                <a:lnTo>
                  <a:pt x="132168" y="30379"/>
                </a:lnTo>
                <a:lnTo>
                  <a:pt x="92343" y="37857"/>
                </a:lnTo>
                <a:lnTo>
                  <a:pt x="60916" y="58724"/>
                </a:lnTo>
                <a:lnTo>
                  <a:pt x="40294" y="90630"/>
                </a:lnTo>
                <a:lnTo>
                  <a:pt x="32885" y="131228"/>
                </a:lnTo>
                <a:lnTo>
                  <a:pt x="40338" y="171694"/>
                </a:lnTo>
                <a:lnTo>
                  <a:pt x="61033" y="203616"/>
                </a:lnTo>
                <a:lnTo>
                  <a:pt x="92475" y="224556"/>
                </a:lnTo>
                <a:lnTo>
                  <a:pt x="132168" y="232077"/>
                </a:lnTo>
                <a:lnTo>
                  <a:pt x="164951" y="227213"/>
                </a:lnTo>
                <a:lnTo>
                  <a:pt x="191949" y="213834"/>
                </a:lnTo>
                <a:lnTo>
                  <a:pt x="211842" y="193760"/>
                </a:lnTo>
                <a:lnTo>
                  <a:pt x="223308" y="168812"/>
                </a:lnTo>
                <a:lnTo>
                  <a:pt x="256820" y="168812"/>
                </a:lnTo>
                <a:lnTo>
                  <a:pt x="241958" y="205509"/>
                </a:lnTo>
                <a:lnTo>
                  <a:pt x="214969" y="235248"/>
                </a:lnTo>
                <a:lnTo>
                  <a:pt x="177586" y="255180"/>
                </a:lnTo>
                <a:lnTo>
                  <a:pt x="131542" y="2624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9666894" y="8794728"/>
            <a:ext cx="92710" cy="279400"/>
          </a:xfrm>
          <a:custGeom>
            <a:avLst/>
            <a:gdLst/>
            <a:ahLst/>
            <a:cxnLst/>
            <a:rect l="l" t="t" r="r" b="b"/>
            <a:pathLst>
              <a:path w="92709" h="279400">
                <a:moveTo>
                  <a:pt x="34451" y="279370"/>
                </a:moveTo>
                <a:lnTo>
                  <a:pt x="0" y="279370"/>
                </a:lnTo>
                <a:lnTo>
                  <a:pt x="24688" y="249880"/>
                </a:lnTo>
                <a:lnTo>
                  <a:pt x="43886" y="216574"/>
                </a:lnTo>
                <a:lnTo>
                  <a:pt x="56331" y="179744"/>
                </a:lnTo>
                <a:lnTo>
                  <a:pt x="60759" y="139685"/>
                </a:lnTo>
                <a:lnTo>
                  <a:pt x="56331" y="99625"/>
                </a:lnTo>
                <a:lnTo>
                  <a:pt x="43886" y="62795"/>
                </a:lnTo>
                <a:lnTo>
                  <a:pt x="24688" y="29489"/>
                </a:lnTo>
                <a:lnTo>
                  <a:pt x="0" y="0"/>
                </a:lnTo>
                <a:lnTo>
                  <a:pt x="34451" y="0"/>
                </a:lnTo>
                <a:lnTo>
                  <a:pt x="58352" y="29665"/>
                </a:lnTo>
                <a:lnTo>
                  <a:pt x="76732" y="62560"/>
                </a:lnTo>
                <a:lnTo>
                  <a:pt x="88536" y="99096"/>
                </a:lnTo>
                <a:lnTo>
                  <a:pt x="92705" y="139685"/>
                </a:lnTo>
                <a:lnTo>
                  <a:pt x="88536" y="180273"/>
                </a:lnTo>
                <a:lnTo>
                  <a:pt x="76732" y="216809"/>
                </a:lnTo>
                <a:lnTo>
                  <a:pt x="58352" y="249704"/>
                </a:lnTo>
                <a:lnTo>
                  <a:pt x="34451" y="2793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2535569" y="7713755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4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7011743" y="7713755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2535569" y="7716136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2535569" y="7719062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2535569" y="639161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4565746" y="6391617"/>
            <a:ext cx="831850" cy="0"/>
          </a:xfrm>
          <a:custGeom>
            <a:avLst/>
            <a:gdLst/>
            <a:ahLst/>
            <a:cxnLst/>
            <a:rect l="l" t="t" r="r" b="b"/>
            <a:pathLst>
              <a:path w="831850">
                <a:moveTo>
                  <a:pt x="0" y="0"/>
                </a:moveTo>
                <a:lnTo>
                  <a:pt x="83163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7011743" y="639161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2535569" y="5058117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4565746" y="5058117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4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2535569" y="3724617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2538348" y="3721838"/>
            <a:ext cx="0" cy="3995420"/>
          </a:xfrm>
          <a:custGeom>
            <a:avLst/>
            <a:gdLst/>
            <a:ahLst/>
            <a:cxnLst/>
            <a:rect l="l" t="t" r="r" b="b"/>
            <a:pathLst>
              <a:path h="3995420">
                <a:moveTo>
                  <a:pt x="0" y="3994843"/>
                </a:moveTo>
                <a:lnTo>
                  <a:pt x="0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2535569" y="7713755"/>
            <a:ext cx="2861945" cy="0"/>
          </a:xfrm>
          <a:custGeom>
            <a:avLst/>
            <a:gdLst/>
            <a:ahLst/>
            <a:cxnLst/>
            <a:rect l="l" t="t" r="r" b="b"/>
            <a:pathLst>
              <a:path w="2861944">
                <a:moveTo>
                  <a:pt x="0" y="0"/>
                </a:moveTo>
                <a:lnTo>
                  <a:pt x="2861815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7011743" y="7713755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>
                <a:moveTo>
                  <a:pt x="0" y="0"/>
                </a:moveTo>
                <a:lnTo>
                  <a:pt x="415819" y="0"/>
                </a:lnTo>
              </a:path>
            </a:pathLst>
          </a:custGeom>
          <a:ln w="5852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2535569" y="7716136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2535569" y="7719062"/>
            <a:ext cx="4892040" cy="0"/>
          </a:xfrm>
          <a:custGeom>
            <a:avLst/>
            <a:gdLst/>
            <a:ahLst/>
            <a:cxnLst/>
            <a:rect l="l" t="t" r="r" b="b"/>
            <a:pathLst>
              <a:path w="4892040">
                <a:moveTo>
                  <a:pt x="0" y="0"/>
                </a:moveTo>
                <a:lnTo>
                  <a:pt x="4891992" y="0"/>
                </a:lnTo>
              </a:path>
            </a:pathLst>
          </a:custGeom>
          <a:ln w="317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3397380" y="7845309"/>
            <a:ext cx="164401" cy="17364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3712087" y="7836355"/>
            <a:ext cx="21590" cy="183515"/>
          </a:xfrm>
          <a:custGeom>
            <a:avLst/>
            <a:gdLst/>
            <a:ahLst/>
            <a:cxnLst/>
            <a:rect l="l" t="t" r="r" b="b"/>
            <a:pathLst>
              <a:path w="21590" h="183515">
                <a:moveTo>
                  <a:pt x="21050" y="183070"/>
                </a:moveTo>
                <a:lnTo>
                  <a:pt x="0" y="183070"/>
                </a:lnTo>
                <a:lnTo>
                  <a:pt x="0" y="0"/>
                </a:lnTo>
                <a:lnTo>
                  <a:pt x="21050" y="0"/>
                </a:lnTo>
                <a:lnTo>
                  <a:pt x="21050" y="18307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3592737" y="7851976"/>
            <a:ext cx="20955" cy="45720"/>
          </a:xfrm>
          <a:custGeom>
            <a:avLst/>
            <a:gdLst/>
            <a:ahLst/>
            <a:cxnLst/>
            <a:rect l="l" t="t" r="r" b="b"/>
            <a:pathLst>
              <a:path w="20955" h="45720">
                <a:moveTo>
                  <a:pt x="0" y="0"/>
                </a:moveTo>
                <a:lnTo>
                  <a:pt x="20574" y="0"/>
                </a:lnTo>
                <a:lnTo>
                  <a:pt x="20574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3592737" y="7897697"/>
            <a:ext cx="87630" cy="16510"/>
          </a:xfrm>
          <a:custGeom>
            <a:avLst/>
            <a:gdLst/>
            <a:ahLst/>
            <a:cxnLst/>
            <a:rect l="l" t="t" r="r" b="b"/>
            <a:pathLst>
              <a:path w="87630" h="16509">
                <a:moveTo>
                  <a:pt x="0" y="0"/>
                </a:moveTo>
                <a:lnTo>
                  <a:pt x="87630" y="0"/>
                </a:lnTo>
                <a:lnTo>
                  <a:pt x="87630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3592737" y="7914206"/>
            <a:ext cx="20955" cy="44450"/>
          </a:xfrm>
          <a:custGeom>
            <a:avLst/>
            <a:gdLst/>
            <a:ahLst/>
            <a:cxnLst/>
            <a:rect l="l" t="t" r="r" b="b"/>
            <a:pathLst>
              <a:path w="20955" h="44450">
                <a:moveTo>
                  <a:pt x="0" y="0"/>
                </a:moveTo>
                <a:lnTo>
                  <a:pt x="20574" y="0"/>
                </a:lnTo>
                <a:lnTo>
                  <a:pt x="20574" y="44449"/>
                </a:lnTo>
                <a:lnTo>
                  <a:pt x="0" y="4444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3592737" y="7958656"/>
            <a:ext cx="87630" cy="17780"/>
          </a:xfrm>
          <a:custGeom>
            <a:avLst/>
            <a:gdLst/>
            <a:ahLst/>
            <a:cxnLst/>
            <a:rect l="l" t="t" r="r" b="b"/>
            <a:pathLst>
              <a:path w="87630" h="17779">
                <a:moveTo>
                  <a:pt x="0" y="0"/>
                </a:moveTo>
                <a:lnTo>
                  <a:pt x="87630" y="0"/>
                </a:lnTo>
                <a:lnTo>
                  <a:pt x="87630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3659603" y="7851500"/>
            <a:ext cx="20955" cy="46990"/>
          </a:xfrm>
          <a:custGeom>
            <a:avLst/>
            <a:gdLst/>
            <a:ahLst/>
            <a:cxnLst/>
            <a:rect l="l" t="t" r="r" b="b"/>
            <a:pathLst>
              <a:path w="20955" h="46990">
                <a:moveTo>
                  <a:pt x="20764" y="46482"/>
                </a:moveTo>
                <a:lnTo>
                  <a:pt x="0" y="46482"/>
                </a:lnTo>
                <a:lnTo>
                  <a:pt x="0" y="0"/>
                </a:lnTo>
                <a:lnTo>
                  <a:pt x="20764" y="0"/>
                </a:lnTo>
                <a:lnTo>
                  <a:pt x="20764" y="4648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3659603" y="7914556"/>
            <a:ext cx="20955" cy="45085"/>
          </a:xfrm>
          <a:custGeom>
            <a:avLst/>
            <a:gdLst/>
            <a:ahLst/>
            <a:cxnLst/>
            <a:rect l="l" t="t" r="r" b="b"/>
            <a:pathLst>
              <a:path w="20955" h="45084">
                <a:moveTo>
                  <a:pt x="20764" y="44672"/>
                </a:moveTo>
                <a:lnTo>
                  <a:pt x="0" y="44672"/>
                </a:lnTo>
                <a:lnTo>
                  <a:pt x="0" y="0"/>
                </a:lnTo>
                <a:lnTo>
                  <a:pt x="20764" y="0"/>
                </a:lnTo>
                <a:lnTo>
                  <a:pt x="20764" y="4467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3768665" y="7845500"/>
            <a:ext cx="165068" cy="17345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3974119" y="7843087"/>
            <a:ext cx="126364" cy="16510"/>
          </a:xfrm>
          <a:custGeom>
            <a:avLst/>
            <a:gdLst/>
            <a:ahLst/>
            <a:cxnLst/>
            <a:rect l="l" t="t" r="r" b="b"/>
            <a:pathLst>
              <a:path w="126365" h="16509">
                <a:moveTo>
                  <a:pt x="0" y="0"/>
                </a:moveTo>
                <a:lnTo>
                  <a:pt x="126206" y="0"/>
                </a:lnTo>
                <a:lnTo>
                  <a:pt x="12620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4079179" y="7859597"/>
            <a:ext cx="21590" cy="17780"/>
          </a:xfrm>
          <a:custGeom>
            <a:avLst/>
            <a:gdLst/>
            <a:ahLst/>
            <a:cxnLst/>
            <a:rect l="l" t="t" r="r" b="b"/>
            <a:pathLst>
              <a:path w="21590" h="17779">
                <a:moveTo>
                  <a:pt x="0" y="0"/>
                </a:moveTo>
                <a:lnTo>
                  <a:pt x="21145" y="0"/>
                </a:lnTo>
                <a:lnTo>
                  <a:pt x="2114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3974500" y="7877376"/>
            <a:ext cx="126364" cy="15240"/>
          </a:xfrm>
          <a:custGeom>
            <a:avLst/>
            <a:gdLst/>
            <a:ahLst/>
            <a:cxnLst/>
            <a:rect l="l" t="t" r="r" b="b"/>
            <a:pathLst>
              <a:path w="126365" h="15240">
                <a:moveTo>
                  <a:pt x="0" y="0"/>
                </a:moveTo>
                <a:lnTo>
                  <a:pt x="125825" y="0"/>
                </a:lnTo>
                <a:lnTo>
                  <a:pt x="125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3974500" y="7892616"/>
            <a:ext cx="21590" cy="19050"/>
          </a:xfrm>
          <a:custGeom>
            <a:avLst/>
            <a:gdLst/>
            <a:ahLst/>
            <a:cxnLst/>
            <a:rect l="l" t="t" r="r" b="b"/>
            <a:pathLst>
              <a:path w="21590" h="19050">
                <a:moveTo>
                  <a:pt x="0" y="0"/>
                </a:moveTo>
                <a:lnTo>
                  <a:pt x="21050" y="0"/>
                </a:lnTo>
                <a:lnTo>
                  <a:pt x="210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3974500" y="7911666"/>
            <a:ext cx="130175" cy="16510"/>
          </a:xfrm>
          <a:custGeom>
            <a:avLst/>
            <a:gdLst/>
            <a:ahLst/>
            <a:cxnLst/>
            <a:rect l="l" t="t" r="r" b="b"/>
            <a:pathLst>
              <a:path w="130175" h="16509">
                <a:moveTo>
                  <a:pt x="0" y="0"/>
                </a:moveTo>
                <a:lnTo>
                  <a:pt x="129921" y="0"/>
                </a:lnTo>
                <a:lnTo>
                  <a:pt x="12992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3954498" y="7944464"/>
            <a:ext cx="165735" cy="17145"/>
          </a:xfrm>
          <a:custGeom>
            <a:avLst/>
            <a:gdLst/>
            <a:ahLst/>
            <a:cxnLst/>
            <a:rect l="l" t="t" r="r" b="b"/>
            <a:pathLst>
              <a:path w="165734" h="17145">
                <a:moveTo>
                  <a:pt x="165639" y="16764"/>
                </a:moveTo>
                <a:lnTo>
                  <a:pt x="0" y="16764"/>
                </a:lnTo>
                <a:lnTo>
                  <a:pt x="0" y="0"/>
                </a:lnTo>
                <a:lnTo>
                  <a:pt x="165449" y="0"/>
                </a:lnTo>
                <a:lnTo>
                  <a:pt x="165639" y="1676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3995359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5" h="58420">
                <a:moveTo>
                  <a:pt x="20764" y="58007"/>
                </a:moveTo>
                <a:lnTo>
                  <a:pt x="0" y="58007"/>
                </a:lnTo>
                <a:lnTo>
                  <a:pt x="0" y="0"/>
                </a:lnTo>
                <a:lnTo>
                  <a:pt x="20764" y="0"/>
                </a:lnTo>
                <a:lnTo>
                  <a:pt x="20764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4058320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5" h="58420">
                <a:moveTo>
                  <a:pt x="20859" y="58007"/>
                </a:moveTo>
                <a:lnTo>
                  <a:pt x="0" y="58007"/>
                </a:lnTo>
                <a:lnTo>
                  <a:pt x="0" y="0"/>
                </a:lnTo>
                <a:lnTo>
                  <a:pt x="20859" y="0"/>
                </a:lnTo>
                <a:lnTo>
                  <a:pt x="20859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5843186" y="7836546"/>
            <a:ext cx="164782" cy="18288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6029209" y="7835784"/>
            <a:ext cx="164687" cy="18154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6214661" y="7845500"/>
            <a:ext cx="165068" cy="17345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6420115" y="7843087"/>
            <a:ext cx="126364" cy="16510"/>
          </a:xfrm>
          <a:custGeom>
            <a:avLst/>
            <a:gdLst/>
            <a:ahLst/>
            <a:cxnLst/>
            <a:rect l="l" t="t" r="r" b="b"/>
            <a:pathLst>
              <a:path w="126365" h="16509">
                <a:moveTo>
                  <a:pt x="0" y="0"/>
                </a:moveTo>
                <a:lnTo>
                  <a:pt x="126206" y="0"/>
                </a:lnTo>
                <a:lnTo>
                  <a:pt x="126206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6525175" y="7859597"/>
            <a:ext cx="21590" cy="17780"/>
          </a:xfrm>
          <a:custGeom>
            <a:avLst/>
            <a:gdLst/>
            <a:ahLst/>
            <a:cxnLst/>
            <a:rect l="l" t="t" r="r" b="b"/>
            <a:pathLst>
              <a:path w="21590" h="17779">
                <a:moveTo>
                  <a:pt x="0" y="0"/>
                </a:moveTo>
                <a:lnTo>
                  <a:pt x="21145" y="0"/>
                </a:lnTo>
                <a:lnTo>
                  <a:pt x="21145" y="17779"/>
                </a:lnTo>
                <a:lnTo>
                  <a:pt x="0" y="17779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6420496" y="7877376"/>
            <a:ext cx="126364" cy="15240"/>
          </a:xfrm>
          <a:custGeom>
            <a:avLst/>
            <a:gdLst/>
            <a:ahLst/>
            <a:cxnLst/>
            <a:rect l="l" t="t" r="r" b="b"/>
            <a:pathLst>
              <a:path w="126365" h="15240">
                <a:moveTo>
                  <a:pt x="0" y="0"/>
                </a:moveTo>
                <a:lnTo>
                  <a:pt x="125825" y="0"/>
                </a:lnTo>
                <a:lnTo>
                  <a:pt x="12582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6420496" y="7892616"/>
            <a:ext cx="21590" cy="19050"/>
          </a:xfrm>
          <a:custGeom>
            <a:avLst/>
            <a:gdLst/>
            <a:ahLst/>
            <a:cxnLst/>
            <a:rect l="l" t="t" r="r" b="b"/>
            <a:pathLst>
              <a:path w="21590" h="19050">
                <a:moveTo>
                  <a:pt x="0" y="0"/>
                </a:moveTo>
                <a:lnTo>
                  <a:pt x="21050" y="0"/>
                </a:lnTo>
                <a:lnTo>
                  <a:pt x="210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6420496" y="7911666"/>
            <a:ext cx="130175" cy="16510"/>
          </a:xfrm>
          <a:custGeom>
            <a:avLst/>
            <a:gdLst/>
            <a:ahLst/>
            <a:cxnLst/>
            <a:rect l="l" t="t" r="r" b="b"/>
            <a:pathLst>
              <a:path w="130175" h="16509">
                <a:moveTo>
                  <a:pt x="0" y="0"/>
                </a:moveTo>
                <a:lnTo>
                  <a:pt x="129921" y="0"/>
                </a:lnTo>
                <a:lnTo>
                  <a:pt x="129921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6400493" y="7944464"/>
            <a:ext cx="165735" cy="17145"/>
          </a:xfrm>
          <a:custGeom>
            <a:avLst/>
            <a:gdLst/>
            <a:ahLst/>
            <a:cxnLst/>
            <a:rect l="l" t="t" r="r" b="b"/>
            <a:pathLst>
              <a:path w="165734" h="17145">
                <a:moveTo>
                  <a:pt x="165639" y="16764"/>
                </a:moveTo>
                <a:lnTo>
                  <a:pt x="0" y="16764"/>
                </a:lnTo>
                <a:lnTo>
                  <a:pt x="0" y="0"/>
                </a:lnTo>
                <a:lnTo>
                  <a:pt x="165449" y="0"/>
                </a:lnTo>
                <a:lnTo>
                  <a:pt x="165639" y="1676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6441356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5" h="58420">
                <a:moveTo>
                  <a:pt x="20764" y="58007"/>
                </a:moveTo>
                <a:lnTo>
                  <a:pt x="0" y="58007"/>
                </a:lnTo>
                <a:lnTo>
                  <a:pt x="0" y="0"/>
                </a:lnTo>
                <a:lnTo>
                  <a:pt x="20764" y="0"/>
                </a:lnTo>
                <a:lnTo>
                  <a:pt x="20764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6504316" y="7961228"/>
            <a:ext cx="20955" cy="58419"/>
          </a:xfrm>
          <a:custGeom>
            <a:avLst/>
            <a:gdLst/>
            <a:ahLst/>
            <a:cxnLst/>
            <a:rect l="l" t="t" r="r" b="b"/>
            <a:pathLst>
              <a:path w="20955" h="58420">
                <a:moveTo>
                  <a:pt x="20859" y="58007"/>
                </a:moveTo>
                <a:lnTo>
                  <a:pt x="0" y="58007"/>
                </a:lnTo>
                <a:lnTo>
                  <a:pt x="0" y="0"/>
                </a:lnTo>
                <a:lnTo>
                  <a:pt x="20859" y="0"/>
                </a:lnTo>
                <a:lnTo>
                  <a:pt x="20859" y="58007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2951389" y="4822217"/>
            <a:ext cx="1614805" cy="2894965"/>
          </a:xfrm>
          <a:custGeom>
            <a:avLst/>
            <a:gdLst/>
            <a:ahLst/>
            <a:cxnLst/>
            <a:rect l="l" t="t" r="r" b="b"/>
            <a:pathLst>
              <a:path w="1614805" h="2894965">
                <a:moveTo>
                  <a:pt x="1614357" y="2894464"/>
                </a:moveTo>
                <a:lnTo>
                  <a:pt x="0" y="2894464"/>
                </a:lnTo>
                <a:lnTo>
                  <a:pt x="0" y="0"/>
                </a:lnTo>
                <a:lnTo>
                  <a:pt x="1614357" y="0"/>
                </a:lnTo>
                <a:lnTo>
                  <a:pt x="1614357" y="2894464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5397385" y="5563269"/>
            <a:ext cx="1614805" cy="2153920"/>
          </a:xfrm>
          <a:custGeom>
            <a:avLst/>
            <a:gdLst/>
            <a:ahLst/>
            <a:cxnLst/>
            <a:rect l="l" t="t" r="r" b="b"/>
            <a:pathLst>
              <a:path w="1614805" h="2153920">
                <a:moveTo>
                  <a:pt x="1614357" y="2153412"/>
                </a:moveTo>
                <a:lnTo>
                  <a:pt x="0" y="2153412"/>
                </a:lnTo>
                <a:lnTo>
                  <a:pt x="0" y="0"/>
                </a:lnTo>
                <a:lnTo>
                  <a:pt x="1614357" y="0"/>
                </a:lnTo>
                <a:lnTo>
                  <a:pt x="1614357" y="2153412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3295002" y="6194693"/>
            <a:ext cx="921893" cy="2080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5758700" y="6576158"/>
            <a:ext cx="85090" cy="149225"/>
          </a:xfrm>
          <a:custGeom>
            <a:avLst/>
            <a:gdLst/>
            <a:ahLst/>
            <a:cxnLst/>
            <a:rect l="l" t="t" r="r" b="b"/>
            <a:pathLst>
              <a:path w="85090" h="149225">
                <a:moveTo>
                  <a:pt x="0" y="148685"/>
                </a:moveTo>
                <a:lnTo>
                  <a:pt x="84867" y="148685"/>
                </a:lnTo>
                <a:lnTo>
                  <a:pt x="84867" y="129444"/>
                </a:lnTo>
                <a:lnTo>
                  <a:pt x="55816" y="129444"/>
                </a:lnTo>
                <a:lnTo>
                  <a:pt x="55816" y="0"/>
                </a:lnTo>
                <a:lnTo>
                  <a:pt x="38195" y="0"/>
                </a:lnTo>
                <a:lnTo>
                  <a:pt x="31529" y="3606"/>
                </a:lnTo>
                <a:lnTo>
                  <a:pt x="24086" y="6631"/>
                </a:lnTo>
                <a:lnTo>
                  <a:pt x="15625" y="9175"/>
                </a:lnTo>
                <a:lnTo>
                  <a:pt x="5905" y="11334"/>
                </a:lnTo>
                <a:lnTo>
                  <a:pt x="5905" y="26003"/>
                </a:lnTo>
                <a:lnTo>
                  <a:pt x="32575" y="26003"/>
                </a:lnTo>
                <a:lnTo>
                  <a:pt x="32575" y="129444"/>
                </a:lnTo>
                <a:lnTo>
                  <a:pt x="0" y="129444"/>
                </a:lnTo>
                <a:lnTo>
                  <a:pt x="0" y="148685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5867189" y="6694744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4" h="70484">
                <a:moveTo>
                  <a:pt x="5238" y="70484"/>
                </a:moveTo>
                <a:lnTo>
                  <a:pt x="19218" y="63024"/>
                </a:lnTo>
                <a:lnTo>
                  <a:pt x="29634" y="52732"/>
                </a:lnTo>
                <a:lnTo>
                  <a:pt x="36139" y="39958"/>
                </a:lnTo>
                <a:lnTo>
                  <a:pt x="38385" y="25050"/>
                </a:lnTo>
                <a:lnTo>
                  <a:pt x="37166" y="14546"/>
                </a:lnTo>
                <a:lnTo>
                  <a:pt x="33635" y="6667"/>
                </a:lnTo>
                <a:lnTo>
                  <a:pt x="27978" y="1717"/>
                </a:lnTo>
                <a:lnTo>
                  <a:pt x="20383" y="0"/>
                </a:lnTo>
                <a:lnTo>
                  <a:pt x="11525" y="0"/>
                </a:lnTo>
                <a:lnTo>
                  <a:pt x="4286" y="5810"/>
                </a:lnTo>
                <a:lnTo>
                  <a:pt x="4286" y="14954"/>
                </a:lnTo>
                <a:lnTo>
                  <a:pt x="4286" y="24574"/>
                </a:lnTo>
                <a:lnTo>
                  <a:pt x="11525" y="29908"/>
                </a:lnTo>
                <a:lnTo>
                  <a:pt x="19812" y="29908"/>
                </a:lnTo>
                <a:lnTo>
                  <a:pt x="20669" y="29908"/>
                </a:lnTo>
                <a:lnTo>
                  <a:pt x="21240" y="29908"/>
                </a:lnTo>
                <a:lnTo>
                  <a:pt x="22002" y="29717"/>
                </a:lnTo>
                <a:lnTo>
                  <a:pt x="20413" y="38266"/>
                </a:lnTo>
                <a:lnTo>
                  <a:pt x="16073" y="45886"/>
                </a:lnTo>
                <a:lnTo>
                  <a:pt x="9197" y="52327"/>
                </a:lnTo>
                <a:lnTo>
                  <a:pt x="0" y="57340"/>
                </a:lnTo>
                <a:lnTo>
                  <a:pt x="5238" y="70484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5949390" y="6648833"/>
            <a:ext cx="52705" cy="60960"/>
          </a:xfrm>
          <a:custGeom>
            <a:avLst/>
            <a:gdLst/>
            <a:ahLst/>
            <a:cxnLst/>
            <a:rect l="l" t="t" r="r" b="b"/>
            <a:pathLst>
              <a:path w="52705" h="60959">
                <a:moveTo>
                  <a:pt x="29146" y="60864"/>
                </a:moveTo>
                <a:lnTo>
                  <a:pt x="18189" y="58217"/>
                </a:lnTo>
                <a:lnTo>
                  <a:pt x="9501" y="50184"/>
                </a:lnTo>
                <a:lnTo>
                  <a:pt x="3348" y="36634"/>
                </a:lnTo>
                <a:lnTo>
                  <a:pt x="0" y="17430"/>
                </a:lnTo>
                <a:lnTo>
                  <a:pt x="6889" y="9322"/>
                </a:lnTo>
                <a:lnTo>
                  <a:pt x="13966" y="3929"/>
                </a:lnTo>
                <a:lnTo>
                  <a:pt x="20989" y="928"/>
                </a:lnTo>
                <a:lnTo>
                  <a:pt x="27717" y="0"/>
                </a:lnTo>
                <a:lnTo>
                  <a:pt x="38253" y="1980"/>
                </a:lnTo>
                <a:lnTo>
                  <a:pt x="45922" y="7774"/>
                </a:lnTo>
                <a:lnTo>
                  <a:pt x="50609" y="17158"/>
                </a:lnTo>
                <a:lnTo>
                  <a:pt x="52196" y="29908"/>
                </a:lnTo>
                <a:lnTo>
                  <a:pt x="50417" y="42862"/>
                </a:lnTo>
                <a:lnTo>
                  <a:pt x="45529" y="52601"/>
                </a:lnTo>
                <a:lnTo>
                  <a:pt x="38213" y="58733"/>
                </a:lnTo>
                <a:lnTo>
                  <a:pt x="29146" y="60864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5927387" y="6573301"/>
            <a:ext cx="95885" cy="154305"/>
          </a:xfrm>
          <a:custGeom>
            <a:avLst/>
            <a:gdLst/>
            <a:ahLst/>
            <a:cxnLst/>
            <a:rect l="l" t="t" r="r" b="b"/>
            <a:pathLst>
              <a:path w="95884" h="154304">
                <a:moveTo>
                  <a:pt x="93345" y="16001"/>
                </a:moveTo>
                <a:lnTo>
                  <a:pt x="86295" y="9724"/>
                </a:lnTo>
                <a:lnTo>
                  <a:pt x="77807" y="4643"/>
                </a:lnTo>
                <a:lnTo>
                  <a:pt x="67801" y="1241"/>
                </a:lnTo>
                <a:lnTo>
                  <a:pt x="56197" y="0"/>
                </a:lnTo>
                <a:lnTo>
                  <a:pt x="35040" y="4464"/>
                </a:lnTo>
                <a:lnTo>
                  <a:pt x="17097" y="18573"/>
                </a:lnTo>
                <a:lnTo>
                  <a:pt x="4655" y="43398"/>
                </a:lnTo>
                <a:lnTo>
                  <a:pt x="0" y="80009"/>
                </a:lnTo>
                <a:lnTo>
                  <a:pt x="4043" y="112886"/>
                </a:lnTo>
                <a:lnTo>
                  <a:pt x="15061" y="135993"/>
                </a:lnTo>
                <a:lnTo>
                  <a:pt x="31383" y="149634"/>
                </a:lnTo>
                <a:lnTo>
                  <a:pt x="51339" y="154114"/>
                </a:lnTo>
                <a:lnTo>
                  <a:pt x="68481" y="150661"/>
                </a:lnTo>
                <a:lnTo>
                  <a:pt x="82605" y="140850"/>
                </a:lnTo>
                <a:lnTo>
                  <a:pt x="92193" y="125503"/>
                </a:lnTo>
                <a:lnTo>
                  <a:pt x="95726" y="105441"/>
                </a:lnTo>
                <a:lnTo>
                  <a:pt x="92715" y="84818"/>
                </a:lnTo>
                <a:lnTo>
                  <a:pt x="53911" y="58578"/>
                </a:lnTo>
                <a:lnTo>
                  <a:pt x="21621" y="75723"/>
                </a:lnTo>
                <a:lnTo>
                  <a:pt x="24980" y="48971"/>
                </a:lnTo>
                <a:lnTo>
                  <a:pt x="32777" y="31444"/>
                </a:lnTo>
                <a:lnTo>
                  <a:pt x="43950" y="21864"/>
                </a:lnTo>
                <a:lnTo>
                  <a:pt x="57435" y="18954"/>
                </a:lnTo>
                <a:lnTo>
                  <a:pt x="63945" y="19785"/>
                </a:lnTo>
                <a:lnTo>
                  <a:pt x="70223" y="22097"/>
                </a:lnTo>
                <a:lnTo>
                  <a:pt x="75893" y="25625"/>
                </a:lnTo>
                <a:lnTo>
                  <a:pt x="80581" y="30098"/>
                </a:lnTo>
                <a:lnTo>
                  <a:pt x="93345" y="16001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16049212" y="6576158"/>
            <a:ext cx="85090" cy="149225"/>
          </a:xfrm>
          <a:custGeom>
            <a:avLst/>
            <a:gdLst/>
            <a:ahLst/>
            <a:cxnLst/>
            <a:rect l="l" t="t" r="r" b="b"/>
            <a:pathLst>
              <a:path w="85090" h="149225">
                <a:moveTo>
                  <a:pt x="0" y="148685"/>
                </a:moveTo>
                <a:lnTo>
                  <a:pt x="84867" y="148685"/>
                </a:lnTo>
                <a:lnTo>
                  <a:pt x="84867" y="129444"/>
                </a:lnTo>
                <a:lnTo>
                  <a:pt x="55721" y="129444"/>
                </a:lnTo>
                <a:lnTo>
                  <a:pt x="55721" y="0"/>
                </a:lnTo>
                <a:lnTo>
                  <a:pt x="38195" y="0"/>
                </a:lnTo>
                <a:lnTo>
                  <a:pt x="31529" y="3606"/>
                </a:lnTo>
                <a:lnTo>
                  <a:pt x="24086" y="6631"/>
                </a:lnTo>
                <a:lnTo>
                  <a:pt x="15625" y="9175"/>
                </a:lnTo>
                <a:lnTo>
                  <a:pt x="5905" y="11334"/>
                </a:lnTo>
                <a:lnTo>
                  <a:pt x="5905" y="26003"/>
                </a:lnTo>
                <a:lnTo>
                  <a:pt x="32575" y="26003"/>
                </a:lnTo>
                <a:lnTo>
                  <a:pt x="32575" y="129444"/>
                </a:lnTo>
                <a:lnTo>
                  <a:pt x="0" y="129444"/>
                </a:lnTo>
                <a:lnTo>
                  <a:pt x="0" y="148685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6156844" y="6576158"/>
            <a:ext cx="95885" cy="149225"/>
          </a:xfrm>
          <a:custGeom>
            <a:avLst/>
            <a:gdLst/>
            <a:ahLst/>
            <a:cxnLst/>
            <a:rect l="l" t="t" r="r" b="b"/>
            <a:pathLst>
              <a:path w="95884" h="149225">
                <a:moveTo>
                  <a:pt x="29146" y="148685"/>
                </a:moveTo>
                <a:lnTo>
                  <a:pt x="52958" y="148685"/>
                </a:lnTo>
                <a:lnTo>
                  <a:pt x="55785" y="109238"/>
                </a:lnTo>
                <a:lnTo>
                  <a:pt x="62210" y="75926"/>
                </a:lnTo>
                <a:lnTo>
                  <a:pt x="74725" y="45346"/>
                </a:lnTo>
                <a:lnTo>
                  <a:pt x="95821" y="14097"/>
                </a:lnTo>
                <a:lnTo>
                  <a:pt x="95821" y="0"/>
                </a:lnTo>
                <a:lnTo>
                  <a:pt x="0" y="0"/>
                </a:lnTo>
                <a:lnTo>
                  <a:pt x="0" y="19621"/>
                </a:lnTo>
                <a:lnTo>
                  <a:pt x="69913" y="19621"/>
                </a:lnTo>
                <a:lnTo>
                  <a:pt x="51810" y="48976"/>
                </a:lnTo>
                <a:lnTo>
                  <a:pt x="39743" y="78724"/>
                </a:lnTo>
                <a:lnTo>
                  <a:pt x="32569" y="111186"/>
                </a:lnTo>
                <a:lnTo>
                  <a:pt x="29146" y="148685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16272859" y="6694744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4" h="70484">
                <a:moveTo>
                  <a:pt x="5238" y="70484"/>
                </a:moveTo>
                <a:lnTo>
                  <a:pt x="19177" y="63024"/>
                </a:lnTo>
                <a:lnTo>
                  <a:pt x="29598" y="52732"/>
                </a:lnTo>
                <a:lnTo>
                  <a:pt x="36126" y="39958"/>
                </a:lnTo>
                <a:lnTo>
                  <a:pt x="38385" y="25050"/>
                </a:lnTo>
                <a:lnTo>
                  <a:pt x="37166" y="14546"/>
                </a:lnTo>
                <a:lnTo>
                  <a:pt x="33635" y="6667"/>
                </a:lnTo>
                <a:lnTo>
                  <a:pt x="27978" y="1717"/>
                </a:lnTo>
                <a:lnTo>
                  <a:pt x="20383" y="0"/>
                </a:lnTo>
                <a:lnTo>
                  <a:pt x="11525" y="0"/>
                </a:lnTo>
                <a:lnTo>
                  <a:pt x="4190" y="5810"/>
                </a:lnTo>
                <a:lnTo>
                  <a:pt x="4190" y="14954"/>
                </a:lnTo>
                <a:lnTo>
                  <a:pt x="4190" y="24574"/>
                </a:lnTo>
                <a:lnTo>
                  <a:pt x="11525" y="29908"/>
                </a:lnTo>
                <a:lnTo>
                  <a:pt x="19811" y="29908"/>
                </a:lnTo>
                <a:lnTo>
                  <a:pt x="20573" y="29908"/>
                </a:lnTo>
                <a:lnTo>
                  <a:pt x="21240" y="29908"/>
                </a:lnTo>
                <a:lnTo>
                  <a:pt x="22002" y="29717"/>
                </a:lnTo>
                <a:lnTo>
                  <a:pt x="20413" y="38266"/>
                </a:lnTo>
                <a:lnTo>
                  <a:pt x="16073" y="45886"/>
                </a:lnTo>
                <a:lnTo>
                  <a:pt x="9197" y="52327"/>
                </a:lnTo>
                <a:lnTo>
                  <a:pt x="0" y="57340"/>
                </a:lnTo>
                <a:lnTo>
                  <a:pt x="5238" y="70484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16339725" y="6576158"/>
            <a:ext cx="85090" cy="149225"/>
          </a:xfrm>
          <a:custGeom>
            <a:avLst/>
            <a:gdLst/>
            <a:ahLst/>
            <a:cxnLst/>
            <a:rect l="l" t="t" r="r" b="b"/>
            <a:pathLst>
              <a:path w="85090" h="149225">
                <a:moveTo>
                  <a:pt x="0" y="148685"/>
                </a:moveTo>
                <a:lnTo>
                  <a:pt x="84867" y="148685"/>
                </a:lnTo>
                <a:lnTo>
                  <a:pt x="84867" y="129444"/>
                </a:lnTo>
                <a:lnTo>
                  <a:pt x="55721" y="129444"/>
                </a:lnTo>
                <a:lnTo>
                  <a:pt x="55721" y="0"/>
                </a:lnTo>
                <a:lnTo>
                  <a:pt x="38195" y="0"/>
                </a:lnTo>
                <a:lnTo>
                  <a:pt x="31527" y="3606"/>
                </a:lnTo>
                <a:lnTo>
                  <a:pt x="24074" y="6631"/>
                </a:lnTo>
                <a:lnTo>
                  <a:pt x="15585" y="9175"/>
                </a:lnTo>
                <a:lnTo>
                  <a:pt x="5810" y="11334"/>
                </a:lnTo>
                <a:lnTo>
                  <a:pt x="5810" y="26003"/>
                </a:lnTo>
                <a:lnTo>
                  <a:pt x="32480" y="26003"/>
                </a:lnTo>
                <a:lnTo>
                  <a:pt x="32480" y="129444"/>
                </a:lnTo>
                <a:lnTo>
                  <a:pt x="0" y="129444"/>
                </a:lnTo>
                <a:lnTo>
                  <a:pt x="0" y="148685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16464977" y="6599208"/>
            <a:ext cx="42545" cy="67945"/>
          </a:xfrm>
          <a:custGeom>
            <a:avLst/>
            <a:gdLst/>
            <a:ahLst/>
            <a:cxnLst/>
            <a:rect l="l" t="t" r="r" b="b"/>
            <a:pathLst>
              <a:path w="42544" h="67945">
                <a:moveTo>
                  <a:pt x="0" y="67627"/>
                </a:moveTo>
                <a:lnTo>
                  <a:pt x="29241" y="22764"/>
                </a:lnTo>
                <a:lnTo>
                  <a:pt x="41147" y="0"/>
                </a:lnTo>
                <a:lnTo>
                  <a:pt x="42005" y="0"/>
                </a:lnTo>
                <a:lnTo>
                  <a:pt x="41651" y="6716"/>
                </a:lnTo>
                <a:lnTo>
                  <a:pt x="41243" y="14299"/>
                </a:lnTo>
                <a:lnTo>
                  <a:pt x="40906" y="21900"/>
                </a:lnTo>
                <a:lnTo>
                  <a:pt x="40766" y="28670"/>
                </a:lnTo>
                <a:lnTo>
                  <a:pt x="40766" y="67627"/>
                </a:lnTo>
                <a:lnTo>
                  <a:pt x="0" y="67627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16441546" y="6576158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5060" y="90678"/>
                </a:moveTo>
                <a:lnTo>
                  <a:pt x="86010" y="90678"/>
                </a:lnTo>
                <a:lnTo>
                  <a:pt x="86010" y="0"/>
                </a:lnTo>
                <a:lnTo>
                  <a:pt x="59150" y="0"/>
                </a:lnTo>
                <a:lnTo>
                  <a:pt x="0" y="93154"/>
                </a:lnTo>
                <a:lnTo>
                  <a:pt x="0" y="108680"/>
                </a:lnTo>
                <a:lnTo>
                  <a:pt x="64198" y="108680"/>
                </a:lnTo>
                <a:lnTo>
                  <a:pt x="64198" y="148685"/>
                </a:lnTo>
                <a:lnTo>
                  <a:pt x="86010" y="148685"/>
                </a:lnTo>
                <a:lnTo>
                  <a:pt x="86010" y="108680"/>
                </a:lnTo>
                <a:lnTo>
                  <a:pt x="105060" y="108680"/>
                </a:lnTo>
                <a:lnTo>
                  <a:pt x="105060" y="90678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16580135" y="6599208"/>
            <a:ext cx="42545" cy="67945"/>
          </a:xfrm>
          <a:custGeom>
            <a:avLst/>
            <a:gdLst/>
            <a:ahLst/>
            <a:cxnLst/>
            <a:rect l="l" t="t" r="r" b="b"/>
            <a:pathLst>
              <a:path w="42544" h="67945">
                <a:moveTo>
                  <a:pt x="0" y="67627"/>
                </a:moveTo>
                <a:lnTo>
                  <a:pt x="29241" y="22764"/>
                </a:lnTo>
                <a:lnTo>
                  <a:pt x="41148" y="0"/>
                </a:lnTo>
                <a:lnTo>
                  <a:pt x="42005" y="0"/>
                </a:lnTo>
                <a:lnTo>
                  <a:pt x="41651" y="6716"/>
                </a:lnTo>
                <a:lnTo>
                  <a:pt x="41243" y="14299"/>
                </a:lnTo>
                <a:lnTo>
                  <a:pt x="40906" y="21900"/>
                </a:lnTo>
                <a:lnTo>
                  <a:pt x="40767" y="28670"/>
                </a:lnTo>
                <a:lnTo>
                  <a:pt x="40767" y="67627"/>
                </a:lnTo>
                <a:lnTo>
                  <a:pt x="0" y="67627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16556704" y="6576158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4965" y="90678"/>
                </a:moveTo>
                <a:lnTo>
                  <a:pt x="86010" y="90678"/>
                </a:lnTo>
                <a:lnTo>
                  <a:pt x="86010" y="0"/>
                </a:lnTo>
                <a:lnTo>
                  <a:pt x="59150" y="0"/>
                </a:lnTo>
                <a:lnTo>
                  <a:pt x="0" y="93154"/>
                </a:lnTo>
                <a:lnTo>
                  <a:pt x="0" y="108680"/>
                </a:lnTo>
                <a:lnTo>
                  <a:pt x="64198" y="108680"/>
                </a:lnTo>
                <a:lnTo>
                  <a:pt x="64198" y="148685"/>
                </a:lnTo>
                <a:lnTo>
                  <a:pt x="86010" y="148685"/>
                </a:lnTo>
                <a:lnTo>
                  <a:pt x="86010" y="108680"/>
                </a:lnTo>
                <a:lnTo>
                  <a:pt x="104965" y="108680"/>
                </a:lnTo>
                <a:lnTo>
                  <a:pt x="104965" y="90678"/>
                </a:lnTo>
                <a:close/>
              </a:path>
            </a:pathLst>
          </a:custGeom>
          <a:ln w="16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15758700" y="6576158"/>
            <a:ext cx="85090" cy="149225"/>
          </a:xfrm>
          <a:custGeom>
            <a:avLst/>
            <a:gdLst/>
            <a:ahLst/>
            <a:cxnLst/>
            <a:rect l="l" t="t" r="r" b="b"/>
            <a:pathLst>
              <a:path w="85090" h="149225">
                <a:moveTo>
                  <a:pt x="84867" y="148685"/>
                </a:moveTo>
                <a:lnTo>
                  <a:pt x="0" y="148685"/>
                </a:lnTo>
                <a:lnTo>
                  <a:pt x="0" y="129444"/>
                </a:lnTo>
                <a:lnTo>
                  <a:pt x="32575" y="129444"/>
                </a:lnTo>
                <a:lnTo>
                  <a:pt x="32575" y="26003"/>
                </a:lnTo>
                <a:lnTo>
                  <a:pt x="5905" y="26003"/>
                </a:lnTo>
                <a:lnTo>
                  <a:pt x="5905" y="11334"/>
                </a:lnTo>
                <a:lnTo>
                  <a:pt x="15625" y="9175"/>
                </a:lnTo>
                <a:lnTo>
                  <a:pt x="24086" y="6631"/>
                </a:lnTo>
                <a:lnTo>
                  <a:pt x="31529" y="3606"/>
                </a:lnTo>
                <a:lnTo>
                  <a:pt x="38195" y="0"/>
                </a:lnTo>
                <a:lnTo>
                  <a:pt x="55816" y="0"/>
                </a:lnTo>
                <a:lnTo>
                  <a:pt x="55816" y="129444"/>
                </a:lnTo>
                <a:lnTo>
                  <a:pt x="84867" y="129444"/>
                </a:lnTo>
                <a:lnTo>
                  <a:pt x="84867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15867189" y="6694744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4" h="70484">
                <a:moveTo>
                  <a:pt x="5238" y="70484"/>
                </a:moveTo>
                <a:lnTo>
                  <a:pt x="0" y="57340"/>
                </a:lnTo>
                <a:lnTo>
                  <a:pt x="9197" y="52327"/>
                </a:lnTo>
                <a:lnTo>
                  <a:pt x="16073" y="45886"/>
                </a:lnTo>
                <a:lnTo>
                  <a:pt x="20413" y="38266"/>
                </a:lnTo>
                <a:lnTo>
                  <a:pt x="22002" y="29717"/>
                </a:lnTo>
                <a:lnTo>
                  <a:pt x="21240" y="29908"/>
                </a:lnTo>
                <a:lnTo>
                  <a:pt x="11525" y="29908"/>
                </a:lnTo>
                <a:lnTo>
                  <a:pt x="4286" y="24574"/>
                </a:lnTo>
                <a:lnTo>
                  <a:pt x="4286" y="5810"/>
                </a:lnTo>
                <a:lnTo>
                  <a:pt x="11525" y="0"/>
                </a:lnTo>
                <a:lnTo>
                  <a:pt x="20383" y="0"/>
                </a:lnTo>
                <a:lnTo>
                  <a:pt x="27978" y="1717"/>
                </a:lnTo>
                <a:lnTo>
                  <a:pt x="33635" y="6667"/>
                </a:lnTo>
                <a:lnTo>
                  <a:pt x="37166" y="14546"/>
                </a:lnTo>
                <a:lnTo>
                  <a:pt x="38385" y="25050"/>
                </a:lnTo>
                <a:lnTo>
                  <a:pt x="36139" y="39958"/>
                </a:lnTo>
                <a:lnTo>
                  <a:pt x="29634" y="52732"/>
                </a:lnTo>
                <a:lnTo>
                  <a:pt x="19218" y="63024"/>
                </a:lnTo>
                <a:lnTo>
                  <a:pt x="5238" y="70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15927387" y="6573301"/>
            <a:ext cx="95885" cy="154305"/>
          </a:xfrm>
          <a:custGeom>
            <a:avLst/>
            <a:gdLst/>
            <a:ahLst/>
            <a:cxnLst/>
            <a:rect l="l" t="t" r="r" b="b"/>
            <a:pathLst>
              <a:path w="95884" h="154304">
                <a:moveTo>
                  <a:pt x="51339" y="154114"/>
                </a:moveTo>
                <a:lnTo>
                  <a:pt x="31383" y="149634"/>
                </a:lnTo>
                <a:lnTo>
                  <a:pt x="15061" y="135993"/>
                </a:lnTo>
                <a:lnTo>
                  <a:pt x="4043" y="112886"/>
                </a:lnTo>
                <a:lnTo>
                  <a:pt x="0" y="80010"/>
                </a:lnTo>
                <a:lnTo>
                  <a:pt x="4655" y="43398"/>
                </a:lnTo>
                <a:lnTo>
                  <a:pt x="17097" y="18573"/>
                </a:lnTo>
                <a:lnTo>
                  <a:pt x="35040" y="4464"/>
                </a:lnTo>
                <a:lnTo>
                  <a:pt x="56197" y="0"/>
                </a:lnTo>
                <a:lnTo>
                  <a:pt x="67801" y="1241"/>
                </a:lnTo>
                <a:lnTo>
                  <a:pt x="77807" y="4643"/>
                </a:lnTo>
                <a:lnTo>
                  <a:pt x="86295" y="9724"/>
                </a:lnTo>
                <a:lnTo>
                  <a:pt x="93345" y="16002"/>
                </a:lnTo>
                <a:lnTo>
                  <a:pt x="90671" y="18954"/>
                </a:lnTo>
                <a:lnTo>
                  <a:pt x="57435" y="18954"/>
                </a:lnTo>
                <a:lnTo>
                  <a:pt x="43950" y="21864"/>
                </a:lnTo>
                <a:lnTo>
                  <a:pt x="32777" y="31444"/>
                </a:lnTo>
                <a:lnTo>
                  <a:pt x="24980" y="48971"/>
                </a:lnTo>
                <a:lnTo>
                  <a:pt x="21621" y="75723"/>
                </a:lnTo>
                <a:lnTo>
                  <a:pt x="48340" y="75723"/>
                </a:lnTo>
                <a:lnTo>
                  <a:pt x="42991" y="76461"/>
                </a:lnTo>
                <a:lnTo>
                  <a:pt x="35968" y="79462"/>
                </a:lnTo>
                <a:lnTo>
                  <a:pt x="28892" y="84855"/>
                </a:lnTo>
                <a:lnTo>
                  <a:pt x="22002" y="92964"/>
                </a:lnTo>
                <a:lnTo>
                  <a:pt x="25351" y="112167"/>
                </a:lnTo>
                <a:lnTo>
                  <a:pt x="31503" y="125718"/>
                </a:lnTo>
                <a:lnTo>
                  <a:pt x="40192" y="133750"/>
                </a:lnTo>
                <a:lnTo>
                  <a:pt x="51149" y="136398"/>
                </a:lnTo>
                <a:lnTo>
                  <a:pt x="85387" y="136398"/>
                </a:lnTo>
                <a:lnTo>
                  <a:pt x="82605" y="140850"/>
                </a:lnTo>
                <a:lnTo>
                  <a:pt x="68481" y="150661"/>
                </a:lnTo>
                <a:lnTo>
                  <a:pt x="51339" y="154114"/>
                </a:lnTo>
                <a:close/>
              </a:path>
              <a:path w="95884" h="154304">
                <a:moveTo>
                  <a:pt x="80581" y="30099"/>
                </a:moveTo>
                <a:lnTo>
                  <a:pt x="75893" y="25625"/>
                </a:lnTo>
                <a:lnTo>
                  <a:pt x="70223" y="22098"/>
                </a:lnTo>
                <a:lnTo>
                  <a:pt x="63945" y="19785"/>
                </a:lnTo>
                <a:lnTo>
                  <a:pt x="57435" y="18954"/>
                </a:lnTo>
                <a:lnTo>
                  <a:pt x="90671" y="18954"/>
                </a:lnTo>
                <a:lnTo>
                  <a:pt x="80581" y="30099"/>
                </a:lnTo>
                <a:close/>
              </a:path>
              <a:path w="95884" h="154304">
                <a:moveTo>
                  <a:pt x="48340" y="75723"/>
                </a:moveTo>
                <a:lnTo>
                  <a:pt x="21621" y="75723"/>
                </a:lnTo>
                <a:lnTo>
                  <a:pt x="28823" y="68544"/>
                </a:lnTo>
                <a:lnTo>
                  <a:pt x="37016" y="63150"/>
                </a:lnTo>
                <a:lnTo>
                  <a:pt x="45584" y="59757"/>
                </a:lnTo>
                <a:lnTo>
                  <a:pt x="53911" y="58578"/>
                </a:lnTo>
                <a:lnTo>
                  <a:pt x="71013" y="61467"/>
                </a:lnTo>
                <a:lnTo>
                  <a:pt x="84212" y="70187"/>
                </a:lnTo>
                <a:lnTo>
                  <a:pt x="87319" y="75533"/>
                </a:lnTo>
                <a:lnTo>
                  <a:pt x="49720" y="75533"/>
                </a:lnTo>
                <a:lnTo>
                  <a:pt x="48340" y="75723"/>
                </a:lnTo>
                <a:close/>
              </a:path>
              <a:path w="95884" h="154304">
                <a:moveTo>
                  <a:pt x="85387" y="136398"/>
                </a:moveTo>
                <a:lnTo>
                  <a:pt x="51149" y="136398"/>
                </a:lnTo>
                <a:lnTo>
                  <a:pt x="60215" y="134266"/>
                </a:lnTo>
                <a:lnTo>
                  <a:pt x="67532" y="128135"/>
                </a:lnTo>
                <a:lnTo>
                  <a:pt x="72419" y="118395"/>
                </a:lnTo>
                <a:lnTo>
                  <a:pt x="74199" y="105441"/>
                </a:lnTo>
                <a:lnTo>
                  <a:pt x="72611" y="92691"/>
                </a:lnTo>
                <a:lnTo>
                  <a:pt x="67925" y="83308"/>
                </a:lnTo>
                <a:lnTo>
                  <a:pt x="60256" y="77514"/>
                </a:lnTo>
                <a:lnTo>
                  <a:pt x="49720" y="75533"/>
                </a:lnTo>
                <a:lnTo>
                  <a:pt x="87319" y="75533"/>
                </a:lnTo>
                <a:lnTo>
                  <a:pt x="92715" y="84818"/>
                </a:lnTo>
                <a:lnTo>
                  <a:pt x="95726" y="105441"/>
                </a:lnTo>
                <a:lnTo>
                  <a:pt x="92193" y="125503"/>
                </a:lnTo>
                <a:lnTo>
                  <a:pt x="85387" y="1363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16049212" y="6576158"/>
            <a:ext cx="85090" cy="149225"/>
          </a:xfrm>
          <a:custGeom>
            <a:avLst/>
            <a:gdLst/>
            <a:ahLst/>
            <a:cxnLst/>
            <a:rect l="l" t="t" r="r" b="b"/>
            <a:pathLst>
              <a:path w="85090" h="149225">
                <a:moveTo>
                  <a:pt x="84867" y="148685"/>
                </a:moveTo>
                <a:lnTo>
                  <a:pt x="0" y="148685"/>
                </a:lnTo>
                <a:lnTo>
                  <a:pt x="0" y="129444"/>
                </a:lnTo>
                <a:lnTo>
                  <a:pt x="32575" y="129444"/>
                </a:lnTo>
                <a:lnTo>
                  <a:pt x="32575" y="26003"/>
                </a:lnTo>
                <a:lnTo>
                  <a:pt x="5905" y="26003"/>
                </a:lnTo>
                <a:lnTo>
                  <a:pt x="5905" y="11334"/>
                </a:lnTo>
                <a:lnTo>
                  <a:pt x="15625" y="9175"/>
                </a:lnTo>
                <a:lnTo>
                  <a:pt x="24086" y="6631"/>
                </a:lnTo>
                <a:lnTo>
                  <a:pt x="31529" y="3606"/>
                </a:lnTo>
                <a:lnTo>
                  <a:pt x="38195" y="0"/>
                </a:lnTo>
                <a:lnTo>
                  <a:pt x="55721" y="0"/>
                </a:lnTo>
                <a:lnTo>
                  <a:pt x="55721" y="129444"/>
                </a:lnTo>
                <a:lnTo>
                  <a:pt x="84867" y="129444"/>
                </a:lnTo>
                <a:lnTo>
                  <a:pt x="84867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16156844" y="6576158"/>
            <a:ext cx="95885" cy="149225"/>
          </a:xfrm>
          <a:custGeom>
            <a:avLst/>
            <a:gdLst/>
            <a:ahLst/>
            <a:cxnLst/>
            <a:rect l="l" t="t" r="r" b="b"/>
            <a:pathLst>
              <a:path w="95884" h="149225">
                <a:moveTo>
                  <a:pt x="52958" y="148685"/>
                </a:moveTo>
                <a:lnTo>
                  <a:pt x="29146" y="148685"/>
                </a:lnTo>
                <a:lnTo>
                  <a:pt x="32569" y="111186"/>
                </a:lnTo>
                <a:lnTo>
                  <a:pt x="39743" y="78724"/>
                </a:lnTo>
                <a:lnTo>
                  <a:pt x="51810" y="48976"/>
                </a:lnTo>
                <a:lnTo>
                  <a:pt x="69913" y="19621"/>
                </a:lnTo>
                <a:lnTo>
                  <a:pt x="0" y="19621"/>
                </a:lnTo>
                <a:lnTo>
                  <a:pt x="0" y="0"/>
                </a:lnTo>
                <a:lnTo>
                  <a:pt x="95821" y="0"/>
                </a:lnTo>
                <a:lnTo>
                  <a:pt x="95821" y="14097"/>
                </a:lnTo>
                <a:lnTo>
                  <a:pt x="74725" y="45346"/>
                </a:lnTo>
                <a:lnTo>
                  <a:pt x="62210" y="75926"/>
                </a:lnTo>
                <a:lnTo>
                  <a:pt x="55785" y="109238"/>
                </a:lnTo>
                <a:lnTo>
                  <a:pt x="52958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16272859" y="6694744"/>
            <a:ext cx="38735" cy="70485"/>
          </a:xfrm>
          <a:custGeom>
            <a:avLst/>
            <a:gdLst/>
            <a:ahLst/>
            <a:cxnLst/>
            <a:rect l="l" t="t" r="r" b="b"/>
            <a:pathLst>
              <a:path w="38734" h="70484">
                <a:moveTo>
                  <a:pt x="5238" y="70484"/>
                </a:moveTo>
                <a:lnTo>
                  <a:pt x="0" y="57340"/>
                </a:lnTo>
                <a:lnTo>
                  <a:pt x="9197" y="52327"/>
                </a:lnTo>
                <a:lnTo>
                  <a:pt x="16073" y="45886"/>
                </a:lnTo>
                <a:lnTo>
                  <a:pt x="20413" y="38266"/>
                </a:lnTo>
                <a:lnTo>
                  <a:pt x="22002" y="29717"/>
                </a:lnTo>
                <a:lnTo>
                  <a:pt x="21240" y="29908"/>
                </a:lnTo>
                <a:lnTo>
                  <a:pt x="11525" y="29908"/>
                </a:lnTo>
                <a:lnTo>
                  <a:pt x="4190" y="24574"/>
                </a:lnTo>
                <a:lnTo>
                  <a:pt x="4190" y="5810"/>
                </a:lnTo>
                <a:lnTo>
                  <a:pt x="11525" y="0"/>
                </a:lnTo>
                <a:lnTo>
                  <a:pt x="20383" y="0"/>
                </a:lnTo>
                <a:lnTo>
                  <a:pt x="27978" y="1717"/>
                </a:lnTo>
                <a:lnTo>
                  <a:pt x="33635" y="6667"/>
                </a:lnTo>
                <a:lnTo>
                  <a:pt x="37166" y="14546"/>
                </a:lnTo>
                <a:lnTo>
                  <a:pt x="38385" y="25050"/>
                </a:lnTo>
                <a:lnTo>
                  <a:pt x="36126" y="39958"/>
                </a:lnTo>
                <a:lnTo>
                  <a:pt x="29598" y="52732"/>
                </a:lnTo>
                <a:lnTo>
                  <a:pt x="19177" y="63024"/>
                </a:lnTo>
                <a:lnTo>
                  <a:pt x="5238" y="70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16339725" y="6576158"/>
            <a:ext cx="85090" cy="149225"/>
          </a:xfrm>
          <a:custGeom>
            <a:avLst/>
            <a:gdLst/>
            <a:ahLst/>
            <a:cxnLst/>
            <a:rect l="l" t="t" r="r" b="b"/>
            <a:pathLst>
              <a:path w="85090" h="149225">
                <a:moveTo>
                  <a:pt x="84867" y="148685"/>
                </a:moveTo>
                <a:lnTo>
                  <a:pt x="0" y="148685"/>
                </a:lnTo>
                <a:lnTo>
                  <a:pt x="0" y="129444"/>
                </a:lnTo>
                <a:lnTo>
                  <a:pt x="32480" y="129444"/>
                </a:lnTo>
                <a:lnTo>
                  <a:pt x="32480" y="26003"/>
                </a:lnTo>
                <a:lnTo>
                  <a:pt x="5810" y="26003"/>
                </a:lnTo>
                <a:lnTo>
                  <a:pt x="5810" y="11334"/>
                </a:lnTo>
                <a:lnTo>
                  <a:pt x="15585" y="9175"/>
                </a:lnTo>
                <a:lnTo>
                  <a:pt x="24074" y="6631"/>
                </a:lnTo>
                <a:lnTo>
                  <a:pt x="31527" y="3606"/>
                </a:lnTo>
                <a:lnTo>
                  <a:pt x="38195" y="0"/>
                </a:lnTo>
                <a:lnTo>
                  <a:pt x="55721" y="0"/>
                </a:lnTo>
                <a:lnTo>
                  <a:pt x="55721" y="129444"/>
                </a:lnTo>
                <a:lnTo>
                  <a:pt x="84867" y="129444"/>
                </a:lnTo>
                <a:lnTo>
                  <a:pt x="84867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16441546" y="6576158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5060" y="108680"/>
                </a:moveTo>
                <a:lnTo>
                  <a:pt x="0" y="108680"/>
                </a:lnTo>
                <a:lnTo>
                  <a:pt x="0" y="93154"/>
                </a:lnTo>
                <a:lnTo>
                  <a:pt x="59150" y="0"/>
                </a:lnTo>
                <a:lnTo>
                  <a:pt x="86010" y="0"/>
                </a:lnTo>
                <a:lnTo>
                  <a:pt x="86010" y="23050"/>
                </a:lnTo>
                <a:lnTo>
                  <a:pt x="64579" y="23050"/>
                </a:lnTo>
                <a:lnTo>
                  <a:pt x="61794" y="28670"/>
                </a:lnTo>
                <a:lnTo>
                  <a:pt x="58876" y="34361"/>
                </a:lnTo>
                <a:lnTo>
                  <a:pt x="55832" y="40088"/>
                </a:lnTo>
                <a:lnTo>
                  <a:pt x="52673" y="45815"/>
                </a:lnTo>
                <a:lnTo>
                  <a:pt x="23431" y="90678"/>
                </a:lnTo>
                <a:lnTo>
                  <a:pt x="105060" y="90678"/>
                </a:lnTo>
                <a:lnTo>
                  <a:pt x="105060" y="108680"/>
                </a:lnTo>
                <a:close/>
              </a:path>
              <a:path w="105409" h="149225">
                <a:moveTo>
                  <a:pt x="86010" y="90678"/>
                </a:moveTo>
                <a:lnTo>
                  <a:pt x="64198" y="90678"/>
                </a:lnTo>
                <a:lnTo>
                  <a:pt x="64320" y="45815"/>
                </a:lnTo>
                <a:lnTo>
                  <a:pt x="64338" y="44950"/>
                </a:lnTo>
                <a:lnTo>
                  <a:pt x="64674" y="37349"/>
                </a:lnTo>
                <a:lnTo>
                  <a:pt x="65436" y="23050"/>
                </a:lnTo>
                <a:lnTo>
                  <a:pt x="86010" y="23050"/>
                </a:lnTo>
                <a:lnTo>
                  <a:pt x="86010" y="90678"/>
                </a:lnTo>
                <a:close/>
              </a:path>
              <a:path w="105409" h="149225">
                <a:moveTo>
                  <a:pt x="86010" y="148685"/>
                </a:moveTo>
                <a:lnTo>
                  <a:pt x="64198" y="148685"/>
                </a:lnTo>
                <a:lnTo>
                  <a:pt x="64198" y="108680"/>
                </a:lnTo>
                <a:lnTo>
                  <a:pt x="86010" y="108680"/>
                </a:lnTo>
                <a:lnTo>
                  <a:pt x="86010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16556704" y="6576158"/>
            <a:ext cx="105410" cy="149225"/>
          </a:xfrm>
          <a:custGeom>
            <a:avLst/>
            <a:gdLst/>
            <a:ahLst/>
            <a:cxnLst/>
            <a:rect l="l" t="t" r="r" b="b"/>
            <a:pathLst>
              <a:path w="105409" h="149225">
                <a:moveTo>
                  <a:pt x="104965" y="108680"/>
                </a:moveTo>
                <a:lnTo>
                  <a:pt x="0" y="108680"/>
                </a:lnTo>
                <a:lnTo>
                  <a:pt x="0" y="93154"/>
                </a:lnTo>
                <a:lnTo>
                  <a:pt x="59150" y="0"/>
                </a:lnTo>
                <a:lnTo>
                  <a:pt x="86010" y="0"/>
                </a:lnTo>
                <a:lnTo>
                  <a:pt x="86010" y="23050"/>
                </a:lnTo>
                <a:lnTo>
                  <a:pt x="64579" y="23050"/>
                </a:lnTo>
                <a:lnTo>
                  <a:pt x="61794" y="28670"/>
                </a:lnTo>
                <a:lnTo>
                  <a:pt x="58876" y="34361"/>
                </a:lnTo>
                <a:lnTo>
                  <a:pt x="55832" y="40088"/>
                </a:lnTo>
                <a:lnTo>
                  <a:pt x="52673" y="45815"/>
                </a:lnTo>
                <a:lnTo>
                  <a:pt x="23431" y="90678"/>
                </a:lnTo>
                <a:lnTo>
                  <a:pt x="104965" y="90678"/>
                </a:lnTo>
                <a:lnTo>
                  <a:pt x="104965" y="108680"/>
                </a:lnTo>
                <a:close/>
              </a:path>
              <a:path w="105409" h="149225">
                <a:moveTo>
                  <a:pt x="86010" y="90678"/>
                </a:moveTo>
                <a:lnTo>
                  <a:pt x="64198" y="90678"/>
                </a:lnTo>
                <a:lnTo>
                  <a:pt x="64320" y="45815"/>
                </a:lnTo>
                <a:lnTo>
                  <a:pt x="64338" y="44950"/>
                </a:lnTo>
                <a:lnTo>
                  <a:pt x="64674" y="37349"/>
                </a:lnTo>
                <a:lnTo>
                  <a:pt x="65436" y="23050"/>
                </a:lnTo>
                <a:lnTo>
                  <a:pt x="86010" y="23050"/>
                </a:lnTo>
                <a:lnTo>
                  <a:pt x="86010" y="90678"/>
                </a:lnTo>
                <a:close/>
              </a:path>
              <a:path w="105409" h="149225">
                <a:moveTo>
                  <a:pt x="86010" y="148685"/>
                </a:moveTo>
                <a:lnTo>
                  <a:pt x="64198" y="148685"/>
                </a:lnTo>
                <a:lnTo>
                  <a:pt x="64198" y="108680"/>
                </a:lnTo>
                <a:lnTo>
                  <a:pt x="86010" y="108680"/>
                </a:lnTo>
                <a:lnTo>
                  <a:pt x="86010" y="1486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14163420" y="8443159"/>
            <a:ext cx="301625" cy="314325"/>
          </a:xfrm>
          <a:custGeom>
            <a:avLst/>
            <a:gdLst/>
            <a:ahLst/>
            <a:cxnLst/>
            <a:rect l="l" t="t" r="r" b="b"/>
            <a:pathLst>
              <a:path w="301625" h="314325">
                <a:moveTo>
                  <a:pt x="168454" y="29665"/>
                </a:moveTo>
                <a:lnTo>
                  <a:pt x="132786" y="29665"/>
                </a:lnTo>
                <a:lnTo>
                  <a:pt x="132786" y="0"/>
                </a:lnTo>
                <a:lnTo>
                  <a:pt x="168454" y="0"/>
                </a:lnTo>
                <a:lnTo>
                  <a:pt x="168454" y="29665"/>
                </a:lnTo>
                <a:close/>
              </a:path>
              <a:path w="301625" h="314325">
                <a:moveTo>
                  <a:pt x="283230" y="56857"/>
                </a:moveTo>
                <a:lnTo>
                  <a:pt x="17657" y="56857"/>
                </a:lnTo>
                <a:lnTo>
                  <a:pt x="17657" y="29665"/>
                </a:lnTo>
                <a:lnTo>
                  <a:pt x="283230" y="29665"/>
                </a:lnTo>
                <a:lnTo>
                  <a:pt x="283230" y="56857"/>
                </a:lnTo>
                <a:close/>
              </a:path>
              <a:path w="301625" h="314325">
                <a:moveTo>
                  <a:pt x="12007" y="136317"/>
                </a:moveTo>
                <a:lnTo>
                  <a:pt x="12007" y="108771"/>
                </a:lnTo>
                <a:lnTo>
                  <a:pt x="49281" y="104732"/>
                </a:lnTo>
                <a:lnTo>
                  <a:pt x="85331" y="94733"/>
                </a:lnTo>
                <a:lnTo>
                  <a:pt x="115354" y="78775"/>
                </a:lnTo>
                <a:lnTo>
                  <a:pt x="134552" y="56857"/>
                </a:lnTo>
                <a:lnTo>
                  <a:pt x="171633" y="56857"/>
                </a:lnTo>
                <a:lnTo>
                  <a:pt x="169867" y="62508"/>
                </a:lnTo>
                <a:lnTo>
                  <a:pt x="167395" y="68158"/>
                </a:lnTo>
                <a:lnTo>
                  <a:pt x="164217" y="73103"/>
                </a:lnTo>
                <a:lnTo>
                  <a:pt x="237959" y="94998"/>
                </a:lnTo>
                <a:lnTo>
                  <a:pt x="144087" y="94998"/>
                </a:lnTo>
                <a:lnTo>
                  <a:pt x="116794" y="112330"/>
                </a:lnTo>
                <a:lnTo>
                  <a:pt x="84139" y="125060"/>
                </a:lnTo>
                <a:lnTo>
                  <a:pt x="48437" y="133089"/>
                </a:lnTo>
                <a:lnTo>
                  <a:pt x="12007" y="136317"/>
                </a:lnTo>
                <a:close/>
              </a:path>
              <a:path w="301625" h="314325">
                <a:moveTo>
                  <a:pt x="281111" y="136670"/>
                </a:moveTo>
                <a:lnTo>
                  <a:pt x="144087" y="94998"/>
                </a:lnTo>
                <a:lnTo>
                  <a:pt x="237959" y="94998"/>
                </a:lnTo>
                <a:lnTo>
                  <a:pt x="290293" y="110537"/>
                </a:lnTo>
                <a:lnTo>
                  <a:pt x="281111" y="136670"/>
                </a:lnTo>
                <a:close/>
              </a:path>
              <a:path w="301625" h="314325">
                <a:moveTo>
                  <a:pt x="168101" y="160332"/>
                </a:moveTo>
                <a:lnTo>
                  <a:pt x="132786" y="160332"/>
                </a:lnTo>
                <a:lnTo>
                  <a:pt x="132786" y="125016"/>
                </a:lnTo>
                <a:lnTo>
                  <a:pt x="168101" y="125016"/>
                </a:lnTo>
                <a:lnTo>
                  <a:pt x="168101" y="160332"/>
                </a:lnTo>
                <a:close/>
              </a:path>
              <a:path w="301625" h="314325">
                <a:moveTo>
                  <a:pt x="301241" y="188231"/>
                </a:moveTo>
                <a:lnTo>
                  <a:pt x="0" y="188231"/>
                </a:lnTo>
                <a:lnTo>
                  <a:pt x="0" y="160332"/>
                </a:lnTo>
                <a:lnTo>
                  <a:pt x="301241" y="160332"/>
                </a:lnTo>
                <a:lnTo>
                  <a:pt x="301241" y="188231"/>
                </a:lnTo>
                <a:close/>
              </a:path>
              <a:path w="301625" h="314325">
                <a:moveTo>
                  <a:pt x="150444" y="314307"/>
                </a:moveTo>
                <a:lnTo>
                  <a:pt x="99247" y="311775"/>
                </a:lnTo>
                <a:lnTo>
                  <a:pt x="56857" y="303315"/>
                </a:lnTo>
                <a:lnTo>
                  <a:pt x="27976" y="287639"/>
                </a:lnTo>
                <a:lnTo>
                  <a:pt x="17304" y="263453"/>
                </a:lnTo>
                <a:lnTo>
                  <a:pt x="27976" y="239119"/>
                </a:lnTo>
                <a:lnTo>
                  <a:pt x="56857" y="223458"/>
                </a:lnTo>
                <a:lnTo>
                  <a:pt x="99247" y="215082"/>
                </a:lnTo>
                <a:lnTo>
                  <a:pt x="150444" y="212599"/>
                </a:lnTo>
                <a:lnTo>
                  <a:pt x="201640" y="215082"/>
                </a:lnTo>
                <a:lnTo>
                  <a:pt x="244030" y="223458"/>
                </a:lnTo>
                <a:lnTo>
                  <a:pt x="272911" y="239119"/>
                </a:lnTo>
                <a:lnTo>
                  <a:pt x="273051" y="239439"/>
                </a:lnTo>
                <a:lnTo>
                  <a:pt x="150444" y="239439"/>
                </a:lnTo>
                <a:lnTo>
                  <a:pt x="114670" y="240608"/>
                </a:lnTo>
                <a:lnTo>
                  <a:pt x="83830" y="244559"/>
                </a:lnTo>
                <a:lnTo>
                  <a:pt x="62193" y="251953"/>
                </a:lnTo>
                <a:lnTo>
                  <a:pt x="54032" y="263453"/>
                </a:lnTo>
                <a:lnTo>
                  <a:pt x="62193" y="274898"/>
                </a:lnTo>
                <a:lnTo>
                  <a:pt x="83830" y="282170"/>
                </a:lnTo>
                <a:lnTo>
                  <a:pt x="114670" y="286000"/>
                </a:lnTo>
                <a:lnTo>
                  <a:pt x="150444" y="287114"/>
                </a:lnTo>
                <a:lnTo>
                  <a:pt x="273206" y="287114"/>
                </a:lnTo>
                <a:lnTo>
                  <a:pt x="272911" y="287788"/>
                </a:lnTo>
                <a:lnTo>
                  <a:pt x="244030" y="303448"/>
                </a:lnTo>
                <a:lnTo>
                  <a:pt x="201640" y="311824"/>
                </a:lnTo>
                <a:lnTo>
                  <a:pt x="150444" y="314307"/>
                </a:lnTo>
                <a:close/>
              </a:path>
              <a:path w="301625" h="314325">
                <a:moveTo>
                  <a:pt x="273206" y="287114"/>
                </a:moveTo>
                <a:lnTo>
                  <a:pt x="150444" y="287114"/>
                </a:lnTo>
                <a:lnTo>
                  <a:pt x="186217" y="286000"/>
                </a:lnTo>
                <a:lnTo>
                  <a:pt x="217057" y="282170"/>
                </a:lnTo>
                <a:lnTo>
                  <a:pt x="238694" y="274898"/>
                </a:lnTo>
                <a:lnTo>
                  <a:pt x="246855" y="263453"/>
                </a:lnTo>
                <a:lnTo>
                  <a:pt x="238694" y="251953"/>
                </a:lnTo>
                <a:lnTo>
                  <a:pt x="217057" y="244559"/>
                </a:lnTo>
                <a:lnTo>
                  <a:pt x="186217" y="240608"/>
                </a:lnTo>
                <a:lnTo>
                  <a:pt x="150444" y="239439"/>
                </a:lnTo>
                <a:lnTo>
                  <a:pt x="273051" y="239439"/>
                </a:lnTo>
                <a:lnTo>
                  <a:pt x="283583" y="263453"/>
                </a:lnTo>
                <a:lnTo>
                  <a:pt x="273206" y="28711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14494327" y="8455167"/>
            <a:ext cx="288925" cy="297815"/>
          </a:xfrm>
          <a:custGeom>
            <a:avLst/>
            <a:gdLst/>
            <a:ahLst/>
            <a:cxnLst/>
            <a:rect l="l" t="t" r="r" b="b"/>
            <a:pathLst>
              <a:path w="288925" h="297815">
                <a:moveTo>
                  <a:pt x="282170" y="224253"/>
                </a:moveTo>
                <a:lnTo>
                  <a:pt x="247561" y="224253"/>
                </a:lnTo>
                <a:lnTo>
                  <a:pt x="247561" y="147265"/>
                </a:lnTo>
                <a:lnTo>
                  <a:pt x="194235" y="147265"/>
                </a:lnTo>
                <a:lnTo>
                  <a:pt x="196354" y="116187"/>
                </a:lnTo>
                <a:lnTo>
                  <a:pt x="247561" y="116187"/>
                </a:lnTo>
                <a:lnTo>
                  <a:pt x="247561" y="66039"/>
                </a:lnTo>
                <a:lnTo>
                  <a:pt x="196354" y="66039"/>
                </a:lnTo>
                <a:lnTo>
                  <a:pt x="194235" y="34962"/>
                </a:lnTo>
                <a:lnTo>
                  <a:pt x="247561" y="34962"/>
                </a:lnTo>
                <a:lnTo>
                  <a:pt x="247561" y="0"/>
                </a:lnTo>
                <a:lnTo>
                  <a:pt x="282170" y="0"/>
                </a:lnTo>
                <a:lnTo>
                  <a:pt x="282170" y="224253"/>
                </a:lnTo>
                <a:close/>
              </a:path>
              <a:path w="288925" h="297815">
                <a:moveTo>
                  <a:pt x="93586" y="178343"/>
                </a:moveTo>
                <a:lnTo>
                  <a:pt x="54380" y="171760"/>
                </a:lnTo>
                <a:lnTo>
                  <a:pt x="24941" y="153489"/>
                </a:lnTo>
                <a:lnTo>
                  <a:pt x="6428" y="125750"/>
                </a:lnTo>
                <a:lnTo>
                  <a:pt x="0" y="90760"/>
                </a:lnTo>
                <a:lnTo>
                  <a:pt x="6428" y="55770"/>
                </a:lnTo>
                <a:lnTo>
                  <a:pt x="24941" y="28031"/>
                </a:lnTo>
                <a:lnTo>
                  <a:pt x="54380" y="9761"/>
                </a:lnTo>
                <a:lnTo>
                  <a:pt x="93586" y="3178"/>
                </a:lnTo>
                <a:lnTo>
                  <a:pt x="132587" y="9761"/>
                </a:lnTo>
                <a:lnTo>
                  <a:pt x="161921" y="28031"/>
                </a:lnTo>
                <a:lnTo>
                  <a:pt x="164890" y="32490"/>
                </a:lnTo>
                <a:lnTo>
                  <a:pt x="93586" y="32490"/>
                </a:lnTo>
                <a:lnTo>
                  <a:pt x="69378" y="36579"/>
                </a:lnTo>
                <a:lnTo>
                  <a:pt x="50898" y="48249"/>
                </a:lnTo>
                <a:lnTo>
                  <a:pt x="39106" y="66608"/>
                </a:lnTo>
                <a:lnTo>
                  <a:pt x="34962" y="90760"/>
                </a:lnTo>
                <a:lnTo>
                  <a:pt x="39106" y="114858"/>
                </a:lnTo>
                <a:lnTo>
                  <a:pt x="50898" y="133095"/>
                </a:lnTo>
                <a:lnTo>
                  <a:pt x="69378" y="144644"/>
                </a:lnTo>
                <a:lnTo>
                  <a:pt x="93586" y="148678"/>
                </a:lnTo>
                <a:lnTo>
                  <a:pt x="165126" y="148678"/>
                </a:lnTo>
                <a:lnTo>
                  <a:pt x="161921" y="153489"/>
                </a:lnTo>
                <a:lnTo>
                  <a:pt x="132587" y="171760"/>
                </a:lnTo>
                <a:lnTo>
                  <a:pt x="93586" y="178343"/>
                </a:lnTo>
                <a:close/>
              </a:path>
              <a:path w="288925" h="297815">
                <a:moveTo>
                  <a:pt x="165126" y="148678"/>
                </a:moveTo>
                <a:lnTo>
                  <a:pt x="93586" y="148678"/>
                </a:lnTo>
                <a:lnTo>
                  <a:pt x="117589" y="144644"/>
                </a:lnTo>
                <a:lnTo>
                  <a:pt x="135964" y="133095"/>
                </a:lnTo>
                <a:lnTo>
                  <a:pt x="147718" y="114858"/>
                </a:lnTo>
                <a:lnTo>
                  <a:pt x="151856" y="90760"/>
                </a:lnTo>
                <a:lnTo>
                  <a:pt x="147718" y="66608"/>
                </a:lnTo>
                <a:lnTo>
                  <a:pt x="135964" y="48249"/>
                </a:lnTo>
                <a:lnTo>
                  <a:pt x="117589" y="36579"/>
                </a:lnTo>
                <a:lnTo>
                  <a:pt x="93586" y="32490"/>
                </a:lnTo>
                <a:lnTo>
                  <a:pt x="164890" y="32490"/>
                </a:lnTo>
                <a:lnTo>
                  <a:pt x="180395" y="55770"/>
                </a:lnTo>
                <a:lnTo>
                  <a:pt x="186818" y="90760"/>
                </a:lnTo>
                <a:lnTo>
                  <a:pt x="180395" y="125750"/>
                </a:lnTo>
                <a:lnTo>
                  <a:pt x="165126" y="148678"/>
                </a:lnTo>
                <a:close/>
              </a:path>
              <a:path w="288925" h="297815">
                <a:moveTo>
                  <a:pt x="288527" y="297709"/>
                </a:moveTo>
                <a:lnTo>
                  <a:pt x="28958" y="297709"/>
                </a:lnTo>
                <a:lnTo>
                  <a:pt x="28958" y="199179"/>
                </a:lnTo>
                <a:lnTo>
                  <a:pt x="64274" y="199179"/>
                </a:lnTo>
                <a:lnTo>
                  <a:pt x="64274" y="266278"/>
                </a:lnTo>
                <a:lnTo>
                  <a:pt x="288527" y="266278"/>
                </a:lnTo>
                <a:lnTo>
                  <a:pt x="288527" y="29770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14829471" y="8455167"/>
            <a:ext cx="307975" cy="297815"/>
          </a:xfrm>
          <a:custGeom>
            <a:avLst/>
            <a:gdLst/>
            <a:ahLst/>
            <a:cxnLst/>
            <a:rect l="l" t="t" r="r" b="b"/>
            <a:pathLst>
              <a:path w="307975" h="297815">
                <a:moveTo>
                  <a:pt x="265219" y="223900"/>
                </a:moveTo>
                <a:lnTo>
                  <a:pt x="230257" y="223900"/>
                </a:lnTo>
                <a:lnTo>
                  <a:pt x="230257" y="0"/>
                </a:lnTo>
                <a:lnTo>
                  <a:pt x="265219" y="0"/>
                </a:lnTo>
                <a:lnTo>
                  <a:pt x="265219" y="71690"/>
                </a:lnTo>
                <a:lnTo>
                  <a:pt x="307597" y="71690"/>
                </a:lnTo>
                <a:lnTo>
                  <a:pt x="307597" y="105240"/>
                </a:lnTo>
                <a:lnTo>
                  <a:pt x="265219" y="105240"/>
                </a:lnTo>
                <a:lnTo>
                  <a:pt x="265219" y="223900"/>
                </a:lnTo>
                <a:close/>
              </a:path>
              <a:path w="307975" h="297815">
                <a:moveTo>
                  <a:pt x="0" y="176577"/>
                </a:moveTo>
                <a:lnTo>
                  <a:pt x="0" y="145146"/>
                </a:lnTo>
                <a:lnTo>
                  <a:pt x="57238" y="138983"/>
                </a:lnTo>
                <a:lnTo>
                  <a:pt x="100869" y="121264"/>
                </a:lnTo>
                <a:lnTo>
                  <a:pt x="128675" y="92355"/>
                </a:lnTo>
                <a:lnTo>
                  <a:pt x="138436" y="52620"/>
                </a:lnTo>
                <a:lnTo>
                  <a:pt x="138436" y="38140"/>
                </a:lnTo>
                <a:lnTo>
                  <a:pt x="0" y="38140"/>
                </a:lnTo>
                <a:lnTo>
                  <a:pt x="0" y="7416"/>
                </a:lnTo>
                <a:lnTo>
                  <a:pt x="173752" y="7416"/>
                </a:lnTo>
                <a:lnTo>
                  <a:pt x="173752" y="48382"/>
                </a:lnTo>
                <a:lnTo>
                  <a:pt x="165615" y="94668"/>
                </a:lnTo>
                <a:lnTo>
                  <a:pt x="142392" y="130579"/>
                </a:lnTo>
                <a:lnTo>
                  <a:pt x="105861" y="156167"/>
                </a:lnTo>
                <a:lnTo>
                  <a:pt x="57804" y="171483"/>
                </a:lnTo>
                <a:lnTo>
                  <a:pt x="0" y="176577"/>
                </a:lnTo>
                <a:close/>
              </a:path>
              <a:path w="307975" h="297815">
                <a:moveTo>
                  <a:pt x="273341" y="297709"/>
                </a:moveTo>
                <a:lnTo>
                  <a:pt x="13066" y="297709"/>
                </a:lnTo>
                <a:lnTo>
                  <a:pt x="13066" y="202710"/>
                </a:lnTo>
                <a:lnTo>
                  <a:pt x="48382" y="202710"/>
                </a:lnTo>
                <a:lnTo>
                  <a:pt x="48382" y="265925"/>
                </a:lnTo>
                <a:lnTo>
                  <a:pt x="273341" y="265925"/>
                </a:lnTo>
                <a:lnTo>
                  <a:pt x="273341" y="29770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15397345" y="8455167"/>
            <a:ext cx="35560" cy="301625"/>
          </a:xfrm>
          <a:custGeom>
            <a:avLst/>
            <a:gdLst/>
            <a:ahLst/>
            <a:cxnLst/>
            <a:rect l="l" t="t" r="r" b="b"/>
            <a:pathLst>
              <a:path w="35559" h="301625">
                <a:moveTo>
                  <a:pt x="34962" y="301594"/>
                </a:moveTo>
                <a:lnTo>
                  <a:pt x="0" y="301594"/>
                </a:lnTo>
                <a:lnTo>
                  <a:pt x="0" y="0"/>
                </a:lnTo>
                <a:lnTo>
                  <a:pt x="34962" y="0"/>
                </a:lnTo>
                <a:lnTo>
                  <a:pt x="34962" y="30159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15168147" y="8464550"/>
            <a:ext cx="34925" cy="102870"/>
          </a:xfrm>
          <a:custGeom>
            <a:avLst/>
            <a:gdLst/>
            <a:ahLst/>
            <a:cxnLst/>
            <a:rect l="l" t="t" r="r" b="b"/>
            <a:pathLst>
              <a:path w="34925" h="102870">
                <a:moveTo>
                  <a:pt x="0" y="0"/>
                </a:moveTo>
                <a:lnTo>
                  <a:pt x="34609" y="0"/>
                </a:lnTo>
                <a:lnTo>
                  <a:pt x="34609" y="102870"/>
                </a:lnTo>
                <a:lnTo>
                  <a:pt x="0" y="1028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15168147" y="8567419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20">
                <a:moveTo>
                  <a:pt x="0" y="0"/>
                </a:moveTo>
                <a:lnTo>
                  <a:pt x="170926" y="0"/>
                </a:lnTo>
                <a:lnTo>
                  <a:pt x="170926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15168147" y="8600440"/>
            <a:ext cx="34925" cy="106680"/>
          </a:xfrm>
          <a:custGeom>
            <a:avLst/>
            <a:gdLst/>
            <a:ahLst/>
            <a:cxnLst/>
            <a:rect l="l" t="t" r="r" b="b"/>
            <a:pathLst>
              <a:path w="34925" h="106679">
                <a:moveTo>
                  <a:pt x="0" y="0"/>
                </a:moveTo>
                <a:lnTo>
                  <a:pt x="34609" y="0"/>
                </a:lnTo>
                <a:lnTo>
                  <a:pt x="34609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15168147" y="8707119"/>
            <a:ext cx="171450" cy="31750"/>
          </a:xfrm>
          <a:custGeom>
            <a:avLst/>
            <a:gdLst/>
            <a:ahLst/>
            <a:cxnLst/>
            <a:rect l="l" t="t" r="r" b="b"/>
            <a:pathLst>
              <a:path w="171450" h="31750">
                <a:moveTo>
                  <a:pt x="0" y="0"/>
                </a:moveTo>
                <a:lnTo>
                  <a:pt x="170926" y="0"/>
                </a:lnTo>
                <a:lnTo>
                  <a:pt x="170926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15304465" y="8463996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40">
                <a:moveTo>
                  <a:pt x="34609" y="103827"/>
                </a:moveTo>
                <a:lnTo>
                  <a:pt x="0" y="103827"/>
                </a:lnTo>
                <a:lnTo>
                  <a:pt x="0" y="0"/>
                </a:lnTo>
                <a:lnTo>
                  <a:pt x="34609" y="0"/>
                </a:lnTo>
                <a:lnTo>
                  <a:pt x="34609" y="10382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15304465" y="8599961"/>
            <a:ext cx="34925" cy="106680"/>
          </a:xfrm>
          <a:custGeom>
            <a:avLst/>
            <a:gdLst/>
            <a:ahLst/>
            <a:cxnLst/>
            <a:rect l="l" t="t" r="r" b="b"/>
            <a:pathLst>
              <a:path w="34925" h="106679">
                <a:moveTo>
                  <a:pt x="34609" y="106652"/>
                </a:moveTo>
                <a:lnTo>
                  <a:pt x="0" y="106652"/>
                </a:lnTo>
                <a:lnTo>
                  <a:pt x="0" y="0"/>
                </a:lnTo>
                <a:lnTo>
                  <a:pt x="34609" y="0"/>
                </a:lnTo>
                <a:lnTo>
                  <a:pt x="34609" y="1066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15479983" y="8453401"/>
            <a:ext cx="301625" cy="304165"/>
          </a:xfrm>
          <a:custGeom>
            <a:avLst/>
            <a:gdLst/>
            <a:ahLst/>
            <a:cxnLst/>
            <a:rect l="l" t="t" r="r" b="b"/>
            <a:pathLst>
              <a:path w="301625" h="304165">
                <a:moveTo>
                  <a:pt x="100649" y="143027"/>
                </a:moveTo>
                <a:lnTo>
                  <a:pt x="66039" y="143027"/>
                </a:lnTo>
                <a:lnTo>
                  <a:pt x="66039" y="105240"/>
                </a:lnTo>
                <a:lnTo>
                  <a:pt x="45910" y="97343"/>
                </a:lnTo>
                <a:lnTo>
                  <a:pt x="30547" y="86831"/>
                </a:lnTo>
                <a:lnTo>
                  <a:pt x="20747" y="73605"/>
                </a:lnTo>
                <a:lnTo>
                  <a:pt x="17304" y="57564"/>
                </a:lnTo>
                <a:lnTo>
                  <a:pt x="27827" y="31287"/>
                </a:lnTo>
                <a:lnTo>
                  <a:pt x="56460" y="13419"/>
                </a:lnTo>
                <a:lnTo>
                  <a:pt x="98800" y="3233"/>
                </a:lnTo>
                <a:lnTo>
                  <a:pt x="150443" y="0"/>
                </a:lnTo>
                <a:lnTo>
                  <a:pt x="202087" y="3233"/>
                </a:lnTo>
                <a:lnTo>
                  <a:pt x="244427" y="13419"/>
                </a:lnTo>
                <a:lnTo>
                  <a:pt x="267065" y="27546"/>
                </a:lnTo>
                <a:lnTo>
                  <a:pt x="150443" y="27546"/>
                </a:lnTo>
                <a:lnTo>
                  <a:pt x="113235" y="29306"/>
                </a:lnTo>
                <a:lnTo>
                  <a:pt x="82682" y="34741"/>
                </a:lnTo>
                <a:lnTo>
                  <a:pt x="61995" y="44083"/>
                </a:lnTo>
                <a:lnTo>
                  <a:pt x="54385" y="57564"/>
                </a:lnTo>
                <a:lnTo>
                  <a:pt x="61995" y="71249"/>
                </a:lnTo>
                <a:lnTo>
                  <a:pt x="82682" y="80695"/>
                </a:lnTo>
                <a:lnTo>
                  <a:pt x="113235" y="86169"/>
                </a:lnTo>
                <a:lnTo>
                  <a:pt x="150443" y="87935"/>
                </a:lnTo>
                <a:lnTo>
                  <a:pt x="268727" y="87935"/>
                </a:lnTo>
                <a:lnTo>
                  <a:pt x="254977" y="97343"/>
                </a:lnTo>
                <a:lnTo>
                  <a:pt x="234848" y="105240"/>
                </a:lnTo>
                <a:lnTo>
                  <a:pt x="234848" y="112656"/>
                </a:lnTo>
                <a:lnTo>
                  <a:pt x="100649" y="112656"/>
                </a:lnTo>
                <a:lnTo>
                  <a:pt x="100649" y="143027"/>
                </a:lnTo>
                <a:close/>
              </a:path>
              <a:path w="301625" h="304165">
                <a:moveTo>
                  <a:pt x="268727" y="87935"/>
                </a:moveTo>
                <a:lnTo>
                  <a:pt x="150443" y="87935"/>
                </a:lnTo>
                <a:lnTo>
                  <a:pt x="187652" y="86169"/>
                </a:lnTo>
                <a:lnTo>
                  <a:pt x="218205" y="80695"/>
                </a:lnTo>
                <a:lnTo>
                  <a:pt x="238892" y="71249"/>
                </a:lnTo>
                <a:lnTo>
                  <a:pt x="246502" y="57564"/>
                </a:lnTo>
                <a:lnTo>
                  <a:pt x="238892" y="44083"/>
                </a:lnTo>
                <a:lnTo>
                  <a:pt x="218205" y="34741"/>
                </a:lnTo>
                <a:lnTo>
                  <a:pt x="187652" y="29306"/>
                </a:lnTo>
                <a:lnTo>
                  <a:pt x="150443" y="27546"/>
                </a:lnTo>
                <a:lnTo>
                  <a:pt x="267065" y="27546"/>
                </a:lnTo>
                <a:lnTo>
                  <a:pt x="273060" y="31287"/>
                </a:lnTo>
                <a:lnTo>
                  <a:pt x="283583" y="57564"/>
                </a:lnTo>
                <a:lnTo>
                  <a:pt x="280140" y="73605"/>
                </a:lnTo>
                <a:lnTo>
                  <a:pt x="270340" y="86831"/>
                </a:lnTo>
                <a:lnTo>
                  <a:pt x="268727" y="87935"/>
                </a:lnTo>
                <a:close/>
              </a:path>
              <a:path w="301625" h="304165">
                <a:moveTo>
                  <a:pt x="150443" y="115481"/>
                </a:moveTo>
                <a:lnTo>
                  <a:pt x="137399" y="115288"/>
                </a:lnTo>
                <a:lnTo>
                  <a:pt x="124751" y="114731"/>
                </a:lnTo>
                <a:lnTo>
                  <a:pt x="112501" y="113842"/>
                </a:lnTo>
                <a:lnTo>
                  <a:pt x="100649" y="112656"/>
                </a:lnTo>
                <a:lnTo>
                  <a:pt x="200238" y="112656"/>
                </a:lnTo>
                <a:lnTo>
                  <a:pt x="188386" y="113842"/>
                </a:lnTo>
                <a:lnTo>
                  <a:pt x="176136" y="114731"/>
                </a:lnTo>
                <a:lnTo>
                  <a:pt x="163488" y="115288"/>
                </a:lnTo>
                <a:lnTo>
                  <a:pt x="150443" y="115481"/>
                </a:lnTo>
                <a:close/>
              </a:path>
              <a:path w="301625" h="304165">
                <a:moveTo>
                  <a:pt x="234848" y="143027"/>
                </a:moveTo>
                <a:lnTo>
                  <a:pt x="200238" y="143027"/>
                </a:lnTo>
                <a:lnTo>
                  <a:pt x="200238" y="112656"/>
                </a:lnTo>
                <a:lnTo>
                  <a:pt x="234848" y="112656"/>
                </a:lnTo>
                <a:lnTo>
                  <a:pt x="234848" y="143027"/>
                </a:lnTo>
                <a:close/>
              </a:path>
              <a:path w="301625" h="304165">
                <a:moveTo>
                  <a:pt x="301241" y="171280"/>
                </a:moveTo>
                <a:lnTo>
                  <a:pt x="0" y="171280"/>
                </a:lnTo>
                <a:lnTo>
                  <a:pt x="0" y="143027"/>
                </a:lnTo>
                <a:lnTo>
                  <a:pt x="301241" y="143027"/>
                </a:lnTo>
                <a:lnTo>
                  <a:pt x="301241" y="171280"/>
                </a:lnTo>
                <a:close/>
              </a:path>
              <a:path w="301625" h="304165">
                <a:moveTo>
                  <a:pt x="150443" y="304066"/>
                </a:moveTo>
                <a:lnTo>
                  <a:pt x="99357" y="301268"/>
                </a:lnTo>
                <a:lnTo>
                  <a:pt x="57211" y="292014"/>
                </a:lnTo>
                <a:lnTo>
                  <a:pt x="28572" y="275013"/>
                </a:lnTo>
                <a:lnTo>
                  <a:pt x="18010" y="248974"/>
                </a:lnTo>
                <a:lnTo>
                  <a:pt x="28572" y="223044"/>
                </a:lnTo>
                <a:lnTo>
                  <a:pt x="57211" y="206286"/>
                </a:lnTo>
                <a:lnTo>
                  <a:pt x="99357" y="197275"/>
                </a:lnTo>
                <a:lnTo>
                  <a:pt x="150443" y="194588"/>
                </a:lnTo>
                <a:lnTo>
                  <a:pt x="201530" y="197275"/>
                </a:lnTo>
                <a:lnTo>
                  <a:pt x="243676" y="206286"/>
                </a:lnTo>
                <a:lnTo>
                  <a:pt x="270759" y="222134"/>
                </a:lnTo>
                <a:lnTo>
                  <a:pt x="150443" y="222134"/>
                </a:lnTo>
                <a:lnTo>
                  <a:pt x="114985" y="223447"/>
                </a:lnTo>
                <a:lnTo>
                  <a:pt x="84492" y="227873"/>
                </a:lnTo>
                <a:lnTo>
                  <a:pt x="63137" y="236139"/>
                </a:lnTo>
                <a:lnTo>
                  <a:pt x="55092" y="248974"/>
                </a:lnTo>
                <a:lnTo>
                  <a:pt x="63137" y="262068"/>
                </a:lnTo>
                <a:lnTo>
                  <a:pt x="84492" y="270560"/>
                </a:lnTo>
                <a:lnTo>
                  <a:pt x="114985" y="275146"/>
                </a:lnTo>
                <a:lnTo>
                  <a:pt x="150443" y="276520"/>
                </a:lnTo>
                <a:lnTo>
                  <a:pt x="269777" y="276520"/>
                </a:lnTo>
                <a:lnTo>
                  <a:pt x="243676" y="292014"/>
                </a:lnTo>
                <a:lnTo>
                  <a:pt x="201530" y="301268"/>
                </a:lnTo>
                <a:lnTo>
                  <a:pt x="150443" y="304066"/>
                </a:lnTo>
                <a:close/>
              </a:path>
              <a:path w="301625" h="304165">
                <a:moveTo>
                  <a:pt x="269777" y="276520"/>
                </a:moveTo>
                <a:lnTo>
                  <a:pt x="150443" y="276520"/>
                </a:lnTo>
                <a:lnTo>
                  <a:pt x="185958" y="275146"/>
                </a:lnTo>
                <a:lnTo>
                  <a:pt x="216572" y="270560"/>
                </a:lnTo>
                <a:lnTo>
                  <a:pt x="238048" y="262068"/>
                </a:lnTo>
                <a:lnTo>
                  <a:pt x="246148" y="248974"/>
                </a:lnTo>
                <a:lnTo>
                  <a:pt x="238048" y="236139"/>
                </a:lnTo>
                <a:lnTo>
                  <a:pt x="216572" y="227873"/>
                </a:lnTo>
                <a:lnTo>
                  <a:pt x="185958" y="223447"/>
                </a:lnTo>
                <a:lnTo>
                  <a:pt x="150443" y="222134"/>
                </a:lnTo>
                <a:lnTo>
                  <a:pt x="270759" y="222134"/>
                </a:lnTo>
                <a:lnTo>
                  <a:pt x="272315" y="223044"/>
                </a:lnTo>
                <a:lnTo>
                  <a:pt x="282877" y="248974"/>
                </a:lnTo>
                <a:lnTo>
                  <a:pt x="272315" y="275013"/>
                </a:lnTo>
                <a:lnTo>
                  <a:pt x="269777" y="27652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14501465" y="8794610"/>
            <a:ext cx="93345" cy="279400"/>
          </a:xfrm>
          <a:custGeom>
            <a:avLst/>
            <a:gdLst/>
            <a:ahLst/>
            <a:cxnLst/>
            <a:rect l="l" t="t" r="r" b="b"/>
            <a:pathLst>
              <a:path w="93344" h="279400">
                <a:moveTo>
                  <a:pt x="93019" y="279370"/>
                </a:moveTo>
                <a:lnTo>
                  <a:pt x="58254" y="279370"/>
                </a:lnTo>
                <a:lnTo>
                  <a:pt x="34485" y="249704"/>
                </a:lnTo>
                <a:lnTo>
                  <a:pt x="16090" y="216809"/>
                </a:lnTo>
                <a:lnTo>
                  <a:pt x="4213" y="180273"/>
                </a:lnTo>
                <a:lnTo>
                  <a:pt x="0" y="139685"/>
                </a:lnTo>
                <a:lnTo>
                  <a:pt x="4213" y="99096"/>
                </a:lnTo>
                <a:lnTo>
                  <a:pt x="16090" y="62560"/>
                </a:lnTo>
                <a:lnTo>
                  <a:pt x="34485" y="29665"/>
                </a:lnTo>
                <a:lnTo>
                  <a:pt x="58254" y="0"/>
                </a:lnTo>
                <a:lnTo>
                  <a:pt x="93019" y="0"/>
                </a:lnTo>
                <a:lnTo>
                  <a:pt x="68281" y="29489"/>
                </a:lnTo>
                <a:lnTo>
                  <a:pt x="48975" y="62795"/>
                </a:lnTo>
                <a:lnTo>
                  <a:pt x="36423" y="99625"/>
                </a:lnTo>
                <a:lnTo>
                  <a:pt x="31945" y="139685"/>
                </a:lnTo>
                <a:lnTo>
                  <a:pt x="36423" y="179744"/>
                </a:lnTo>
                <a:lnTo>
                  <a:pt x="48975" y="216574"/>
                </a:lnTo>
                <a:lnTo>
                  <a:pt x="68281" y="249880"/>
                </a:lnTo>
                <a:lnTo>
                  <a:pt x="93019" y="2793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14603880" y="8810897"/>
            <a:ext cx="463216" cy="25086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15080250" y="8804946"/>
            <a:ext cx="257175" cy="262890"/>
          </a:xfrm>
          <a:custGeom>
            <a:avLst/>
            <a:gdLst/>
            <a:ahLst/>
            <a:cxnLst/>
            <a:rect l="l" t="t" r="r" b="b"/>
            <a:pathLst>
              <a:path w="257175" h="262890">
                <a:moveTo>
                  <a:pt x="131542" y="262457"/>
                </a:moveTo>
                <a:lnTo>
                  <a:pt x="88757" y="256086"/>
                </a:lnTo>
                <a:lnTo>
                  <a:pt x="52496" y="238093"/>
                </a:lnTo>
                <a:lnTo>
                  <a:pt x="24474" y="210164"/>
                </a:lnTo>
                <a:lnTo>
                  <a:pt x="6404" y="173981"/>
                </a:lnTo>
                <a:lnTo>
                  <a:pt x="0" y="131228"/>
                </a:lnTo>
                <a:lnTo>
                  <a:pt x="6404" y="88476"/>
                </a:lnTo>
                <a:lnTo>
                  <a:pt x="24474" y="52293"/>
                </a:lnTo>
                <a:lnTo>
                  <a:pt x="52496" y="24364"/>
                </a:lnTo>
                <a:lnTo>
                  <a:pt x="88757" y="6371"/>
                </a:lnTo>
                <a:lnTo>
                  <a:pt x="131542" y="0"/>
                </a:lnTo>
                <a:lnTo>
                  <a:pt x="176226" y="6694"/>
                </a:lnTo>
                <a:lnTo>
                  <a:pt x="212307" y="25368"/>
                </a:lnTo>
                <a:lnTo>
                  <a:pt x="238698" y="53908"/>
                </a:lnTo>
                <a:lnTo>
                  <a:pt x="254314" y="90200"/>
                </a:lnTo>
                <a:lnTo>
                  <a:pt x="220802" y="90200"/>
                </a:lnTo>
                <a:lnTo>
                  <a:pt x="208891" y="65922"/>
                </a:lnTo>
                <a:lnTo>
                  <a:pt x="189639" y="47018"/>
                </a:lnTo>
                <a:lnTo>
                  <a:pt x="163810" y="34749"/>
                </a:lnTo>
                <a:lnTo>
                  <a:pt x="132168" y="30379"/>
                </a:lnTo>
                <a:lnTo>
                  <a:pt x="92343" y="37857"/>
                </a:lnTo>
                <a:lnTo>
                  <a:pt x="60916" y="58724"/>
                </a:lnTo>
                <a:lnTo>
                  <a:pt x="40294" y="90630"/>
                </a:lnTo>
                <a:lnTo>
                  <a:pt x="32885" y="131228"/>
                </a:lnTo>
                <a:lnTo>
                  <a:pt x="40338" y="171694"/>
                </a:lnTo>
                <a:lnTo>
                  <a:pt x="61033" y="203616"/>
                </a:lnTo>
                <a:lnTo>
                  <a:pt x="92475" y="224556"/>
                </a:lnTo>
                <a:lnTo>
                  <a:pt x="132168" y="232077"/>
                </a:lnTo>
                <a:lnTo>
                  <a:pt x="164951" y="227213"/>
                </a:lnTo>
                <a:lnTo>
                  <a:pt x="191949" y="213834"/>
                </a:lnTo>
                <a:lnTo>
                  <a:pt x="211842" y="193760"/>
                </a:lnTo>
                <a:lnTo>
                  <a:pt x="223308" y="168812"/>
                </a:lnTo>
                <a:lnTo>
                  <a:pt x="256820" y="168812"/>
                </a:lnTo>
                <a:lnTo>
                  <a:pt x="241958" y="205509"/>
                </a:lnTo>
                <a:lnTo>
                  <a:pt x="214969" y="235248"/>
                </a:lnTo>
                <a:lnTo>
                  <a:pt x="177586" y="255180"/>
                </a:lnTo>
                <a:lnTo>
                  <a:pt x="131542" y="2624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15349911" y="8794610"/>
            <a:ext cx="92710" cy="279400"/>
          </a:xfrm>
          <a:custGeom>
            <a:avLst/>
            <a:gdLst/>
            <a:ahLst/>
            <a:cxnLst/>
            <a:rect l="l" t="t" r="r" b="b"/>
            <a:pathLst>
              <a:path w="92709" h="279400">
                <a:moveTo>
                  <a:pt x="34451" y="279370"/>
                </a:moveTo>
                <a:lnTo>
                  <a:pt x="0" y="279370"/>
                </a:lnTo>
                <a:lnTo>
                  <a:pt x="24688" y="249880"/>
                </a:lnTo>
                <a:lnTo>
                  <a:pt x="43886" y="216574"/>
                </a:lnTo>
                <a:lnTo>
                  <a:pt x="56331" y="179744"/>
                </a:lnTo>
                <a:lnTo>
                  <a:pt x="60759" y="139685"/>
                </a:lnTo>
                <a:lnTo>
                  <a:pt x="56331" y="99625"/>
                </a:lnTo>
                <a:lnTo>
                  <a:pt x="43886" y="62795"/>
                </a:lnTo>
                <a:lnTo>
                  <a:pt x="24688" y="29489"/>
                </a:lnTo>
                <a:lnTo>
                  <a:pt x="0" y="0"/>
                </a:lnTo>
                <a:lnTo>
                  <a:pt x="34451" y="0"/>
                </a:lnTo>
                <a:lnTo>
                  <a:pt x="58352" y="29665"/>
                </a:lnTo>
                <a:lnTo>
                  <a:pt x="76732" y="62560"/>
                </a:lnTo>
                <a:lnTo>
                  <a:pt x="88536" y="99096"/>
                </a:lnTo>
                <a:lnTo>
                  <a:pt x="92705" y="139685"/>
                </a:lnTo>
                <a:lnTo>
                  <a:pt x="88536" y="180273"/>
                </a:lnTo>
                <a:lnTo>
                  <a:pt x="76732" y="216809"/>
                </a:lnTo>
                <a:lnTo>
                  <a:pt x="58352" y="249704"/>
                </a:lnTo>
                <a:lnTo>
                  <a:pt x="34451" y="27937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10373300" y="3278669"/>
            <a:ext cx="174594" cy="18104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10709271" y="3268525"/>
            <a:ext cx="13970" cy="192405"/>
          </a:xfrm>
          <a:custGeom>
            <a:avLst/>
            <a:gdLst/>
            <a:ahLst/>
            <a:cxnLst/>
            <a:rect l="l" t="t" r="r" b="b"/>
            <a:pathLst>
              <a:path w="13970" h="192404">
                <a:moveTo>
                  <a:pt x="13678" y="192038"/>
                </a:moveTo>
                <a:lnTo>
                  <a:pt x="0" y="192038"/>
                </a:lnTo>
                <a:lnTo>
                  <a:pt x="0" y="0"/>
                </a:lnTo>
                <a:lnTo>
                  <a:pt x="13678" y="0"/>
                </a:lnTo>
                <a:lnTo>
                  <a:pt x="13678" y="19203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10577249" y="3285490"/>
            <a:ext cx="13970" cy="116839"/>
          </a:xfrm>
          <a:custGeom>
            <a:avLst/>
            <a:gdLst/>
            <a:ahLst/>
            <a:cxnLst/>
            <a:rect l="l" t="t" r="r" b="b"/>
            <a:pathLst>
              <a:path w="13970" h="116839">
                <a:moveTo>
                  <a:pt x="0" y="0"/>
                </a:moveTo>
                <a:lnTo>
                  <a:pt x="13755" y="0"/>
                </a:lnTo>
                <a:lnTo>
                  <a:pt x="13755" y="116839"/>
                </a:lnTo>
                <a:lnTo>
                  <a:pt x="0" y="11683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10577249" y="3337559"/>
            <a:ext cx="89535" cy="11430"/>
          </a:xfrm>
          <a:custGeom>
            <a:avLst/>
            <a:gdLst/>
            <a:ahLst/>
            <a:cxnLst/>
            <a:rect l="l" t="t" r="r" b="b"/>
            <a:pathLst>
              <a:path w="89534" h="11429">
                <a:moveTo>
                  <a:pt x="0" y="0"/>
                </a:moveTo>
                <a:lnTo>
                  <a:pt x="89525" y="0"/>
                </a:lnTo>
                <a:lnTo>
                  <a:pt x="89525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10577249" y="3402329"/>
            <a:ext cx="89535" cy="11430"/>
          </a:xfrm>
          <a:custGeom>
            <a:avLst/>
            <a:gdLst/>
            <a:ahLst/>
            <a:cxnLst/>
            <a:rect l="l" t="t" r="r" b="b"/>
            <a:pathLst>
              <a:path w="89534" h="11429">
                <a:moveTo>
                  <a:pt x="0" y="0"/>
                </a:moveTo>
                <a:lnTo>
                  <a:pt x="89525" y="0"/>
                </a:lnTo>
                <a:lnTo>
                  <a:pt x="89525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10653097" y="3285201"/>
            <a:ext cx="13970" cy="116839"/>
          </a:xfrm>
          <a:custGeom>
            <a:avLst/>
            <a:gdLst/>
            <a:ahLst/>
            <a:cxnLst/>
            <a:rect l="l" t="t" r="r" b="b"/>
            <a:pathLst>
              <a:path w="13970" h="116839">
                <a:moveTo>
                  <a:pt x="0" y="0"/>
                </a:moveTo>
                <a:lnTo>
                  <a:pt x="13678" y="0"/>
                </a:lnTo>
                <a:lnTo>
                  <a:pt x="13678" y="116729"/>
                </a:lnTo>
                <a:lnTo>
                  <a:pt x="0" y="1167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0758068" y="3278592"/>
            <a:ext cx="175260" cy="181610"/>
          </a:xfrm>
          <a:custGeom>
            <a:avLst/>
            <a:gdLst/>
            <a:ahLst/>
            <a:cxnLst/>
            <a:rect l="l" t="t" r="r" b="b"/>
            <a:pathLst>
              <a:path w="175259" h="181610">
                <a:moveTo>
                  <a:pt x="159071" y="11757"/>
                </a:moveTo>
                <a:lnTo>
                  <a:pt x="16060" y="11757"/>
                </a:lnTo>
                <a:lnTo>
                  <a:pt x="16060" y="0"/>
                </a:lnTo>
                <a:lnTo>
                  <a:pt x="159071" y="0"/>
                </a:lnTo>
                <a:lnTo>
                  <a:pt x="159071" y="11757"/>
                </a:lnTo>
                <a:close/>
              </a:path>
              <a:path w="175259" h="181610">
                <a:moveTo>
                  <a:pt x="15753" y="69007"/>
                </a:moveTo>
                <a:lnTo>
                  <a:pt x="10681" y="57941"/>
                </a:lnTo>
                <a:lnTo>
                  <a:pt x="34609" y="52651"/>
                </a:lnTo>
                <a:lnTo>
                  <a:pt x="56529" y="42995"/>
                </a:lnTo>
                <a:lnTo>
                  <a:pt x="72635" y="29456"/>
                </a:lnTo>
                <a:lnTo>
                  <a:pt x="78920" y="12602"/>
                </a:lnTo>
                <a:lnTo>
                  <a:pt x="78920" y="11757"/>
                </a:lnTo>
                <a:lnTo>
                  <a:pt x="95903" y="11757"/>
                </a:lnTo>
                <a:lnTo>
                  <a:pt x="95903" y="12602"/>
                </a:lnTo>
                <a:lnTo>
                  <a:pt x="101774" y="28663"/>
                </a:lnTo>
                <a:lnTo>
                  <a:pt x="87450" y="28663"/>
                </a:lnTo>
                <a:lnTo>
                  <a:pt x="75934" y="43807"/>
                </a:lnTo>
                <a:lnTo>
                  <a:pt x="58720" y="55694"/>
                </a:lnTo>
                <a:lnTo>
                  <a:pt x="37946" y="64152"/>
                </a:lnTo>
                <a:lnTo>
                  <a:pt x="15753" y="69007"/>
                </a:lnTo>
                <a:close/>
              </a:path>
              <a:path w="175259" h="181610">
                <a:moveTo>
                  <a:pt x="158994" y="69007"/>
                </a:moveTo>
                <a:lnTo>
                  <a:pt x="136804" y="64152"/>
                </a:lnTo>
                <a:lnTo>
                  <a:pt x="116047" y="55694"/>
                </a:lnTo>
                <a:lnTo>
                  <a:pt x="98878" y="43807"/>
                </a:lnTo>
                <a:lnTo>
                  <a:pt x="87450" y="28663"/>
                </a:lnTo>
                <a:lnTo>
                  <a:pt x="101774" y="28663"/>
                </a:lnTo>
                <a:lnTo>
                  <a:pt x="102040" y="29391"/>
                </a:lnTo>
                <a:lnTo>
                  <a:pt x="118083" y="42937"/>
                </a:lnTo>
                <a:lnTo>
                  <a:pt x="140134" y="52651"/>
                </a:lnTo>
                <a:lnTo>
                  <a:pt x="164297" y="57941"/>
                </a:lnTo>
                <a:lnTo>
                  <a:pt x="158994" y="69007"/>
                </a:lnTo>
                <a:close/>
              </a:path>
              <a:path w="175259" h="181610">
                <a:moveTo>
                  <a:pt x="174748" y="93675"/>
                </a:moveTo>
                <a:lnTo>
                  <a:pt x="0" y="93675"/>
                </a:lnTo>
                <a:lnTo>
                  <a:pt x="0" y="82071"/>
                </a:lnTo>
                <a:lnTo>
                  <a:pt x="174748" y="82071"/>
                </a:lnTo>
                <a:lnTo>
                  <a:pt x="174748" y="93675"/>
                </a:lnTo>
                <a:close/>
              </a:path>
              <a:path w="175259" h="181610">
                <a:moveTo>
                  <a:pt x="87297" y="181126"/>
                </a:moveTo>
                <a:lnTo>
                  <a:pt x="59618" y="178861"/>
                </a:lnTo>
                <a:lnTo>
                  <a:pt x="38884" y="172231"/>
                </a:lnTo>
                <a:lnTo>
                  <a:pt x="25873" y="161480"/>
                </a:lnTo>
                <a:lnTo>
                  <a:pt x="21363" y="146852"/>
                </a:lnTo>
                <a:lnTo>
                  <a:pt x="25873" y="132232"/>
                </a:lnTo>
                <a:lnTo>
                  <a:pt x="38884" y="121416"/>
                </a:lnTo>
                <a:lnTo>
                  <a:pt x="59618" y="114692"/>
                </a:lnTo>
                <a:lnTo>
                  <a:pt x="87297" y="112349"/>
                </a:lnTo>
                <a:lnTo>
                  <a:pt x="114876" y="114692"/>
                </a:lnTo>
                <a:lnTo>
                  <a:pt x="135546" y="121416"/>
                </a:lnTo>
                <a:lnTo>
                  <a:pt x="138038" y="123491"/>
                </a:lnTo>
                <a:lnTo>
                  <a:pt x="87297" y="123491"/>
                </a:lnTo>
                <a:lnTo>
                  <a:pt x="65639" y="125153"/>
                </a:lnTo>
                <a:lnTo>
                  <a:pt x="49248" y="129754"/>
                </a:lnTo>
                <a:lnTo>
                  <a:pt x="38894" y="137064"/>
                </a:lnTo>
                <a:lnTo>
                  <a:pt x="35349" y="146852"/>
                </a:lnTo>
                <a:lnTo>
                  <a:pt x="38894" y="156549"/>
                </a:lnTo>
                <a:lnTo>
                  <a:pt x="49248" y="163797"/>
                </a:lnTo>
                <a:lnTo>
                  <a:pt x="65639" y="168336"/>
                </a:lnTo>
                <a:lnTo>
                  <a:pt x="87297" y="169906"/>
                </a:lnTo>
                <a:lnTo>
                  <a:pt x="138355" y="169906"/>
                </a:lnTo>
                <a:lnTo>
                  <a:pt x="135546" y="172231"/>
                </a:lnTo>
                <a:lnTo>
                  <a:pt x="114876" y="178861"/>
                </a:lnTo>
                <a:lnTo>
                  <a:pt x="87297" y="181126"/>
                </a:lnTo>
                <a:close/>
              </a:path>
              <a:path w="175259" h="181610">
                <a:moveTo>
                  <a:pt x="138355" y="169906"/>
                </a:moveTo>
                <a:lnTo>
                  <a:pt x="87297" y="169906"/>
                </a:lnTo>
                <a:lnTo>
                  <a:pt x="108870" y="168336"/>
                </a:lnTo>
                <a:lnTo>
                  <a:pt x="125249" y="163797"/>
                </a:lnTo>
                <a:lnTo>
                  <a:pt x="135677" y="156549"/>
                </a:lnTo>
                <a:lnTo>
                  <a:pt x="139398" y="146852"/>
                </a:lnTo>
                <a:lnTo>
                  <a:pt x="135677" y="137064"/>
                </a:lnTo>
                <a:lnTo>
                  <a:pt x="125249" y="129754"/>
                </a:lnTo>
                <a:lnTo>
                  <a:pt x="108870" y="125153"/>
                </a:lnTo>
                <a:lnTo>
                  <a:pt x="87297" y="123491"/>
                </a:lnTo>
                <a:lnTo>
                  <a:pt x="138038" y="123491"/>
                </a:lnTo>
                <a:lnTo>
                  <a:pt x="148537" y="132232"/>
                </a:lnTo>
                <a:lnTo>
                  <a:pt x="153077" y="146852"/>
                </a:lnTo>
                <a:lnTo>
                  <a:pt x="148537" y="161480"/>
                </a:lnTo>
                <a:lnTo>
                  <a:pt x="138355" y="16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10971700" y="3276600"/>
            <a:ext cx="132715" cy="11430"/>
          </a:xfrm>
          <a:custGeom>
            <a:avLst/>
            <a:gdLst/>
            <a:ahLst/>
            <a:cxnLst/>
            <a:rect l="l" t="t" r="r" b="b"/>
            <a:pathLst>
              <a:path w="132715" h="11429">
                <a:moveTo>
                  <a:pt x="0" y="0"/>
                </a:moveTo>
                <a:lnTo>
                  <a:pt x="132482" y="0"/>
                </a:lnTo>
                <a:lnTo>
                  <a:pt x="132482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11090350" y="3288029"/>
            <a:ext cx="13970" cy="24130"/>
          </a:xfrm>
          <a:custGeom>
            <a:avLst/>
            <a:gdLst/>
            <a:ahLst/>
            <a:cxnLst/>
            <a:rect l="l" t="t" r="r" b="b"/>
            <a:pathLst>
              <a:path w="13970" h="24129">
                <a:moveTo>
                  <a:pt x="0" y="0"/>
                </a:moveTo>
                <a:lnTo>
                  <a:pt x="13832" y="0"/>
                </a:lnTo>
                <a:lnTo>
                  <a:pt x="13832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10972162" y="3312159"/>
            <a:ext cx="132080" cy="11430"/>
          </a:xfrm>
          <a:custGeom>
            <a:avLst/>
            <a:gdLst/>
            <a:ahLst/>
            <a:cxnLst/>
            <a:rect l="l" t="t" r="r" b="b"/>
            <a:pathLst>
              <a:path w="132079" h="11429">
                <a:moveTo>
                  <a:pt x="0" y="0"/>
                </a:moveTo>
                <a:lnTo>
                  <a:pt x="132021" y="0"/>
                </a:lnTo>
                <a:lnTo>
                  <a:pt x="132021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10972162" y="3323590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70" h="26670">
                <a:moveTo>
                  <a:pt x="0" y="0"/>
                </a:moveTo>
                <a:lnTo>
                  <a:pt x="13755" y="0"/>
                </a:lnTo>
                <a:lnTo>
                  <a:pt x="13755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10972162" y="3350259"/>
            <a:ext cx="136525" cy="11430"/>
          </a:xfrm>
          <a:custGeom>
            <a:avLst/>
            <a:gdLst/>
            <a:ahLst/>
            <a:cxnLst/>
            <a:rect l="l" t="t" r="r" b="b"/>
            <a:pathLst>
              <a:path w="136525" h="11429">
                <a:moveTo>
                  <a:pt x="0" y="0"/>
                </a:moveTo>
                <a:lnTo>
                  <a:pt x="136017" y="0"/>
                </a:lnTo>
                <a:lnTo>
                  <a:pt x="136017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10950183" y="3383487"/>
            <a:ext cx="175895" cy="11430"/>
          </a:xfrm>
          <a:custGeom>
            <a:avLst/>
            <a:gdLst/>
            <a:ahLst/>
            <a:cxnLst/>
            <a:rect l="l" t="t" r="r" b="b"/>
            <a:pathLst>
              <a:path w="175895" h="11429">
                <a:moveTo>
                  <a:pt x="175593" y="11219"/>
                </a:moveTo>
                <a:lnTo>
                  <a:pt x="0" y="11219"/>
                </a:lnTo>
                <a:lnTo>
                  <a:pt x="0" y="0"/>
                </a:lnTo>
                <a:lnTo>
                  <a:pt x="175593" y="0"/>
                </a:lnTo>
                <a:lnTo>
                  <a:pt x="175593" y="1121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10997905" y="3394706"/>
            <a:ext cx="13970" cy="66040"/>
          </a:xfrm>
          <a:custGeom>
            <a:avLst/>
            <a:gdLst/>
            <a:ahLst/>
            <a:cxnLst/>
            <a:rect l="l" t="t" r="r" b="b"/>
            <a:pathLst>
              <a:path w="13970" h="66039">
                <a:moveTo>
                  <a:pt x="13678" y="65626"/>
                </a:moveTo>
                <a:lnTo>
                  <a:pt x="0" y="65626"/>
                </a:lnTo>
                <a:lnTo>
                  <a:pt x="0" y="0"/>
                </a:lnTo>
                <a:lnTo>
                  <a:pt x="13678" y="0"/>
                </a:lnTo>
                <a:lnTo>
                  <a:pt x="13678" y="6562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11064223" y="3394706"/>
            <a:ext cx="13970" cy="66040"/>
          </a:xfrm>
          <a:custGeom>
            <a:avLst/>
            <a:gdLst/>
            <a:ahLst/>
            <a:cxnLst/>
            <a:rect l="l" t="t" r="r" b="b"/>
            <a:pathLst>
              <a:path w="13970" h="66039">
                <a:moveTo>
                  <a:pt x="13678" y="65626"/>
                </a:moveTo>
                <a:lnTo>
                  <a:pt x="0" y="65626"/>
                </a:lnTo>
                <a:lnTo>
                  <a:pt x="0" y="0"/>
                </a:lnTo>
                <a:lnTo>
                  <a:pt x="13678" y="0"/>
                </a:lnTo>
                <a:lnTo>
                  <a:pt x="13678" y="6562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11209635" y="3268525"/>
            <a:ext cx="239683" cy="20686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11468684" y="3268525"/>
            <a:ext cx="149619" cy="19203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11653499" y="3278515"/>
            <a:ext cx="174625" cy="179070"/>
          </a:xfrm>
          <a:custGeom>
            <a:avLst/>
            <a:gdLst/>
            <a:ahLst/>
            <a:cxnLst/>
            <a:rect l="l" t="t" r="r" b="b"/>
            <a:pathLst>
              <a:path w="174625" h="179070">
                <a:moveTo>
                  <a:pt x="19979" y="47875"/>
                </a:moveTo>
                <a:lnTo>
                  <a:pt x="18058" y="36501"/>
                </a:lnTo>
                <a:lnTo>
                  <a:pt x="137938" y="32582"/>
                </a:lnTo>
                <a:lnTo>
                  <a:pt x="138246" y="25820"/>
                </a:lnTo>
                <a:lnTo>
                  <a:pt x="138246" y="11526"/>
                </a:lnTo>
                <a:lnTo>
                  <a:pt x="22515" y="11526"/>
                </a:lnTo>
                <a:lnTo>
                  <a:pt x="22515" y="0"/>
                </a:lnTo>
                <a:lnTo>
                  <a:pt x="151771" y="0"/>
                </a:lnTo>
                <a:lnTo>
                  <a:pt x="151685" y="25820"/>
                </a:lnTo>
                <a:lnTo>
                  <a:pt x="151165" y="38653"/>
                </a:lnTo>
                <a:lnTo>
                  <a:pt x="150768" y="42726"/>
                </a:lnTo>
                <a:lnTo>
                  <a:pt x="137247" y="42726"/>
                </a:lnTo>
                <a:lnTo>
                  <a:pt x="19979" y="47875"/>
                </a:lnTo>
                <a:close/>
              </a:path>
              <a:path w="174625" h="179070">
                <a:moveTo>
                  <a:pt x="146929" y="70083"/>
                </a:moveTo>
                <a:lnTo>
                  <a:pt x="133174" y="70083"/>
                </a:lnTo>
                <a:lnTo>
                  <a:pt x="134621" y="62599"/>
                </a:lnTo>
                <a:lnTo>
                  <a:pt x="135758" y="55569"/>
                </a:lnTo>
                <a:lnTo>
                  <a:pt x="136621" y="48956"/>
                </a:lnTo>
                <a:lnTo>
                  <a:pt x="137247" y="42726"/>
                </a:lnTo>
                <a:lnTo>
                  <a:pt x="150768" y="42726"/>
                </a:lnTo>
                <a:lnTo>
                  <a:pt x="149728" y="53396"/>
                </a:lnTo>
                <a:lnTo>
                  <a:pt x="146929" y="70083"/>
                </a:lnTo>
                <a:close/>
              </a:path>
              <a:path w="174625" h="179070">
                <a:moveTo>
                  <a:pt x="174594" y="81533"/>
                </a:moveTo>
                <a:lnTo>
                  <a:pt x="0" y="81533"/>
                </a:lnTo>
                <a:lnTo>
                  <a:pt x="0" y="70083"/>
                </a:lnTo>
                <a:lnTo>
                  <a:pt x="174594" y="70083"/>
                </a:lnTo>
                <a:lnTo>
                  <a:pt x="174594" y="81533"/>
                </a:lnTo>
                <a:close/>
              </a:path>
              <a:path w="174625" h="179070">
                <a:moveTo>
                  <a:pt x="160224" y="179051"/>
                </a:moveTo>
                <a:lnTo>
                  <a:pt x="21440" y="179051"/>
                </a:lnTo>
                <a:lnTo>
                  <a:pt x="21440" y="133789"/>
                </a:lnTo>
                <a:lnTo>
                  <a:pt x="139783" y="133789"/>
                </a:lnTo>
                <a:lnTo>
                  <a:pt x="139783" y="113194"/>
                </a:lnTo>
                <a:lnTo>
                  <a:pt x="20902" y="113194"/>
                </a:lnTo>
                <a:lnTo>
                  <a:pt x="20902" y="102205"/>
                </a:lnTo>
                <a:lnTo>
                  <a:pt x="153308" y="102205"/>
                </a:lnTo>
                <a:lnTo>
                  <a:pt x="153308" y="144624"/>
                </a:lnTo>
                <a:lnTo>
                  <a:pt x="35118" y="144624"/>
                </a:lnTo>
                <a:lnTo>
                  <a:pt x="35118" y="167755"/>
                </a:lnTo>
                <a:lnTo>
                  <a:pt x="160224" y="167755"/>
                </a:lnTo>
                <a:lnTo>
                  <a:pt x="160224" y="1790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11867822" y="3282950"/>
            <a:ext cx="131445" cy="11430"/>
          </a:xfrm>
          <a:custGeom>
            <a:avLst/>
            <a:gdLst/>
            <a:ahLst/>
            <a:cxnLst/>
            <a:rect l="l" t="t" r="r" b="b"/>
            <a:pathLst>
              <a:path w="131445" h="11429">
                <a:moveTo>
                  <a:pt x="0" y="0"/>
                </a:moveTo>
                <a:lnTo>
                  <a:pt x="130868" y="0"/>
                </a:lnTo>
                <a:lnTo>
                  <a:pt x="130868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11985167" y="3294379"/>
            <a:ext cx="13970" cy="33020"/>
          </a:xfrm>
          <a:custGeom>
            <a:avLst/>
            <a:gdLst/>
            <a:ahLst/>
            <a:cxnLst/>
            <a:rect l="l" t="t" r="r" b="b"/>
            <a:pathLst>
              <a:path w="13970" h="33020">
                <a:moveTo>
                  <a:pt x="0" y="0"/>
                </a:moveTo>
                <a:lnTo>
                  <a:pt x="13524" y="0"/>
                </a:lnTo>
                <a:lnTo>
                  <a:pt x="1352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11868438" y="3327400"/>
            <a:ext cx="130810" cy="11430"/>
          </a:xfrm>
          <a:custGeom>
            <a:avLst/>
            <a:gdLst/>
            <a:ahLst/>
            <a:cxnLst/>
            <a:rect l="l" t="t" r="r" b="b"/>
            <a:pathLst>
              <a:path w="130809" h="11429">
                <a:moveTo>
                  <a:pt x="0" y="0"/>
                </a:moveTo>
                <a:lnTo>
                  <a:pt x="130254" y="0"/>
                </a:lnTo>
                <a:lnTo>
                  <a:pt x="130254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11868438" y="3338829"/>
            <a:ext cx="13970" cy="35560"/>
          </a:xfrm>
          <a:custGeom>
            <a:avLst/>
            <a:gdLst/>
            <a:ahLst/>
            <a:cxnLst/>
            <a:rect l="l" t="t" r="r" b="b"/>
            <a:pathLst>
              <a:path w="13970" h="35560">
                <a:moveTo>
                  <a:pt x="0" y="0"/>
                </a:moveTo>
                <a:lnTo>
                  <a:pt x="13524" y="0"/>
                </a:lnTo>
                <a:lnTo>
                  <a:pt x="13524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11868438" y="3374390"/>
            <a:ext cx="135255" cy="11430"/>
          </a:xfrm>
          <a:custGeom>
            <a:avLst/>
            <a:gdLst/>
            <a:ahLst/>
            <a:cxnLst/>
            <a:rect l="l" t="t" r="r" b="b"/>
            <a:pathLst>
              <a:path w="135254" h="11429">
                <a:moveTo>
                  <a:pt x="0" y="0"/>
                </a:moveTo>
                <a:lnTo>
                  <a:pt x="134711" y="0"/>
                </a:lnTo>
                <a:lnTo>
                  <a:pt x="134711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11926303" y="3385820"/>
            <a:ext cx="13970" cy="38100"/>
          </a:xfrm>
          <a:custGeom>
            <a:avLst/>
            <a:gdLst/>
            <a:ahLst/>
            <a:cxnLst/>
            <a:rect l="l" t="t" r="r" b="b"/>
            <a:pathLst>
              <a:path w="13970" h="38100">
                <a:moveTo>
                  <a:pt x="0" y="0"/>
                </a:moveTo>
                <a:lnTo>
                  <a:pt x="13524" y="0"/>
                </a:lnTo>
                <a:lnTo>
                  <a:pt x="13524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11845845" y="3423920"/>
            <a:ext cx="175895" cy="11430"/>
          </a:xfrm>
          <a:custGeom>
            <a:avLst/>
            <a:gdLst/>
            <a:ahLst/>
            <a:cxnLst/>
            <a:rect l="l" t="t" r="r" b="b"/>
            <a:pathLst>
              <a:path w="175895" h="11429">
                <a:moveTo>
                  <a:pt x="0" y="0"/>
                </a:moveTo>
                <a:lnTo>
                  <a:pt x="175593" y="0"/>
                </a:lnTo>
                <a:lnTo>
                  <a:pt x="175593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12037653" y="3268525"/>
            <a:ext cx="169545" cy="187325"/>
          </a:xfrm>
          <a:custGeom>
            <a:avLst/>
            <a:gdLst/>
            <a:ahLst/>
            <a:cxnLst/>
            <a:rect l="l" t="t" r="r" b="b"/>
            <a:pathLst>
              <a:path w="169545" h="187325">
                <a:moveTo>
                  <a:pt x="163298" y="144317"/>
                </a:moveTo>
                <a:lnTo>
                  <a:pt x="150157" y="144317"/>
                </a:lnTo>
                <a:lnTo>
                  <a:pt x="150157" y="0"/>
                </a:lnTo>
                <a:lnTo>
                  <a:pt x="163298" y="0"/>
                </a:lnTo>
                <a:lnTo>
                  <a:pt x="163298" y="144317"/>
                </a:lnTo>
                <a:close/>
              </a:path>
              <a:path w="169545" h="187325">
                <a:moveTo>
                  <a:pt x="127948" y="139245"/>
                </a:moveTo>
                <a:lnTo>
                  <a:pt x="114808" y="139245"/>
                </a:lnTo>
                <a:lnTo>
                  <a:pt x="114808" y="68546"/>
                </a:lnTo>
                <a:lnTo>
                  <a:pt x="86912" y="68546"/>
                </a:lnTo>
                <a:lnTo>
                  <a:pt x="86912" y="57019"/>
                </a:lnTo>
                <a:lnTo>
                  <a:pt x="114808" y="57019"/>
                </a:lnTo>
                <a:lnTo>
                  <a:pt x="114808" y="4303"/>
                </a:lnTo>
                <a:lnTo>
                  <a:pt x="127948" y="4303"/>
                </a:lnTo>
                <a:lnTo>
                  <a:pt x="127948" y="139245"/>
                </a:lnTo>
                <a:close/>
              </a:path>
              <a:path w="169545" h="187325">
                <a:moveTo>
                  <a:pt x="94136" y="30431"/>
                </a:moveTo>
                <a:lnTo>
                  <a:pt x="3534" y="30431"/>
                </a:lnTo>
                <a:lnTo>
                  <a:pt x="3534" y="19057"/>
                </a:lnTo>
                <a:lnTo>
                  <a:pt x="94136" y="19057"/>
                </a:lnTo>
                <a:lnTo>
                  <a:pt x="94136" y="30431"/>
                </a:lnTo>
                <a:close/>
              </a:path>
              <a:path w="169545" h="187325">
                <a:moveTo>
                  <a:pt x="1690" y="109736"/>
                </a:moveTo>
                <a:lnTo>
                  <a:pt x="0" y="97671"/>
                </a:lnTo>
                <a:lnTo>
                  <a:pt x="21593" y="97594"/>
                </a:lnTo>
                <a:lnTo>
                  <a:pt x="21593" y="30431"/>
                </a:lnTo>
                <a:lnTo>
                  <a:pt x="34580" y="30431"/>
                </a:lnTo>
                <a:lnTo>
                  <a:pt x="34580" y="97440"/>
                </a:lnTo>
                <a:lnTo>
                  <a:pt x="99347" y="97440"/>
                </a:lnTo>
                <a:lnTo>
                  <a:pt x="99592" y="104049"/>
                </a:lnTo>
                <a:lnTo>
                  <a:pt x="74731" y="107121"/>
                </a:lnTo>
                <a:lnTo>
                  <a:pt x="48595" y="108794"/>
                </a:lnTo>
                <a:lnTo>
                  <a:pt x="23482" y="109517"/>
                </a:lnTo>
                <a:lnTo>
                  <a:pt x="1690" y="109736"/>
                </a:lnTo>
                <a:close/>
              </a:path>
              <a:path w="169545" h="187325">
                <a:moveTo>
                  <a:pt x="99347" y="97440"/>
                </a:moveTo>
                <a:lnTo>
                  <a:pt x="34580" y="97440"/>
                </a:lnTo>
                <a:lnTo>
                  <a:pt x="48682" y="97095"/>
                </a:lnTo>
                <a:lnTo>
                  <a:pt x="63013" y="96518"/>
                </a:lnTo>
                <a:lnTo>
                  <a:pt x="63013" y="30431"/>
                </a:lnTo>
                <a:lnTo>
                  <a:pt x="75847" y="30431"/>
                </a:lnTo>
                <a:lnTo>
                  <a:pt x="75847" y="95827"/>
                </a:lnTo>
                <a:lnTo>
                  <a:pt x="99288" y="95827"/>
                </a:lnTo>
                <a:lnTo>
                  <a:pt x="99347" y="97440"/>
                </a:lnTo>
                <a:close/>
              </a:path>
              <a:path w="169545" h="187325">
                <a:moveTo>
                  <a:pt x="99288" y="95827"/>
                </a:moveTo>
                <a:lnTo>
                  <a:pt x="75847" y="95827"/>
                </a:lnTo>
                <a:lnTo>
                  <a:pt x="83992" y="95289"/>
                </a:lnTo>
                <a:lnTo>
                  <a:pt x="91907" y="94597"/>
                </a:lnTo>
                <a:lnTo>
                  <a:pt x="99208" y="93675"/>
                </a:lnTo>
                <a:lnTo>
                  <a:pt x="99288" y="95827"/>
                </a:lnTo>
                <a:close/>
              </a:path>
              <a:path w="169545" h="187325">
                <a:moveTo>
                  <a:pt x="169215" y="187197"/>
                </a:moveTo>
                <a:lnTo>
                  <a:pt x="39037" y="187197"/>
                </a:lnTo>
                <a:lnTo>
                  <a:pt x="39037" y="126949"/>
                </a:lnTo>
                <a:lnTo>
                  <a:pt x="52946" y="126949"/>
                </a:lnTo>
                <a:lnTo>
                  <a:pt x="52946" y="175593"/>
                </a:lnTo>
                <a:lnTo>
                  <a:pt x="169215" y="175593"/>
                </a:lnTo>
                <a:lnTo>
                  <a:pt x="169215" y="18719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12238683" y="3268525"/>
            <a:ext cx="155459" cy="19180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12428032" y="3268755"/>
            <a:ext cx="158994" cy="18696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12616688" y="3278668"/>
            <a:ext cx="41275" cy="196850"/>
          </a:xfrm>
          <a:custGeom>
            <a:avLst/>
            <a:gdLst/>
            <a:ahLst/>
            <a:cxnLst/>
            <a:rect l="l" t="t" r="r" b="b"/>
            <a:pathLst>
              <a:path w="41275" h="196850">
                <a:moveTo>
                  <a:pt x="13448" y="196726"/>
                </a:moveTo>
                <a:lnTo>
                  <a:pt x="0" y="196726"/>
                </a:lnTo>
                <a:lnTo>
                  <a:pt x="10287" y="176439"/>
                </a:lnTo>
                <a:lnTo>
                  <a:pt x="18385" y="152068"/>
                </a:lnTo>
                <a:lnTo>
                  <a:pt x="23687" y="125435"/>
                </a:lnTo>
                <a:lnTo>
                  <a:pt x="25589" y="98363"/>
                </a:lnTo>
                <a:lnTo>
                  <a:pt x="23687" y="71290"/>
                </a:lnTo>
                <a:lnTo>
                  <a:pt x="18385" y="44657"/>
                </a:lnTo>
                <a:lnTo>
                  <a:pt x="10287" y="20286"/>
                </a:lnTo>
                <a:lnTo>
                  <a:pt x="0" y="0"/>
                </a:lnTo>
                <a:lnTo>
                  <a:pt x="13448" y="0"/>
                </a:lnTo>
                <a:lnTo>
                  <a:pt x="25191" y="22220"/>
                </a:lnTo>
                <a:lnTo>
                  <a:pt x="33793" y="46011"/>
                </a:lnTo>
                <a:lnTo>
                  <a:pt x="39081" y="71387"/>
                </a:lnTo>
                <a:lnTo>
                  <a:pt x="40882" y="98363"/>
                </a:lnTo>
                <a:lnTo>
                  <a:pt x="39081" y="125424"/>
                </a:lnTo>
                <a:lnTo>
                  <a:pt x="33793" y="150829"/>
                </a:lnTo>
                <a:lnTo>
                  <a:pt x="25191" y="174591"/>
                </a:lnTo>
                <a:lnTo>
                  <a:pt x="13448" y="19672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12747946" y="3362892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5" h="23495">
                <a:moveTo>
                  <a:pt x="18135" y="23207"/>
                </a:moveTo>
                <a:lnTo>
                  <a:pt x="5379" y="23207"/>
                </a:lnTo>
                <a:lnTo>
                  <a:pt x="0" y="17981"/>
                </a:lnTo>
                <a:lnTo>
                  <a:pt x="153" y="11603"/>
                </a:lnTo>
                <a:lnTo>
                  <a:pt x="0" y="5225"/>
                </a:lnTo>
                <a:lnTo>
                  <a:pt x="5379" y="0"/>
                </a:lnTo>
                <a:lnTo>
                  <a:pt x="18135" y="0"/>
                </a:lnTo>
                <a:lnTo>
                  <a:pt x="23361" y="5225"/>
                </a:lnTo>
                <a:lnTo>
                  <a:pt x="23361" y="1798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2849205" y="3268294"/>
            <a:ext cx="175260" cy="192405"/>
          </a:xfrm>
          <a:custGeom>
            <a:avLst/>
            <a:gdLst/>
            <a:ahLst/>
            <a:cxnLst/>
            <a:rect l="l" t="t" r="r" b="b"/>
            <a:pathLst>
              <a:path w="175259" h="192404">
                <a:moveTo>
                  <a:pt x="94136" y="24590"/>
                </a:moveTo>
                <a:lnTo>
                  <a:pt x="80611" y="24590"/>
                </a:lnTo>
                <a:lnTo>
                  <a:pt x="80611" y="0"/>
                </a:lnTo>
                <a:lnTo>
                  <a:pt x="94136" y="0"/>
                </a:lnTo>
                <a:lnTo>
                  <a:pt x="94136" y="24590"/>
                </a:lnTo>
                <a:close/>
              </a:path>
              <a:path w="175259" h="192404">
                <a:moveTo>
                  <a:pt x="157534" y="36040"/>
                </a:moveTo>
                <a:lnTo>
                  <a:pt x="17367" y="36040"/>
                </a:lnTo>
                <a:lnTo>
                  <a:pt x="17367" y="24590"/>
                </a:lnTo>
                <a:lnTo>
                  <a:pt x="157534" y="24590"/>
                </a:lnTo>
                <a:lnTo>
                  <a:pt x="157534" y="36040"/>
                </a:lnTo>
                <a:close/>
              </a:path>
              <a:path w="175259" h="192404">
                <a:moveTo>
                  <a:pt x="16829" y="100207"/>
                </a:moveTo>
                <a:lnTo>
                  <a:pt x="11680" y="88910"/>
                </a:lnTo>
                <a:lnTo>
                  <a:pt x="35677" y="82686"/>
                </a:lnTo>
                <a:lnTo>
                  <a:pt x="57845" y="71447"/>
                </a:lnTo>
                <a:lnTo>
                  <a:pt x="74206" y="56124"/>
                </a:lnTo>
                <a:lnTo>
                  <a:pt x="80611" y="37731"/>
                </a:lnTo>
                <a:lnTo>
                  <a:pt x="80611" y="36040"/>
                </a:lnTo>
                <a:lnTo>
                  <a:pt x="94136" y="36040"/>
                </a:lnTo>
                <a:lnTo>
                  <a:pt x="94136" y="37731"/>
                </a:lnTo>
                <a:lnTo>
                  <a:pt x="100452" y="56059"/>
                </a:lnTo>
                <a:lnTo>
                  <a:pt x="102530" y="58018"/>
                </a:lnTo>
                <a:lnTo>
                  <a:pt x="87450" y="58018"/>
                </a:lnTo>
                <a:lnTo>
                  <a:pt x="75368" y="73407"/>
                </a:lnTo>
                <a:lnTo>
                  <a:pt x="58278" y="85741"/>
                </a:lnTo>
                <a:lnTo>
                  <a:pt x="38119" y="94760"/>
                </a:lnTo>
                <a:lnTo>
                  <a:pt x="16829" y="100207"/>
                </a:lnTo>
                <a:close/>
              </a:path>
              <a:path w="175259" h="192404">
                <a:moveTo>
                  <a:pt x="157688" y="100207"/>
                </a:moveTo>
                <a:lnTo>
                  <a:pt x="136490" y="94728"/>
                </a:lnTo>
                <a:lnTo>
                  <a:pt x="116460" y="85654"/>
                </a:lnTo>
                <a:lnTo>
                  <a:pt x="99484" y="73310"/>
                </a:lnTo>
                <a:lnTo>
                  <a:pt x="87450" y="58018"/>
                </a:lnTo>
                <a:lnTo>
                  <a:pt x="102530" y="58018"/>
                </a:lnTo>
                <a:lnTo>
                  <a:pt x="116710" y="71390"/>
                </a:lnTo>
                <a:lnTo>
                  <a:pt x="138875" y="82686"/>
                </a:lnTo>
                <a:lnTo>
                  <a:pt x="162913" y="88910"/>
                </a:lnTo>
                <a:lnTo>
                  <a:pt x="157688" y="100207"/>
                </a:lnTo>
                <a:close/>
              </a:path>
              <a:path w="175259" h="192404">
                <a:moveTo>
                  <a:pt x="174748" y="128179"/>
                </a:moveTo>
                <a:lnTo>
                  <a:pt x="0" y="128179"/>
                </a:lnTo>
                <a:lnTo>
                  <a:pt x="0" y="116575"/>
                </a:lnTo>
                <a:lnTo>
                  <a:pt x="174748" y="116575"/>
                </a:lnTo>
                <a:lnTo>
                  <a:pt x="174748" y="128179"/>
                </a:lnTo>
                <a:close/>
              </a:path>
              <a:path w="175259" h="192404">
                <a:moveTo>
                  <a:pt x="94136" y="192268"/>
                </a:moveTo>
                <a:lnTo>
                  <a:pt x="80611" y="192268"/>
                </a:lnTo>
                <a:lnTo>
                  <a:pt x="80611" y="128179"/>
                </a:lnTo>
                <a:lnTo>
                  <a:pt x="94136" y="128179"/>
                </a:lnTo>
                <a:lnTo>
                  <a:pt x="94136" y="1922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13041706" y="3267142"/>
            <a:ext cx="174625" cy="191135"/>
          </a:xfrm>
          <a:custGeom>
            <a:avLst/>
            <a:gdLst/>
            <a:ahLst/>
            <a:cxnLst/>
            <a:rect l="l" t="t" r="r" b="b"/>
            <a:pathLst>
              <a:path w="174625" h="191135">
                <a:moveTo>
                  <a:pt x="94059" y="18827"/>
                </a:moveTo>
                <a:lnTo>
                  <a:pt x="80534" y="18827"/>
                </a:lnTo>
                <a:lnTo>
                  <a:pt x="80534" y="0"/>
                </a:lnTo>
                <a:lnTo>
                  <a:pt x="94059" y="0"/>
                </a:lnTo>
                <a:lnTo>
                  <a:pt x="94059" y="18827"/>
                </a:lnTo>
                <a:close/>
              </a:path>
              <a:path w="174625" h="191135">
                <a:moveTo>
                  <a:pt x="156535" y="29893"/>
                </a:moveTo>
                <a:lnTo>
                  <a:pt x="18366" y="29893"/>
                </a:lnTo>
                <a:lnTo>
                  <a:pt x="18366" y="18827"/>
                </a:lnTo>
                <a:lnTo>
                  <a:pt x="156535" y="18827"/>
                </a:lnTo>
                <a:lnTo>
                  <a:pt x="156535" y="29893"/>
                </a:lnTo>
                <a:close/>
              </a:path>
              <a:path w="174625" h="191135">
                <a:moveTo>
                  <a:pt x="14447" y="77921"/>
                </a:moveTo>
                <a:lnTo>
                  <a:pt x="10143" y="67240"/>
                </a:lnTo>
                <a:lnTo>
                  <a:pt x="34736" y="63458"/>
                </a:lnTo>
                <a:lnTo>
                  <a:pt x="56635" y="55943"/>
                </a:lnTo>
                <a:lnTo>
                  <a:pt x="72713" y="44741"/>
                </a:lnTo>
                <a:lnTo>
                  <a:pt x="79843" y="29893"/>
                </a:lnTo>
                <a:lnTo>
                  <a:pt x="94751" y="29893"/>
                </a:lnTo>
                <a:lnTo>
                  <a:pt x="101794" y="44741"/>
                </a:lnTo>
                <a:lnTo>
                  <a:pt x="102100" y="44954"/>
                </a:lnTo>
                <a:lnTo>
                  <a:pt x="87297" y="44954"/>
                </a:lnTo>
                <a:lnTo>
                  <a:pt x="75374" y="58027"/>
                </a:lnTo>
                <a:lnTo>
                  <a:pt x="58018" y="67749"/>
                </a:lnTo>
                <a:lnTo>
                  <a:pt x="37090" y="74316"/>
                </a:lnTo>
                <a:lnTo>
                  <a:pt x="14447" y="77921"/>
                </a:lnTo>
                <a:close/>
              </a:path>
              <a:path w="174625" h="191135">
                <a:moveTo>
                  <a:pt x="160070" y="77921"/>
                </a:moveTo>
                <a:lnTo>
                  <a:pt x="137428" y="74316"/>
                </a:lnTo>
                <a:lnTo>
                  <a:pt x="116508" y="67749"/>
                </a:lnTo>
                <a:lnTo>
                  <a:pt x="99175" y="58027"/>
                </a:lnTo>
                <a:lnTo>
                  <a:pt x="87297" y="44954"/>
                </a:lnTo>
                <a:lnTo>
                  <a:pt x="102100" y="44954"/>
                </a:lnTo>
                <a:lnTo>
                  <a:pt x="117843" y="55943"/>
                </a:lnTo>
                <a:lnTo>
                  <a:pt x="139771" y="63458"/>
                </a:lnTo>
                <a:lnTo>
                  <a:pt x="164450" y="67240"/>
                </a:lnTo>
                <a:lnTo>
                  <a:pt x="160070" y="77921"/>
                </a:lnTo>
                <a:close/>
              </a:path>
              <a:path w="174625" h="191135">
                <a:moveTo>
                  <a:pt x="174594" y="98900"/>
                </a:moveTo>
                <a:lnTo>
                  <a:pt x="0" y="98900"/>
                </a:lnTo>
                <a:lnTo>
                  <a:pt x="0" y="87988"/>
                </a:lnTo>
                <a:lnTo>
                  <a:pt x="174594" y="87988"/>
                </a:lnTo>
                <a:lnTo>
                  <a:pt x="174594" y="98900"/>
                </a:lnTo>
                <a:close/>
              </a:path>
              <a:path w="174625" h="191135">
                <a:moveTo>
                  <a:pt x="93905" y="118727"/>
                </a:moveTo>
                <a:lnTo>
                  <a:pt x="80381" y="118727"/>
                </a:lnTo>
                <a:lnTo>
                  <a:pt x="80381" y="98900"/>
                </a:lnTo>
                <a:lnTo>
                  <a:pt x="93905" y="98900"/>
                </a:lnTo>
                <a:lnTo>
                  <a:pt x="93905" y="118727"/>
                </a:lnTo>
                <a:close/>
              </a:path>
              <a:path w="174625" h="191135">
                <a:moveTo>
                  <a:pt x="157765" y="190732"/>
                </a:moveTo>
                <a:lnTo>
                  <a:pt x="22054" y="190732"/>
                </a:lnTo>
                <a:lnTo>
                  <a:pt x="22054" y="148389"/>
                </a:lnTo>
                <a:lnTo>
                  <a:pt x="138323" y="148389"/>
                </a:lnTo>
                <a:lnTo>
                  <a:pt x="138323" y="129255"/>
                </a:lnTo>
                <a:lnTo>
                  <a:pt x="21516" y="129255"/>
                </a:lnTo>
                <a:lnTo>
                  <a:pt x="21516" y="118727"/>
                </a:lnTo>
                <a:lnTo>
                  <a:pt x="151771" y="118727"/>
                </a:lnTo>
                <a:lnTo>
                  <a:pt x="151771" y="158533"/>
                </a:lnTo>
                <a:lnTo>
                  <a:pt x="35426" y="158533"/>
                </a:lnTo>
                <a:lnTo>
                  <a:pt x="35426" y="179743"/>
                </a:lnTo>
                <a:lnTo>
                  <a:pt x="157765" y="179743"/>
                </a:lnTo>
                <a:lnTo>
                  <a:pt x="157765" y="190732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3234051" y="3278592"/>
            <a:ext cx="175260" cy="181610"/>
          </a:xfrm>
          <a:custGeom>
            <a:avLst/>
            <a:gdLst/>
            <a:ahLst/>
            <a:cxnLst/>
            <a:rect l="l" t="t" r="r" b="b"/>
            <a:pathLst>
              <a:path w="175259" h="181610">
                <a:moveTo>
                  <a:pt x="159071" y="11757"/>
                </a:moveTo>
                <a:lnTo>
                  <a:pt x="16060" y="11757"/>
                </a:lnTo>
                <a:lnTo>
                  <a:pt x="16060" y="0"/>
                </a:lnTo>
                <a:lnTo>
                  <a:pt x="159071" y="0"/>
                </a:lnTo>
                <a:lnTo>
                  <a:pt x="159071" y="11757"/>
                </a:lnTo>
                <a:close/>
              </a:path>
              <a:path w="175259" h="181610">
                <a:moveTo>
                  <a:pt x="15753" y="69007"/>
                </a:moveTo>
                <a:lnTo>
                  <a:pt x="10681" y="57941"/>
                </a:lnTo>
                <a:lnTo>
                  <a:pt x="34609" y="52651"/>
                </a:lnTo>
                <a:lnTo>
                  <a:pt x="56529" y="42995"/>
                </a:lnTo>
                <a:lnTo>
                  <a:pt x="72635" y="29456"/>
                </a:lnTo>
                <a:lnTo>
                  <a:pt x="78920" y="12602"/>
                </a:lnTo>
                <a:lnTo>
                  <a:pt x="78920" y="11757"/>
                </a:lnTo>
                <a:lnTo>
                  <a:pt x="95903" y="11757"/>
                </a:lnTo>
                <a:lnTo>
                  <a:pt x="95903" y="12602"/>
                </a:lnTo>
                <a:lnTo>
                  <a:pt x="101774" y="28663"/>
                </a:lnTo>
                <a:lnTo>
                  <a:pt x="87450" y="28663"/>
                </a:lnTo>
                <a:lnTo>
                  <a:pt x="75934" y="43807"/>
                </a:lnTo>
                <a:lnTo>
                  <a:pt x="58720" y="55694"/>
                </a:lnTo>
                <a:lnTo>
                  <a:pt x="37946" y="64152"/>
                </a:lnTo>
                <a:lnTo>
                  <a:pt x="15753" y="69007"/>
                </a:lnTo>
                <a:close/>
              </a:path>
              <a:path w="175259" h="181610">
                <a:moveTo>
                  <a:pt x="158994" y="69007"/>
                </a:moveTo>
                <a:lnTo>
                  <a:pt x="136804" y="64152"/>
                </a:lnTo>
                <a:lnTo>
                  <a:pt x="116047" y="55694"/>
                </a:lnTo>
                <a:lnTo>
                  <a:pt x="98878" y="43807"/>
                </a:lnTo>
                <a:lnTo>
                  <a:pt x="87450" y="28663"/>
                </a:lnTo>
                <a:lnTo>
                  <a:pt x="101774" y="28663"/>
                </a:lnTo>
                <a:lnTo>
                  <a:pt x="102040" y="29391"/>
                </a:lnTo>
                <a:lnTo>
                  <a:pt x="118083" y="42937"/>
                </a:lnTo>
                <a:lnTo>
                  <a:pt x="140134" y="52651"/>
                </a:lnTo>
                <a:lnTo>
                  <a:pt x="164297" y="57941"/>
                </a:lnTo>
                <a:lnTo>
                  <a:pt x="158994" y="69007"/>
                </a:lnTo>
                <a:close/>
              </a:path>
              <a:path w="175259" h="181610">
                <a:moveTo>
                  <a:pt x="174748" y="93675"/>
                </a:moveTo>
                <a:lnTo>
                  <a:pt x="0" y="93675"/>
                </a:lnTo>
                <a:lnTo>
                  <a:pt x="0" y="82071"/>
                </a:lnTo>
                <a:lnTo>
                  <a:pt x="174748" y="82071"/>
                </a:lnTo>
                <a:lnTo>
                  <a:pt x="174748" y="93675"/>
                </a:lnTo>
                <a:close/>
              </a:path>
              <a:path w="175259" h="181610">
                <a:moveTo>
                  <a:pt x="87297" y="181126"/>
                </a:moveTo>
                <a:lnTo>
                  <a:pt x="59618" y="178861"/>
                </a:lnTo>
                <a:lnTo>
                  <a:pt x="38884" y="172231"/>
                </a:lnTo>
                <a:lnTo>
                  <a:pt x="25873" y="161480"/>
                </a:lnTo>
                <a:lnTo>
                  <a:pt x="21363" y="146852"/>
                </a:lnTo>
                <a:lnTo>
                  <a:pt x="25873" y="132232"/>
                </a:lnTo>
                <a:lnTo>
                  <a:pt x="38884" y="121416"/>
                </a:lnTo>
                <a:lnTo>
                  <a:pt x="59618" y="114692"/>
                </a:lnTo>
                <a:lnTo>
                  <a:pt x="87297" y="112349"/>
                </a:lnTo>
                <a:lnTo>
                  <a:pt x="114876" y="114692"/>
                </a:lnTo>
                <a:lnTo>
                  <a:pt x="135546" y="121416"/>
                </a:lnTo>
                <a:lnTo>
                  <a:pt x="138038" y="123491"/>
                </a:lnTo>
                <a:lnTo>
                  <a:pt x="87297" y="123491"/>
                </a:lnTo>
                <a:lnTo>
                  <a:pt x="65639" y="125153"/>
                </a:lnTo>
                <a:lnTo>
                  <a:pt x="49248" y="129754"/>
                </a:lnTo>
                <a:lnTo>
                  <a:pt x="38894" y="137064"/>
                </a:lnTo>
                <a:lnTo>
                  <a:pt x="35349" y="146852"/>
                </a:lnTo>
                <a:lnTo>
                  <a:pt x="38894" y="156549"/>
                </a:lnTo>
                <a:lnTo>
                  <a:pt x="49248" y="163797"/>
                </a:lnTo>
                <a:lnTo>
                  <a:pt x="65639" y="168336"/>
                </a:lnTo>
                <a:lnTo>
                  <a:pt x="87297" y="169906"/>
                </a:lnTo>
                <a:lnTo>
                  <a:pt x="138355" y="169906"/>
                </a:lnTo>
                <a:lnTo>
                  <a:pt x="135546" y="172231"/>
                </a:lnTo>
                <a:lnTo>
                  <a:pt x="114876" y="178861"/>
                </a:lnTo>
                <a:lnTo>
                  <a:pt x="87297" y="181126"/>
                </a:lnTo>
                <a:close/>
              </a:path>
              <a:path w="175259" h="181610">
                <a:moveTo>
                  <a:pt x="138355" y="169906"/>
                </a:moveTo>
                <a:lnTo>
                  <a:pt x="87297" y="169906"/>
                </a:lnTo>
                <a:lnTo>
                  <a:pt x="108870" y="168336"/>
                </a:lnTo>
                <a:lnTo>
                  <a:pt x="125249" y="163797"/>
                </a:lnTo>
                <a:lnTo>
                  <a:pt x="135677" y="156549"/>
                </a:lnTo>
                <a:lnTo>
                  <a:pt x="139398" y="146852"/>
                </a:lnTo>
                <a:lnTo>
                  <a:pt x="135677" y="137064"/>
                </a:lnTo>
                <a:lnTo>
                  <a:pt x="125249" y="129754"/>
                </a:lnTo>
                <a:lnTo>
                  <a:pt x="108870" y="125153"/>
                </a:lnTo>
                <a:lnTo>
                  <a:pt x="87297" y="123491"/>
                </a:lnTo>
                <a:lnTo>
                  <a:pt x="138038" y="123491"/>
                </a:lnTo>
                <a:lnTo>
                  <a:pt x="148537" y="132232"/>
                </a:lnTo>
                <a:lnTo>
                  <a:pt x="153077" y="146852"/>
                </a:lnTo>
                <a:lnTo>
                  <a:pt x="148537" y="161480"/>
                </a:lnTo>
                <a:lnTo>
                  <a:pt x="138355" y="16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3447683" y="3276600"/>
            <a:ext cx="132715" cy="11430"/>
          </a:xfrm>
          <a:custGeom>
            <a:avLst/>
            <a:gdLst/>
            <a:ahLst/>
            <a:cxnLst/>
            <a:rect l="l" t="t" r="r" b="b"/>
            <a:pathLst>
              <a:path w="132715" h="11429">
                <a:moveTo>
                  <a:pt x="0" y="0"/>
                </a:moveTo>
                <a:lnTo>
                  <a:pt x="132482" y="0"/>
                </a:lnTo>
                <a:lnTo>
                  <a:pt x="132482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3566334" y="3288029"/>
            <a:ext cx="13970" cy="24130"/>
          </a:xfrm>
          <a:custGeom>
            <a:avLst/>
            <a:gdLst/>
            <a:ahLst/>
            <a:cxnLst/>
            <a:rect l="l" t="t" r="r" b="b"/>
            <a:pathLst>
              <a:path w="13969" h="24129">
                <a:moveTo>
                  <a:pt x="0" y="0"/>
                </a:moveTo>
                <a:lnTo>
                  <a:pt x="13832" y="0"/>
                </a:lnTo>
                <a:lnTo>
                  <a:pt x="13832" y="24130"/>
                </a:lnTo>
                <a:lnTo>
                  <a:pt x="0" y="241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13448145" y="3312159"/>
            <a:ext cx="132080" cy="11430"/>
          </a:xfrm>
          <a:custGeom>
            <a:avLst/>
            <a:gdLst/>
            <a:ahLst/>
            <a:cxnLst/>
            <a:rect l="l" t="t" r="r" b="b"/>
            <a:pathLst>
              <a:path w="132080" h="11429">
                <a:moveTo>
                  <a:pt x="0" y="0"/>
                </a:moveTo>
                <a:lnTo>
                  <a:pt x="132021" y="0"/>
                </a:lnTo>
                <a:lnTo>
                  <a:pt x="132021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13448145" y="3323590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0" y="0"/>
                </a:moveTo>
                <a:lnTo>
                  <a:pt x="13755" y="0"/>
                </a:lnTo>
                <a:lnTo>
                  <a:pt x="13755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13448145" y="3350259"/>
            <a:ext cx="136525" cy="11430"/>
          </a:xfrm>
          <a:custGeom>
            <a:avLst/>
            <a:gdLst/>
            <a:ahLst/>
            <a:cxnLst/>
            <a:rect l="l" t="t" r="r" b="b"/>
            <a:pathLst>
              <a:path w="136525" h="11429">
                <a:moveTo>
                  <a:pt x="0" y="0"/>
                </a:moveTo>
                <a:lnTo>
                  <a:pt x="136017" y="0"/>
                </a:lnTo>
                <a:lnTo>
                  <a:pt x="136017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13426166" y="3383487"/>
            <a:ext cx="175895" cy="11430"/>
          </a:xfrm>
          <a:custGeom>
            <a:avLst/>
            <a:gdLst/>
            <a:ahLst/>
            <a:cxnLst/>
            <a:rect l="l" t="t" r="r" b="b"/>
            <a:pathLst>
              <a:path w="175894" h="11429">
                <a:moveTo>
                  <a:pt x="175593" y="11219"/>
                </a:moveTo>
                <a:lnTo>
                  <a:pt x="0" y="11219"/>
                </a:lnTo>
                <a:lnTo>
                  <a:pt x="0" y="0"/>
                </a:lnTo>
                <a:lnTo>
                  <a:pt x="175593" y="0"/>
                </a:lnTo>
                <a:lnTo>
                  <a:pt x="175593" y="1121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13473887" y="3394706"/>
            <a:ext cx="13970" cy="66040"/>
          </a:xfrm>
          <a:custGeom>
            <a:avLst/>
            <a:gdLst/>
            <a:ahLst/>
            <a:cxnLst/>
            <a:rect l="l" t="t" r="r" b="b"/>
            <a:pathLst>
              <a:path w="13969" h="66039">
                <a:moveTo>
                  <a:pt x="13678" y="65626"/>
                </a:moveTo>
                <a:lnTo>
                  <a:pt x="0" y="65626"/>
                </a:lnTo>
                <a:lnTo>
                  <a:pt x="0" y="0"/>
                </a:lnTo>
                <a:lnTo>
                  <a:pt x="13678" y="0"/>
                </a:lnTo>
                <a:lnTo>
                  <a:pt x="13678" y="6562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13540206" y="3394706"/>
            <a:ext cx="13970" cy="66040"/>
          </a:xfrm>
          <a:custGeom>
            <a:avLst/>
            <a:gdLst/>
            <a:ahLst/>
            <a:cxnLst/>
            <a:rect l="l" t="t" r="r" b="b"/>
            <a:pathLst>
              <a:path w="13969" h="66039">
                <a:moveTo>
                  <a:pt x="13678" y="65626"/>
                </a:moveTo>
                <a:lnTo>
                  <a:pt x="0" y="65626"/>
                </a:lnTo>
                <a:lnTo>
                  <a:pt x="0" y="0"/>
                </a:lnTo>
                <a:lnTo>
                  <a:pt x="13678" y="0"/>
                </a:lnTo>
                <a:lnTo>
                  <a:pt x="13678" y="6562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13685618" y="3278668"/>
            <a:ext cx="41275" cy="196850"/>
          </a:xfrm>
          <a:custGeom>
            <a:avLst/>
            <a:gdLst/>
            <a:ahLst/>
            <a:cxnLst/>
            <a:rect l="l" t="t" r="r" b="b"/>
            <a:pathLst>
              <a:path w="41275" h="196850">
                <a:moveTo>
                  <a:pt x="40882" y="196726"/>
                </a:moveTo>
                <a:lnTo>
                  <a:pt x="27510" y="196726"/>
                </a:lnTo>
                <a:lnTo>
                  <a:pt x="15723" y="174548"/>
                </a:lnTo>
                <a:lnTo>
                  <a:pt x="7098" y="150772"/>
                </a:lnTo>
                <a:lnTo>
                  <a:pt x="1802" y="125381"/>
                </a:lnTo>
                <a:lnTo>
                  <a:pt x="0" y="98363"/>
                </a:lnTo>
                <a:lnTo>
                  <a:pt x="1802" y="71344"/>
                </a:lnTo>
                <a:lnTo>
                  <a:pt x="7098" y="45953"/>
                </a:lnTo>
                <a:lnTo>
                  <a:pt x="15723" y="22177"/>
                </a:lnTo>
                <a:lnTo>
                  <a:pt x="27510" y="0"/>
                </a:lnTo>
                <a:lnTo>
                  <a:pt x="40882" y="0"/>
                </a:lnTo>
                <a:lnTo>
                  <a:pt x="30594" y="20329"/>
                </a:lnTo>
                <a:lnTo>
                  <a:pt x="22496" y="44714"/>
                </a:lnTo>
                <a:lnTo>
                  <a:pt x="17194" y="71333"/>
                </a:lnTo>
                <a:lnTo>
                  <a:pt x="15292" y="98363"/>
                </a:lnTo>
                <a:lnTo>
                  <a:pt x="17205" y="125478"/>
                </a:lnTo>
                <a:lnTo>
                  <a:pt x="22525" y="152126"/>
                </a:lnTo>
                <a:lnTo>
                  <a:pt x="30626" y="176483"/>
                </a:lnTo>
                <a:lnTo>
                  <a:pt x="40882" y="19672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13747250" y="3268525"/>
            <a:ext cx="161069" cy="19180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13948356" y="3268525"/>
            <a:ext cx="153615" cy="18934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14321828" y="3277055"/>
            <a:ext cx="175593" cy="18066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14138088" y="3268755"/>
            <a:ext cx="159763" cy="18696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14525316" y="3268525"/>
            <a:ext cx="146545" cy="19203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14706750" y="3274980"/>
            <a:ext cx="234380" cy="20041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15122647" y="3247509"/>
            <a:ext cx="9525" cy="222885"/>
          </a:xfrm>
          <a:custGeom>
            <a:avLst/>
            <a:gdLst/>
            <a:ahLst/>
            <a:cxnLst/>
            <a:rect l="l" t="t" r="r" b="b"/>
            <a:pathLst>
              <a:path w="9525" h="222885">
                <a:moveTo>
                  <a:pt x="9346" y="222546"/>
                </a:moveTo>
                <a:lnTo>
                  <a:pt x="0" y="222546"/>
                </a:lnTo>
                <a:lnTo>
                  <a:pt x="0" y="0"/>
                </a:lnTo>
                <a:lnTo>
                  <a:pt x="9346" y="0"/>
                </a:lnTo>
                <a:lnTo>
                  <a:pt x="9346" y="22254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15247047" y="3288889"/>
            <a:ext cx="175260" cy="143510"/>
          </a:xfrm>
          <a:custGeom>
            <a:avLst/>
            <a:gdLst/>
            <a:ahLst/>
            <a:cxnLst/>
            <a:rect l="l" t="t" r="r" b="b"/>
            <a:pathLst>
              <a:path w="175259" h="143510">
                <a:moveTo>
                  <a:pt x="145469" y="106739"/>
                </a:moveTo>
                <a:lnTo>
                  <a:pt x="131483" y="104971"/>
                </a:lnTo>
                <a:lnTo>
                  <a:pt x="135573" y="79588"/>
                </a:lnTo>
                <a:lnTo>
                  <a:pt x="137689" y="57231"/>
                </a:lnTo>
                <a:lnTo>
                  <a:pt x="138507" y="37323"/>
                </a:lnTo>
                <a:lnTo>
                  <a:pt x="138707" y="19288"/>
                </a:lnTo>
                <a:lnTo>
                  <a:pt x="138707" y="11526"/>
                </a:lnTo>
                <a:lnTo>
                  <a:pt x="18827" y="11526"/>
                </a:lnTo>
                <a:lnTo>
                  <a:pt x="18827" y="0"/>
                </a:lnTo>
                <a:lnTo>
                  <a:pt x="152385" y="0"/>
                </a:lnTo>
                <a:lnTo>
                  <a:pt x="152385" y="19288"/>
                </a:lnTo>
                <a:lnTo>
                  <a:pt x="152191" y="37545"/>
                </a:lnTo>
                <a:lnTo>
                  <a:pt x="151406" y="57624"/>
                </a:lnTo>
                <a:lnTo>
                  <a:pt x="149381" y="80399"/>
                </a:lnTo>
                <a:lnTo>
                  <a:pt x="145469" y="106739"/>
                </a:lnTo>
                <a:close/>
              </a:path>
              <a:path w="175259" h="143510">
                <a:moveTo>
                  <a:pt x="83992" y="131330"/>
                </a:moveTo>
                <a:lnTo>
                  <a:pt x="70391" y="131330"/>
                </a:lnTo>
                <a:lnTo>
                  <a:pt x="70391" y="61937"/>
                </a:lnTo>
                <a:lnTo>
                  <a:pt x="83992" y="61937"/>
                </a:lnTo>
                <a:lnTo>
                  <a:pt x="83992" y="131330"/>
                </a:lnTo>
                <a:close/>
              </a:path>
              <a:path w="175259" h="143510">
                <a:moveTo>
                  <a:pt x="174748" y="143010"/>
                </a:moveTo>
                <a:lnTo>
                  <a:pt x="0" y="143010"/>
                </a:lnTo>
                <a:lnTo>
                  <a:pt x="0" y="131330"/>
                </a:lnTo>
                <a:lnTo>
                  <a:pt x="174748" y="131330"/>
                </a:lnTo>
                <a:lnTo>
                  <a:pt x="174748" y="14301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15439163" y="3273366"/>
            <a:ext cx="175895" cy="182880"/>
          </a:xfrm>
          <a:custGeom>
            <a:avLst/>
            <a:gdLst/>
            <a:ahLst/>
            <a:cxnLst/>
            <a:rect l="l" t="t" r="r" b="b"/>
            <a:pathLst>
              <a:path w="175894" h="182879">
                <a:moveTo>
                  <a:pt x="16982" y="75693"/>
                </a:moveTo>
                <a:lnTo>
                  <a:pt x="11373" y="64704"/>
                </a:lnTo>
                <a:lnTo>
                  <a:pt x="35160" y="58024"/>
                </a:lnTo>
                <a:lnTo>
                  <a:pt x="57528" y="46078"/>
                </a:lnTo>
                <a:lnTo>
                  <a:pt x="74148" y="29939"/>
                </a:lnTo>
                <a:lnTo>
                  <a:pt x="80688" y="10681"/>
                </a:lnTo>
                <a:lnTo>
                  <a:pt x="80688" y="0"/>
                </a:lnTo>
                <a:lnTo>
                  <a:pt x="94674" y="0"/>
                </a:lnTo>
                <a:lnTo>
                  <a:pt x="94674" y="10681"/>
                </a:lnTo>
                <a:lnTo>
                  <a:pt x="101236" y="29601"/>
                </a:lnTo>
                <a:lnTo>
                  <a:pt x="102255" y="30584"/>
                </a:lnTo>
                <a:lnTo>
                  <a:pt x="87835" y="30584"/>
                </a:lnTo>
                <a:lnTo>
                  <a:pt x="75748" y="46980"/>
                </a:lnTo>
                <a:lnTo>
                  <a:pt x="58460" y="60199"/>
                </a:lnTo>
                <a:lnTo>
                  <a:pt x="38146" y="69887"/>
                </a:lnTo>
                <a:lnTo>
                  <a:pt x="16982" y="75693"/>
                </a:lnTo>
                <a:close/>
              </a:path>
              <a:path w="175894" h="182879">
                <a:moveTo>
                  <a:pt x="158456" y="75462"/>
                </a:moveTo>
                <a:lnTo>
                  <a:pt x="137404" y="69628"/>
                </a:lnTo>
                <a:lnTo>
                  <a:pt x="117180" y="59911"/>
                </a:lnTo>
                <a:lnTo>
                  <a:pt x="99939" y="46750"/>
                </a:lnTo>
                <a:lnTo>
                  <a:pt x="87835" y="30584"/>
                </a:lnTo>
                <a:lnTo>
                  <a:pt x="102255" y="30584"/>
                </a:lnTo>
                <a:lnTo>
                  <a:pt x="117949" y="45733"/>
                </a:lnTo>
                <a:lnTo>
                  <a:pt x="140353" y="57787"/>
                </a:lnTo>
                <a:lnTo>
                  <a:pt x="163989" y="64473"/>
                </a:lnTo>
                <a:lnTo>
                  <a:pt x="158456" y="75462"/>
                </a:lnTo>
                <a:close/>
              </a:path>
              <a:path w="175894" h="182879">
                <a:moveTo>
                  <a:pt x="175593" y="105432"/>
                </a:moveTo>
                <a:lnTo>
                  <a:pt x="0" y="105432"/>
                </a:lnTo>
                <a:lnTo>
                  <a:pt x="0" y="93905"/>
                </a:lnTo>
                <a:lnTo>
                  <a:pt x="175593" y="93905"/>
                </a:lnTo>
                <a:lnTo>
                  <a:pt x="175593" y="105432"/>
                </a:lnTo>
                <a:close/>
              </a:path>
              <a:path w="175894" h="182879">
                <a:moveTo>
                  <a:pt x="95519" y="146699"/>
                </a:moveTo>
                <a:lnTo>
                  <a:pt x="81917" y="146699"/>
                </a:lnTo>
                <a:lnTo>
                  <a:pt x="81917" y="105432"/>
                </a:lnTo>
                <a:lnTo>
                  <a:pt x="95519" y="105432"/>
                </a:lnTo>
                <a:lnTo>
                  <a:pt x="95519" y="146699"/>
                </a:lnTo>
                <a:close/>
              </a:path>
              <a:path w="175894" h="182879">
                <a:moveTo>
                  <a:pt x="155997" y="182355"/>
                </a:moveTo>
                <a:lnTo>
                  <a:pt x="23207" y="182355"/>
                </a:lnTo>
                <a:lnTo>
                  <a:pt x="23207" y="127180"/>
                </a:lnTo>
                <a:lnTo>
                  <a:pt x="36886" y="127180"/>
                </a:lnTo>
                <a:lnTo>
                  <a:pt x="36886" y="170752"/>
                </a:lnTo>
                <a:lnTo>
                  <a:pt x="155997" y="170752"/>
                </a:lnTo>
                <a:lnTo>
                  <a:pt x="155997" y="18235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15654869" y="3284220"/>
            <a:ext cx="129539" cy="11430"/>
          </a:xfrm>
          <a:custGeom>
            <a:avLst/>
            <a:gdLst/>
            <a:ahLst/>
            <a:cxnLst/>
            <a:rect l="l" t="t" r="r" b="b"/>
            <a:pathLst>
              <a:path w="129540" h="11429">
                <a:moveTo>
                  <a:pt x="0" y="0"/>
                </a:moveTo>
                <a:lnTo>
                  <a:pt x="129408" y="0"/>
                </a:lnTo>
                <a:lnTo>
                  <a:pt x="129408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15654869" y="3295650"/>
            <a:ext cx="13970" cy="63500"/>
          </a:xfrm>
          <a:custGeom>
            <a:avLst/>
            <a:gdLst/>
            <a:ahLst/>
            <a:cxnLst/>
            <a:rect l="l" t="t" r="r" b="b"/>
            <a:pathLst>
              <a:path w="13969" h="63500">
                <a:moveTo>
                  <a:pt x="0" y="0"/>
                </a:moveTo>
                <a:lnTo>
                  <a:pt x="13755" y="0"/>
                </a:lnTo>
                <a:lnTo>
                  <a:pt x="1375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15654869" y="3359150"/>
            <a:ext cx="132080" cy="11430"/>
          </a:xfrm>
          <a:custGeom>
            <a:avLst/>
            <a:gdLst/>
            <a:ahLst/>
            <a:cxnLst/>
            <a:rect l="l" t="t" r="r" b="b"/>
            <a:pathLst>
              <a:path w="132080" h="11429">
                <a:moveTo>
                  <a:pt x="0" y="0"/>
                </a:moveTo>
                <a:lnTo>
                  <a:pt x="131483" y="0"/>
                </a:lnTo>
                <a:lnTo>
                  <a:pt x="131483" y="11429"/>
                </a:lnTo>
                <a:lnTo>
                  <a:pt x="0" y="114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15712351" y="3370579"/>
            <a:ext cx="13970" cy="53340"/>
          </a:xfrm>
          <a:custGeom>
            <a:avLst/>
            <a:gdLst/>
            <a:ahLst/>
            <a:cxnLst/>
            <a:rect l="l" t="t" r="r" b="b"/>
            <a:pathLst>
              <a:path w="13969" h="53339">
                <a:moveTo>
                  <a:pt x="0" y="0"/>
                </a:moveTo>
                <a:lnTo>
                  <a:pt x="13524" y="0"/>
                </a:lnTo>
                <a:lnTo>
                  <a:pt x="13524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15631892" y="3423920"/>
            <a:ext cx="175895" cy="11430"/>
          </a:xfrm>
          <a:custGeom>
            <a:avLst/>
            <a:gdLst/>
            <a:ahLst/>
            <a:cxnLst/>
            <a:rect l="l" t="t" r="r" b="b"/>
            <a:pathLst>
              <a:path w="175894" h="11429">
                <a:moveTo>
                  <a:pt x="0" y="0"/>
                </a:moveTo>
                <a:lnTo>
                  <a:pt x="175593" y="0"/>
                </a:lnTo>
                <a:lnTo>
                  <a:pt x="175593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15880477" y="3268525"/>
            <a:ext cx="161069" cy="19180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16079816" y="3268294"/>
            <a:ext cx="357565" cy="18957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16509700" y="3268755"/>
            <a:ext cx="162222" cy="190962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16700971" y="3268294"/>
            <a:ext cx="179051" cy="187427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16950112" y="3268525"/>
            <a:ext cx="154614" cy="191807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17139155" y="3278592"/>
            <a:ext cx="175593" cy="17713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3908" y="1806458"/>
            <a:ext cx="406400" cy="131445"/>
          </a:xfrm>
          <a:custGeom>
            <a:avLst/>
            <a:gdLst/>
            <a:ahLst/>
            <a:cxnLst/>
            <a:rect l="l" t="t" r="r" b="b"/>
            <a:pathLst>
              <a:path w="406400" h="131444">
                <a:moveTo>
                  <a:pt x="405864" y="72923"/>
                </a:moveTo>
                <a:lnTo>
                  <a:pt x="248233" y="72923"/>
                </a:lnTo>
                <a:lnTo>
                  <a:pt x="248233" y="0"/>
                </a:lnTo>
                <a:lnTo>
                  <a:pt x="174573" y="0"/>
                </a:lnTo>
                <a:lnTo>
                  <a:pt x="174573" y="72923"/>
                </a:lnTo>
                <a:lnTo>
                  <a:pt x="0" y="72923"/>
                </a:lnTo>
                <a:lnTo>
                  <a:pt x="0" y="131114"/>
                </a:lnTo>
                <a:lnTo>
                  <a:pt x="405864" y="131114"/>
                </a:lnTo>
                <a:lnTo>
                  <a:pt x="405864" y="7292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77451" y="1817507"/>
            <a:ext cx="167640" cy="471170"/>
          </a:xfrm>
          <a:custGeom>
            <a:avLst/>
            <a:gdLst/>
            <a:ahLst/>
            <a:cxnLst/>
            <a:rect l="l" t="t" r="r" b="b"/>
            <a:pathLst>
              <a:path w="167640" h="471169">
                <a:moveTo>
                  <a:pt x="95020" y="470685"/>
                </a:moveTo>
                <a:lnTo>
                  <a:pt x="167207" y="470685"/>
                </a:lnTo>
                <a:lnTo>
                  <a:pt x="167207" y="0"/>
                </a:lnTo>
                <a:lnTo>
                  <a:pt x="95020" y="0"/>
                </a:lnTo>
                <a:lnTo>
                  <a:pt x="95020" y="142163"/>
                </a:lnTo>
                <a:lnTo>
                  <a:pt x="0" y="142163"/>
                </a:lnTo>
                <a:lnTo>
                  <a:pt x="0" y="204037"/>
                </a:lnTo>
                <a:lnTo>
                  <a:pt x="95020" y="204037"/>
                </a:lnTo>
                <a:lnTo>
                  <a:pt x="95020" y="289482"/>
                </a:lnTo>
                <a:lnTo>
                  <a:pt x="0" y="289482"/>
                </a:lnTo>
                <a:lnTo>
                  <a:pt x="0" y="351356"/>
                </a:lnTo>
                <a:lnTo>
                  <a:pt x="95020" y="351356"/>
                </a:lnTo>
                <a:lnTo>
                  <a:pt x="95020" y="47068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82636" y="1975139"/>
            <a:ext cx="365125" cy="255270"/>
          </a:xfrm>
          <a:custGeom>
            <a:avLst/>
            <a:gdLst/>
            <a:ahLst/>
            <a:cxnLst/>
            <a:rect l="l" t="t" r="r" b="b"/>
            <a:pathLst>
              <a:path w="365125" h="255269">
                <a:moveTo>
                  <a:pt x="182676" y="254862"/>
                </a:moveTo>
                <a:lnTo>
                  <a:pt x="241197" y="249529"/>
                </a:lnTo>
                <a:lnTo>
                  <a:pt x="291268" y="233766"/>
                </a:lnTo>
                <a:lnTo>
                  <a:pt x="330272" y="207926"/>
                </a:lnTo>
                <a:lnTo>
                  <a:pt x="355593" y="172363"/>
                </a:lnTo>
                <a:lnTo>
                  <a:pt x="364615" y="127431"/>
                </a:lnTo>
                <a:lnTo>
                  <a:pt x="355593" y="82781"/>
                </a:lnTo>
                <a:lnTo>
                  <a:pt x="330272" y="47254"/>
                </a:lnTo>
                <a:lnTo>
                  <a:pt x="291268" y="21308"/>
                </a:lnTo>
                <a:lnTo>
                  <a:pt x="241197" y="5403"/>
                </a:lnTo>
                <a:lnTo>
                  <a:pt x="182676" y="0"/>
                </a:lnTo>
                <a:lnTo>
                  <a:pt x="124078" y="5403"/>
                </a:lnTo>
                <a:lnTo>
                  <a:pt x="73824" y="21308"/>
                </a:lnTo>
                <a:lnTo>
                  <a:pt x="34602" y="47254"/>
                </a:lnTo>
                <a:lnTo>
                  <a:pt x="9098" y="82781"/>
                </a:lnTo>
                <a:lnTo>
                  <a:pt x="0" y="127431"/>
                </a:lnTo>
                <a:lnTo>
                  <a:pt x="9098" y="172363"/>
                </a:lnTo>
                <a:lnTo>
                  <a:pt x="34602" y="207926"/>
                </a:lnTo>
                <a:lnTo>
                  <a:pt x="73824" y="233766"/>
                </a:lnTo>
                <a:lnTo>
                  <a:pt x="124078" y="249529"/>
                </a:lnTo>
                <a:lnTo>
                  <a:pt x="182676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5246" y="2023754"/>
            <a:ext cx="239393" cy="158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09153" y="2259465"/>
            <a:ext cx="550545" cy="179070"/>
          </a:xfrm>
          <a:custGeom>
            <a:avLst/>
            <a:gdLst/>
            <a:ahLst/>
            <a:cxnLst/>
            <a:rect l="l" t="t" r="r" b="b"/>
            <a:pathLst>
              <a:path w="550545" h="179069">
                <a:moveTo>
                  <a:pt x="73659" y="114172"/>
                </a:moveTo>
                <a:lnTo>
                  <a:pt x="73659" y="0"/>
                </a:lnTo>
                <a:lnTo>
                  <a:pt x="0" y="0"/>
                </a:lnTo>
                <a:lnTo>
                  <a:pt x="0" y="178993"/>
                </a:lnTo>
                <a:lnTo>
                  <a:pt x="550237" y="178993"/>
                </a:lnTo>
                <a:lnTo>
                  <a:pt x="550237" y="114172"/>
                </a:lnTo>
                <a:lnTo>
                  <a:pt x="73659" y="11417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75186" y="1817507"/>
            <a:ext cx="73025" cy="307975"/>
          </a:xfrm>
          <a:custGeom>
            <a:avLst/>
            <a:gdLst/>
            <a:ahLst/>
            <a:cxnLst/>
            <a:rect l="l" t="t" r="r" b="b"/>
            <a:pathLst>
              <a:path w="73025" h="307975">
                <a:moveTo>
                  <a:pt x="72923" y="0"/>
                </a:moveTo>
                <a:lnTo>
                  <a:pt x="0" y="0"/>
                </a:lnTo>
                <a:lnTo>
                  <a:pt x="0" y="307897"/>
                </a:lnTo>
                <a:lnTo>
                  <a:pt x="72923" y="307897"/>
                </a:lnTo>
                <a:lnTo>
                  <a:pt x="729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70617" y="1823400"/>
            <a:ext cx="443865" cy="296545"/>
          </a:xfrm>
          <a:custGeom>
            <a:avLst/>
            <a:gdLst/>
            <a:ahLst/>
            <a:cxnLst/>
            <a:rect l="l" t="t" r="r" b="b"/>
            <a:pathLst>
              <a:path w="443865" h="296544">
                <a:moveTo>
                  <a:pt x="212139" y="175310"/>
                </a:moveTo>
                <a:lnTo>
                  <a:pt x="408074" y="285799"/>
                </a:lnTo>
                <a:lnTo>
                  <a:pt x="443431" y="230554"/>
                </a:lnTo>
                <a:lnTo>
                  <a:pt x="243813" y="120801"/>
                </a:lnTo>
                <a:lnTo>
                  <a:pt x="254022" y="93501"/>
                </a:lnTo>
                <a:lnTo>
                  <a:pt x="261399" y="64820"/>
                </a:lnTo>
                <a:lnTo>
                  <a:pt x="265876" y="35034"/>
                </a:lnTo>
                <a:lnTo>
                  <a:pt x="267384" y="4419"/>
                </a:lnTo>
                <a:lnTo>
                  <a:pt x="194461" y="0"/>
                </a:lnTo>
                <a:lnTo>
                  <a:pt x="189719" y="47640"/>
                </a:lnTo>
                <a:lnTo>
                  <a:pt x="176461" y="92046"/>
                </a:lnTo>
                <a:lnTo>
                  <a:pt x="155187" y="132239"/>
                </a:lnTo>
                <a:lnTo>
                  <a:pt x="126402" y="167239"/>
                </a:lnTo>
                <a:lnTo>
                  <a:pt x="90607" y="196067"/>
                </a:lnTo>
                <a:lnTo>
                  <a:pt x="48306" y="217744"/>
                </a:lnTo>
                <a:lnTo>
                  <a:pt x="0" y="231291"/>
                </a:lnTo>
                <a:lnTo>
                  <a:pt x="0" y="296111"/>
                </a:lnTo>
                <a:lnTo>
                  <a:pt x="52610" y="285174"/>
                </a:lnTo>
                <a:lnTo>
                  <a:pt x="100554" y="266954"/>
                </a:lnTo>
                <a:lnTo>
                  <a:pt x="143406" y="242122"/>
                </a:lnTo>
                <a:lnTo>
                  <a:pt x="180743" y="211350"/>
                </a:lnTo>
                <a:lnTo>
                  <a:pt x="212139" y="1753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4077" y="2160025"/>
            <a:ext cx="549910" cy="278765"/>
          </a:xfrm>
          <a:custGeom>
            <a:avLst/>
            <a:gdLst/>
            <a:ahLst/>
            <a:cxnLst/>
            <a:rect l="l" t="t" r="r" b="b"/>
            <a:pathLst>
              <a:path w="549909" h="278764">
                <a:moveTo>
                  <a:pt x="73659" y="220979"/>
                </a:moveTo>
                <a:lnTo>
                  <a:pt x="73659" y="166470"/>
                </a:lnTo>
                <a:lnTo>
                  <a:pt x="534032" y="166470"/>
                </a:lnTo>
                <a:lnTo>
                  <a:pt x="534032" y="0"/>
                </a:lnTo>
                <a:lnTo>
                  <a:pt x="0" y="0"/>
                </a:lnTo>
                <a:lnTo>
                  <a:pt x="0" y="57454"/>
                </a:lnTo>
                <a:lnTo>
                  <a:pt x="461846" y="57454"/>
                </a:lnTo>
                <a:lnTo>
                  <a:pt x="461846" y="111962"/>
                </a:lnTo>
                <a:lnTo>
                  <a:pt x="1473" y="111962"/>
                </a:lnTo>
                <a:lnTo>
                  <a:pt x="1473" y="278433"/>
                </a:lnTo>
                <a:lnTo>
                  <a:pt x="549501" y="278433"/>
                </a:lnTo>
                <a:lnTo>
                  <a:pt x="549501" y="220979"/>
                </a:lnTo>
                <a:lnTo>
                  <a:pt x="73659" y="2209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89848" y="1817507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05167" y="1840342"/>
            <a:ext cx="349250" cy="567690"/>
          </a:xfrm>
          <a:custGeom>
            <a:avLst/>
            <a:gdLst/>
            <a:ahLst/>
            <a:cxnLst/>
            <a:rect l="l" t="t" r="r" b="b"/>
            <a:pathLst>
              <a:path w="349250" h="567689">
                <a:moveTo>
                  <a:pt x="0" y="567179"/>
                </a:moveTo>
                <a:lnTo>
                  <a:pt x="48172" y="564310"/>
                </a:lnTo>
                <a:lnTo>
                  <a:pt x="93324" y="555841"/>
                </a:lnTo>
                <a:lnTo>
                  <a:pt x="135309" y="541977"/>
                </a:lnTo>
                <a:lnTo>
                  <a:pt x="173983" y="522923"/>
                </a:lnTo>
                <a:lnTo>
                  <a:pt x="209200" y="498884"/>
                </a:lnTo>
                <a:lnTo>
                  <a:pt x="240817" y="470065"/>
                </a:lnTo>
                <a:lnTo>
                  <a:pt x="268689" y="436672"/>
                </a:lnTo>
                <a:lnTo>
                  <a:pt x="292670" y="398909"/>
                </a:lnTo>
                <a:lnTo>
                  <a:pt x="312615" y="356982"/>
                </a:lnTo>
                <a:lnTo>
                  <a:pt x="328380" y="311097"/>
                </a:lnTo>
                <a:lnTo>
                  <a:pt x="339820" y="261458"/>
                </a:lnTo>
                <a:lnTo>
                  <a:pt x="346791" y="208270"/>
                </a:lnTo>
                <a:lnTo>
                  <a:pt x="349146" y="151738"/>
                </a:lnTo>
                <a:lnTo>
                  <a:pt x="349146" y="0"/>
                </a:lnTo>
                <a:lnTo>
                  <a:pt x="0" y="0"/>
                </a:lnTo>
                <a:lnTo>
                  <a:pt x="0" y="67030"/>
                </a:lnTo>
                <a:lnTo>
                  <a:pt x="274750" y="67030"/>
                </a:lnTo>
                <a:lnTo>
                  <a:pt x="274750" y="153212"/>
                </a:lnTo>
                <a:lnTo>
                  <a:pt x="272219" y="208707"/>
                </a:lnTo>
                <a:lnTo>
                  <a:pt x="264731" y="260118"/>
                </a:lnTo>
                <a:lnTo>
                  <a:pt x="252441" y="307196"/>
                </a:lnTo>
                <a:lnTo>
                  <a:pt x="235506" y="349692"/>
                </a:lnTo>
                <a:lnTo>
                  <a:pt x="214082" y="387356"/>
                </a:lnTo>
                <a:lnTo>
                  <a:pt x="188324" y="419940"/>
                </a:lnTo>
                <a:lnTo>
                  <a:pt x="158389" y="447195"/>
                </a:lnTo>
                <a:lnTo>
                  <a:pt x="124433" y="468871"/>
                </a:lnTo>
                <a:lnTo>
                  <a:pt x="86612" y="484720"/>
                </a:lnTo>
                <a:lnTo>
                  <a:pt x="45082" y="494492"/>
                </a:lnTo>
                <a:lnTo>
                  <a:pt x="0" y="497939"/>
                </a:lnTo>
                <a:lnTo>
                  <a:pt x="0" y="5671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90202" y="1817507"/>
            <a:ext cx="586740" cy="323215"/>
          </a:xfrm>
          <a:custGeom>
            <a:avLst/>
            <a:gdLst/>
            <a:ahLst/>
            <a:cxnLst/>
            <a:rect l="l" t="t" r="r" b="b"/>
            <a:pathLst>
              <a:path w="586740" h="323214">
                <a:moveTo>
                  <a:pt x="513407" y="0"/>
                </a:moveTo>
                <a:lnTo>
                  <a:pt x="513407" y="125958"/>
                </a:lnTo>
                <a:lnTo>
                  <a:pt x="383766" y="125958"/>
                </a:lnTo>
                <a:lnTo>
                  <a:pt x="367049" y="86187"/>
                </a:lnTo>
                <a:lnTo>
                  <a:pt x="338769" y="53347"/>
                </a:lnTo>
                <a:lnTo>
                  <a:pt x="299918" y="28532"/>
                </a:lnTo>
                <a:lnTo>
                  <a:pt x="251485" y="12840"/>
                </a:lnTo>
                <a:lnTo>
                  <a:pt x="194461" y="7365"/>
                </a:lnTo>
                <a:lnTo>
                  <a:pt x="138623" y="12535"/>
                </a:lnTo>
                <a:lnTo>
                  <a:pt x="91010" y="27363"/>
                </a:lnTo>
                <a:lnTo>
                  <a:pt x="52482" y="50825"/>
                </a:lnTo>
                <a:lnTo>
                  <a:pt x="23898" y="81898"/>
                </a:lnTo>
                <a:lnTo>
                  <a:pt x="6117" y="119560"/>
                </a:lnTo>
                <a:lnTo>
                  <a:pt x="0" y="162787"/>
                </a:lnTo>
                <a:lnTo>
                  <a:pt x="6117" y="206015"/>
                </a:lnTo>
                <a:lnTo>
                  <a:pt x="23898" y="243677"/>
                </a:lnTo>
                <a:lnTo>
                  <a:pt x="52482" y="274750"/>
                </a:lnTo>
                <a:lnTo>
                  <a:pt x="91010" y="298212"/>
                </a:lnTo>
                <a:lnTo>
                  <a:pt x="138623" y="313040"/>
                </a:lnTo>
                <a:lnTo>
                  <a:pt x="194461" y="318209"/>
                </a:lnTo>
                <a:lnTo>
                  <a:pt x="252982" y="312405"/>
                </a:lnTo>
                <a:lnTo>
                  <a:pt x="302346" y="295817"/>
                </a:lnTo>
                <a:lnTo>
                  <a:pt x="341527" y="269682"/>
                </a:lnTo>
                <a:lnTo>
                  <a:pt x="369500" y="235239"/>
                </a:lnTo>
                <a:lnTo>
                  <a:pt x="385240" y="193724"/>
                </a:lnTo>
                <a:lnTo>
                  <a:pt x="513407" y="193724"/>
                </a:lnTo>
                <a:lnTo>
                  <a:pt x="513407" y="322629"/>
                </a:lnTo>
                <a:lnTo>
                  <a:pt x="586331" y="322629"/>
                </a:lnTo>
                <a:lnTo>
                  <a:pt x="586331" y="0"/>
                </a:lnTo>
                <a:lnTo>
                  <a:pt x="51340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63126" y="1885274"/>
            <a:ext cx="242570" cy="190500"/>
          </a:xfrm>
          <a:custGeom>
            <a:avLst/>
            <a:gdLst/>
            <a:ahLst/>
            <a:cxnLst/>
            <a:rect l="l" t="t" r="r" b="b"/>
            <a:pathLst>
              <a:path w="242570" h="190500">
                <a:moveTo>
                  <a:pt x="121538" y="190041"/>
                </a:moveTo>
                <a:lnTo>
                  <a:pt x="72094" y="183481"/>
                </a:lnTo>
                <a:lnTo>
                  <a:pt x="33699" y="164629"/>
                </a:lnTo>
                <a:lnTo>
                  <a:pt x="8839" y="134728"/>
                </a:lnTo>
                <a:lnTo>
                  <a:pt x="0" y="95020"/>
                </a:lnTo>
                <a:lnTo>
                  <a:pt x="8839" y="55313"/>
                </a:lnTo>
                <a:lnTo>
                  <a:pt x="33699" y="25412"/>
                </a:lnTo>
                <a:lnTo>
                  <a:pt x="72094" y="6560"/>
                </a:lnTo>
                <a:lnTo>
                  <a:pt x="121538" y="0"/>
                </a:lnTo>
                <a:lnTo>
                  <a:pt x="170867" y="6560"/>
                </a:lnTo>
                <a:lnTo>
                  <a:pt x="209009" y="25412"/>
                </a:lnTo>
                <a:lnTo>
                  <a:pt x="233616" y="55313"/>
                </a:lnTo>
                <a:lnTo>
                  <a:pt x="242340" y="95020"/>
                </a:lnTo>
                <a:lnTo>
                  <a:pt x="233616" y="134728"/>
                </a:lnTo>
                <a:lnTo>
                  <a:pt x="209009" y="164629"/>
                </a:lnTo>
                <a:lnTo>
                  <a:pt x="170867" y="183481"/>
                </a:lnTo>
                <a:lnTo>
                  <a:pt x="121538" y="19004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248394" y="2174757"/>
            <a:ext cx="528320" cy="264160"/>
          </a:xfrm>
          <a:custGeom>
            <a:avLst/>
            <a:gdLst/>
            <a:ahLst/>
            <a:cxnLst/>
            <a:rect l="l" t="t" r="r" b="b"/>
            <a:pathLst>
              <a:path w="528320" h="264160">
                <a:moveTo>
                  <a:pt x="455953" y="66293"/>
                </a:moveTo>
                <a:lnTo>
                  <a:pt x="71449" y="66293"/>
                </a:lnTo>
                <a:lnTo>
                  <a:pt x="71449" y="0"/>
                </a:lnTo>
                <a:lnTo>
                  <a:pt x="0" y="0"/>
                </a:lnTo>
                <a:lnTo>
                  <a:pt x="0" y="263701"/>
                </a:lnTo>
                <a:lnTo>
                  <a:pt x="528139" y="263701"/>
                </a:lnTo>
                <a:lnTo>
                  <a:pt x="528139" y="0"/>
                </a:lnTo>
                <a:lnTo>
                  <a:pt x="455953" y="0"/>
                </a:lnTo>
                <a:lnTo>
                  <a:pt x="455953" y="6629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319844" y="2299242"/>
            <a:ext cx="384810" cy="80010"/>
          </a:xfrm>
          <a:custGeom>
            <a:avLst/>
            <a:gdLst/>
            <a:ahLst/>
            <a:cxnLst/>
            <a:rect l="l" t="t" r="r" b="b"/>
            <a:pathLst>
              <a:path w="384809" h="80010">
                <a:moveTo>
                  <a:pt x="0" y="79552"/>
                </a:moveTo>
                <a:lnTo>
                  <a:pt x="0" y="0"/>
                </a:lnTo>
                <a:lnTo>
                  <a:pt x="384503" y="0"/>
                </a:lnTo>
                <a:lnTo>
                  <a:pt x="384503" y="79552"/>
                </a:lnTo>
                <a:lnTo>
                  <a:pt x="0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595587" y="1817507"/>
            <a:ext cx="161925" cy="629285"/>
          </a:xfrm>
          <a:custGeom>
            <a:avLst/>
            <a:gdLst/>
            <a:ahLst/>
            <a:cxnLst/>
            <a:rect l="l" t="t" r="r" b="b"/>
            <a:pathLst>
              <a:path w="161925" h="629285">
                <a:moveTo>
                  <a:pt x="161314" y="254862"/>
                </a:moveTo>
                <a:lnTo>
                  <a:pt x="72923" y="254862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24839"/>
                </a:lnTo>
                <a:lnTo>
                  <a:pt x="161314" y="324839"/>
                </a:lnTo>
                <a:lnTo>
                  <a:pt x="161314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104277" y="1832976"/>
            <a:ext cx="440055" cy="576580"/>
          </a:xfrm>
          <a:custGeom>
            <a:avLst/>
            <a:gdLst/>
            <a:ahLst/>
            <a:cxnLst/>
            <a:rect l="l" t="t" r="r" b="b"/>
            <a:pathLst>
              <a:path w="440054" h="576580">
                <a:moveTo>
                  <a:pt x="266648" y="2946"/>
                </a:moveTo>
                <a:lnTo>
                  <a:pt x="192251" y="0"/>
                </a:lnTo>
                <a:lnTo>
                  <a:pt x="190719" y="65054"/>
                </a:lnTo>
                <a:lnTo>
                  <a:pt x="186502" y="127649"/>
                </a:lnTo>
                <a:lnTo>
                  <a:pt x="179614" y="187256"/>
                </a:lnTo>
                <a:lnTo>
                  <a:pt x="170072" y="243349"/>
                </a:lnTo>
                <a:lnTo>
                  <a:pt x="157890" y="295401"/>
                </a:lnTo>
                <a:lnTo>
                  <a:pt x="143083" y="342885"/>
                </a:lnTo>
                <a:lnTo>
                  <a:pt x="125669" y="385275"/>
                </a:lnTo>
                <a:lnTo>
                  <a:pt x="105660" y="422042"/>
                </a:lnTo>
                <a:lnTo>
                  <a:pt x="57925" y="476605"/>
                </a:lnTo>
                <a:lnTo>
                  <a:pt x="0" y="502359"/>
                </a:lnTo>
                <a:lnTo>
                  <a:pt x="0" y="576018"/>
                </a:lnTo>
                <a:lnTo>
                  <a:pt x="40607" y="568362"/>
                </a:lnTo>
                <a:lnTo>
                  <a:pt x="78354" y="551932"/>
                </a:lnTo>
                <a:lnTo>
                  <a:pt x="113085" y="527061"/>
                </a:lnTo>
                <a:lnTo>
                  <a:pt x="144647" y="494086"/>
                </a:lnTo>
                <a:lnTo>
                  <a:pt x="172885" y="453342"/>
                </a:lnTo>
                <a:lnTo>
                  <a:pt x="197644" y="405162"/>
                </a:lnTo>
                <a:lnTo>
                  <a:pt x="218769" y="349883"/>
                </a:lnTo>
                <a:lnTo>
                  <a:pt x="380820" y="574545"/>
                </a:lnTo>
                <a:lnTo>
                  <a:pt x="439748" y="532559"/>
                </a:lnTo>
                <a:lnTo>
                  <a:pt x="241603" y="264438"/>
                </a:lnTo>
                <a:lnTo>
                  <a:pt x="250360" y="217514"/>
                </a:lnTo>
                <a:lnTo>
                  <a:pt x="257207" y="167832"/>
                </a:lnTo>
                <a:lnTo>
                  <a:pt x="262181" y="115463"/>
                </a:lnTo>
                <a:lnTo>
                  <a:pt x="265316" y="60477"/>
                </a:lnTo>
                <a:lnTo>
                  <a:pt x="266648" y="294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343969" y="1817507"/>
            <a:ext cx="68580" cy="629285"/>
          </a:xfrm>
          <a:custGeom>
            <a:avLst/>
            <a:gdLst/>
            <a:ahLst/>
            <a:cxnLst/>
            <a:rect l="l" t="t" r="r" b="b"/>
            <a:pathLst>
              <a:path w="68579" h="629285">
                <a:moveTo>
                  <a:pt x="0" y="0"/>
                </a:moveTo>
                <a:lnTo>
                  <a:pt x="0" y="629053"/>
                </a:lnTo>
                <a:lnTo>
                  <a:pt x="68503" y="629053"/>
                </a:lnTo>
                <a:lnTo>
                  <a:pt x="6850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109731" y="1821190"/>
            <a:ext cx="151765" cy="614680"/>
          </a:xfrm>
          <a:custGeom>
            <a:avLst/>
            <a:gdLst/>
            <a:ahLst/>
            <a:cxnLst/>
            <a:rect l="l" t="t" r="r" b="b"/>
            <a:pathLst>
              <a:path w="151765" h="614680">
                <a:moveTo>
                  <a:pt x="83235" y="143636"/>
                </a:moveTo>
                <a:lnTo>
                  <a:pt x="0" y="143636"/>
                </a:lnTo>
                <a:lnTo>
                  <a:pt x="0" y="210666"/>
                </a:lnTo>
                <a:lnTo>
                  <a:pt x="83235" y="210666"/>
                </a:lnTo>
                <a:lnTo>
                  <a:pt x="83235" y="326312"/>
                </a:lnTo>
                <a:lnTo>
                  <a:pt x="0" y="326312"/>
                </a:lnTo>
                <a:lnTo>
                  <a:pt x="0" y="393342"/>
                </a:lnTo>
                <a:lnTo>
                  <a:pt x="83235" y="393342"/>
                </a:lnTo>
                <a:lnTo>
                  <a:pt x="83235" y="614321"/>
                </a:lnTo>
                <a:lnTo>
                  <a:pt x="151738" y="614321"/>
                </a:lnTo>
                <a:lnTo>
                  <a:pt x="151738" y="0"/>
                </a:lnTo>
                <a:lnTo>
                  <a:pt x="83235" y="0"/>
                </a:lnTo>
                <a:lnTo>
                  <a:pt x="83235" y="14363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826878" y="1840342"/>
            <a:ext cx="306705" cy="568960"/>
          </a:xfrm>
          <a:custGeom>
            <a:avLst/>
            <a:gdLst/>
            <a:ahLst/>
            <a:cxnLst/>
            <a:rect l="l" t="t" r="r" b="b"/>
            <a:pathLst>
              <a:path w="306704" h="568960">
                <a:moveTo>
                  <a:pt x="67766" y="503832"/>
                </a:moveTo>
                <a:lnTo>
                  <a:pt x="67766" y="311580"/>
                </a:lnTo>
                <a:lnTo>
                  <a:pt x="243813" y="311580"/>
                </a:lnTo>
                <a:lnTo>
                  <a:pt x="243813" y="0"/>
                </a:lnTo>
                <a:lnTo>
                  <a:pt x="0" y="0"/>
                </a:lnTo>
                <a:lnTo>
                  <a:pt x="0" y="64820"/>
                </a:lnTo>
                <a:lnTo>
                  <a:pt x="176046" y="64820"/>
                </a:lnTo>
                <a:lnTo>
                  <a:pt x="176046" y="246759"/>
                </a:lnTo>
                <a:lnTo>
                  <a:pt x="0" y="246759"/>
                </a:lnTo>
                <a:lnTo>
                  <a:pt x="0" y="568652"/>
                </a:lnTo>
                <a:lnTo>
                  <a:pt x="120801" y="568652"/>
                </a:lnTo>
                <a:lnTo>
                  <a:pt x="176944" y="566753"/>
                </a:lnTo>
                <a:lnTo>
                  <a:pt x="227424" y="561194"/>
                </a:lnTo>
                <a:lnTo>
                  <a:pt x="270998" y="552182"/>
                </a:lnTo>
                <a:lnTo>
                  <a:pt x="306424" y="539925"/>
                </a:lnTo>
                <a:lnTo>
                  <a:pt x="306424" y="474368"/>
                </a:lnTo>
                <a:lnTo>
                  <a:pt x="269088" y="487362"/>
                </a:lnTo>
                <a:lnTo>
                  <a:pt x="226503" y="496558"/>
                </a:lnTo>
                <a:lnTo>
                  <a:pt x="178394" y="502025"/>
                </a:lnTo>
                <a:lnTo>
                  <a:pt x="124484" y="503832"/>
                </a:lnTo>
                <a:lnTo>
                  <a:pt x="67766" y="50383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53908" y="1806458"/>
            <a:ext cx="605790" cy="632460"/>
          </a:xfrm>
          <a:custGeom>
            <a:avLst/>
            <a:gdLst/>
            <a:ahLst/>
            <a:cxnLst/>
            <a:rect l="l" t="t" r="r" b="b"/>
            <a:pathLst>
              <a:path w="605790" h="632460">
                <a:moveTo>
                  <a:pt x="248233" y="72923"/>
                </a:moveTo>
                <a:lnTo>
                  <a:pt x="174573" y="72923"/>
                </a:lnTo>
                <a:lnTo>
                  <a:pt x="174573" y="0"/>
                </a:lnTo>
                <a:lnTo>
                  <a:pt x="248233" y="0"/>
                </a:lnTo>
                <a:lnTo>
                  <a:pt x="248233" y="72923"/>
                </a:lnTo>
                <a:close/>
              </a:path>
              <a:path w="605790" h="632460">
                <a:moveTo>
                  <a:pt x="405864" y="131114"/>
                </a:moveTo>
                <a:lnTo>
                  <a:pt x="0" y="131114"/>
                </a:lnTo>
                <a:lnTo>
                  <a:pt x="0" y="72923"/>
                </a:lnTo>
                <a:lnTo>
                  <a:pt x="405864" y="72923"/>
                </a:lnTo>
                <a:lnTo>
                  <a:pt x="405864" y="131114"/>
                </a:lnTo>
                <a:close/>
              </a:path>
              <a:path w="605790" h="632460">
                <a:moveTo>
                  <a:pt x="590750" y="481734"/>
                </a:moveTo>
                <a:lnTo>
                  <a:pt x="518564" y="481734"/>
                </a:lnTo>
                <a:lnTo>
                  <a:pt x="518564" y="362405"/>
                </a:lnTo>
                <a:lnTo>
                  <a:pt x="423543" y="362405"/>
                </a:lnTo>
                <a:lnTo>
                  <a:pt x="423543" y="300531"/>
                </a:lnTo>
                <a:lnTo>
                  <a:pt x="518564" y="300531"/>
                </a:lnTo>
                <a:lnTo>
                  <a:pt x="518564" y="215086"/>
                </a:lnTo>
                <a:lnTo>
                  <a:pt x="423543" y="215086"/>
                </a:lnTo>
                <a:lnTo>
                  <a:pt x="423543" y="153212"/>
                </a:lnTo>
                <a:lnTo>
                  <a:pt x="518564" y="153212"/>
                </a:lnTo>
                <a:lnTo>
                  <a:pt x="518564" y="11048"/>
                </a:lnTo>
                <a:lnTo>
                  <a:pt x="590750" y="11048"/>
                </a:lnTo>
                <a:lnTo>
                  <a:pt x="590750" y="481734"/>
                </a:lnTo>
                <a:close/>
              </a:path>
              <a:path w="605790" h="632460">
                <a:moveTo>
                  <a:pt x="211403" y="423543"/>
                </a:moveTo>
                <a:lnTo>
                  <a:pt x="152805" y="418210"/>
                </a:lnTo>
                <a:lnTo>
                  <a:pt x="102551" y="402447"/>
                </a:lnTo>
                <a:lnTo>
                  <a:pt x="63329" y="376607"/>
                </a:lnTo>
                <a:lnTo>
                  <a:pt x="37825" y="341044"/>
                </a:lnTo>
                <a:lnTo>
                  <a:pt x="28727" y="296111"/>
                </a:lnTo>
                <a:lnTo>
                  <a:pt x="37825" y="251462"/>
                </a:lnTo>
                <a:lnTo>
                  <a:pt x="63329" y="215934"/>
                </a:lnTo>
                <a:lnTo>
                  <a:pt x="102551" y="189988"/>
                </a:lnTo>
                <a:lnTo>
                  <a:pt x="152805" y="174084"/>
                </a:lnTo>
                <a:lnTo>
                  <a:pt x="211403" y="168680"/>
                </a:lnTo>
                <a:lnTo>
                  <a:pt x="269924" y="174084"/>
                </a:lnTo>
                <a:lnTo>
                  <a:pt x="319995" y="189988"/>
                </a:lnTo>
                <a:lnTo>
                  <a:pt x="358999" y="215934"/>
                </a:lnTo>
                <a:lnTo>
                  <a:pt x="365219" y="224662"/>
                </a:lnTo>
                <a:lnTo>
                  <a:pt x="211403" y="224662"/>
                </a:lnTo>
                <a:lnTo>
                  <a:pt x="163961" y="230128"/>
                </a:lnTo>
                <a:lnTo>
                  <a:pt x="128536" y="245194"/>
                </a:lnTo>
                <a:lnTo>
                  <a:pt x="106369" y="267856"/>
                </a:lnTo>
                <a:lnTo>
                  <a:pt x="98703" y="296111"/>
                </a:lnTo>
                <a:lnTo>
                  <a:pt x="106369" y="324793"/>
                </a:lnTo>
                <a:lnTo>
                  <a:pt x="128536" y="347673"/>
                </a:lnTo>
                <a:lnTo>
                  <a:pt x="163961" y="362819"/>
                </a:lnTo>
                <a:lnTo>
                  <a:pt x="211403" y="368298"/>
                </a:lnTo>
                <a:lnTo>
                  <a:pt x="364915" y="368298"/>
                </a:lnTo>
                <a:lnTo>
                  <a:pt x="358999" y="376607"/>
                </a:lnTo>
                <a:lnTo>
                  <a:pt x="319995" y="402447"/>
                </a:lnTo>
                <a:lnTo>
                  <a:pt x="269924" y="418210"/>
                </a:lnTo>
                <a:lnTo>
                  <a:pt x="211403" y="423543"/>
                </a:lnTo>
                <a:close/>
              </a:path>
              <a:path w="605790" h="632460">
                <a:moveTo>
                  <a:pt x="364915" y="368298"/>
                </a:moveTo>
                <a:lnTo>
                  <a:pt x="211403" y="368298"/>
                </a:lnTo>
                <a:lnTo>
                  <a:pt x="258418" y="362819"/>
                </a:lnTo>
                <a:lnTo>
                  <a:pt x="293625" y="347673"/>
                </a:lnTo>
                <a:lnTo>
                  <a:pt x="315712" y="324793"/>
                </a:lnTo>
                <a:lnTo>
                  <a:pt x="323366" y="296111"/>
                </a:lnTo>
                <a:lnTo>
                  <a:pt x="315712" y="267856"/>
                </a:lnTo>
                <a:lnTo>
                  <a:pt x="293625" y="245194"/>
                </a:lnTo>
                <a:lnTo>
                  <a:pt x="258418" y="230128"/>
                </a:lnTo>
                <a:lnTo>
                  <a:pt x="211403" y="224662"/>
                </a:lnTo>
                <a:lnTo>
                  <a:pt x="365219" y="224662"/>
                </a:lnTo>
                <a:lnTo>
                  <a:pt x="384320" y="251462"/>
                </a:lnTo>
                <a:lnTo>
                  <a:pt x="393342" y="296111"/>
                </a:lnTo>
                <a:lnTo>
                  <a:pt x="384320" y="341044"/>
                </a:lnTo>
                <a:lnTo>
                  <a:pt x="364915" y="368298"/>
                </a:lnTo>
                <a:close/>
              </a:path>
              <a:path w="605790" h="632460">
                <a:moveTo>
                  <a:pt x="605482" y="632000"/>
                </a:moveTo>
                <a:lnTo>
                  <a:pt x="55244" y="632000"/>
                </a:lnTo>
                <a:lnTo>
                  <a:pt x="55244" y="453007"/>
                </a:lnTo>
                <a:lnTo>
                  <a:pt x="128904" y="453007"/>
                </a:lnTo>
                <a:lnTo>
                  <a:pt x="128904" y="567179"/>
                </a:lnTo>
                <a:lnTo>
                  <a:pt x="605482" y="567179"/>
                </a:lnTo>
                <a:lnTo>
                  <a:pt x="605482" y="632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53908" y="1806458"/>
            <a:ext cx="406400" cy="131445"/>
          </a:xfrm>
          <a:custGeom>
            <a:avLst/>
            <a:gdLst/>
            <a:ahLst/>
            <a:cxnLst/>
            <a:rect l="l" t="t" r="r" b="b"/>
            <a:pathLst>
              <a:path w="406400" h="131444">
                <a:moveTo>
                  <a:pt x="405864" y="72923"/>
                </a:moveTo>
                <a:lnTo>
                  <a:pt x="248233" y="72923"/>
                </a:lnTo>
                <a:lnTo>
                  <a:pt x="248233" y="0"/>
                </a:lnTo>
                <a:lnTo>
                  <a:pt x="174573" y="0"/>
                </a:lnTo>
                <a:lnTo>
                  <a:pt x="174573" y="72923"/>
                </a:lnTo>
                <a:lnTo>
                  <a:pt x="0" y="72923"/>
                </a:lnTo>
                <a:lnTo>
                  <a:pt x="0" y="131114"/>
                </a:lnTo>
                <a:lnTo>
                  <a:pt x="405864" y="131114"/>
                </a:lnTo>
                <a:lnTo>
                  <a:pt x="405864" y="7292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7451" y="1817507"/>
            <a:ext cx="167640" cy="471170"/>
          </a:xfrm>
          <a:custGeom>
            <a:avLst/>
            <a:gdLst/>
            <a:ahLst/>
            <a:cxnLst/>
            <a:rect l="l" t="t" r="r" b="b"/>
            <a:pathLst>
              <a:path w="167640" h="471169">
                <a:moveTo>
                  <a:pt x="95020" y="470685"/>
                </a:moveTo>
                <a:lnTo>
                  <a:pt x="167207" y="470685"/>
                </a:lnTo>
                <a:lnTo>
                  <a:pt x="167207" y="0"/>
                </a:lnTo>
                <a:lnTo>
                  <a:pt x="95020" y="0"/>
                </a:lnTo>
                <a:lnTo>
                  <a:pt x="95020" y="142163"/>
                </a:lnTo>
                <a:lnTo>
                  <a:pt x="0" y="142163"/>
                </a:lnTo>
                <a:lnTo>
                  <a:pt x="0" y="204037"/>
                </a:lnTo>
                <a:lnTo>
                  <a:pt x="95020" y="204037"/>
                </a:lnTo>
                <a:lnTo>
                  <a:pt x="95020" y="289482"/>
                </a:lnTo>
                <a:lnTo>
                  <a:pt x="0" y="289482"/>
                </a:lnTo>
                <a:lnTo>
                  <a:pt x="0" y="351356"/>
                </a:lnTo>
                <a:lnTo>
                  <a:pt x="95020" y="351356"/>
                </a:lnTo>
                <a:lnTo>
                  <a:pt x="95020" y="47068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82636" y="1975139"/>
            <a:ext cx="365125" cy="255270"/>
          </a:xfrm>
          <a:custGeom>
            <a:avLst/>
            <a:gdLst/>
            <a:ahLst/>
            <a:cxnLst/>
            <a:rect l="l" t="t" r="r" b="b"/>
            <a:pathLst>
              <a:path w="365125" h="255269">
                <a:moveTo>
                  <a:pt x="182676" y="254862"/>
                </a:moveTo>
                <a:lnTo>
                  <a:pt x="241197" y="249529"/>
                </a:lnTo>
                <a:lnTo>
                  <a:pt x="291268" y="233766"/>
                </a:lnTo>
                <a:lnTo>
                  <a:pt x="330272" y="207926"/>
                </a:lnTo>
                <a:lnTo>
                  <a:pt x="355593" y="172363"/>
                </a:lnTo>
                <a:lnTo>
                  <a:pt x="364615" y="127431"/>
                </a:lnTo>
                <a:lnTo>
                  <a:pt x="355593" y="82781"/>
                </a:lnTo>
                <a:lnTo>
                  <a:pt x="330272" y="47254"/>
                </a:lnTo>
                <a:lnTo>
                  <a:pt x="291268" y="21308"/>
                </a:lnTo>
                <a:lnTo>
                  <a:pt x="241197" y="5403"/>
                </a:lnTo>
                <a:lnTo>
                  <a:pt x="182676" y="0"/>
                </a:lnTo>
                <a:lnTo>
                  <a:pt x="124078" y="5403"/>
                </a:lnTo>
                <a:lnTo>
                  <a:pt x="73824" y="21308"/>
                </a:lnTo>
                <a:lnTo>
                  <a:pt x="34602" y="47254"/>
                </a:lnTo>
                <a:lnTo>
                  <a:pt x="9098" y="82781"/>
                </a:lnTo>
                <a:lnTo>
                  <a:pt x="0" y="127431"/>
                </a:lnTo>
                <a:lnTo>
                  <a:pt x="9098" y="172363"/>
                </a:lnTo>
                <a:lnTo>
                  <a:pt x="34602" y="207926"/>
                </a:lnTo>
                <a:lnTo>
                  <a:pt x="73824" y="233766"/>
                </a:lnTo>
                <a:lnTo>
                  <a:pt x="124078" y="249529"/>
                </a:lnTo>
                <a:lnTo>
                  <a:pt x="182676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45246" y="2023754"/>
            <a:ext cx="239393" cy="158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09153" y="2259465"/>
            <a:ext cx="550545" cy="179070"/>
          </a:xfrm>
          <a:custGeom>
            <a:avLst/>
            <a:gdLst/>
            <a:ahLst/>
            <a:cxnLst/>
            <a:rect l="l" t="t" r="r" b="b"/>
            <a:pathLst>
              <a:path w="550545" h="179069">
                <a:moveTo>
                  <a:pt x="73659" y="114172"/>
                </a:moveTo>
                <a:lnTo>
                  <a:pt x="73659" y="0"/>
                </a:lnTo>
                <a:lnTo>
                  <a:pt x="0" y="0"/>
                </a:lnTo>
                <a:lnTo>
                  <a:pt x="0" y="178993"/>
                </a:lnTo>
                <a:lnTo>
                  <a:pt x="550237" y="178993"/>
                </a:lnTo>
                <a:lnTo>
                  <a:pt x="550237" y="114172"/>
                </a:lnTo>
                <a:lnTo>
                  <a:pt x="73659" y="11417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70617" y="1817507"/>
            <a:ext cx="593090" cy="621030"/>
          </a:xfrm>
          <a:custGeom>
            <a:avLst/>
            <a:gdLst/>
            <a:ahLst/>
            <a:cxnLst/>
            <a:rect l="l" t="t" r="r" b="b"/>
            <a:pathLst>
              <a:path w="593090" h="621030">
                <a:moveTo>
                  <a:pt x="577491" y="307897"/>
                </a:moveTo>
                <a:lnTo>
                  <a:pt x="504568" y="307897"/>
                </a:lnTo>
                <a:lnTo>
                  <a:pt x="504568" y="0"/>
                </a:lnTo>
                <a:lnTo>
                  <a:pt x="577491" y="0"/>
                </a:lnTo>
                <a:lnTo>
                  <a:pt x="577491" y="307897"/>
                </a:lnTo>
                <a:close/>
              </a:path>
              <a:path w="593090" h="621030">
                <a:moveTo>
                  <a:pt x="0" y="302004"/>
                </a:moveTo>
                <a:lnTo>
                  <a:pt x="0" y="237184"/>
                </a:lnTo>
                <a:lnTo>
                  <a:pt x="48306" y="223637"/>
                </a:lnTo>
                <a:lnTo>
                  <a:pt x="90607" y="201960"/>
                </a:lnTo>
                <a:lnTo>
                  <a:pt x="126402" y="173132"/>
                </a:lnTo>
                <a:lnTo>
                  <a:pt x="155187" y="138132"/>
                </a:lnTo>
                <a:lnTo>
                  <a:pt x="176461" y="97939"/>
                </a:lnTo>
                <a:lnTo>
                  <a:pt x="189719" y="53533"/>
                </a:lnTo>
                <a:lnTo>
                  <a:pt x="194461" y="5892"/>
                </a:lnTo>
                <a:lnTo>
                  <a:pt x="267384" y="10312"/>
                </a:lnTo>
                <a:lnTo>
                  <a:pt x="265876" y="40927"/>
                </a:lnTo>
                <a:lnTo>
                  <a:pt x="261399" y="70713"/>
                </a:lnTo>
                <a:lnTo>
                  <a:pt x="254022" y="99394"/>
                </a:lnTo>
                <a:lnTo>
                  <a:pt x="243813" y="126694"/>
                </a:lnTo>
                <a:lnTo>
                  <a:pt x="342952" y="181202"/>
                </a:lnTo>
                <a:lnTo>
                  <a:pt x="212139" y="181202"/>
                </a:lnTo>
                <a:lnTo>
                  <a:pt x="180743" y="217243"/>
                </a:lnTo>
                <a:lnTo>
                  <a:pt x="143406" y="248015"/>
                </a:lnTo>
                <a:lnTo>
                  <a:pt x="100554" y="272847"/>
                </a:lnTo>
                <a:lnTo>
                  <a:pt x="52610" y="291067"/>
                </a:lnTo>
                <a:lnTo>
                  <a:pt x="0" y="302004"/>
                </a:lnTo>
                <a:close/>
              </a:path>
              <a:path w="593090" h="621030">
                <a:moveTo>
                  <a:pt x="408074" y="291692"/>
                </a:moveTo>
                <a:lnTo>
                  <a:pt x="212139" y="181202"/>
                </a:lnTo>
                <a:lnTo>
                  <a:pt x="342952" y="181202"/>
                </a:lnTo>
                <a:lnTo>
                  <a:pt x="443431" y="236447"/>
                </a:lnTo>
                <a:lnTo>
                  <a:pt x="408074" y="291692"/>
                </a:lnTo>
                <a:close/>
              </a:path>
              <a:path w="593090" h="621030">
                <a:moveTo>
                  <a:pt x="592960" y="620951"/>
                </a:moveTo>
                <a:lnTo>
                  <a:pt x="44932" y="620951"/>
                </a:lnTo>
                <a:lnTo>
                  <a:pt x="44932" y="454480"/>
                </a:lnTo>
                <a:lnTo>
                  <a:pt x="505305" y="454480"/>
                </a:lnTo>
                <a:lnTo>
                  <a:pt x="505305" y="399972"/>
                </a:lnTo>
                <a:lnTo>
                  <a:pt x="43459" y="399972"/>
                </a:lnTo>
                <a:lnTo>
                  <a:pt x="43459" y="342517"/>
                </a:lnTo>
                <a:lnTo>
                  <a:pt x="577491" y="342517"/>
                </a:lnTo>
                <a:lnTo>
                  <a:pt x="577491" y="508988"/>
                </a:lnTo>
                <a:lnTo>
                  <a:pt x="117118" y="508988"/>
                </a:lnTo>
                <a:lnTo>
                  <a:pt x="117118" y="563496"/>
                </a:lnTo>
                <a:lnTo>
                  <a:pt x="592960" y="563496"/>
                </a:lnTo>
                <a:lnTo>
                  <a:pt x="592960" y="620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75186" y="1817507"/>
            <a:ext cx="73025" cy="307975"/>
          </a:xfrm>
          <a:custGeom>
            <a:avLst/>
            <a:gdLst/>
            <a:ahLst/>
            <a:cxnLst/>
            <a:rect l="l" t="t" r="r" b="b"/>
            <a:pathLst>
              <a:path w="73025" h="307975">
                <a:moveTo>
                  <a:pt x="72923" y="0"/>
                </a:moveTo>
                <a:lnTo>
                  <a:pt x="0" y="0"/>
                </a:lnTo>
                <a:lnTo>
                  <a:pt x="0" y="307897"/>
                </a:lnTo>
                <a:lnTo>
                  <a:pt x="72923" y="307897"/>
                </a:lnTo>
                <a:lnTo>
                  <a:pt x="729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70617" y="1823400"/>
            <a:ext cx="443865" cy="296545"/>
          </a:xfrm>
          <a:custGeom>
            <a:avLst/>
            <a:gdLst/>
            <a:ahLst/>
            <a:cxnLst/>
            <a:rect l="l" t="t" r="r" b="b"/>
            <a:pathLst>
              <a:path w="443865" h="296544">
                <a:moveTo>
                  <a:pt x="212139" y="175310"/>
                </a:moveTo>
                <a:lnTo>
                  <a:pt x="408074" y="285799"/>
                </a:lnTo>
                <a:lnTo>
                  <a:pt x="443431" y="230554"/>
                </a:lnTo>
                <a:lnTo>
                  <a:pt x="243813" y="120801"/>
                </a:lnTo>
                <a:lnTo>
                  <a:pt x="254022" y="93501"/>
                </a:lnTo>
                <a:lnTo>
                  <a:pt x="261399" y="64820"/>
                </a:lnTo>
                <a:lnTo>
                  <a:pt x="265876" y="35034"/>
                </a:lnTo>
                <a:lnTo>
                  <a:pt x="267384" y="4419"/>
                </a:lnTo>
                <a:lnTo>
                  <a:pt x="194461" y="0"/>
                </a:lnTo>
                <a:lnTo>
                  <a:pt x="189719" y="47640"/>
                </a:lnTo>
                <a:lnTo>
                  <a:pt x="176461" y="92046"/>
                </a:lnTo>
                <a:lnTo>
                  <a:pt x="155187" y="132239"/>
                </a:lnTo>
                <a:lnTo>
                  <a:pt x="126402" y="167239"/>
                </a:lnTo>
                <a:lnTo>
                  <a:pt x="90607" y="196067"/>
                </a:lnTo>
                <a:lnTo>
                  <a:pt x="48306" y="217744"/>
                </a:lnTo>
                <a:lnTo>
                  <a:pt x="0" y="231291"/>
                </a:lnTo>
                <a:lnTo>
                  <a:pt x="0" y="296111"/>
                </a:lnTo>
                <a:lnTo>
                  <a:pt x="52610" y="285174"/>
                </a:lnTo>
                <a:lnTo>
                  <a:pt x="100554" y="266954"/>
                </a:lnTo>
                <a:lnTo>
                  <a:pt x="143406" y="242122"/>
                </a:lnTo>
                <a:lnTo>
                  <a:pt x="180743" y="211350"/>
                </a:lnTo>
                <a:lnTo>
                  <a:pt x="212139" y="1753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14077" y="2160025"/>
            <a:ext cx="549910" cy="278765"/>
          </a:xfrm>
          <a:custGeom>
            <a:avLst/>
            <a:gdLst/>
            <a:ahLst/>
            <a:cxnLst/>
            <a:rect l="l" t="t" r="r" b="b"/>
            <a:pathLst>
              <a:path w="549909" h="278764">
                <a:moveTo>
                  <a:pt x="73659" y="220979"/>
                </a:moveTo>
                <a:lnTo>
                  <a:pt x="73659" y="166470"/>
                </a:lnTo>
                <a:lnTo>
                  <a:pt x="534032" y="166470"/>
                </a:lnTo>
                <a:lnTo>
                  <a:pt x="534032" y="0"/>
                </a:lnTo>
                <a:lnTo>
                  <a:pt x="0" y="0"/>
                </a:lnTo>
                <a:lnTo>
                  <a:pt x="0" y="57454"/>
                </a:lnTo>
                <a:lnTo>
                  <a:pt x="461846" y="57454"/>
                </a:lnTo>
                <a:lnTo>
                  <a:pt x="461846" y="111962"/>
                </a:lnTo>
                <a:lnTo>
                  <a:pt x="1473" y="111962"/>
                </a:lnTo>
                <a:lnTo>
                  <a:pt x="1473" y="278433"/>
                </a:lnTo>
                <a:lnTo>
                  <a:pt x="549501" y="278433"/>
                </a:lnTo>
                <a:lnTo>
                  <a:pt x="549501" y="220979"/>
                </a:lnTo>
                <a:lnTo>
                  <a:pt x="73659" y="2209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05168" y="1817507"/>
            <a:ext cx="558165" cy="629285"/>
          </a:xfrm>
          <a:custGeom>
            <a:avLst/>
            <a:gdLst/>
            <a:ahLst/>
            <a:cxnLst/>
            <a:rect l="l" t="t" r="r" b="b"/>
            <a:pathLst>
              <a:path w="558165" h="629285">
                <a:moveTo>
                  <a:pt x="557603" y="629053"/>
                </a:moveTo>
                <a:lnTo>
                  <a:pt x="484680" y="629053"/>
                </a:lnTo>
                <a:lnTo>
                  <a:pt x="484680" y="0"/>
                </a:lnTo>
                <a:lnTo>
                  <a:pt x="557603" y="0"/>
                </a:lnTo>
                <a:lnTo>
                  <a:pt x="557603" y="629053"/>
                </a:lnTo>
                <a:close/>
              </a:path>
              <a:path w="558165" h="629285">
                <a:moveTo>
                  <a:pt x="0" y="590014"/>
                </a:moveTo>
                <a:lnTo>
                  <a:pt x="0" y="520773"/>
                </a:lnTo>
                <a:lnTo>
                  <a:pt x="45082" y="517327"/>
                </a:lnTo>
                <a:lnTo>
                  <a:pt x="86612" y="507555"/>
                </a:lnTo>
                <a:lnTo>
                  <a:pt x="124433" y="491706"/>
                </a:lnTo>
                <a:lnTo>
                  <a:pt x="158389" y="470030"/>
                </a:lnTo>
                <a:lnTo>
                  <a:pt x="188324" y="442775"/>
                </a:lnTo>
                <a:lnTo>
                  <a:pt x="214082" y="410191"/>
                </a:lnTo>
                <a:lnTo>
                  <a:pt x="235506" y="372527"/>
                </a:lnTo>
                <a:lnTo>
                  <a:pt x="252441" y="330031"/>
                </a:lnTo>
                <a:lnTo>
                  <a:pt x="264731" y="282953"/>
                </a:lnTo>
                <a:lnTo>
                  <a:pt x="272219" y="231542"/>
                </a:lnTo>
                <a:lnTo>
                  <a:pt x="274750" y="176046"/>
                </a:lnTo>
                <a:lnTo>
                  <a:pt x="274750" y="89864"/>
                </a:lnTo>
                <a:lnTo>
                  <a:pt x="0" y="89864"/>
                </a:lnTo>
                <a:lnTo>
                  <a:pt x="0" y="22834"/>
                </a:lnTo>
                <a:lnTo>
                  <a:pt x="349146" y="22834"/>
                </a:lnTo>
                <a:lnTo>
                  <a:pt x="349085" y="176046"/>
                </a:lnTo>
                <a:lnTo>
                  <a:pt x="346791" y="231104"/>
                </a:lnTo>
                <a:lnTo>
                  <a:pt x="339820" y="284292"/>
                </a:lnTo>
                <a:lnTo>
                  <a:pt x="328380" y="333931"/>
                </a:lnTo>
                <a:lnTo>
                  <a:pt x="312615" y="379817"/>
                </a:lnTo>
                <a:lnTo>
                  <a:pt x="292670" y="421744"/>
                </a:lnTo>
                <a:lnTo>
                  <a:pt x="268689" y="459506"/>
                </a:lnTo>
                <a:lnTo>
                  <a:pt x="240817" y="492899"/>
                </a:lnTo>
                <a:lnTo>
                  <a:pt x="209200" y="521718"/>
                </a:lnTo>
                <a:lnTo>
                  <a:pt x="173983" y="545757"/>
                </a:lnTo>
                <a:lnTo>
                  <a:pt x="135309" y="564812"/>
                </a:lnTo>
                <a:lnTo>
                  <a:pt x="93324" y="578676"/>
                </a:lnTo>
                <a:lnTo>
                  <a:pt x="48172" y="587145"/>
                </a:lnTo>
                <a:lnTo>
                  <a:pt x="0" y="59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89848" y="1817507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05167" y="1840342"/>
            <a:ext cx="349250" cy="567690"/>
          </a:xfrm>
          <a:custGeom>
            <a:avLst/>
            <a:gdLst/>
            <a:ahLst/>
            <a:cxnLst/>
            <a:rect l="l" t="t" r="r" b="b"/>
            <a:pathLst>
              <a:path w="349250" h="567689">
                <a:moveTo>
                  <a:pt x="0" y="567179"/>
                </a:moveTo>
                <a:lnTo>
                  <a:pt x="48172" y="564310"/>
                </a:lnTo>
                <a:lnTo>
                  <a:pt x="93324" y="555841"/>
                </a:lnTo>
                <a:lnTo>
                  <a:pt x="135309" y="541977"/>
                </a:lnTo>
                <a:lnTo>
                  <a:pt x="173983" y="522923"/>
                </a:lnTo>
                <a:lnTo>
                  <a:pt x="209200" y="498884"/>
                </a:lnTo>
                <a:lnTo>
                  <a:pt x="240817" y="470065"/>
                </a:lnTo>
                <a:lnTo>
                  <a:pt x="268689" y="436672"/>
                </a:lnTo>
                <a:lnTo>
                  <a:pt x="292670" y="398909"/>
                </a:lnTo>
                <a:lnTo>
                  <a:pt x="312615" y="356982"/>
                </a:lnTo>
                <a:lnTo>
                  <a:pt x="328380" y="311097"/>
                </a:lnTo>
                <a:lnTo>
                  <a:pt x="339820" y="261458"/>
                </a:lnTo>
                <a:lnTo>
                  <a:pt x="346791" y="208270"/>
                </a:lnTo>
                <a:lnTo>
                  <a:pt x="349146" y="151738"/>
                </a:lnTo>
                <a:lnTo>
                  <a:pt x="349146" y="0"/>
                </a:lnTo>
                <a:lnTo>
                  <a:pt x="0" y="0"/>
                </a:lnTo>
                <a:lnTo>
                  <a:pt x="0" y="67030"/>
                </a:lnTo>
                <a:lnTo>
                  <a:pt x="274750" y="67030"/>
                </a:lnTo>
                <a:lnTo>
                  <a:pt x="274750" y="153212"/>
                </a:lnTo>
                <a:lnTo>
                  <a:pt x="272219" y="208707"/>
                </a:lnTo>
                <a:lnTo>
                  <a:pt x="264731" y="260118"/>
                </a:lnTo>
                <a:lnTo>
                  <a:pt x="252441" y="307196"/>
                </a:lnTo>
                <a:lnTo>
                  <a:pt x="235506" y="349692"/>
                </a:lnTo>
                <a:lnTo>
                  <a:pt x="214082" y="387356"/>
                </a:lnTo>
                <a:lnTo>
                  <a:pt x="188324" y="419940"/>
                </a:lnTo>
                <a:lnTo>
                  <a:pt x="158389" y="447195"/>
                </a:lnTo>
                <a:lnTo>
                  <a:pt x="124433" y="468871"/>
                </a:lnTo>
                <a:lnTo>
                  <a:pt x="86612" y="484720"/>
                </a:lnTo>
                <a:lnTo>
                  <a:pt x="45082" y="494492"/>
                </a:lnTo>
                <a:lnTo>
                  <a:pt x="0" y="497939"/>
                </a:lnTo>
                <a:lnTo>
                  <a:pt x="0" y="5671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190203" y="1817507"/>
            <a:ext cx="586740" cy="621030"/>
          </a:xfrm>
          <a:custGeom>
            <a:avLst/>
            <a:gdLst/>
            <a:ahLst/>
            <a:cxnLst/>
            <a:rect l="l" t="t" r="r" b="b"/>
            <a:pathLst>
              <a:path w="586740" h="621030">
                <a:moveTo>
                  <a:pt x="586331" y="125958"/>
                </a:moveTo>
                <a:lnTo>
                  <a:pt x="513408" y="125958"/>
                </a:lnTo>
                <a:lnTo>
                  <a:pt x="513408" y="0"/>
                </a:lnTo>
                <a:lnTo>
                  <a:pt x="586331" y="0"/>
                </a:lnTo>
                <a:lnTo>
                  <a:pt x="586331" y="125958"/>
                </a:lnTo>
                <a:close/>
              </a:path>
              <a:path w="586740" h="621030">
                <a:moveTo>
                  <a:pt x="194461" y="318209"/>
                </a:moveTo>
                <a:lnTo>
                  <a:pt x="138623" y="313040"/>
                </a:lnTo>
                <a:lnTo>
                  <a:pt x="91010" y="298212"/>
                </a:lnTo>
                <a:lnTo>
                  <a:pt x="52482" y="274750"/>
                </a:lnTo>
                <a:lnTo>
                  <a:pt x="23898" y="243677"/>
                </a:lnTo>
                <a:lnTo>
                  <a:pt x="6117" y="206015"/>
                </a:lnTo>
                <a:lnTo>
                  <a:pt x="0" y="162787"/>
                </a:lnTo>
                <a:lnTo>
                  <a:pt x="6117" y="119560"/>
                </a:lnTo>
                <a:lnTo>
                  <a:pt x="23898" y="81898"/>
                </a:lnTo>
                <a:lnTo>
                  <a:pt x="52482" y="50825"/>
                </a:lnTo>
                <a:lnTo>
                  <a:pt x="91010" y="27363"/>
                </a:lnTo>
                <a:lnTo>
                  <a:pt x="138623" y="12535"/>
                </a:lnTo>
                <a:lnTo>
                  <a:pt x="194461" y="7365"/>
                </a:lnTo>
                <a:lnTo>
                  <a:pt x="251485" y="12840"/>
                </a:lnTo>
                <a:lnTo>
                  <a:pt x="299918" y="28532"/>
                </a:lnTo>
                <a:lnTo>
                  <a:pt x="338769" y="53347"/>
                </a:lnTo>
                <a:lnTo>
                  <a:pt x="351186" y="67766"/>
                </a:lnTo>
                <a:lnTo>
                  <a:pt x="194461" y="67766"/>
                </a:lnTo>
                <a:lnTo>
                  <a:pt x="145017" y="74327"/>
                </a:lnTo>
                <a:lnTo>
                  <a:pt x="106622" y="93179"/>
                </a:lnTo>
                <a:lnTo>
                  <a:pt x="81762" y="123080"/>
                </a:lnTo>
                <a:lnTo>
                  <a:pt x="72923" y="162787"/>
                </a:lnTo>
                <a:lnTo>
                  <a:pt x="81762" y="202495"/>
                </a:lnTo>
                <a:lnTo>
                  <a:pt x="106622" y="232396"/>
                </a:lnTo>
                <a:lnTo>
                  <a:pt x="145017" y="251248"/>
                </a:lnTo>
                <a:lnTo>
                  <a:pt x="194461" y="257808"/>
                </a:lnTo>
                <a:lnTo>
                  <a:pt x="351170" y="257808"/>
                </a:lnTo>
                <a:lnTo>
                  <a:pt x="341527" y="269682"/>
                </a:lnTo>
                <a:lnTo>
                  <a:pt x="302346" y="295817"/>
                </a:lnTo>
                <a:lnTo>
                  <a:pt x="252982" y="312405"/>
                </a:lnTo>
                <a:lnTo>
                  <a:pt x="194461" y="318209"/>
                </a:lnTo>
                <a:close/>
              </a:path>
              <a:path w="586740" h="621030">
                <a:moveTo>
                  <a:pt x="351170" y="257808"/>
                </a:moveTo>
                <a:lnTo>
                  <a:pt x="194461" y="257808"/>
                </a:lnTo>
                <a:lnTo>
                  <a:pt x="243790" y="251248"/>
                </a:lnTo>
                <a:lnTo>
                  <a:pt x="281932" y="232396"/>
                </a:lnTo>
                <a:lnTo>
                  <a:pt x="306539" y="202495"/>
                </a:lnTo>
                <a:lnTo>
                  <a:pt x="315263" y="162787"/>
                </a:lnTo>
                <a:lnTo>
                  <a:pt x="306539" y="123080"/>
                </a:lnTo>
                <a:lnTo>
                  <a:pt x="281932" y="93179"/>
                </a:lnTo>
                <a:lnTo>
                  <a:pt x="243790" y="74327"/>
                </a:lnTo>
                <a:lnTo>
                  <a:pt x="194461" y="67766"/>
                </a:lnTo>
                <a:lnTo>
                  <a:pt x="351186" y="67766"/>
                </a:lnTo>
                <a:lnTo>
                  <a:pt x="367049" y="86187"/>
                </a:lnTo>
                <a:lnTo>
                  <a:pt x="383766" y="125958"/>
                </a:lnTo>
                <a:lnTo>
                  <a:pt x="586331" y="125958"/>
                </a:lnTo>
                <a:lnTo>
                  <a:pt x="586331" y="193724"/>
                </a:lnTo>
                <a:lnTo>
                  <a:pt x="385240" y="193724"/>
                </a:lnTo>
                <a:lnTo>
                  <a:pt x="369500" y="235239"/>
                </a:lnTo>
                <a:lnTo>
                  <a:pt x="351170" y="257808"/>
                </a:lnTo>
                <a:close/>
              </a:path>
              <a:path w="586740" h="621030">
                <a:moveTo>
                  <a:pt x="586331" y="322629"/>
                </a:moveTo>
                <a:lnTo>
                  <a:pt x="513408" y="322629"/>
                </a:lnTo>
                <a:lnTo>
                  <a:pt x="513408" y="193724"/>
                </a:lnTo>
                <a:lnTo>
                  <a:pt x="586331" y="193724"/>
                </a:lnTo>
                <a:lnTo>
                  <a:pt x="586331" y="322629"/>
                </a:lnTo>
                <a:close/>
              </a:path>
              <a:path w="586740" h="621030">
                <a:moveTo>
                  <a:pt x="586331" y="620951"/>
                </a:moveTo>
                <a:lnTo>
                  <a:pt x="58191" y="620951"/>
                </a:lnTo>
                <a:lnTo>
                  <a:pt x="58191" y="357249"/>
                </a:lnTo>
                <a:lnTo>
                  <a:pt x="129641" y="357249"/>
                </a:lnTo>
                <a:lnTo>
                  <a:pt x="129641" y="423543"/>
                </a:lnTo>
                <a:lnTo>
                  <a:pt x="586331" y="423543"/>
                </a:lnTo>
                <a:lnTo>
                  <a:pt x="586331" y="481734"/>
                </a:lnTo>
                <a:lnTo>
                  <a:pt x="129641" y="481734"/>
                </a:lnTo>
                <a:lnTo>
                  <a:pt x="129641" y="561286"/>
                </a:lnTo>
                <a:lnTo>
                  <a:pt x="586331" y="561286"/>
                </a:lnTo>
                <a:lnTo>
                  <a:pt x="586331" y="620951"/>
                </a:lnTo>
                <a:close/>
              </a:path>
              <a:path w="586740" h="621030">
                <a:moveTo>
                  <a:pt x="586331" y="423543"/>
                </a:moveTo>
                <a:lnTo>
                  <a:pt x="514144" y="423543"/>
                </a:lnTo>
                <a:lnTo>
                  <a:pt x="514144" y="357249"/>
                </a:lnTo>
                <a:lnTo>
                  <a:pt x="586331" y="357249"/>
                </a:lnTo>
                <a:lnTo>
                  <a:pt x="586331" y="423543"/>
                </a:lnTo>
                <a:close/>
              </a:path>
              <a:path w="586740" h="621030">
                <a:moveTo>
                  <a:pt x="586331" y="561286"/>
                </a:moveTo>
                <a:lnTo>
                  <a:pt x="514144" y="561286"/>
                </a:lnTo>
                <a:lnTo>
                  <a:pt x="514144" y="481734"/>
                </a:lnTo>
                <a:lnTo>
                  <a:pt x="586331" y="481734"/>
                </a:lnTo>
                <a:lnTo>
                  <a:pt x="586331" y="561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190202" y="1817507"/>
            <a:ext cx="586740" cy="323215"/>
          </a:xfrm>
          <a:custGeom>
            <a:avLst/>
            <a:gdLst/>
            <a:ahLst/>
            <a:cxnLst/>
            <a:rect l="l" t="t" r="r" b="b"/>
            <a:pathLst>
              <a:path w="586740" h="323214">
                <a:moveTo>
                  <a:pt x="513407" y="0"/>
                </a:moveTo>
                <a:lnTo>
                  <a:pt x="513407" y="125958"/>
                </a:lnTo>
                <a:lnTo>
                  <a:pt x="383766" y="125958"/>
                </a:lnTo>
                <a:lnTo>
                  <a:pt x="367049" y="86187"/>
                </a:lnTo>
                <a:lnTo>
                  <a:pt x="338769" y="53347"/>
                </a:lnTo>
                <a:lnTo>
                  <a:pt x="299918" y="28532"/>
                </a:lnTo>
                <a:lnTo>
                  <a:pt x="251485" y="12840"/>
                </a:lnTo>
                <a:lnTo>
                  <a:pt x="194461" y="7365"/>
                </a:lnTo>
                <a:lnTo>
                  <a:pt x="138623" y="12535"/>
                </a:lnTo>
                <a:lnTo>
                  <a:pt x="91010" y="27363"/>
                </a:lnTo>
                <a:lnTo>
                  <a:pt x="52482" y="50825"/>
                </a:lnTo>
                <a:lnTo>
                  <a:pt x="23898" y="81898"/>
                </a:lnTo>
                <a:lnTo>
                  <a:pt x="6117" y="119560"/>
                </a:lnTo>
                <a:lnTo>
                  <a:pt x="0" y="162787"/>
                </a:lnTo>
                <a:lnTo>
                  <a:pt x="6117" y="206015"/>
                </a:lnTo>
                <a:lnTo>
                  <a:pt x="23898" y="243677"/>
                </a:lnTo>
                <a:lnTo>
                  <a:pt x="52482" y="274750"/>
                </a:lnTo>
                <a:lnTo>
                  <a:pt x="91010" y="298212"/>
                </a:lnTo>
                <a:lnTo>
                  <a:pt x="138623" y="313040"/>
                </a:lnTo>
                <a:lnTo>
                  <a:pt x="194461" y="318209"/>
                </a:lnTo>
                <a:lnTo>
                  <a:pt x="252982" y="312405"/>
                </a:lnTo>
                <a:lnTo>
                  <a:pt x="302346" y="295817"/>
                </a:lnTo>
                <a:lnTo>
                  <a:pt x="341527" y="269682"/>
                </a:lnTo>
                <a:lnTo>
                  <a:pt x="369500" y="235239"/>
                </a:lnTo>
                <a:lnTo>
                  <a:pt x="385240" y="193724"/>
                </a:lnTo>
                <a:lnTo>
                  <a:pt x="513407" y="193724"/>
                </a:lnTo>
                <a:lnTo>
                  <a:pt x="513407" y="322629"/>
                </a:lnTo>
                <a:lnTo>
                  <a:pt x="586331" y="322629"/>
                </a:lnTo>
                <a:lnTo>
                  <a:pt x="586331" y="0"/>
                </a:lnTo>
                <a:lnTo>
                  <a:pt x="51340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263126" y="1885274"/>
            <a:ext cx="242570" cy="190500"/>
          </a:xfrm>
          <a:custGeom>
            <a:avLst/>
            <a:gdLst/>
            <a:ahLst/>
            <a:cxnLst/>
            <a:rect l="l" t="t" r="r" b="b"/>
            <a:pathLst>
              <a:path w="242570" h="190500">
                <a:moveTo>
                  <a:pt x="121538" y="190041"/>
                </a:moveTo>
                <a:lnTo>
                  <a:pt x="72094" y="183481"/>
                </a:lnTo>
                <a:lnTo>
                  <a:pt x="33699" y="164629"/>
                </a:lnTo>
                <a:lnTo>
                  <a:pt x="8839" y="134728"/>
                </a:lnTo>
                <a:lnTo>
                  <a:pt x="0" y="95020"/>
                </a:lnTo>
                <a:lnTo>
                  <a:pt x="8839" y="55313"/>
                </a:lnTo>
                <a:lnTo>
                  <a:pt x="33699" y="25412"/>
                </a:lnTo>
                <a:lnTo>
                  <a:pt x="72094" y="6560"/>
                </a:lnTo>
                <a:lnTo>
                  <a:pt x="121538" y="0"/>
                </a:lnTo>
                <a:lnTo>
                  <a:pt x="170867" y="6560"/>
                </a:lnTo>
                <a:lnTo>
                  <a:pt x="209009" y="25412"/>
                </a:lnTo>
                <a:lnTo>
                  <a:pt x="233616" y="55313"/>
                </a:lnTo>
                <a:lnTo>
                  <a:pt x="242340" y="95020"/>
                </a:lnTo>
                <a:lnTo>
                  <a:pt x="233616" y="134728"/>
                </a:lnTo>
                <a:lnTo>
                  <a:pt x="209009" y="164629"/>
                </a:lnTo>
                <a:lnTo>
                  <a:pt x="170867" y="183481"/>
                </a:lnTo>
                <a:lnTo>
                  <a:pt x="121538" y="19004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48394" y="2174757"/>
            <a:ext cx="528320" cy="264160"/>
          </a:xfrm>
          <a:custGeom>
            <a:avLst/>
            <a:gdLst/>
            <a:ahLst/>
            <a:cxnLst/>
            <a:rect l="l" t="t" r="r" b="b"/>
            <a:pathLst>
              <a:path w="528320" h="264160">
                <a:moveTo>
                  <a:pt x="455953" y="66293"/>
                </a:moveTo>
                <a:lnTo>
                  <a:pt x="71449" y="66293"/>
                </a:lnTo>
                <a:lnTo>
                  <a:pt x="71449" y="0"/>
                </a:lnTo>
                <a:lnTo>
                  <a:pt x="0" y="0"/>
                </a:lnTo>
                <a:lnTo>
                  <a:pt x="0" y="263701"/>
                </a:lnTo>
                <a:lnTo>
                  <a:pt x="528139" y="263701"/>
                </a:lnTo>
                <a:lnTo>
                  <a:pt x="528139" y="0"/>
                </a:lnTo>
                <a:lnTo>
                  <a:pt x="455953" y="0"/>
                </a:lnTo>
                <a:lnTo>
                  <a:pt x="455953" y="6629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19844" y="2299242"/>
            <a:ext cx="384810" cy="80010"/>
          </a:xfrm>
          <a:custGeom>
            <a:avLst/>
            <a:gdLst/>
            <a:ahLst/>
            <a:cxnLst/>
            <a:rect l="l" t="t" r="r" b="b"/>
            <a:pathLst>
              <a:path w="384809" h="80010">
                <a:moveTo>
                  <a:pt x="0" y="79552"/>
                </a:moveTo>
                <a:lnTo>
                  <a:pt x="0" y="0"/>
                </a:lnTo>
                <a:lnTo>
                  <a:pt x="384503" y="0"/>
                </a:lnTo>
                <a:lnTo>
                  <a:pt x="384503" y="79552"/>
                </a:lnTo>
                <a:lnTo>
                  <a:pt x="0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104277" y="1817507"/>
            <a:ext cx="652780" cy="629285"/>
          </a:xfrm>
          <a:custGeom>
            <a:avLst/>
            <a:gdLst/>
            <a:ahLst/>
            <a:cxnLst/>
            <a:rect l="l" t="t" r="r" b="b"/>
            <a:pathLst>
              <a:path w="652779" h="629285">
                <a:moveTo>
                  <a:pt x="564233" y="629053"/>
                </a:moveTo>
                <a:lnTo>
                  <a:pt x="491310" y="629053"/>
                </a:lnTo>
                <a:lnTo>
                  <a:pt x="491310" y="0"/>
                </a:lnTo>
                <a:lnTo>
                  <a:pt x="564233" y="0"/>
                </a:lnTo>
                <a:lnTo>
                  <a:pt x="564233" y="254862"/>
                </a:lnTo>
                <a:lnTo>
                  <a:pt x="652624" y="254862"/>
                </a:lnTo>
                <a:lnTo>
                  <a:pt x="652624" y="324839"/>
                </a:lnTo>
                <a:lnTo>
                  <a:pt x="564233" y="324839"/>
                </a:lnTo>
                <a:lnTo>
                  <a:pt x="564233" y="629053"/>
                </a:lnTo>
                <a:close/>
              </a:path>
              <a:path w="652779" h="629285">
                <a:moveTo>
                  <a:pt x="0" y="591487"/>
                </a:moveTo>
                <a:lnTo>
                  <a:pt x="0" y="517827"/>
                </a:lnTo>
                <a:lnTo>
                  <a:pt x="30228" y="508815"/>
                </a:lnTo>
                <a:lnTo>
                  <a:pt x="57925" y="492073"/>
                </a:lnTo>
                <a:lnTo>
                  <a:pt x="105660" y="437511"/>
                </a:lnTo>
                <a:lnTo>
                  <a:pt x="125669" y="400743"/>
                </a:lnTo>
                <a:lnTo>
                  <a:pt x="143083" y="358354"/>
                </a:lnTo>
                <a:lnTo>
                  <a:pt x="157890" y="310870"/>
                </a:lnTo>
                <a:lnTo>
                  <a:pt x="170072" y="258818"/>
                </a:lnTo>
                <a:lnTo>
                  <a:pt x="179614" y="202725"/>
                </a:lnTo>
                <a:lnTo>
                  <a:pt x="186502" y="143118"/>
                </a:lnTo>
                <a:lnTo>
                  <a:pt x="190719" y="80523"/>
                </a:lnTo>
                <a:lnTo>
                  <a:pt x="192251" y="15468"/>
                </a:lnTo>
                <a:lnTo>
                  <a:pt x="266648" y="18414"/>
                </a:lnTo>
                <a:lnTo>
                  <a:pt x="265316" y="75946"/>
                </a:lnTo>
                <a:lnTo>
                  <a:pt x="262181" y="130931"/>
                </a:lnTo>
                <a:lnTo>
                  <a:pt x="257207" y="183300"/>
                </a:lnTo>
                <a:lnTo>
                  <a:pt x="250360" y="232982"/>
                </a:lnTo>
                <a:lnTo>
                  <a:pt x="241603" y="279906"/>
                </a:lnTo>
                <a:lnTo>
                  <a:pt x="304748" y="365352"/>
                </a:lnTo>
                <a:lnTo>
                  <a:pt x="218769" y="365352"/>
                </a:lnTo>
                <a:lnTo>
                  <a:pt x="197644" y="420631"/>
                </a:lnTo>
                <a:lnTo>
                  <a:pt x="172885" y="468810"/>
                </a:lnTo>
                <a:lnTo>
                  <a:pt x="144647" y="509555"/>
                </a:lnTo>
                <a:lnTo>
                  <a:pt x="113085" y="542530"/>
                </a:lnTo>
                <a:lnTo>
                  <a:pt x="78354" y="567400"/>
                </a:lnTo>
                <a:lnTo>
                  <a:pt x="40607" y="583831"/>
                </a:lnTo>
                <a:lnTo>
                  <a:pt x="0" y="591487"/>
                </a:lnTo>
                <a:close/>
              </a:path>
              <a:path w="652779" h="629285">
                <a:moveTo>
                  <a:pt x="380820" y="590014"/>
                </a:moveTo>
                <a:lnTo>
                  <a:pt x="218769" y="365352"/>
                </a:lnTo>
                <a:lnTo>
                  <a:pt x="304748" y="365352"/>
                </a:lnTo>
                <a:lnTo>
                  <a:pt x="439748" y="548028"/>
                </a:lnTo>
                <a:lnTo>
                  <a:pt x="380820" y="59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595587" y="1817507"/>
            <a:ext cx="161925" cy="629285"/>
          </a:xfrm>
          <a:custGeom>
            <a:avLst/>
            <a:gdLst/>
            <a:ahLst/>
            <a:cxnLst/>
            <a:rect l="l" t="t" r="r" b="b"/>
            <a:pathLst>
              <a:path w="161925" h="629285">
                <a:moveTo>
                  <a:pt x="161314" y="254862"/>
                </a:moveTo>
                <a:lnTo>
                  <a:pt x="72923" y="254862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24839"/>
                </a:lnTo>
                <a:lnTo>
                  <a:pt x="161314" y="324839"/>
                </a:lnTo>
                <a:lnTo>
                  <a:pt x="161314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104277" y="1832976"/>
            <a:ext cx="440055" cy="576580"/>
          </a:xfrm>
          <a:custGeom>
            <a:avLst/>
            <a:gdLst/>
            <a:ahLst/>
            <a:cxnLst/>
            <a:rect l="l" t="t" r="r" b="b"/>
            <a:pathLst>
              <a:path w="440054" h="576580">
                <a:moveTo>
                  <a:pt x="266648" y="2946"/>
                </a:moveTo>
                <a:lnTo>
                  <a:pt x="192251" y="0"/>
                </a:lnTo>
                <a:lnTo>
                  <a:pt x="190719" y="65054"/>
                </a:lnTo>
                <a:lnTo>
                  <a:pt x="186502" y="127649"/>
                </a:lnTo>
                <a:lnTo>
                  <a:pt x="179614" y="187256"/>
                </a:lnTo>
                <a:lnTo>
                  <a:pt x="170072" y="243349"/>
                </a:lnTo>
                <a:lnTo>
                  <a:pt x="157890" y="295401"/>
                </a:lnTo>
                <a:lnTo>
                  <a:pt x="143083" y="342885"/>
                </a:lnTo>
                <a:lnTo>
                  <a:pt x="125669" y="385275"/>
                </a:lnTo>
                <a:lnTo>
                  <a:pt x="105660" y="422042"/>
                </a:lnTo>
                <a:lnTo>
                  <a:pt x="57925" y="476605"/>
                </a:lnTo>
                <a:lnTo>
                  <a:pt x="0" y="502359"/>
                </a:lnTo>
                <a:lnTo>
                  <a:pt x="0" y="576018"/>
                </a:lnTo>
                <a:lnTo>
                  <a:pt x="40607" y="568362"/>
                </a:lnTo>
                <a:lnTo>
                  <a:pt x="78354" y="551932"/>
                </a:lnTo>
                <a:lnTo>
                  <a:pt x="113085" y="527061"/>
                </a:lnTo>
                <a:lnTo>
                  <a:pt x="144647" y="494086"/>
                </a:lnTo>
                <a:lnTo>
                  <a:pt x="172885" y="453342"/>
                </a:lnTo>
                <a:lnTo>
                  <a:pt x="197644" y="405162"/>
                </a:lnTo>
                <a:lnTo>
                  <a:pt x="218769" y="349883"/>
                </a:lnTo>
                <a:lnTo>
                  <a:pt x="380820" y="574545"/>
                </a:lnTo>
                <a:lnTo>
                  <a:pt x="439748" y="532559"/>
                </a:lnTo>
                <a:lnTo>
                  <a:pt x="241603" y="264438"/>
                </a:lnTo>
                <a:lnTo>
                  <a:pt x="250360" y="217514"/>
                </a:lnTo>
                <a:lnTo>
                  <a:pt x="257207" y="167832"/>
                </a:lnTo>
                <a:lnTo>
                  <a:pt x="262181" y="115463"/>
                </a:lnTo>
                <a:lnTo>
                  <a:pt x="265316" y="60477"/>
                </a:lnTo>
                <a:lnTo>
                  <a:pt x="266648" y="294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826879" y="1817507"/>
            <a:ext cx="586105" cy="629285"/>
          </a:xfrm>
          <a:custGeom>
            <a:avLst/>
            <a:gdLst/>
            <a:ahLst/>
            <a:cxnLst/>
            <a:rect l="l" t="t" r="r" b="b"/>
            <a:pathLst>
              <a:path w="586104" h="629285">
                <a:moveTo>
                  <a:pt x="585594" y="629053"/>
                </a:moveTo>
                <a:lnTo>
                  <a:pt x="517090" y="629053"/>
                </a:lnTo>
                <a:lnTo>
                  <a:pt x="517090" y="0"/>
                </a:lnTo>
                <a:lnTo>
                  <a:pt x="585594" y="0"/>
                </a:lnTo>
                <a:lnTo>
                  <a:pt x="585594" y="629053"/>
                </a:lnTo>
                <a:close/>
              </a:path>
              <a:path w="586104" h="629285">
                <a:moveTo>
                  <a:pt x="434592" y="618004"/>
                </a:moveTo>
                <a:lnTo>
                  <a:pt x="366088" y="618004"/>
                </a:lnTo>
                <a:lnTo>
                  <a:pt x="366088" y="397025"/>
                </a:lnTo>
                <a:lnTo>
                  <a:pt x="282853" y="397025"/>
                </a:lnTo>
                <a:lnTo>
                  <a:pt x="282853" y="329995"/>
                </a:lnTo>
                <a:lnTo>
                  <a:pt x="366088" y="329995"/>
                </a:lnTo>
                <a:lnTo>
                  <a:pt x="366088" y="214349"/>
                </a:lnTo>
                <a:lnTo>
                  <a:pt x="282853" y="214349"/>
                </a:lnTo>
                <a:lnTo>
                  <a:pt x="282853" y="147319"/>
                </a:lnTo>
                <a:lnTo>
                  <a:pt x="366088" y="147319"/>
                </a:lnTo>
                <a:lnTo>
                  <a:pt x="366088" y="3682"/>
                </a:lnTo>
                <a:lnTo>
                  <a:pt x="434592" y="3682"/>
                </a:lnTo>
                <a:lnTo>
                  <a:pt x="434592" y="618004"/>
                </a:lnTo>
                <a:close/>
              </a:path>
              <a:path w="586104" h="629285">
                <a:moveTo>
                  <a:pt x="120801" y="591487"/>
                </a:moveTo>
                <a:lnTo>
                  <a:pt x="0" y="591487"/>
                </a:lnTo>
                <a:lnTo>
                  <a:pt x="0" y="269594"/>
                </a:lnTo>
                <a:lnTo>
                  <a:pt x="176046" y="269594"/>
                </a:lnTo>
                <a:lnTo>
                  <a:pt x="176046" y="87655"/>
                </a:lnTo>
                <a:lnTo>
                  <a:pt x="0" y="87655"/>
                </a:lnTo>
                <a:lnTo>
                  <a:pt x="0" y="22834"/>
                </a:lnTo>
                <a:lnTo>
                  <a:pt x="243813" y="22834"/>
                </a:lnTo>
                <a:lnTo>
                  <a:pt x="243813" y="334414"/>
                </a:lnTo>
                <a:lnTo>
                  <a:pt x="67766" y="334414"/>
                </a:lnTo>
                <a:lnTo>
                  <a:pt x="67766" y="526666"/>
                </a:lnTo>
                <a:lnTo>
                  <a:pt x="306424" y="526666"/>
                </a:lnTo>
                <a:lnTo>
                  <a:pt x="306424" y="562759"/>
                </a:lnTo>
                <a:lnTo>
                  <a:pt x="270998" y="575017"/>
                </a:lnTo>
                <a:lnTo>
                  <a:pt x="227424" y="584029"/>
                </a:lnTo>
                <a:lnTo>
                  <a:pt x="176944" y="589588"/>
                </a:lnTo>
                <a:lnTo>
                  <a:pt x="120801" y="591487"/>
                </a:lnTo>
                <a:close/>
              </a:path>
              <a:path w="586104" h="629285">
                <a:moveTo>
                  <a:pt x="306424" y="526666"/>
                </a:moveTo>
                <a:lnTo>
                  <a:pt x="124484" y="526666"/>
                </a:lnTo>
                <a:lnTo>
                  <a:pt x="178394" y="524859"/>
                </a:lnTo>
                <a:lnTo>
                  <a:pt x="226503" y="519392"/>
                </a:lnTo>
                <a:lnTo>
                  <a:pt x="269088" y="510196"/>
                </a:lnTo>
                <a:lnTo>
                  <a:pt x="306424" y="497202"/>
                </a:lnTo>
                <a:lnTo>
                  <a:pt x="306424" y="526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343969" y="1817507"/>
            <a:ext cx="68580" cy="629285"/>
          </a:xfrm>
          <a:custGeom>
            <a:avLst/>
            <a:gdLst/>
            <a:ahLst/>
            <a:cxnLst/>
            <a:rect l="l" t="t" r="r" b="b"/>
            <a:pathLst>
              <a:path w="68579" h="629285">
                <a:moveTo>
                  <a:pt x="0" y="0"/>
                </a:moveTo>
                <a:lnTo>
                  <a:pt x="0" y="629053"/>
                </a:lnTo>
                <a:lnTo>
                  <a:pt x="68503" y="629053"/>
                </a:lnTo>
                <a:lnTo>
                  <a:pt x="6850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109731" y="1821190"/>
            <a:ext cx="151765" cy="614680"/>
          </a:xfrm>
          <a:custGeom>
            <a:avLst/>
            <a:gdLst/>
            <a:ahLst/>
            <a:cxnLst/>
            <a:rect l="l" t="t" r="r" b="b"/>
            <a:pathLst>
              <a:path w="151765" h="614680">
                <a:moveTo>
                  <a:pt x="83235" y="143636"/>
                </a:moveTo>
                <a:lnTo>
                  <a:pt x="0" y="143636"/>
                </a:lnTo>
                <a:lnTo>
                  <a:pt x="0" y="210666"/>
                </a:lnTo>
                <a:lnTo>
                  <a:pt x="83235" y="210666"/>
                </a:lnTo>
                <a:lnTo>
                  <a:pt x="83235" y="326312"/>
                </a:lnTo>
                <a:lnTo>
                  <a:pt x="0" y="326312"/>
                </a:lnTo>
                <a:lnTo>
                  <a:pt x="0" y="393342"/>
                </a:lnTo>
                <a:lnTo>
                  <a:pt x="83235" y="393342"/>
                </a:lnTo>
                <a:lnTo>
                  <a:pt x="83235" y="614321"/>
                </a:lnTo>
                <a:lnTo>
                  <a:pt x="151738" y="614321"/>
                </a:lnTo>
                <a:lnTo>
                  <a:pt x="151738" y="0"/>
                </a:lnTo>
                <a:lnTo>
                  <a:pt x="83235" y="0"/>
                </a:lnTo>
                <a:lnTo>
                  <a:pt x="83235" y="14363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826878" y="1840342"/>
            <a:ext cx="306705" cy="568960"/>
          </a:xfrm>
          <a:custGeom>
            <a:avLst/>
            <a:gdLst/>
            <a:ahLst/>
            <a:cxnLst/>
            <a:rect l="l" t="t" r="r" b="b"/>
            <a:pathLst>
              <a:path w="306704" h="568960">
                <a:moveTo>
                  <a:pt x="67766" y="503832"/>
                </a:moveTo>
                <a:lnTo>
                  <a:pt x="67766" y="311580"/>
                </a:lnTo>
                <a:lnTo>
                  <a:pt x="243813" y="311580"/>
                </a:lnTo>
                <a:lnTo>
                  <a:pt x="243813" y="0"/>
                </a:lnTo>
                <a:lnTo>
                  <a:pt x="0" y="0"/>
                </a:lnTo>
                <a:lnTo>
                  <a:pt x="0" y="64820"/>
                </a:lnTo>
                <a:lnTo>
                  <a:pt x="176046" y="64820"/>
                </a:lnTo>
                <a:lnTo>
                  <a:pt x="176046" y="246759"/>
                </a:lnTo>
                <a:lnTo>
                  <a:pt x="0" y="246759"/>
                </a:lnTo>
                <a:lnTo>
                  <a:pt x="0" y="568652"/>
                </a:lnTo>
                <a:lnTo>
                  <a:pt x="120801" y="568652"/>
                </a:lnTo>
                <a:lnTo>
                  <a:pt x="176944" y="566753"/>
                </a:lnTo>
                <a:lnTo>
                  <a:pt x="227424" y="561194"/>
                </a:lnTo>
                <a:lnTo>
                  <a:pt x="270998" y="552182"/>
                </a:lnTo>
                <a:lnTo>
                  <a:pt x="306424" y="539925"/>
                </a:lnTo>
                <a:lnTo>
                  <a:pt x="306424" y="474368"/>
                </a:lnTo>
                <a:lnTo>
                  <a:pt x="269088" y="487362"/>
                </a:lnTo>
                <a:lnTo>
                  <a:pt x="226503" y="496558"/>
                </a:lnTo>
                <a:lnTo>
                  <a:pt x="178394" y="502025"/>
                </a:lnTo>
                <a:lnTo>
                  <a:pt x="124484" y="503832"/>
                </a:lnTo>
                <a:lnTo>
                  <a:pt x="67766" y="50383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63699" y="2552835"/>
            <a:ext cx="35560" cy="302260"/>
          </a:xfrm>
          <a:custGeom>
            <a:avLst/>
            <a:gdLst/>
            <a:ahLst/>
            <a:cxnLst/>
            <a:rect l="l" t="t" r="r" b="b"/>
            <a:pathLst>
              <a:path w="35559" h="302260">
                <a:moveTo>
                  <a:pt x="35029" y="302172"/>
                </a:moveTo>
                <a:lnTo>
                  <a:pt x="0" y="302172"/>
                </a:lnTo>
                <a:lnTo>
                  <a:pt x="0" y="0"/>
                </a:lnTo>
                <a:lnTo>
                  <a:pt x="35029" y="0"/>
                </a:lnTo>
                <a:lnTo>
                  <a:pt x="35029" y="3021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334062" y="2564129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19">
                <a:moveTo>
                  <a:pt x="0" y="0"/>
                </a:moveTo>
                <a:lnTo>
                  <a:pt x="171254" y="0"/>
                </a:lnTo>
                <a:lnTo>
                  <a:pt x="1712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34062" y="2597150"/>
            <a:ext cx="35560" cy="207010"/>
          </a:xfrm>
          <a:custGeom>
            <a:avLst/>
            <a:gdLst/>
            <a:ahLst/>
            <a:cxnLst/>
            <a:rect l="l" t="t" r="r" b="b"/>
            <a:pathLst>
              <a:path w="35560" h="207010">
                <a:moveTo>
                  <a:pt x="0" y="0"/>
                </a:moveTo>
                <a:lnTo>
                  <a:pt x="35029" y="0"/>
                </a:lnTo>
                <a:lnTo>
                  <a:pt x="35029" y="207009"/>
                </a:lnTo>
                <a:lnTo>
                  <a:pt x="0" y="2070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34062" y="2804160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19">
                <a:moveTo>
                  <a:pt x="0" y="0"/>
                </a:moveTo>
                <a:lnTo>
                  <a:pt x="171254" y="0"/>
                </a:lnTo>
                <a:lnTo>
                  <a:pt x="1712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470288" y="2596710"/>
            <a:ext cx="35560" cy="207645"/>
          </a:xfrm>
          <a:custGeom>
            <a:avLst/>
            <a:gdLst/>
            <a:ahLst/>
            <a:cxnLst/>
            <a:rect l="l" t="t" r="r" b="b"/>
            <a:pathLst>
              <a:path w="35559" h="207644">
                <a:moveTo>
                  <a:pt x="35029" y="207345"/>
                </a:moveTo>
                <a:lnTo>
                  <a:pt x="0" y="207345"/>
                </a:lnTo>
                <a:lnTo>
                  <a:pt x="0" y="0"/>
                </a:lnTo>
                <a:lnTo>
                  <a:pt x="35029" y="0"/>
                </a:lnTo>
                <a:lnTo>
                  <a:pt x="35029" y="20734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667372" y="2556510"/>
            <a:ext cx="259079" cy="30480"/>
          </a:xfrm>
          <a:custGeom>
            <a:avLst/>
            <a:gdLst/>
            <a:ahLst/>
            <a:cxnLst/>
            <a:rect l="l" t="t" r="r" b="b"/>
            <a:pathLst>
              <a:path w="259079" h="30480">
                <a:moveTo>
                  <a:pt x="0" y="0"/>
                </a:moveTo>
                <a:lnTo>
                  <a:pt x="258650" y="0"/>
                </a:lnTo>
                <a:lnTo>
                  <a:pt x="258650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90639" y="2586989"/>
            <a:ext cx="35560" cy="72390"/>
          </a:xfrm>
          <a:custGeom>
            <a:avLst/>
            <a:gdLst/>
            <a:ahLst/>
            <a:cxnLst/>
            <a:rect l="l" t="t" r="r" b="b"/>
            <a:pathLst>
              <a:path w="35559" h="72389">
                <a:moveTo>
                  <a:pt x="0" y="0"/>
                </a:moveTo>
                <a:lnTo>
                  <a:pt x="35383" y="0"/>
                </a:lnTo>
                <a:lnTo>
                  <a:pt x="35383" y="72389"/>
                </a:lnTo>
                <a:lnTo>
                  <a:pt x="0" y="723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646496" y="2676322"/>
            <a:ext cx="302260" cy="30480"/>
          </a:xfrm>
          <a:custGeom>
            <a:avLst/>
            <a:gdLst/>
            <a:ahLst/>
            <a:cxnLst/>
            <a:rect l="l" t="t" r="r" b="b"/>
            <a:pathLst>
              <a:path w="302259" h="30480">
                <a:moveTo>
                  <a:pt x="301818" y="30075"/>
                </a:moveTo>
                <a:lnTo>
                  <a:pt x="0" y="30075"/>
                </a:lnTo>
                <a:lnTo>
                  <a:pt x="0" y="0"/>
                </a:lnTo>
                <a:lnTo>
                  <a:pt x="301818" y="0"/>
                </a:lnTo>
                <a:lnTo>
                  <a:pt x="301818" y="3007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779537" y="2706398"/>
            <a:ext cx="35560" cy="48895"/>
          </a:xfrm>
          <a:custGeom>
            <a:avLst/>
            <a:gdLst/>
            <a:ahLst/>
            <a:cxnLst/>
            <a:rect l="l" t="t" r="r" b="b"/>
            <a:pathLst>
              <a:path w="35559" h="48894">
                <a:moveTo>
                  <a:pt x="35383" y="48828"/>
                </a:moveTo>
                <a:lnTo>
                  <a:pt x="0" y="48828"/>
                </a:lnTo>
                <a:lnTo>
                  <a:pt x="0" y="0"/>
                </a:lnTo>
                <a:lnTo>
                  <a:pt x="35383" y="0"/>
                </a:lnTo>
                <a:lnTo>
                  <a:pt x="35383" y="488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64895" y="2754629"/>
            <a:ext cx="262255" cy="30480"/>
          </a:xfrm>
          <a:custGeom>
            <a:avLst/>
            <a:gdLst/>
            <a:ahLst/>
            <a:cxnLst/>
            <a:rect l="l" t="t" r="r" b="b"/>
            <a:pathLst>
              <a:path w="262254" h="30480">
                <a:moveTo>
                  <a:pt x="0" y="0"/>
                </a:moveTo>
                <a:lnTo>
                  <a:pt x="262189" y="0"/>
                </a:lnTo>
                <a:lnTo>
                  <a:pt x="262189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91701" y="2785110"/>
            <a:ext cx="35560" cy="69850"/>
          </a:xfrm>
          <a:custGeom>
            <a:avLst/>
            <a:gdLst/>
            <a:ahLst/>
            <a:cxnLst/>
            <a:rect l="l" t="t" r="r" b="b"/>
            <a:pathLst>
              <a:path w="35559" h="69850">
                <a:moveTo>
                  <a:pt x="0" y="0"/>
                </a:moveTo>
                <a:lnTo>
                  <a:pt x="35383" y="0"/>
                </a:lnTo>
                <a:lnTo>
                  <a:pt x="35383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064455" y="2552835"/>
            <a:ext cx="283210" cy="302260"/>
          </a:xfrm>
          <a:custGeom>
            <a:avLst/>
            <a:gdLst/>
            <a:ahLst/>
            <a:cxnLst/>
            <a:rect l="l" t="t" r="r" b="b"/>
            <a:pathLst>
              <a:path w="283209" h="302260">
                <a:moveTo>
                  <a:pt x="283065" y="302172"/>
                </a:moveTo>
                <a:lnTo>
                  <a:pt x="248035" y="302172"/>
                </a:lnTo>
                <a:lnTo>
                  <a:pt x="248035" y="0"/>
                </a:lnTo>
                <a:lnTo>
                  <a:pt x="283065" y="0"/>
                </a:lnTo>
                <a:lnTo>
                  <a:pt x="283065" y="302172"/>
                </a:lnTo>
                <a:close/>
              </a:path>
              <a:path w="283209" h="302260">
                <a:moveTo>
                  <a:pt x="103672" y="160285"/>
                </a:moveTo>
                <a:lnTo>
                  <a:pt x="67443" y="154596"/>
                </a:lnTo>
                <a:lnTo>
                  <a:pt x="39142" y="138657"/>
                </a:lnTo>
                <a:lnTo>
                  <a:pt x="20726" y="114160"/>
                </a:lnTo>
                <a:lnTo>
                  <a:pt x="14153" y="82796"/>
                </a:lnTo>
                <a:lnTo>
                  <a:pt x="20726" y="51432"/>
                </a:lnTo>
                <a:lnTo>
                  <a:pt x="39142" y="26935"/>
                </a:lnTo>
                <a:lnTo>
                  <a:pt x="67443" y="10996"/>
                </a:lnTo>
                <a:lnTo>
                  <a:pt x="103672" y="5307"/>
                </a:lnTo>
                <a:lnTo>
                  <a:pt x="139752" y="10996"/>
                </a:lnTo>
                <a:lnTo>
                  <a:pt x="168070" y="26935"/>
                </a:lnTo>
                <a:lnTo>
                  <a:pt x="173647" y="34321"/>
                </a:lnTo>
                <a:lnTo>
                  <a:pt x="103672" y="34321"/>
                </a:lnTo>
                <a:lnTo>
                  <a:pt x="80607" y="38014"/>
                </a:lnTo>
                <a:lnTo>
                  <a:pt x="62982" y="48209"/>
                </a:lnTo>
                <a:lnTo>
                  <a:pt x="51725" y="63579"/>
                </a:lnTo>
                <a:lnTo>
                  <a:pt x="47767" y="82796"/>
                </a:lnTo>
                <a:lnTo>
                  <a:pt x="51725" y="102014"/>
                </a:lnTo>
                <a:lnTo>
                  <a:pt x="62982" y="117383"/>
                </a:lnTo>
                <a:lnTo>
                  <a:pt x="80607" y="127578"/>
                </a:lnTo>
                <a:lnTo>
                  <a:pt x="103672" y="131271"/>
                </a:lnTo>
                <a:lnTo>
                  <a:pt x="173647" y="131271"/>
                </a:lnTo>
                <a:lnTo>
                  <a:pt x="168070" y="138657"/>
                </a:lnTo>
                <a:lnTo>
                  <a:pt x="139752" y="154596"/>
                </a:lnTo>
                <a:lnTo>
                  <a:pt x="103672" y="160285"/>
                </a:lnTo>
                <a:close/>
              </a:path>
              <a:path w="283209" h="302260">
                <a:moveTo>
                  <a:pt x="173647" y="131271"/>
                </a:moveTo>
                <a:lnTo>
                  <a:pt x="103672" y="131271"/>
                </a:lnTo>
                <a:lnTo>
                  <a:pt x="126533" y="127578"/>
                </a:lnTo>
                <a:lnTo>
                  <a:pt x="144053" y="117383"/>
                </a:lnTo>
                <a:lnTo>
                  <a:pt x="155271" y="102014"/>
                </a:lnTo>
                <a:lnTo>
                  <a:pt x="159224" y="82796"/>
                </a:lnTo>
                <a:lnTo>
                  <a:pt x="155271" y="63579"/>
                </a:lnTo>
                <a:lnTo>
                  <a:pt x="144053" y="48209"/>
                </a:lnTo>
                <a:lnTo>
                  <a:pt x="126533" y="38014"/>
                </a:lnTo>
                <a:lnTo>
                  <a:pt x="103672" y="34321"/>
                </a:lnTo>
                <a:lnTo>
                  <a:pt x="173647" y="34321"/>
                </a:lnTo>
                <a:lnTo>
                  <a:pt x="186568" y="51432"/>
                </a:lnTo>
                <a:lnTo>
                  <a:pt x="193192" y="82796"/>
                </a:lnTo>
                <a:lnTo>
                  <a:pt x="186568" y="114160"/>
                </a:lnTo>
                <a:lnTo>
                  <a:pt x="173647" y="131271"/>
                </a:lnTo>
                <a:close/>
              </a:path>
              <a:path w="283209" h="302260">
                <a:moveTo>
                  <a:pt x="123841" y="220437"/>
                </a:moveTo>
                <a:lnTo>
                  <a:pt x="0" y="220437"/>
                </a:lnTo>
                <a:lnTo>
                  <a:pt x="0" y="188592"/>
                </a:lnTo>
                <a:lnTo>
                  <a:pt x="123487" y="188592"/>
                </a:lnTo>
                <a:lnTo>
                  <a:pt x="153098" y="187961"/>
                </a:lnTo>
                <a:lnTo>
                  <a:pt x="180188" y="185938"/>
                </a:lnTo>
                <a:lnTo>
                  <a:pt x="203696" y="182322"/>
                </a:lnTo>
                <a:lnTo>
                  <a:pt x="222560" y="176915"/>
                </a:lnTo>
                <a:lnTo>
                  <a:pt x="222560" y="208760"/>
                </a:lnTo>
                <a:lnTo>
                  <a:pt x="203851" y="214018"/>
                </a:lnTo>
                <a:lnTo>
                  <a:pt x="180631" y="217650"/>
                </a:lnTo>
                <a:lnTo>
                  <a:pt x="153695" y="219757"/>
                </a:lnTo>
                <a:lnTo>
                  <a:pt x="123841" y="220437"/>
                </a:lnTo>
                <a:close/>
              </a:path>
              <a:path w="283209" h="302260">
                <a:moveTo>
                  <a:pt x="121010" y="302172"/>
                </a:moveTo>
                <a:lnTo>
                  <a:pt x="85981" y="302172"/>
                </a:lnTo>
                <a:lnTo>
                  <a:pt x="85981" y="220437"/>
                </a:lnTo>
                <a:lnTo>
                  <a:pt x="121010" y="220437"/>
                </a:lnTo>
                <a:lnTo>
                  <a:pt x="121010" y="3021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94226" y="2554250"/>
            <a:ext cx="302260" cy="286385"/>
          </a:xfrm>
          <a:custGeom>
            <a:avLst/>
            <a:gdLst/>
            <a:ahLst/>
            <a:cxnLst/>
            <a:rect l="l" t="t" r="r" b="b"/>
            <a:pathLst>
              <a:path w="302259" h="286385">
                <a:moveTo>
                  <a:pt x="6015" y="188592"/>
                </a:moveTo>
                <a:lnTo>
                  <a:pt x="6015" y="155332"/>
                </a:lnTo>
                <a:lnTo>
                  <a:pt x="44339" y="147295"/>
                </a:lnTo>
                <a:lnTo>
                  <a:pt x="79504" y="125010"/>
                </a:lnTo>
                <a:lnTo>
                  <a:pt x="109625" y="91209"/>
                </a:lnTo>
                <a:lnTo>
                  <a:pt x="132817" y="48627"/>
                </a:lnTo>
                <a:lnTo>
                  <a:pt x="147193" y="0"/>
                </a:lnTo>
                <a:lnTo>
                  <a:pt x="183284" y="6368"/>
                </a:lnTo>
                <a:lnTo>
                  <a:pt x="179569" y="23668"/>
                </a:lnTo>
                <a:lnTo>
                  <a:pt x="174792" y="40469"/>
                </a:lnTo>
                <a:lnTo>
                  <a:pt x="168954" y="56673"/>
                </a:lnTo>
                <a:lnTo>
                  <a:pt x="162054" y="72181"/>
                </a:lnTo>
                <a:lnTo>
                  <a:pt x="203597" y="100134"/>
                </a:lnTo>
                <a:lnTo>
                  <a:pt x="146840" y="100134"/>
                </a:lnTo>
                <a:lnTo>
                  <a:pt x="118317" y="136496"/>
                </a:lnTo>
                <a:lnTo>
                  <a:pt x="84521" y="164399"/>
                </a:lnTo>
                <a:lnTo>
                  <a:pt x="46678" y="182284"/>
                </a:lnTo>
                <a:lnTo>
                  <a:pt x="6015" y="188592"/>
                </a:lnTo>
                <a:close/>
              </a:path>
              <a:path w="302259" h="286385">
                <a:moveTo>
                  <a:pt x="275988" y="189653"/>
                </a:moveTo>
                <a:lnTo>
                  <a:pt x="146840" y="100134"/>
                </a:lnTo>
                <a:lnTo>
                  <a:pt x="203597" y="100134"/>
                </a:lnTo>
                <a:lnTo>
                  <a:pt x="295095" y="161701"/>
                </a:lnTo>
                <a:lnTo>
                  <a:pt x="275988" y="189653"/>
                </a:lnTo>
                <a:close/>
              </a:path>
              <a:path w="302259" h="286385">
                <a:moveTo>
                  <a:pt x="301818" y="286249"/>
                </a:moveTo>
                <a:lnTo>
                  <a:pt x="0" y="286249"/>
                </a:lnTo>
                <a:lnTo>
                  <a:pt x="0" y="253343"/>
                </a:lnTo>
                <a:lnTo>
                  <a:pt x="301818" y="253343"/>
                </a:lnTo>
                <a:lnTo>
                  <a:pt x="301818" y="2862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744873" y="2555239"/>
            <a:ext cx="259079" cy="29209"/>
          </a:xfrm>
          <a:custGeom>
            <a:avLst/>
            <a:gdLst/>
            <a:ahLst/>
            <a:cxnLst/>
            <a:rect l="l" t="t" r="r" b="b"/>
            <a:pathLst>
              <a:path w="259079" h="29210">
                <a:moveTo>
                  <a:pt x="0" y="0"/>
                </a:moveTo>
                <a:lnTo>
                  <a:pt x="259004" y="0"/>
                </a:lnTo>
                <a:lnTo>
                  <a:pt x="259004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968849" y="2584450"/>
            <a:ext cx="35560" cy="44450"/>
          </a:xfrm>
          <a:custGeom>
            <a:avLst/>
            <a:gdLst/>
            <a:ahLst/>
            <a:cxnLst/>
            <a:rect l="l" t="t" r="r" b="b"/>
            <a:pathLst>
              <a:path w="35559" h="44450">
                <a:moveTo>
                  <a:pt x="0" y="0"/>
                </a:moveTo>
                <a:lnTo>
                  <a:pt x="35029" y="0"/>
                </a:lnTo>
                <a:lnTo>
                  <a:pt x="35029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744873" y="2628900"/>
            <a:ext cx="259079" cy="27940"/>
          </a:xfrm>
          <a:custGeom>
            <a:avLst/>
            <a:gdLst/>
            <a:ahLst/>
            <a:cxnLst/>
            <a:rect l="l" t="t" r="r" b="b"/>
            <a:pathLst>
              <a:path w="259079" h="27939">
                <a:moveTo>
                  <a:pt x="0" y="0"/>
                </a:moveTo>
                <a:lnTo>
                  <a:pt x="259004" y="0"/>
                </a:lnTo>
                <a:lnTo>
                  <a:pt x="25900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968849" y="2656839"/>
            <a:ext cx="35560" cy="38100"/>
          </a:xfrm>
          <a:custGeom>
            <a:avLst/>
            <a:gdLst/>
            <a:ahLst/>
            <a:cxnLst/>
            <a:rect l="l" t="t" r="r" b="b"/>
            <a:pathLst>
              <a:path w="35559" h="38100">
                <a:moveTo>
                  <a:pt x="0" y="0"/>
                </a:moveTo>
                <a:lnTo>
                  <a:pt x="35029" y="0"/>
                </a:lnTo>
                <a:lnTo>
                  <a:pt x="35029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838285" y="2673491"/>
            <a:ext cx="35560" cy="41275"/>
          </a:xfrm>
          <a:custGeom>
            <a:avLst/>
            <a:gdLst/>
            <a:ahLst/>
            <a:cxnLst/>
            <a:rect l="l" t="t" r="r" b="b"/>
            <a:pathLst>
              <a:path w="35559" h="41275">
                <a:moveTo>
                  <a:pt x="35383" y="40690"/>
                </a:moveTo>
                <a:lnTo>
                  <a:pt x="0" y="40690"/>
                </a:lnTo>
                <a:lnTo>
                  <a:pt x="0" y="0"/>
                </a:lnTo>
                <a:lnTo>
                  <a:pt x="35383" y="0"/>
                </a:lnTo>
                <a:lnTo>
                  <a:pt x="35383" y="4069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723997" y="2714182"/>
            <a:ext cx="302260" cy="29845"/>
          </a:xfrm>
          <a:custGeom>
            <a:avLst/>
            <a:gdLst/>
            <a:ahLst/>
            <a:cxnLst/>
            <a:rect l="l" t="t" r="r" b="b"/>
            <a:pathLst>
              <a:path w="302259" h="29844">
                <a:moveTo>
                  <a:pt x="301818" y="29721"/>
                </a:moveTo>
                <a:lnTo>
                  <a:pt x="0" y="29721"/>
                </a:lnTo>
                <a:lnTo>
                  <a:pt x="0" y="0"/>
                </a:lnTo>
                <a:lnTo>
                  <a:pt x="301818" y="0"/>
                </a:lnTo>
                <a:lnTo>
                  <a:pt x="301818" y="2972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744873" y="2768600"/>
            <a:ext cx="36195" cy="53340"/>
          </a:xfrm>
          <a:custGeom>
            <a:avLst/>
            <a:gdLst/>
            <a:ahLst/>
            <a:cxnLst/>
            <a:rect l="l" t="t" r="r" b="b"/>
            <a:pathLst>
              <a:path w="36195" h="53339">
                <a:moveTo>
                  <a:pt x="0" y="0"/>
                </a:moveTo>
                <a:lnTo>
                  <a:pt x="35737" y="0"/>
                </a:lnTo>
                <a:lnTo>
                  <a:pt x="35737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744873" y="2821939"/>
            <a:ext cx="265430" cy="29209"/>
          </a:xfrm>
          <a:custGeom>
            <a:avLst/>
            <a:gdLst/>
            <a:ahLst/>
            <a:cxnLst/>
            <a:rect l="l" t="t" r="r" b="b"/>
            <a:pathLst>
              <a:path w="265429" h="29210">
                <a:moveTo>
                  <a:pt x="0" y="0"/>
                </a:moveTo>
                <a:lnTo>
                  <a:pt x="265373" y="0"/>
                </a:lnTo>
                <a:lnTo>
                  <a:pt x="265373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058368" y="2552835"/>
            <a:ext cx="285750" cy="298450"/>
          </a:xfrm>
          <a:custGeom>
            <a:avLst/>
            <a:gdLst/>
            <a:ahLst/>
            <a:cxnLst/>
            <a:rect l="l" t="t" r="r" b="b"/>
            <a:pathLst>
              <a:path w="285750" h="298450">
                <a:moveTo>
                  <a:pt x="277403" y="224329"/>
                </a:moveTo>
                <a:lnTo>
                  <a:pt x="242374" y="224329"/>
                </a:lnTo>
                <a:lnTo>
                  <a:pt x="242374" y="0"/>
                </a:lnTo>
                <a:lnTo>
                  <a:pt x="277403" y="0"/>
                </a:lnTo>
                <a:lnTo>
                  <a:pt x="277403" y="224329"/>
                </a:lnTo>
                <a:close/>
              </a:path>
              <a:path w="285750" h="298450">
                <a:moveTo>
                  <a:pt x="0" y="178684"/>
                </a:moveTo>
                <a:lnTo>
                  <a:pt x="0" y="145778"/>
                </a:lnTo>
                <a:lnTo>
                  <a:pt x="38678" y="129015"/>
                </a:lnTo>
                <a:lnTo>
                  <a:pt x="67935" y="96861"/>
                </a:lnTo>
                <a:lnTo>
                  <a:pt x="86578" y="53428"/>
                </a:lnTo>
                <a:lnTo>
                  <a:pt x="93411" y="2830"/>
                </a:lnTo>
                <a:lnTo>
                  <a:pt x="128440" y="4953"/>
                </a:lnTo>
                <a:lnTo>
                  <a:pt x="127589" y="24165"/>
                </a:lnTo>
                <a:lnTo>
                  <a:pt x="125079" y="42946"/>
                </a:lnTo>
                <a:lnTo>
                  <a:pt x="120977" y="61129"/>
                </a:lnTo>
                <a:lnTo>
                  <a:pt x="115349" y="78550"/>
                </a:lnTo>
                <a:lnTo>
                  <a:pt x="155184" y="107918"/>
                </a:lnTo>
                <a:lnTo>
                  <a:pt x="101549" y="107918"/>
                </a:lnTo>
                <a:lnTo>
                  <a:pt x="82249" y="134151"/>
                </a:lnTo>
                <a:lnTo>
                  <a:pt x="58603" y="155376"/>
                </a:lnTo>
                <a:lnTo>
                  <a:pt x="31043" y="170563"/>
                </a:lnTo>
                <a:lnTo>
                  <a:pt x="0" y="178684"/>
                </a:lnTo>
                <a:close/>
              </a:path>
              <a:path w="285750" h="298450">
                <a:moveTo>
                  <a:pt x="191422" y="175500"/>
                </a:moveTo>
                <a:lnTo>
                  <a:pt x="101549" y="107918"/>
                </a:lnTo>
                <a:lnTo>
                  <a:pt x="155184" y="107918"/>
                </a:lnTo>
                <a:lnTo>
                  <a:pt x="212298" y="150024"/>
                </a:lnTo>
                <a:lnTo>
                  <a:pt x="191422" y="175500"/>
                </a:lnTo>
                <a:close/>
              </a:path>
              <a:path w="285750" h="298450">
                <a:moveTo>
                  <a:pt x="285542" y="298280"/>
                </a:moveTo>
                <a:lnTo>
                  <a:pt x="21229" y="298280"/>
                </a:lnTo>
                <a:lnTo>
                  <a:pt x="21229" y="202037"/>
                </a:lnTo>
                <a:lnTo>
                  <a:pt x="56613" y="202037"/>
                </a:lnTo>
                <a:lnTo>
                  <a:pt x="56613" y="267142"/>
                </a:lnTo>
                <a:lnTo>
                  <a:pt x="285542" y="267142"/>
                </a:lnTo>
                <a:lnTo>
                  <a:pt x="285542" y="298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710108" y="2552700"/>
            <a:ext cx="35560" cy="123189"/>
          </a:xfrm>
          <a:custGeom>
            <a:avLst/>
            <a:gdLst/>
            <a:ahLst/>
            <a:cxnLst/>
            <a:rect l="l" t="t" r="r" b="b"/>
            <a:pathLst>
              <a:path w="35559" h="123189">
                <a:moveTo>
                  <a:pt x="0" y="0"/>
                </a:moveTo>
                <a:lnTo>
                  <a:pt x="35029" y="0"/>
                </a:lnTo>
                <a:lnTo>
                  <a:pt x="35029" y="123189"/>
                </a:lnTo>
                <a:lnTo>
                  <a:pt x="0" y="1231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710108" y="2675889"/>
            <a:ext cx="78105" cy="33020"/>
          </a:xfrm>
          <a:custGeom>
            <a:avLst/>
            <a:gdLst/>
            <a:ahLst/>
            <a:cxnLst/>
            <a:rect l="l" t="t" r="r" b="b"/>
            <a:pathLst>
              <a:path w="78104" h="33019">
                <a:moveTo>
                  <a:pt x="0" y="0"/>
                </a:moveTo>
                <a:lnTo>
                  <a:pt x="77489" y="0"/>
                </a:lnTo>
                <a:lnTo>
                  <a:pt x="77489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710108" y="2708910"/>
            <a:ext cx="35560" cy="146050"/>
          </a:xfrm>
          <a:custGeom>
            <a:avLst/>
            <a:gdLst/>
            <a:ahLst/>
            <a:cxnLst/>
            <a:rect l="l" t="t" r="r" b="b"/>
            <a:pathLst>
              <a:path w="35559" h="146050">
                <a:moveTo>
                  <a:pt x="0" y="0"/>
                </a:moveTo>
                <a:lnTo>
                  <a:pt x="35029" y="0"/>
                </a:lnTo>
                <a:lnTo>
                  <a:pt x="35029" y="146050"/>
                </a:lnTo>
                <a:lnTo>
                  <a:pt x="0" y="146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485778" y="2561589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39">
                <a:moveTo>
                  <a:pt x="0" y="0"/>
                </a:moveTo>
                <a:lnTo>
                  <a:pt x="34675" y="0"/>
                </a:lnTo>
                <a:lnTo>
                  <a:pt x="34675" y="104139"/>
                </a:lnTo>
                <a:lnTo>
                  <a:pt x="0" y="1041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485778" y="2665729"/>
            <a:ext cx="168275" cy="31750"/>
          </a:xfrm>
          <a:custGeom>
            <a:avLst/>
            <a:gdLst/>
            <a:ahLst/>
            <a:cxnLst/>
            <a:rect l="l" t="t" r="r" b="b"/>
            <a:pathLst>
              <a:path w="168275" h="31750">
                <a:moveTo>
                  <a:pt x="0" y="0"/>
                </a:moveTo>
                <a:lnTo>
                  <a:pt x="168070" y="0"/>
                </a:lnTo>
                <a:lnTo>
                  <a:pt x="16807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485778" y="2697479"/>
            <a:ext cx="34925" cy="106680"/>
          </a:xfrm>
          <a:custGeom>
            <a:avLst/>
            <a:gdLst/>
            <a:ahLst/>
            <a:cxnLst/>
            <a:rect l="l" t="t" r="r" b="b"/>
            <a:pathLst>
              <a:path w="34925" h="106680">
                <a:moveTo>
                  <a:pt x="0" y="0"/>
                </a:moveTo>
                <a:lnTo>
                  <a:pt x="34675" y="0"/>
                </a:lnTo>
                <a:lnTo>
                  <a:pt x="34675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485778" y="2804160"/>
            <a:ext cx="168275" cy="33020"/>
          </a:xfrm>
          <a:custGeom>
            <a:avLst/>
            <a:gdLst/>
            <a:ahLst/>
            <a:cxnLst/>
            <a:rect l="l" t="t" r="r" b="b"/>
            <a:pathLst>
              <a:path w="168275" h="33019">
                <a:moveTo>
                  <a:pt x="0" y="0"/>
                </a:moveTo>
                <a:lnTo>
                  <a:pt x="168070" y="0"/>
                </a:lnTo>
                <a:lnTo>
                  <a:pt x="168070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619173" y="2561681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39">
                <a:moveTo>
                  <a:pt x="34675" y="104026"/>
                </a:moveTo>
                <a:lnTo>
                  <a:pt x="0" y="104026"/>
                </a:lnTo>
                <a:lnTo>
                  <a:pt x="0" y="0"/>
                </a:lnTo>
                <a:lnTo>
                  <a:pt x="34675" y="0"/>
                </a:lnTo>
                <a:lnTo>
                  <a:pt x="34675" y="10402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619173" y="2697906"/>
            <a:ext cx="34925" cy="107314"/>
          </a:xfrm>
          <a:custGeom>
            <a:avLst/>
            <a:gdLst/>
            <a:ahLst/>
            <a:cxnLst/>
            <a:rect l="l" t="t" r="r" b="b"/>
            <a:pathLst>
              <a:path w="34925" h="107314">
                <a:moveTo>
                  <a:pt x="34675" y="106857"/>
                </a:moveTo>
                <a:lnTo>
                  <a:pt x="0" y="106857"/>
                </a:lnTo>
                <a:lnTo>
                  <a:pt x="0" y="0"/>
                </a:lnTo>
                <a:lnTo>
                  <a:pt x="34675" y="0"/>
                </a:lnTo>
                <a:lnTo>
                  <a:pt x="34675" y="1068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814134" y="2552835"/>
            <a:ext cx="269875" cy="302260"/>
          </a:xfrm>
          <a:custGeom>
            <a:avLst/>
            <a:gdLst/>
            <a:ahLst/>
            <a:cxnLst/>
            <a:rect l="l" t="t" r="r" b="b"/>
            <a:pathLst>
              <a:path w="269875" h="302260">
                <a:moveTo>
                  <a:pt x="269619" y="302172"/>
                </a:moveTo>
                <a:lnTo>
                  <a:pt x="234236" y="302172"/>
                </a:lnTo>
                <a:lnTo>
                  <a:pt x="234236" y="0"/>
                </a:lnTo>
                <a:lnTo>
                  <a:pt x="269619" y="0"/>
                </a:lnTo>
                <a:lnTo>
                  <a:pt x="269619" y="302172"/>
                </a:lnTo>
                <a:close/>
              </a:path>
              <a:path w="269875" h="302260">
                <a:moveTo>
                  <a:pt x="91642" y="288018"/>
                </a:moveTo>
                <a:lnTo>
                  <a:pt x="54633" y="279554"/>
                </a:lnTo>
                <a:lnTo>
                  <a:pt x="25652" y="253741"/>
                </a:lnTo>
                <a:lnTo>
                  <a:pt x="6755" y="209949"/>
                </a:lnTo>
                <a:lnTo>
                  <a:pt x="0" y="147547"/>
                </a:lnTo>
                <a:lnTo>
                  <a:pt x="6755" y="85146"/>
                </a:lnTo>
                <a:lnTo>
                  <a:pt x="25652" y="41354"/>
                </a:lnTo>
                <a:lnTo>
                  <a:pt x="54633" y="15540"/>
                </a:lnTo>
                <a:lnTo>
                  <a:pt x="91642" y="7076"/>
                </a:lnTo>
                <a:lnTo>
                  <a:pt x="128446" y="15540"/>
                </a:lnTo>
                <a:lnTo>
                  <a:pt x="154996" y="39275"/>
                </a:lnTo>
                <a:lnTo>
                  <a:pt x="91642" y="39275"/>
                </a:lnTo>
                <a:lnTo>
                  <a:pt x="69212" y="45445"/>
                </a:lnTo>
                <a:lnTo>
                  <a:pt x="51261" y="64751"/>
                </a:lnTo>
                <a:lnTo>
                  <a:pt x="39347" y="98387"/>
                </a:lnTo>
                <a:lnTo>
                  <a:pt x="35029" y="147547"/>
                </a:lnTo>
                <a:lnTo>
                  <a:pt x="39347" y="196857"/>
                </a:lnTo>
                <a:lnTo>
                  <a:pt x="51261" y="230477"/>
                </a:lnTo>
                <a:lnTo>
                  <a:pt x="69212" y="249700"/>
                </a:lnTo>
                <a:lnTo>
                  <a:pt x="91642" y="255820"/>
                </a:lnTo>
                <a:lnTo>
                  <a:pt x="154996" y="255820"/>
                </a:lnTo>
                <a:lnTo>
                  <a:pt x="128446" y="279554"/>
                </a:lnTo>
                <a:lnTo>
                  <a:pt x="91642" y="288018"/>
                </a:lnTo>
                <a:close/>
              </a:path>
              <a:path w="269875" h="302260">
                <a:moveTo>
                  <a:pt x="154996" y="255820"/>
                </a:moveTo>
                <a:lnTo>
                  <a:pt x="91642" y="255820"/>
                </a:lnTo>
                <a:lnTo>
                  <a:pt x="113718" y="249700"/>
                </a:lnTo>
                <a:lnTo>
                  <a:pt x="131581" y="230477"/>
                </a:lnTo>
                <a:lnTo>
                  <a:pt x="143539" y="196857"/>
                </a:lnTo>
                <a:lnTo>
                  <a:pt x="147901" y="147547"/>
                </a:lnTo>
                <a:lnTo>
                  <a:pt x="143539" y="98387"/>
                </a:lnTo>
                <a:lnTo>
                  <a:pt x="131581" y="64751"/>
                </a:lnTo>
                <a:lnTo>
                  <a:pt x="113718" y="45445"/>
                </a:lnTo>
                <a:lnTo>
                  <a:pt x="91642" y="39275"/>
                </a:lnTo>
                <a:lnTo>
                  <a:pt x="154996" y="39275"/>
                </a:lnTo>
                <a:lnTo>
                  <a:pt x="157322" y="41354"/>
                </a:lnTo>
                <a:lnTo>
                  <a:pt x="176180" y="85146"/>
                </a:lnTo>
                <a:lnTo>
                  <a:pt x="182930" y="147547"/>
                </a:lnTo>
                <a:lnTo>
                  <a:pt x="176180" y="209949"/>
                </a:lnTo>
                <a:lnTo>
                  <a:pt x="157322" y="253741"/>
                </a:lnTo>
                <a:lnTo>
                  <a:pt x="154996" y="25582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131168" y="2558142"/>
            <a:ext cx="302260" cy="282575"/>
          </a:xfrm>
          <a:custGeom>
            <a:avLst/>
            <a:gdLst/>
            <a:ahLst/>
            <a:cxnLst/>
            <a:rect l="l" t="t" r="r" b="b"/>
            <a:pathLst>
              <a:path w="302259" h="282575">
                <a:moveTo>
                  <a:pt x="168423" y="249451"/>
                </a:moveTo>
                <a:lnTo>
                  <a:pt x="132686" y="249451"/>
                </a:lnTo>
                <a:lnTo>
                  <a:pt x="132686" y="185053"/>
                </a:lnTo>
                <a:lnTo>
                  <a:pt x="83918" y="175804"/>
                </a:lnTo>
                <a:lnTo>
                  <a:pt x="46661" y="156437"/>
                </a:lnTo>
                <a:lnTo>
                  <a:pt x="22871" y="128380"/>
                </a:lnTo>
                <a:lnTo>
                  <a:pt x="14507" y="93057"/>
                </a:lnTo>
                <a:lnTo>
                  <a:pt x="24248" y="54932"/>
                </a:lnTo>
                <a:lnTo>
                  <a:pt x="51836" y="25564"/>
                </a:lnTo>
                <a:lnTo>
                  <a:pt x="94815" y="6678"/>
                </a:lnTo>
                <a:lnTo>
                  <a:pt x="150732" y="0"/>
                </a:lnTo>
                <a:lnTo>
                  <a:pt x="206648" y="6678"/>
                </a:lnTo>
                <a:lnTo>
                  <a:pt x="249628" y="25564"/>
                </a:lnTo>
                <a:lnTo>
                  <a:pt x="255528" y="31844"/>
                </a:lnTo>
                <a:lnTo>
                  <a:pt x="150732" y="31844"/>
                </a:lnTo>
                <a:lnTo>
                  <a:pt x="110174" y="36234"/>
                </a:lnTo>
                <a:lnTo>
                  <a:pt x="78904" y="48651"/>
                </a:lnTo>
                <a:lnTo>
                  <a:pt x="58780" y="67968"/>
                </a:lnTo>
                <a:lnTo>
                  <a:pt x="51659" y="93057"/>
                </a:lnTo>
                <a:lnTo>
                  <a:pt x="58780" y="117942"/>
                </a:lnTo>
                <a:lnTo>
                  <a:pt x="78904" y="137153"/>
                </a:lnTo>
                <a:lnTo>
                  <a:pt x="110174" y="149532"/>
                </a:lnTo>
                <a:lnTo>
                  <a:pt x="150732" y="153916"/>
                </a:lnTo>
                <a:lnTo>
                  <a:pt x="256899" y="153916"/>
                </a:lnTo>
                <a:lnTo>
                  <a:pt x="254758" y="156437"/>
                </a:lnTo>
                <a:lnTo>
                  <a:pt x="217396" y="175804"/>
                </a:lnTo>
                <a:lnTo>
                  <a:pt x="168423" y="185053"/>
                </a:lnTo>
                <a:lnTo>
                  <a:pt x="168423" y="249451"/>
                </a:lnTo>
                <a:close/>
              </a:path>
              <a:path w="302259" h="282575">
                <a:moveTo>
                  <a:pt x="256899" y="153916"/>
                </a:moveTo>
                <a:lnTo>
                  <a:pt x="150732" y="153916"/>
                </a:lnTo>
                <a:lnTo>
                  <a:pt x="191494" y="149532"/>
                </a:lnTo>
                <a:lnTo>
                  <a:pt x="222869" y="137153"/>
                </a:lnTo>
                <a:lnTo>
                  <a:pt x="243032" y="117942"/>
                </a:lnTo>
                <a:lnTo>
                  <a:pt x="250158" y="93057"/>
                </a:lnTo>
                <a:lnTo>
                  <a:pt x="243032" y="67968"/>
                </a:lnTo>
                <a:lnTo>
                  <a:pt x="222869" y="48651"/>
                </a:lnTo>
                <a:lnTo>
                  <a:pt x="191494" y="36234"/>
                </a:lnTo>
                <a:lnTo>
                  <a:pt x="150732" y="31844"/>
                </a:lnTo>
                <a:lnTo>
                  <a:pt x="255528" y="31844"/>
                </a:lnTo>
                <a:lnTo>
                  <a:pt x="277216" y="54932"/>
                </a:lnTo>
                <a:lnTo>
                  <a:pt x="286957" y="93057"/>
                </a:lnTo>
                <a:lnTo>
                  <a:pt x="278587" y="128380"/>
                </a:lnTo>
                <a:lnTo>
                  <a:pt x="256899" y="153916"/>
                </a:lnTo>
                <a:close/>
              </a:path>
              <a:path w="302259" h="282575">
                <a:moveTo>
                  <a:pt x="301818" y="282357"/>
                </a:moveTo>
                <a:lnTo>
                  <a:pt x="0" y="282357"/>
                </a:lnTo>
                <a:lnTo>
                  <a:pt x="0" y="249451"/>
                </a:lnTo>
                <a:lnTo>
                  <a:pt x="301818" y="249451"/>
                </a:lnTo>
                <a:lnTo>
                  <a:pt x="301818" y="2823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718175" y="2552835"/>
            <a:ext cx="33655" cy="121920"/>
          </a:xfrm>
          <a:custGeom>
            <a:avLst/>
            <a:gdLst/>
            <a:ahLst/>
            <a:cxnLst/>
            <a:rect l="l" t="t" r="r" b="b"/>
            <a:pathLst>
              <a:path w="33654" h="121919">
                <a:moveTo>
                  <a:pt x="33260" y="121718"/>
                </a:moveTo>
                <a:lnTo>
                  <a:pt x="0" y="121718"/>
                </a:lnTo>
                <a:lnTo>
                  <a:pt x="0" y="0"/>
                </a:lnTo>
                <a:lnTo>
                  <a:pt x="33260" y="0"/>
                </a:lnTo>
                <a:lnTo>
                  <a:pt x="33260" y="1217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635732" y="2553970"/>
            <a:ext cx="33655" cy="120650"/>
          </a:xfrm>
          <a:custGeom>
            <a:avLst/>
            <a:gdLst/>
            <a:ahLst/>
            <a:cxnLst/>
            <a:rect l="l" t="t" r="r" b="b"/>
            <a:pathLst>
              <a:path w="33654" h="120650">
                <a:moveTo>
                  <a:pt x="0" y="0"/>
                </a:moveTo>
                <a:lnTo>
                  <a:pt x="33260" y="0"/>
                </a:lnTo>
                <a:lnTo>
                  <a:pt x="33260" y="120650"/>
                </a:lnTo>
                <a:lnTo>
                  <a:pt x="0" y="1206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635732" y="2674620"/>
            <a:ext cx="116205" cy="33020"/>
          </a:xfrm>
          <a:custGeom>
            <a:avLst/>
            <a:gdLst/>
            <a:ahLst/>
            <a:cxnLst/>
            <a:rect l="l" t="t" r="r" b="b"/>
            <a:pathLst>
              <a:path w="116204" h="33019">
                <a:moveTo>
                  <a:pt x="0" y="0"/>
                </a:moveTo>
                <a:lnTo>
                  <a:pt x="115702" y="0"/>
                </a:lnTo>
                <a:lnTo>
                  <a:pt x="115702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635732" y="2707639"/>
            <a:ext cx="33655" cy="142240"/>
          </a:xfrm>
          <a:custGeom>
            <a:avLst/>
            <a:gdLst/>
            <a:ahLst/>
            <a:cxnLst/>
            <a:rect l="l" t="t" r="r" b="b"/>
            <a:pathLst>
              <a:path w="33654" h="142239">
                <a:moveTo>
                  <a:pt x="0" y="0"/>
                </a:moveTo>
                <a:lnTo>
                  <a:pt x="33260" y="0"/>
                </a:lnTo>
                <a:lnTo>
                  <a:pt x="33260" y="142239"/>
                </a:lnTo>
                <a:lnTo>
                  <a:pt x="0" y="1422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718175" y="2707813"/>
            <a:ext cx="33655" cy="147320"/>
          </a:xfrm>
          <a:custGeom>
            <a:avLst/>
            <a:gdLst/>
            <a:ahLst/>
            <a:cxnLst/>
            <a:rect l="l" t="t" r="r" b="b"/>
            <a:pathLst>
              <a:path w="33654" h="147319">
                <a:moveTo>
                  <a:pt x="33260" y="147193"/>
                </a:moveTo>
                <a:lnTo>
                  <a:pt x="0" y="147193"/>
                </a:lnTo>
                <a:lnTo>
                  <a:pt x="0" y="0"/>
                </a:lnTo>
                <a:lnTo>
                  <a:pt x="33260" y="0"/>
                </a:lnTo>
                <a:lnTo>
                  <a:pt x="33260" y="14719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470139" y="2564129"/>
            <a:ext cx="129539" cy="31750"/>
          </a:xfrm>
          <a:custGeom>
            <a:avLst/>
            <a:gdLst/>
            <a:ahLst/>
            <a:cxnLst/>
            <a:rect l="l" t="t" r="r" b="b"/>
            <a:pathLst>
              <a:path w="129540" h="31750">
                <a:moveTo>
                  <a:pt x="0" y="0"/>
                </a:moveTo>
                <a:lnTo>
                  <a:pt x="129502" y="0"/>
                </a:lnTo>
                <a:lnTo>
                  <a:pt x="129502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470139" y="2595879"/>
            <a:ext cx="33655" cy="209550"/>
          </a:xfrm>
          <a:custGeom>
            <a:avLst/>
            <a:gdLst/>
            <a:ahLst/>
            <a:cxnLst/>
            <a:rect l="l" t="t" r="r" b="b"/>
            <a:pathLst>
              <a:path w="33654" h="209550">
                <a:moveTo>
                  <a:pt x="0" y="0"/>
                </a:moveTo>
                <a:lnTo>
                  <a:pt x="33260" y="0"/>
                </a:lnTo>
                <a:lnTo>
                  <a:pt x="3326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470139" y="2805429"/>
            <a:ext cx="129539" cy="31750"/>
          </a:xfrm>
          <a:custGeom>
            <a:avLst/>
            <a:gdLst/>
            <a:ahLst/>
            <a:cxnLst/>
            <a:rect l="l" t="t" r="r" b="b"/>
            <a:pathLst>
              <a:path w="129540" h="31750">
                <a:moveTo>
                  <a:pt x="0" y="0"/>
                </a:moveTo>
                <a:lnTo>
                  <a:pt x="129502" y="0"/>
                </a:lnTo>
                <a:lnTo>
                  <a:pt x="129502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566734" y="2595648"/>
            <a:ext cx="33020" cy="209550"/>
          </a:xfrm>
          <a:custGeom>
            <a:avLst/>
            <a:gdLst/>
            <a:ahLst/>
            <a:cxnLst/>
            <a:rect l="l" t="t" r="r" b="b"/>
            <a:pathLst>
              <a:path w="33020" h="209550">
                <a:moveTo>
                  <a:pt x="32906" y="209468"/>
                </a:moveTo>
                <a:lnTo>
                  <a:pt x="0" y="209468"/>
                </a:lnTo>
                <a:lnTo>
                  <a:pt x="0" y="0"/>
                </a:lnTo>
                <a:lnTo>
                  <a:pt x="32906" y="0"/>
                </a:lnTo>
                <a:lnTo>
                  <a:pt x="32906" y="2094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790710" y="2554250"/>
            <a:ext cx="302260" cy="286385"/>
          </a:xfrm>
          <a:custGeom>
            <a:avLst/>
            <a:gdLst/>
            <a:ahLst/>
            <a:cxnLst/>
            <a:rect l="l" t="t" r="r" b="b"/>
            <a:pathLst>
              <a:path w="302259" h="286385">
                <a:moveTo>
                  <a:pt x="6015" y="188592"/>
                </a:moveTo>
                <a:lnTo>
                  <a:pt x="6015" y="155332"/>
                </a:lnTo>
                <a:lnTo>
                  <a:pt x="44339" y="147295"/>
                </a:lnTo>
                <a:lnTo>
                  <a:pt x="79504" y="125010"/>
                </a:lnTo>
                <a:lnTo>
                  <a:pt x="109625" y="91209"/>
                </a:lnTo>
                <a:lnTo>
                  <a:pt x="132817" y="48627"/>
                </a:lnTo>
                <a:lnTo>
                  <a:pt x="147193" y="0"/>
                </a:lnTo>
                <a:lnTo>
                  <a:pt x="183284" y="6368"/>
                </a:lnTo>
                <a:lnTo>
                  <a:pt x="179569" y="23668"/>
                </a:lnTo>
                <a:lnTo>
                  <a:pt x="174792" y="40469"/>
                </a:lnTo>
                <a:lnTo>
                  <a:pt x="168954" y="56673"/>
                </a:lnTo>
                <a:lnTo>
                  <a:pt x="162054" y="72181"/>
                </a:lnTo>
                <a:lnTo>
                  <a:pt x="203597" y="100134"/>
                </a:lnTo>
                <a:lnTo>
                  <a:pt x="146840" y="100134"/>
                </a:lnTo>
                <a:lnTo>
                  <a:pt x="118317" y="136496"/>
                </a:lnTo>
                <a:lnTo>
                  <a:pt x="84521" y="164399"/>
                </a:lnTo>
                <a:lnTo>
                  <a:pt x="46678" y="182284"/>
                </a:lnTo>
                <a:lnTo>
                  <a:pt x="6015" y="188592"/>
                </a:lnTo>
                <a:close/>
              </a:path>
              <a:path w="302259" h="286385">
                <a:moveTo>
                  <a:pt x="275988" y="189653"/>
                </a:moveTo>
                <a:lnTo>
                  <a:pt x="146840" y="100134"/>
                </a:lnTo>
                <a:lnTo>
                  <a:pt x="203597" y="100134"/>
                </a:lnTo>
                <a:lnTo>
                  <a:pt x="295095" y="161701"/>
                </a:lnTo>
                <a:lnTo>
                  <a:pt x="275988" y="189653"/>
                </a:lnTo>
                <a:close/>
              </a:path>
              <a:path w="302259" h="286385">
                <a:moveTo>
                  <a:pt x="301818" y="286249"/>
                </a:moveTo>
                <a:lnTo>
                  <a:pt x="0" y="286249"/>
                </a:lnTo>
                <a:lnTo>
                  <a:pt x="0" y="253343"/>
                </a:lnTo>
                <a:lnTo>
                  <a:pt x="301818" y="253343"/>
                </a:lnTo>
                <a:lnTo>
                  <a:pt x="301818" y="2862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0212237" y="2552835"/>
            <a:ext cx="287020" cy="302260"/>
          </a:xfrm>
          <a:custGeom>
            <a:avLst/>
            <a:gdLst/>
            <a:ahLst/>
            <a:cxnLst/>
            <a:rect l="l" t="t" r="r" b="b"/>
            <a:pathLst>
              <a:path w="287020" h="302260">
                <a:moveTo>
                  <a:pt x="286603" y="302172"/>
                </a:moveTo>
                <a:lnTo>
                  <a:pt x="253343" y="302172"/>
                </a:lnTo>
                <a:lnTo>
                  <a:pt x="253343" y="0"/>
                </a:lnTo>
                <a:lnTo>
                  <a:pt x="286603" y="0"/>
                </a:lnTo>
                <a:lnTo>
                  <a:pt x="286603" y="302172"/>
                </a:lnTo>
                <a:close/>
              </a:path>
              <a:path w="287020" h="302260">
                <a:moveTo>
                  <a:pt x="213360" y="125964"/>
                </a:moveTo>
                <a:lnTo>
                  <a:pt x="180454" y="125964"/>
                </a:lnTo>
                <a:lnTo>
                  <a:pt x="180454" y="1769"/>
                </a:lnTo>
                <a:lnTo>
                  <a:pt x="213360" y="1769"/>
                </a:lnTo>
                <a:lnTo>
                  <a:pt x="213360" y="125964"/>
                </a:lnTo>
                <a:close/>
              </a:path>
              <a:path w="287020" h="302260">
                <a:moveTo>
                  <a:pt x="70412" y="288018"/>
                </a:moveTo>
                <a:lnTo>
                  <a:pt x="40154" y="279803"/>
                </a:lnTo>
                <a:lnTo>
                  <a:pt x="18089" y="254404"/>
                </a:lnTo>
                <a:lnTo>
                  <a:pt x="4583" y="210695"/>
                </a:lnTo>
                <a:lnTo>
                  <a:pt x="0" y="147547"/>
                </a:lnTo>
                <a:lnTo>
                  <a:pt x="4583" y="84399"/>
                </a:lnTo>
                <a:lnTo>
                  <a:pt x="18089" y="40690"/>
                </a:lnTo>
                <a:lnTo>
                  <a:pt x="40154" y="15292"/>
                </a:lnTo>
                <a:lnTo>
                  <a:pt x="70412" y="7076"/>
                </a:lnTo>
                <a:lnTo>
                  <a:pt x="98569" y="14059"/>
                </a:lnTo>
                <a:lnTo>
                  <a:pt x="119727" y="35604"/>
                </a:lnTo>
                <a:lnTo>
                  <a:pt x="120976" y="38921"/>
                </a:lnTo>
                <a:lnTo>
                  <a:pt x="70412" y="38921"/>
                </a:lnTo>
                <a:lnTo>
                  <a:pt x="54009" y="45445"/>
                </a:lnTo>
                <a:lnTo>
                  <a:pt x="42415" y="65370"/>
                </a:lnTo>
                <a:lnTo>
                  <a:pt x="35532" y="99227"/>
                </a:lnTo>
                <a:lnTo>
                  <a:pt x="33260" y="147547"/>
                </a:lnTo>
                <a:lnTo>
                  <a:pt x="35532" y="195867"/>
                </a:lnTo>
                <a:lnTo>
                  <a:pt x="42415" y="229725"/>
                </a:lnTo>
                <a:lnTo>
                  <a:pt x="54009" y="249650"/>
                </a:lnTo>
                <a:lnTo>
                  <a:pt x="70412" y="256174"/>
                </a:lnTo>
                <a:lnTo>
                  <a:pt x="121446" y="256174"/>
                </a:lnTo>
                <a:lnTo>
                  <a:pt x="121098" y="257191"/>
                </a:lnTo>
                <a:lnTo>
                  <a:pt x="99570" y="280483"/>
                </a:lnTo>
                <a:lnTo>
                  <a:pt x="70412" y="288018"/>
                </a:lnTo>
                <a:close/>
              </a:path>
              <a:path w="287020" h="302260">
                <a:moveTo>
                  <a:pt x="121446" y="256174"/>
                </a:moveTo>
                <a:lnTo>
                  <a:pt x="70412" y="256174"/>
                </a:lnTo>
                <a:lnTo>
                  <a:pt x="86760" y="249650"/>
                </a:lnTo>
                <a:lnTo>
                  <a:pt x="98232" y="229725"/>
                </a:lnTo>
                <a:lnTo>
                  <a:pt x="104993" y="195867"/>
                </a:lnTo>
                <a:lnTo>
                  <a:pt x="107210" y="147547"/>
                </a:lnTo>
                <a:lnTo>
                  <a:pt x="104993" y="99227"/>
                </a:lnTo>
                <a:lnTo>
                  <a:pt x="98232" y="65370"/>
                </a:lnTo>
                <a:lnTo>
                  <a:pt x="86760" y="45445"/>
                </a:lnTo>
                <a:lnTo>
                  <a:pt x="70412" y="38921"/>
                </a:lnTo>
                <a:lnTo>
                  <a:pt x="120976" y="38921"/>
                </a:lnTo>
                <a:lnTo>
                  <a:pt x="133654" y="72607"/>
                </a:lnTo>
                <a:lnTo>
                  <a:pt x="140117" y="125964"/>
                </a:lnTo>
                <a:lnTo>
                  <a:pt x="213360" y="125964"/>
                </a:lnTo>
                <a:lnTo>
                  <a:pt x="213360" y="159224"/>
                </a:lnTo>
                <a:lnTo>
                  <a:pt x="140471" y="159224"/>
                </a:lnTo>
                <a:lnTo>
                  <a:pt x="134798" y="217114"/>
                </a:lnTo>
                <a:lnTo>
                  <a:pt x="121446" y="256174"/>
                </a:lnTo>
                <a:close/>
              </a:path>
              <a:path w="287020" h="302260">
                <a:moveTo>
                  <a:pt x="213360" y="296864"/>
                </a:moveTo>
                <a:lnTo>
                  <a:pt x="180454" y="296864"/>
                </a:lnTo>
                <a:lnTo>
                  <a:pt x="180454" y="159224"/>
                </a:lnTo>
                <a:lnTo>
                  <a:pt x="213360" y="159224"/>
                </a:lnTo>
                <a:lnTo>
                  <a:pt x="213360" y="29686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0548731" y="2552835"/>
            <a:ext cx="305435" cy="298450"/>
          </a:xfrm>
          <a:custGeom>
            <a:avLst/>
            <a:gdLst/>
            <a:ahLst/>
            <a:cxnLst/>
            <a:rect l="l" t="t" r="r" b="b"/>
            <a:pathLst>
              <a:path w="305434" h="298450">
                <a:moveTo>
                  <a:pt x="262896" y="225390"/>
                </a:moveTo>
                <a:lnTo>
                  <a:pt x="227867" y="225390"/>
                </a:lnTo>
                <a:lnTo>
                  <a:pt x="227867" y="0"/>
                </a:lnTo>
                <a:lnTo>
                  <a:pt x="262896" y="0"/>
                </a:lnTo>
                <a:lnTo>
                  <a:pt x="262896" y="78904"/>
                </a:lnTo>
                <a:lnTo>
                  <a:pt x="305356" y="78904"/>
                </a:lnTo>
                <a:lnTo>
                  <a:pt x="305356" y="112518"/>
                </a:lnTo>
                <a:lnTo>
                  <a:pt x="262896" y="112518"/>
                </a:lnTo>
                <a:lnTo>
                  <a:pt x="262896" y="225390"/>
                </a:lnTo>
                <a:close/>
              </a:path>
              <a:path w="305434" h="298450">
                <a:moveTo>
                  <a:pt x="107918" y="183284"/>
                </a:moveTo>
                <a:lnTo>
                  <a:pt x="0" y="183284"/>
                </a:lnTo>
                <a:lnTo>
                  <a:pt x="0" y="7430"/>
                </a:lnTo>
                <a:lnTo>
                  <a:pt x="184346" y="7430"/>
                </a:lnTo>
                <a:lnTo>
                  <a:pt x="184346" y="37152"/>
                </a:lnTo>
                <a:lnTo>
                  <a:pt x="34675" y="37152"/>
                </a:lnTo>
                <a:lnTo>
                  <a:pt x="34675" y="80673"/>
                </a:lnTo>
                <a:lnTo>
                  <a:pt x="178331" y="80673"/>
                </a:lnTo>
                <a:lnTo>
                  <a:pt x="178331" y="109333"/>
                </a:lnTo>
                <a:lnTo>
                  <a:pt x="34675" y="109333"/>
                </a:lnTo>
                <a:lnTo>
                  <a:pt x="34675" y="153562"/>
                </a:lnTo>
                <a:lnTo>
                  <a:pt x="205930" y="153562"/>
                </a:lnTo>
                <a:lnTo>
                  <a:pt x="205930" y="169839"/>
                </a:lnTo>
                <a:lnTo>
                  <a:pt x="188724" y="175373"/>
                </a:lnTo>
                <a:lnTo>
                  <a:pt x="165947" y="179613"/>
                </a:lnTo>
                <a:lnTo>
                  <a:pt x="138657" y="182328"/>
                </a:lnTo>
                <a:lnTo>
                  <a:pt x="107918" y="183284"/>
                </a:lnTo>
                <a:close/>
              </a:path>
              <a:path w="305434" h="298450">
                <a:moveTo>
                  <a:pt x="205930" y="153562"/>
                </a:moveTo>
                <a:lnTo>
                  <a:pt x="110749" y="153562"/>
                </a:lnTo>
                <a:lnTo>
                  <a:pt x="140200" y="152661"/>
                </a:lnTo>
                <a:lnTo>
                  <a:pt x="166433" y="150068"/>
                </a:lnTo>
                <a:lnTo>
                  <a:pt x="188619" y="145950"/>
                </a:lnTo>
                <a:lnTo>
                  <a:pt x="205930" y="140471"/>
                </a:lnTo>
                <a:lnTo>
                  <a:pt x="205930" y="153562"/>
                </a:lnTo>
                <a:close/>
              </a:path>
              <a:path w="305434" h="298450">
                <a:moveTo>
                  <a:pt x="271035" y="298280"/>
                </a:moveTo>
                <a:lnTo>
                  <a:pt x="10261" y="298280"/>
                </a:lnTo>
                <a:lnTo>
                  <a:pt x="10261" y="211237"/>
                </a:lnTo>
                <a:lnTo>
                  <a:pt x="45644" y="211237"/>
                </a:lnTo>
                <a:lnTo>
                  <a:pt x="45644" y="267142"/>
                </a:lnTo>
                <a:lnTo>
                  <a:pt x="271035" y="267142"/>
                </a:lnTo>
                <a:lnTo>
                  <a:pt x="271035" y="298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0867887" y="255177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302259" h="299719">
                <a:moveTo>
                  <a:pt x="168070" y="130563"/>
                </a:moveTo>
                <a:lnTo>
                  <a:pt x="133394" y="130563"/>
                </a:lnTo>
                <a:lnTo>
                  <a:pt x="133394" y="109687"/>
                </a:lnTo>
                <a:lnTo>
                  <a:pt x="88054" y="105447"/>
                </a:lnTo>
                <a:lnTo>
                  <a:pt x="51438" y="95401"/>
                </a:lnTo>
                <a:lnTo>
                  <a:pt x="26963" y="78788"/>
                </a:lnTo>
                <a:lnTo>
                  <a:pt x="18045" y="54843"/>
                </a:lnTo>
                <a:lnTo>
                  <a:pt x="28527" y="29406"/>
                </a:lnTo>
                <a:lnTo>
                  <a:pt x="57055" y="12428"/>
                </a:lnTo>
                <a:lnTo>
                  <a:pt x="99249" y="2946"/>
                </a:lnTo>
                <a:lnTo>
                  <a:pt x="150732" y="0"/>
                </a:lnTo>
                <a:lnTo>
                  <a:pt x="202214" y="2946"/>
                </a:lnTo>
                <a:lnTo>
                  <a:pt x="244409" y="12428"/>
                </a:lnTo>
                <a:lnTo>
                  <a:pt x="268115" y="26537"/>
                </a:lnTo>
                <a:lnTo>
                  <a:pt x="150732" y="26537"/>
                </a:lnTo>
                <a:lnTo>
                  <a:pt x="113397" y="28173"/>
                </a:lnTo>
                <a:lnTo>
                  <a:pt x="82663" y="33260"/>
                </a:lnTo>
                <a:lnTo>
                  <a:pt x="61815" y="42061"/>
                </a:lnTo>
                <a:lnTo>
                  <a:pt x="54136" y="54843"/>
                </a:lnTo>
                <a:lnTo>
                  <a:pt x="61815" y="67775"/>
                </a:lnTo>
                <a:lnTo>
                  <a:pt x="82663" y="76560"/>
                </a:lnTo>
                <a:lnTo>
                  <a:pt x="113397" y="81563"/>
                </a:lnTo>
                <a:lnTo>
                  <a:pt x="150732" y="83150"/>
                </a:lnTo>
                <a:lnTo>
                  <a:pt x="268075" y="83150"/>
                </a:lnTo>
                <a:lnTo>
                  <a:pt x="250026" y="95401"/>
                </a:lnTo>
                <a:lnTo>
                  <a:pt x="213410" y="105447"/>
                </a:lnTo>
                <a:lnTo>
                  <a:pt x="168070" y="109687"/>
                </a:lnTo>
                <a:lnTo>
                  <a:pt x="168070" y="130563"/>
                </a:lnTo>
                <a:close/>
              </a:path>
              <a:path w="302259" h="299719">
                <a:moveTo>
                  <a:pt x="268075" y="83150"/>
                </a:moveTo>
                <a:lnTo>
                  <a:pt x="150732" y="83150"/>
                </a:lnTo>
                <a:lnTo>
                  <a:pt x="188067" y="81563"/>
                </a:lnTo>
                <a:lnTo>
                  <a:pt x="218800" y="76560"/>
                </a:lnTo>
                <a:lnTo>
                  <a:pt x="239649" y="67775"/>
                </a:lnTo>
                <a:lnTo>
                  <a:pt x="247328" y="54843"/>
                </a:lnTo>
                <a:lnTo>
                  <a:pt x="239649" y="42061"/>
                </a:lnTo>
                <a:lnTo>
                  <a:pt x="218800" y="33260"/>
                </a:lnTo>
                <a:lnTo>
                  <a:pt x="188067" y="28173"/>
                </a:lnTo>
                <a:lnTo>
                  <a:pt x="150732" y="26537"/>
                </a:lnTo>
                <a:lnTo>
                  <a:pt x="268115" y="26537"/>
                </a:lnTo>
                <a:lnTo>
                  <a:pt x="272936" y="29406"/>
                </a:lnTo>
                <a:lnTo>
                  <a:pt x="283419" y="54843"/>
                </a:lnTo>
                <a:lnTo>
                  <a:pt x="274501" y="78788"/>
                </a:lnTo>
                <a:lnTo>
                  <a:pt x="268075" y="83150"/>
                </a:lnTo>
                <a:close/>
              </a:path>
              <a:path w="302259" h="299719">
                <a:moveTo>
                  <a:pt x="301818" y="157808"/>
                </a:moveTo>
                <a:lnTo>
                  <a:pt x="0" y="157808"/>
                </a:lnTo>
                <a:lnTo>
                  <a:pt x="0" y="130563"/>
                </a:lnTo>
                <a:lnTo>
                  <a:pt x="301818" y="130563"/>
                </a:lnTo>
                <a:lnTo>
                  <a:pt x="301818" y="157808"/>
                </a:lnTo>
                <a:close/>
              </a:path>
              <a:path w="302259" h="299719">
                <a:moveTo>
                  <a:pt x="286249" y="299341"/>
                </a:moveTo>
                <a:lnTo>
                  <a:pt x="20876" y="299341"/>
                </a:lnTo>
                <a:lnTo>
                  <a:pt x="20876" y="227159"/>
                </a:lnTo>
                <a:lnTo>
                  <a:pt x="246620" y="227159"/>
                </a:lnTo>
                <a:lnTo>
                  <a:pt x="246620" y="205930"/>
                </a:lnTo>
                <a:lnTo>
                  <a:pt x="20168" y="205930"/>
                </a:lnTo>
                <a:lnTo>
                  <a:pt x="20168" y="179746"/>
                </a:lnTo>
                <a:lnTo>
                  <a:pt x="280942" y="179746"/>
                </a:lnTo>
                <a:lnTo>
                  <a:pt x="280942" y="251928"/>
                </a:lnTo>
                <a:lnTo>
                  <a:pt x="55197" y="251928"/>
                </a:lnTo>
                <a:lnTo>
                  <a:pt x="55197" y="273158"/>
                </a:lnTo>
                <a:lnTo>
                  <a:pt x="286249" y="273158"/>
                </a:lnTo>
                <a:lnTo>
                  <a:pt x="286249" y="29934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285852" y="2556373"/>
            <a:ext cx="302260" cy="299085"/>
          </a:xfrm>
          <a:custGeom>
            <a:avLst/>
            <a:gdLst/>
            <a:ahLst/>
            <a:cxnLst/>
            <a:rect l="l" t="t" r="r" b="b"/>
            <a:pathLst>
              <a:path w="302259" h="299085">
                <a:moveTo>
                  <a:pt x="279526" y="102611"/>
                </a:moveTo>
                <a:lnTo>
                  <a:pt x="244497" y="102611"/>
                </a:lnTo>
                <a:lnTo>
                  <a:pt x="244497" y="29721"/>
                </a:lnTo>
                <a:lnTo>
                  <a:pt x="20168" y="29721"/>
                </a:lnTo>
                <a:lnTo>
                  <a:pt x="20168" y="0"/>
                </a:lnTo>
                <a:lnTo>
                  <a:pt x="279526" y="0"/>
                </a:lnTo>
                <a:lnTo>
                  <a:pt x="279526" y="102611"/>
                </a:lnTo>
                <a:close/>
              </a:path>
              <a:path w="302259" h="299085">
                <a:moveTo>
                  <a:pt x="148609" y="123841"/>
                </a:moveTo>
                <a:lnTo>
                  <a:pt x="113226" y="123841"/>
                </a:lnTo>
                <a:lnTo>
                  <a:pt x="113226" y="64751"/>
                </a:lnTo>
                <a:lnTo>
                  <a:pt x="148609" y="64751"/>
                </a:lnTo>
                <a:lnTo>
                  <a:pt x="148609" y="123841"/>
                </a:lnTo>
                <a:close/>
              </a:path>
              <a:path w="302259" h="299085">
                <a:moveTo>
                  <a:pt x="301818" y="152855"/>
                </a:moveTo>
                <a:lnTo>
                  <a:pt x="0" y="152855"/>
                </a:lnTo>
                <a:lnTo>
                  <a:pt x="0" y="123841"/>
                </a:lnTo>
                <a:lnTo>
                  <a:pt x="301818" y="123841"/>
                </a:lnTo>
                <a:lnTo>
                  <a:pt x="301818" y="152855"/>
                </a:lnTo>
                <a:close/>
              </a:path>
              <a:path w="302259" h="299085">
                <a:moveTo>
                  <a:pt x="150732" y="298987"/>
                </a:moveTo>
                <a:lnTo>
                  <a:pt x="99548" y="295725"/>
                </a:lnTo>
                <a:lnTo>
                  <a:pt x="57320" y="285365"/>
                </a:lnTo>
                <a:lnTo>
                  <a:pt x="28627" y="267043"/>
                </a:lnTo>
                <a:lnTo>
                  <a:pt x="18045" y="239897"/>
                </a:lnTo>
                <a:lnTo>
                  <a:pt x="28627" y="212359"/>
                </a:lnTo>
                <a:lnTo>
                  <a:pt x="57320" y="194209"/>
                </a:lnTo>
                <a:lnTo>
                  <a:pt x="99548" y="184219"/>
                </a:lnTo>
                <a:lnTo>
                  <a:pt x="150732" y="181161"/>
                </a:lnTo>
                <a:lnTo>
                  <a:pt x="201916" y="184418"/>
                </a:lnTo>
                <a:lnTo>
                  <a:pt x="244143" y="194740"/>
                </a:lnTo>
                <a:lnTo>
                  <a:pt x="266785" y="209114"/>
                </a:lnTo>
                <a:lnTo>
                  <a:pt x="150732" y="209114"/>
                </a:lnTo>
                <a:lnTo>
                  <a:pt x="115150" y="210789"/>
                </a:lnTo>
                <a:lnTo>
                  <a:pt x="84477" y="216146"/>
                </a:lnTo>
                <a:lnTo>
                  <a:pt x="62959" y="225683"/>
                </a:lnTo>
                <a:lnTo>
                  <a:pt x="54843" y="239897"/>
                </a:lnTo>
                <a:lnTo>
                  <a:pt x="62959" y="253868"/>
                </a:lnTo>
                <a:lnTo>
                  <a:pt x="84477" y="263560"/>
                </a:lnTo>
                <a:lnTo>
                  <a:pt x="115150" y="269205"/>
                </a:lnTo>
                <a:lnTo>
                  <a:pt x="150732" y="271035"/>
                </a:lnTo>
                <a:lnTo>
                  <a:pt x="266586" y="271035"/>
                </a:lnTo>
                <a:lnTo>
                  <a:pt x="244143" y="285365"/>
                </a:lnTo>
                <a:lnTo>
                  <a:pt x="201916" y="295725"/>
                </a:lnTo>
                <a:lnTo>
                  <a:pt x="150732" y="298987"/>
                </a:lnTo>
                <a:close/>
              </a:path>
              <a:path w="302259" h="299085">
                <a:moveTo>
                  <a:pt x="266586" y="271035"/>
                </a:moveTo>
                <a:lnTo>
                  <a:pt x="150732" y="271035"/>
                </a:lnTo>
                <a:lnTo>
                  <a:pt x="186314" y="269205"/>
                </a:lnTo>
                <a:lnTo>
                  <a:pt x="216987" y="263560"/>
                </a:lnTo>
                <a:lnTo>
                  <a:pt x="238504" y="253868"/>
                </a:lnTo>
                <a:lnTo>
                  <a:pt x="246620" y="239897"/>
                </a:lnTo>
                <a:lnTo>
                  <a:pt x="238504" y="226131"/>
                </a:lnTo>
                <a:lnTo>
                  <a:pt x="216987" y="216544"/>
                </a:lnTo>
                <a:lnTo>
                  <a:pt x="186314" y="210938"/>
                </a:lnTo>
                <a:lnTo>
                  <a:pt x="150732" y="209114"/>
                </a:lnTo>
                <a:lnTo>
                  <a:pt x="266785" y="209114"/>
                </a:lnTo>
                <a:lnTo>
                  <a:pt x="272837" y="212956"/>
                </a:lnTo>
                <a:lnTo>
                  <a:pt x="283419" y="239897"/>
                </a:lnTo>
                <a:lnTo>
                  <a:pt x="272837" y="267043"/>
                </a:lnTo>
                <a:lnTo>
                  <a:pt x="266586" y="27103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1619869" y="2552835"/>
            <a:ext cx="311785" cy="302260"/>
          </a:xfrm>
          <a:custGeom>
            <a:avLst/>
            <a:gdLst/>
            <a:ahLst/>
            <a:cxnLst/>
            <a:rect l="l" t="t" r="r" b="b"/>
            <a:pathLst>
              <a:path w="311784" h="302260">
                <a:moveTo>
                  <a:pt x="269265" y="167008"/>
                </a:moveTo>
                <a:lnTo>
                  <a:pt x="234236" y="167008"/>
                </a:lnTo>
                <a:lnTo>
                  <a:pt x="234236" y="0"/>
                </a:lnTo>
                <a:lnTo>
                  <a:pt x="269265" y="0"/>
                </a:lnTo>
                <a:lnTo>
                  <a:pt x="269265" y="57674"/>
                </a:lnTo>
                <a:lnTo>
                  <a:pt x="311725" y="57674"/>
                </a:lnTo>
                <a:lnTo>
                  <a:pt x="311725" y="90934"/>
                </a:lnTo>
                <a:lnTo>
                  <a:pt x="269265" y="90934"/>
                </a:lnTo>
                <a:lnTo>
                  <a:pt x="269265" y="167008"/>
                </a:lnTo>
                <a:close/>
              </a:path>
              <a:path w="311784" h="302260">
                <a:moveTo>
                  <a:pt x="196730" y="37859"/>
                </a:moveTo>
                <a:lnTo>
                  <a:pt x="3892" y="37859"/>
                </a:lnTo>
                <a:lnTo>
                  <a:pt x="3892" y="7784"/>
                </a:lnTo>
                <a:lnTo>
                  <a:pt x="196730" y="7784"/>
                </a:lnTo>
                <a:lnTo>
                  <a:pt x="196730" y="37859"/>
                </a:lnTo>
                <a:close/>
              </a:path>
              <a:path w="311784" h="302260">
                <a:moveTo>
                  <a:pt x="0" y="160993"/>
                </a:moveTo>
                <a:lnTo>
                  <a:pt x="0" y="129502"/>
                </a:lnTo>
                <a:lnTo>
                  <a:pt x="33724" y="119114"/>
                </a:lnTo>
                <a:lnTo>
                  <a:pt x="59620" y="99205"/>
                </a:lnTo>
                <a:lnTo>
                  <a:pt x="77024" y="71534"/>
                </a:lnTo>
                <a:lnTo>
                  <a:pt x="85273" y="37859"/>
                </a:lnTo>
                <a:lnTo>
                  <a:pt x="120302" y="37859"/>
                </a:lnTo>
                <a:lnTo>
                  <a:pt x="119512" y="46545"/>
                </a:lnTo>
                <a:lnTo>
                  <a:pt x="118223" y="55065"/>
                </a:lnTo>
                <a:lnTo>
                  <a:pt x="116471" y="63385"/>
                </a:lnTo>
                <a:lnTo>
                  <a:pt x="114287" y="71473"/>
                </a:lnTo>
                <a:lnTo>
                  <a:pt x="159710" y="99426"/>
                </a:lnTo>
                <a:lnTo>
                  <a:pt x="101549" y="99426"/>
                </a:lnTo>
                <a:lnTo>
                  <a:pt x="83393" y="122580"/>
                </a:lnTo>
                <a:lnTo>
                  <a:pt x="60062" y="141090"/>
                </a:lnTo>
                <a:lnTo>
                  <a:pt x="32088" y="154160"/>
                </a:lnTo>
                <a:lnTo>
                  <a:pt x="0" y="160993"/>
                </a:lnTo>
                <a:close/>
              </a:path>
              <a:path w="311784" h="302260">
                <a:moveTo>
                  <a:pt x="188946" y="154270"/>
                </a:moveTo>
                <a:lnTo>
                  <a:pt x="101549" y="99426"/>
                </a:lnTo>
                <a:lnTo>
                  <a:pt x="159710" y="99426"/>
                </a:lnTo>
                <a:lnTo>
                  <a:pt x="206283" y="128087"/>
                </a:lnTo>
                <a:lnTo>
                  <a:pt x="188946" y="154270"/>
                </a:lnTo>
                <a:close/>
              </a:path>
              <a:path w="311784" h="302260">
                <a:moveTo>
                  <a:pt x="144363" y="302172"/>
                </a:moveTo>
                <a:lnTo>
                  <a:pt x="93676" y="298755"/>
                </a:lnTo>
                <a:lnTo>
                  <a:pt x="52543" y="287842"/>
                </a:lnTo>
                <a:lnTo>
                  <a:pt x="24945" y="268436"/>
                </a:lnTo>
                <a:lnTo>
                  <a:pt x="14860" y="239544"/>
                </a:lnTo>
                <a:lnTo>
                  <a:pt x="24945" y="210651"/>
                </a:lnTo>
                <a:lnTo>
                  <a:pt x="52543" y="191245"/>
                </a:lnTo>
                <a:lnTo>
                  <a:pt x="93676" y="180332"/>
                </a:lnTo>
                <a:lnTo>
                  <a:pt x="144363" y="176915"/>
                </a:lnTo>
                <a:lnTo>
                  <a:pt x="195198" y="180332"/>
                </a:lnTo>
                <a:lnTo>
                  <a:pt x="236315" y="191245"/>
                </a:lnTo>
                <a:lnTo>
                  <a:pt x="257136" y="205930"/>
                </a:lnTo>
                <a:lnTo>
                  <a:pt x="144363" y="205930"/>
                </a:lnTo>
                <a:lnTo>
                  <a:pt x="108344" y="207947"/>
                </a:lnTo>
                <a:lnTo>
                  <a:pt x="79125" y="214112"/>
                </a:lnTo>
                <a:lnTo>
                  <a:pt x="59526" y="224589"/>
                </a:lnTo>
                <a:lnTo>
                  <a:pt x="52367" y="239544"/>
                </a:lnTo>
                <a:lnTo>
                  <a:pt x="59526" y="254648"/>
                </a:lnTo>
                <a:lnTo>
                  <a:pt x="79125" y="265108"/>
                </a:lnTo>
                <a:lnTo>
                  <a:pt x="108344" y="271189"/>
                </a:lnTo>
                <a:lnTo>
                  <a:pt x="144363" y="273158"/>
                </a:lnTo>
                <a:lnTo>
                  <a:pt x="257136" y="273158"/>
                </a:lnTo>
                <a:lnTo>
                  <a:pt x="236315" y="287842"/>
                </a:lnTo>
                <a:lnTo>
                  <a:pt x="195198" y="298755"/>
                </a:lnTo>
                <a:lnTo>
                  <a:pt x="144363" y="302172"/>
                </a:lnTo>
                <a:close/>
              </a:path>
              <a:path w="311784" h="302260">
                <a:moveTo>
                  <a:pt x="257136" y="273158"/>
                </a:moveTo>
                <a:lnTo>
                  <a:pt x="144363" y="273158"/>
                </a:lnTo>
                <a:lnTo>
                  <a:pt x="180531" y="271189"/>
                </a:lnTo>
                <a:lnTo>
                  <a:pt x="209733" y="265108"/>
                </a:lnTo>
                <a:lnTo>
                  <a:pt x="229249" y="254648"/>
                </a:lnTo>
                <a:lnTo>
                  <a:pt x="236359" y="239544"/>
                </a:lnTo>
                <a:lnTo>
                  <a:pt x="229249" y="224589"/>
                </a:lnTo>
                <a:lnTo>
                  <a:pt x="209733" y="214112"/>
                </a:lnTo>
                <a:lnTo>
                  <a:pt x="180531" y="207947"/>
                </a:lnTo>
                <a:lnTo>
                  <a:pt x="144363" y="205930"/>
                </a:lnTo>
                <a:lnTo>
                  <a:pt x="257136" y="205930"/>
                </a:lnTo>
                <a:lnTo>
                  <a:pt x="263831" y="210651"/>
                </a:lnTo>
                <a:lnTo>
                  <a:pt x="273865" y="239544"/>
                </a:lnTo>
                <a:lnTo>
                  <a:pt x="263831" y="268436"/>
                </a:lnTo>
                <a:lnTo>
                  <a:pt x="257136" y="27315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918251" y="3179138"/>
            <a:ext cx="4241113" cy="37858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831916" y="7012602"/>
            <a:ext cx="99695" cy="74295"/>
          </a:xfrm>
          <a:custGeom>
            <a:avLst/>
            <a:gdLst/>
            <a:ahLst/>
            <a:cxnLst/>
            <a:rect l="l" t="t" r="r" b="b"/>
            <a:pathLst>
              <a:path w="99695" h="74295">
                <a:moveTo>
                  <a:pt x="77008" y="74253"/>
                </a:moveTo>
                <a:lnTo>
                  <a:pt x="67485" y="74253"/>
                </a:lnTo>
                <a:lnTo>
                  <a:pt x="50178" y="14260"/>
                </a:lnTo>
                <a:lnTo>
                  <a:pt x="49211" y="14260"/>
                </a:lnTo>
                <a:lnTo>
                  <a:pt x="32002" y="74253"/>
                </a:lnTo>
                <a:lnTo>
                  <a:pt x="22382" y="74253"/>
                </a:lnTo>
                <a:lnTo>
                  <a:pt x="0" y="0"/>
                </a:lnTo>
                <a:lnTo>
                  <a:pt x="9813" y="0"/>
                </a:lnTo>
                <a:lnTo>
                  <a:pt x="27023" y="60330"/>
                </a:lnTo>
                <a:lnTo>
                  <a:pt x="27699" y="60330"/>
                </a:lnTo>
                <a:lnTo>
                  <a:pt x="44812" y="0"/>
                </a:lnTo>
                <a:lnTo>
                  <a:pt x="54722" y="0"/>
                </a:lnTo>
                <a:lnTo>
                  <a:pt x="71690" y="60185"/>
                </a:lnTo>
                <a:lnTo>
                  <a:pt x="72367" y="60185"/>
                </a:lnTo>
                <a:lnTo>
                  <a:pt x="89577" y="0"/>
                </a:lnTo>
                <a:lnTo>
                  <a:pt x="99390" y="0"/>
                </a:lnTo>
                <a:lnTo>
                  <a:pt x="77008" y="7425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939524" y="7012602"/>
            <a:ext cx="99695" cy="74295"/>
          </a:xfrm>
          <a:custGeom>
            <a:avLst/>
            <a:gdLst/>
            <a:ahLst/>
            <a:cxnLst/>
            <a:rect l="l" t="t" r="r" b="b"/>
            <a:pathLst>
              <a:path w="99695" h="74295">
                <a:moveTo>
                  <a:pt x="77008" y="74253"/>
                </a:moveTo>
                <a:lnTo>
                  <a:pt x="67485" y="74253"/>
                </a:lnTo>
                <a:lnTo>
                  <a:pt x="50178" y="14260"/>
                </a:lnTo>
                <a:lnTo>
                  <a:pt x="49211" y="14260"/>
                </a:lnTo>
                <a:lnTo>
                  <a:pt x="32002" y="74253"/>
                </a:lnTo>
                <a:lnTo>
                  <a:pt x="22382" y="74253"/>
                </a:lnTo>
                <a:lnTo>
                  <a:pt x="0" y="0"/>
                </a:lnTo>
                <a:lnTo>
                  <a:pt x="9813" y="0"/>
                </a:lnTo>
                <a:lnTo>
                  <a:pt x="27023" y="60330"/>
                </a:lnTo>
                <a:lnTo>
                  <a:pt x="27699" y="60330"/>
                </a:lnTo>
                <a:lnTo>
                  <a:pt x="44812" y="0"/>
                </a:lnTo>
                <a:lnTo>
                  <a:pt x="54722" y="0"/>
                </a:lnTo>
                <a:lnTo>
                  <a:pt x="71690" y="60185"/>
                </a:lnTo>
                <a:lnTo>
                  <a:pt x="72367" y="60185"/>
                </a:lnTo>
                <a:lnTo>
                  <a:pt x="89577" y="0"/>
                </a:lnTo>
                <a:lnTo>
                  <a:pt x="99390" y="0"/>
                </a:lnTo>
                <a:lnTo>
                  <a:pt x="77008" y="7425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047133" y="7012602"/>
            <a:ext cx="99695" cy="74295"/>
          </a:xfrm>
          <a:custGeom>
            <a:avLst/>
            <a:gdLst/>
            <a:ahLst/>
            <a:cxnLst/>
            <a:rect l="l" t="t" r="r" b="b"/>
            <a:pathLst>
              <a:path w="99695" h="74295">
                <a:moveTo>
                  <a:pt x="77008" y="74253"/>
                </a:moveTo>
                <a:lnTo>
                  <a:pt x="67485" y="74253"/>
                </a:lnTo>
                <a:lnTo>
                  <a:pt x="50178" y="14260"/>
                </a:lnTo>
                <a:lnTo>
                  <a:pt x="49211" y="14260"/>
                </a:lnTo>
                <a:lnTo>
                  <a:pt x="32002" y="74253"/>
                </a:lnTo>
                <a:lnTo>
                  <a:pt x="22382" y="74253"/>
                </a:lnTo>
                <a:lnTo>
                  <a:pt x="0" y="0"/>
                </a:lnTo>
                <a:lnTo>
                  <a:pt x="9813" y="0"/>
                </a:lnTo>
                <a:lnTo>
                  <a:pt x="27023" y="60330"/>
                </a:lnTo>
                <a:lnTo>
                  <a:pt x="27699" y="60330"/>
                </a:lnTo>
                <a:lnTo>
                  <a:pt x="44812" y="0"/>
                </a:lnTo>
                <a:lnTo>
                  <a:pt x="54722" y="0"/>
                </a:lnTo>
                <a:lnTo>
                  <a:pt x="71690" y="60185"/>
                </a:lnTo>
                <a:lnTo>
                  <a:pt x="72367" y="60185"/>
                </a:lnTo>
                <a:lnTo>
                  <a:pt x="89577" y="0"/>
                </a:lnTo>
                <a:lnTo>
                  <a:pt x="99390" y="0"/>
                </a:lnTo>
                <a:lnTo>
                  <a:pt x="77008" y="7425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160446" y="7072982"/>
            <a:ext cx="15240" cy="14604"/>
          </a:xfrm>
          <a:custGeom>
            <a:avLst/>
            <a:gdLst/>
            <a:ahLst/>
            <a:cxnLst/>
            <a:rect l="l" t="t" r="r" b="b"/>
            <a:pathLst>
              <a:path w="15240" h="14604">
                <a:moveTo>
                  <a:pt x="11408" y="14599"/>
                </a:moveTo>
                <a:lnTo>
                  <a:pt x="3383" y="14599"/>
                </a:lnTo>
                <a:lnTo>
                  <a:pt x="0" y="11311"/>
                </a:lnTo>
                <a:lnTo>
                  <a:pt x="96" y="7299"/>
                </a:lnTo>
                <a:lnTo>
                  <a:pt x="0" y="3287"/>
                </a:lnTo>
                <a:lnTo>
                  <a:pt x="3383" y="0"/>
                </a:lnTo>
                <a:lnTo>
                  <a:pt x="11408" y="0"/>
                </a:lnTo>
                <a:lnTo>
                  <a:pt x="14695" y="3287"/>
                </a:lnTo>
                <a:lnTo>
                  <a:pt x="14695" y="1131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188920" y="6983259"/>
            <a:ext cx="38735" cy="104139"/>
          </a:xfrm>
          <a:custGeom>
            <a:avLst/>
            <a:gdLst/>
            <a:ahLst/>
            <a:cxnLst/>
            <a:rect l="l" t="t" r="r" b="b"/>
            <a:pathLst>
              <a:path w="38734" h="104140">
                <a:moveTo>
                  <a:pt x="20835" y="103596"/>
                </a:moveTo>
                <a:lnTo>
                  <a:pt x="11505" y="103596"/>
                </a:lnTo>
                <a:lnTo>
                  <a:pt x="11505" y="37319"/>
                </a:lnTo>
                <a:lnTo>
                  <a:pt x="0" y="37319"/>
                </a:lnTo>
                <a:lnTo>
                  <a:pt x="0" y="29343"/>
                </a:lnTo>
                <a:lnTo>
                  <a:pt x="11505" y="29343"/>
                </a:lnTo>
                <a:lnTo>
                  <a:pt x="11505" y="18708"/>
                </a:lnTo>
                <a:lnTo>
                  <a:pt x="12834" y="10870"/>
                </a:lnTo>
                <a:lnTo>
                  <a:pt x="16665" y="4985"/>
                </a:lnTo>
                <a:lnTo>
                  <a:pt x="22762" y="1284"/>
                </a:lnTo>
                <a:lnTo>
                  <a:pt x="30890" y="0"/>
                </a:lnTo>
                <a:lnTo>
                  <a:pt x="33452" y="0"/>
                </a:lnTo>
                <a:lnTo>
                  <a:pt x="36498" y="338"/>
                </a:lnTo>
                <a:lnTo>
                  <a:pt x="38625" y="773"/>
                </a:lnTo>
                <a:lnTo>
                  <a:pt x="38625" y="9136"/>
                </a:lnTo>
                <a:lnTo>
                  <a:pt x="36449" y="8749"/>
                </a:lnTo>
                <a:lnTo>
                  <a:pt x="24654" y="8653"/>
                </a:lnTo>
                <a:lnTo>
                  <a:pt x="20835" y="12568"/>
                </a:lnTo>
                <a:lnTo>
                  <a:pt x="20835" y="29343"/>
                </a:lnTo>
                <a:lnTo>
                  <a:pt x="37174" y="29343"/>
                </a:lnTo>
                <a:lnTo>
                  <a:pt x="37174" y="37319"/>
                </a:lnTo>
                <a:lnTo>
                  <a:pt x="20835" y="3731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236972" y="7011588"/>
            <a:ext cx="64769" cy="76835"/>
          </a:xfrm>
          <a:custGeom>
            <a:avLst/>
            <a:gdLst/>
            <a:ahLst/>
            <a:cxnLst/>
            <a:rect l="l" t="t" r="r" b="b"/>
            <a:pathLst>
              <a:path w="64770" h="76834">
                <a:moveTo>
                  <a:pt x="34032" y="76815"/>
                </a:moveTo>
                <a:lnTo>
                  <a:pt x="19904" y="74015"/>
                </a:lnTo>
                <a:lnTo>
                  <a:pt x="9184" y="66167"/>
                </a:lnTo>
                <a:lnTo>
                  <a:pt x="2380" y="54096"/>
                </a:lnTo>
                <a:lnTo>
                  <a:pt x="0" y="38625"/>
                </a:lnTo>
                <a:lnTo>
                  <a:pt x="2395" y="23065"/>
                </a:lnTo>
                <a:lnTo>
                  <a:pt x="9118" y="10846"/>
                </a:lnTo>
                <a:lnTo>
                  <a:pt x="19476" y="2860"/>
                </a:lnTo>
                <a:lnTo>
                  <a:pt x="32775" y="0"/>
                </a:lnTo>
                <a:lnTo>
                  <a:pt x="44506" y="2169"/>
                </a:lnTo>
                <a:lnTo>
                  <a:pt x="53905" y="8363"/>
                </a:lnTo>
                <a:lnTo>
                  <a:pt x="32824" y="8363"/>
                </a:lnTo>
                <a:lnTo>
                  <a:pt x="23655" y="10309"/>
                </a:lnTo>
                <a:lnTo>
                  <a:pt x="16430" y="15596"/>
                </a:lnTo>
                <a:lnTo>
                  <a:pt x="11552" y="23393"/>
                </a:lnTo>
                <a:lnTo>
                  <a:pt x="9426" y="32872"/>
                </a:lnTo>
                <a:lnTo>
                  <a:pt x="63782" y="32872"/>
                </a:lnTo>
                <a:lnTo>
                  <a:pt x="64391" y="36594"/>
                </a:lnTo>
                <a:lnTo>
                  <a:pt x="64391" y="40993"/>
                </a:lnTo>
                <a:lnTo>
                  <a:pt x="9378" y="40993"/>
                </a:lnTo>
                <a:lnTo>
                  <a:pt x="11347" y="52340"/>
                </a:lnTo>
                <a:lnTo>
                  <a:pt x="16357" y="60995"/>
                </a:lnTo>
                <a:lnTo>
                  <a:pt x="24041" y="66513"/>
                </a:lnTo>
                <a:lnTo>
                  <a:pt x="34032" y="68452"/>
                </a:lnTo>
                <a:lnTo>
                  <a:pt x="56114" y="68452"/>
                </a:lnTo>
                <a:lnTo>
                  <a:pt x="52873" y="71473"/>
                </a:lnTo>
                <a:lnTo>
                  <a:pt x="44423" y="75386"/>
                </a:lnTo>
                <a:lnTo>
                  <a:pt x="34032" y="76815"/>
                </a:lnTo>
                <a:close/>
              </a:path>
              <a:path w="64770" h="76834">
                <a:moveTo>
                  <a:pt x="63782" y="32872"/>
                </a:moveTo>
                <a:lnTo>
                  <a:pt x="54916" y="32872"/>
                </a:lnTo>
                <a:lnTo>
                  <a:pt x="53327" y="23393"/>
                </a:lnTo>
                <a:lnTo>
                  <a:pt x="53220" y="23065"/>
                </a:lnTo>
                <a:lnTo>
                  <a:pt x="48746" y="15415"/>
                </a:lnTo>
                <a:lnTo>
                  <a:pt x="41762" y="10241"/>
                </a:lnTo>
                <a:lnTo>
                  <a:pt x="32824" y="8363"/>
                </a:lnTo>
                <a:lnTo>
                  <a:pt x="53905" y="8363"/>
                </a:lnTo>
                <a:lnTo>
                  <a:pt x="54620" y="8834"/>
                </a:lnTo>
                <a:lnTo>
                  <a:pt x="61715" y="20231"/>
                </a:lnTo>
                <a:lnTo>
                  <a:pt x="63782" y="32872"/>
                </a:lnTo>
                <a:close/>
              </a:path>
              <a:path w="64770" h="76834">
                <a:moveTo>
                  <a:pt x="56114" y="68452"/>
                </a:moveTo>
                <a:lnTo>
                  <a:pt x="44281" y="68452"/>
                </a:lnTo>
                <a:lnTo>
                  <a:pt x="50323" y="63182"/>
                </a:lnTo>
                <a:lnTo>
                  <a:pt x="52934" y="58445"/>
                </a:lnTo>
                <a:lnTo>
                  <a:pt x="62941" y="58445"/>
                </a:lnTo>
                <a:lnTo>
                  <a:pt x="59131" y="65639"/>
                </a:lnTo>
                <a:lnTo>
                  <a:pt x="56114" y="68452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317606" y="7011636"/>
            <a:ext cx="57150" cy="75565"/>
          </a:xfrm>
          <a:custGeom>
            <a:avLst/>
            <a:gdLst/>
            <a:ahLst/>
            <a:cxnLst/>
            <a:rect l="l" t="t" r="r" b="b"/>
            <a:pathLst>
              <a:path w="57150" h="75565">
                <a:moveTo>
                  <a:pt x="56898" y="75219"/>
                </a:moveTo>
                <a:lnTo>
                  <a:pt x="47520" y="75219"/>
                </a:lnTo>
                <a:lnTo>
                  <a:pt x="47520" y="27893"/>
                </a:lnTo>
                <a:lnTo>
                  <a:pt x="46241" y="19819"/>
                </a:lnTo>
                <a:lnTo>
                  <a:pt x="42583" y="13698"/>
                </a:lnTo>
                <a:lnTo>
                  <a:pt x="36813" y="9817"/>
                </a:lnTo>
                <a:lnTo>
                  <a:pt x="29198" y="8459"/>
                </a:lnTo>
                <a:lnTo>
                  <a:pt x="21240" y="9877"/>
                </a:lnTo>
                <a:lnTo>
                  <a:pt x="14949" y="13964"/>
                </a:lnTo>
                <a:lnTo>
                  <a:pt x="10816" y="20472"/>
                </a:lnTo>
                <a:lnTo>
                  <a:pt x="9329" y="29150"/>
                </a:lnTo>
                <a:lnTo>
                  <a:pt x="9329" y="75219"/>
                </a:lnTo>
                <a:lnTo>
                  <a:pt x="0" y="75219"/>
                </a:lnTo>
                <a:lnTo>
                  <a:pt x="0" y="966"/>
                </a:lnTo>
                <a:lnTo>
                  <a:pt x="9088" y="966"/>
                </a:lnTo>
                <a:lnTo>
                  <a:pt x="9088" y="12713"/>
                </a:lnTo>
                <a:lnTo>
                  <a:pt x="9861" y="12713"/>
                </a:lnTo>
                <a:lnTo>
                  <a:pt x="13342" y="5027"/>
                </a:lnTo>
                <a:lnTo>
                  <a:pt x="20738" y="0"/>
                </a:lnTo>
                <a:lnTo>
                  <a:pt x="31712" y="0"/>
                </a:lnTo>
                <a:lnTo>
                  <a:pt x="41969" y="1765"/>
                </a:lnTo>
                <a:lnTo>
                  <a:pt x="49925" y="6979"/>
                </a:lnTo>
                <a:lnTo>
                  <a:pt x="55070" y="15519"/>
                </a:lnTo>
                <a:lnTo>
                  <a:pt x="56898" y="27264"/>
                </a:lnTo>
                <a:lnTo>
                  <a:pt x="56898" y="7521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392536" y="6986982"/>
            <a:ext cx="13970" cy="100330"/>
          </a:xfrm>
          <a:custGeom>
            <a:avLst/>
            <a:gdLst/>
            <a:ahLst/>
            <a:cxnLst/>
            <a:rect l="l" t="t" r="r" b="b"/>
            <a:pathLst>
              <a:path w="13970" h="100329">
                <a:moveTo>
                  <a:pt x="10490" y="13003"/>
                </a:moveTo>
                <a:lnTo>
                  <a:pt x="3093" y="13003"/>
                </a:lnTo>
                <a:lnTo>
                  <a:pt x="0" y="10103"/>
                </a:lnTo>
                <a:lnTo>
                  <a:pt x="0" y="2900"/>
                </a:lnTo>
                <a:lnTo>
                  <a:pt x="3093" y="0"/>
                </a:lnTo>
                <a:lnTo>
                  <a:pt x="10490" y="0"/>
                </a:lnTo>
                <a:lnTo>
                  <a:pt x="13632" y="2900"/>
                </a:lnTo>
                <a:lnTo>
                  <a:pt x="13632" y="10103"/>
                </a:lnTo>
                <a:lnTo>
                  <a:pt x="10490" y="13003"/>
                </a:lnTo>
                <a:close/>
              </a:path>
              <a:path w="13970" h="100329">
                <a:moveTo>
                  <a:pt x="11457" y="99874"/>
                </a:moveTo>
                <a:lnTo>
                  <a:pt x="2078" y="99874"/>
                </a:lnTo>
                <a:lnTo>
                  <a:pt x="2078" y="25621"/>
                </a:lnTo>
                <a:lnTo>
                  <a:pt x="11457" y="25621"/>
                </a:lnTo>
                <a:lnTo>
                  <a:pt x="11457" y="9987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419462" y="7012602"/>
            <a:ext cx="59690" cy="74295"/>
          </a:xfrm>
          <a:custGeom>
            <a:avLst/>
            <a:gdLst/>
            <a:ahLst/>
            <a:cxnLst/>
            <a:rect l="l" t="t" r="r" b="b"/>
            <a:pathLst>
              <a:path w="59690" h="74295">
                <a:moveTo>
                  <a:pt x="59122" y="74253"/>
                </a:moveTo>
                <a:lnTo>
                  <a:pt x="48438" y="74253"/>
                </a:lnTo>
                <a:lnTo>
                  <a:pt x="29536" y="43942"/>
                </a:lnTo>
                <a:lnTo>
                  <a:pt x="10731" y="74253"/>
                </a:lnTo>
                <a:lnTo>
                  <a:pt x="0" y="74253"/>
                </a:lnTo>
                <a:lnTo>
                  <a:pt x="23542" y="37126"/>
                </a:lnTo>
                <a:lnTo>
                  <a:pt x="0" y="0"/>
                </a:lnTo>
                <a:lnTo>
                  <a:pt x="10731" y="0"/>
                </a:lnTo>
                <a:lnTo>
                  <a:pt x="29536" y="31325"/>
                </a:lnTo>
                <a:lnTo>
                  <a:pt x="48341" y="0"/>
                </a:lnTo>
                <a:lnTo>
                  <a:pt x="59122" y="0"/>
                </a:lnTo>
                <a:lnTo>
                  <a:pt x="35289" y="37126"/>
                </a:lnTo>
                <a:lnTo>
                  <a:pt x="59122" y="7425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493763" y="7072982"/>
            <a:ext cx="15240" cy="14604"/>
          </a:xfrm>
          <a:custGeom>
            <a:avLst/>
            <a:gdLst/>
            <a:ahLst/>
            <a:cxnLst/>
            <a:rect l="l" t="t" r="r" b="b"/>
            <a:pathLst>
              <a:path w="15240" h="14604">
                <a:moveTo>
                  <a:pt x="11408" y="14599"/>
                </a:moveTo>
                <a:lnTo>
                  <a:pt x="3383" y="14599"/>
                </a:lnTo>
                <a:lnTo>
                  <a:pt x="0" y="11311"/>
                </a:lnTo>
                <a:lnTo>
                  <a:pt x="96" y="7299"/>
                </a:lnTo>
                <a:lnTo>
                  <a:pt x="0" y="3287"/>
                </a:lnTo>
                <a:lnTo>
                  <a:pt x="3383" y="0"/>
                </a:lnTo>
                <a:lnTo>
                  <a:pt x="11408" y="0"/>
                </a:lnTo>
                <a:lnTo>
                  <a:pt x="14695" y="3287"/>
                </a:lnTo>
                <a:lnTo>
                  <a:pt x="14695" y="1131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526347" y="6986982"/>
            <a:ext cx="13970" cy="100330"/>
          </a:xfrm>
          <a:custGeom>
            <a:avLst/>
            <a:gdLst/>
            <a:ahLst/>
            <a:cxnLst/>
            <a:rect l="l" t="t" r="r" b="b"/>
            <a:pathLst>
              <a:path w="13970" h="100329">
                <a:moveTo>
                  <a:pt x="10490" y="13003"/>
                </a:moveTo>
                <a:lnTo>
                  <a:pt x="3093" y="13003"/>
                </a:lnTo>
                <a:lnTo>
                  <a:pt x="0" y="10103"/>
                </a:lnTo>
                <a:lnTo>
                  <a:pt x="0" y="2900"/>
                </a:lnTo>
                <a:lnTo>
                  <a:pt x="3093" y="0"/>
                </a:lnTo>
                <a:lnTo>
                  <a:pt x="10490" y="0"/>
                </a:lnTo>
                <a:lnTo>
                  <a:pt x="13632" y="2900"/>
                </a:lnTo>
                <a:lnTo>
                  <a:pt x="13632" y="10103"/>
                </a:lnTo>
                <a:lnTo>
                  <a:pt x="10490" y="13003"/>
                </a:lnTo>
                <a:close/>
              </a:path>
              <a:path w="13970" h="100329">
                <a:moveTo>
                  <a:pt x="11457" y="99874"/>
                </a:moveTo>
                <a:lnTo>
                  <a:pt x="2078" y="99874"/>
                </a:lnTo>
                <a:lnTo>
                  <a:pt x="2078" y="25621"/>
                </a:lnTo>
                <a:lnTo>
                  <a:pt x="11457" y="25621"/>
                </a:lnTo>
                <a:lnTo>
                  <a:pt x="11457" y="9987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557913" y="7011636"/>
            <a:ext cx="57150" cy="75565"/>
          </a:xfrm>
          <a:custGeom>
            <a:avLst/>
            <a:gdLst/>
            <a:ahLst/>
            <a:cxnLst/>
            <a:rect l="l" t="t" r="r" b="b"/>
            <a:pathLst>
              <a:path w="57150" h="75565">
                <a:moveTo>
                  <a:pt x="56898" y="75219"/>
                </a:moveTo>
                <a:lnTo>
                  <a:pt x="47520" y="75219"/>
                </a:lnTo>
                <a:lnTo>
                  <a:pt x="47520" y="27893"/>
                </a:lnTo>
                <a:lnTo>
                  <a:pt x="46241" y="19819"/>
                </a:lnTo>
                <a:lnTo>
                  <a:pt x="42583" y="13698"/>
                </a:lnTo>
                <a:lnTo>
                  <a:pt x="36813" y="9817"/>
                </a:lnTo>
                <a:lnTo>
                  <a:pt x="29198" y="8459"/>
                </a:lnTo>
                <a:lnTo>
                  <a:pt x="21240" y="9877"/>
                </a:lnTo>
                <a:lnTo>
                  <a:pt x="14949" y="13964"/>
                </a:lnTo>
                <a:lnTo>
                  <a:pt x="10816" y="20472"/>
                </a:lnTo>
                <a:lnTo>
                  <a:pt x="9329" y="29150"/>
                </a:lnTo>
                <a:lnTo>
                  <a:pt x="9329" y="75219"/>
                </a:lnTo>
                <a:lnTo>
                  <a:pt x="0" y="75219"/>
                </a:lnTo>
                <a:lnTo>
                  <a:pt x="0" y="966"/>
                </a:lnTo>
                <a:lnTo>
                  <a:pt x="9088" y="966"/>
                </a:lnTo>
                <a:lnTo>
                  <a:pt x="9088" y="12713"/>
                </a:lnTo>
                <a:lnTo>
                  <a:pt x="9861" y="12713"/>
                </a:lnTo>
                <a:lnTo>
                  <a:pt x="13342" y="5027"/>
                </a:lnTo>
                <a:lnTo>
                  <a:pt x="20738" y="0"/>
                </a:lnTo>
                <a:lnTo>
                  <a:pt x="31712" y="0"/>
                </a:lnTo>
                <a:lnTo>
                  <a:pt x="41969" y="1765"/>
                </a:lnTo>
                <a:lnTo>
                  <a:pt x="49925" y="6979"/>
                </a:lnTo>
                <a:lnTo>
                  <a:pt x="55070" y="15519"/>
                </a:lnTo>
                <a:lnTo>
                  <a:pt x="56898" y="27264"/>
                </a:lnTo>
                <a:lnTo>
                  <a:pt x="56898" y="7521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627090" y="6983210"/>
            <a:ext cx="40640" cy="118745"/>
          </a:xfrm>
          <a:custGeom>
            <a:avLst/>
            <a:gdLst/>
            <a:ahLst/>
            <a:cxnLst/>
            <a:rect l="l" t="t" r="r" b="b"/>
            <a:pathLst>
              <a:path w="40640" h="118745">
                <a:moveTo>
                  <a:pt x="8653" y="118534"/>
                </a:moveTo>
                <a:lnTo>
                  <a:pt x="0" y="118534"/>
                </a:lnTo>
                <a:lnTo>
                  <a:pt x="31905" y="0"/>
                </a:lnTo>
                <a:lnTo>
                  <a:pt x="40558" y="0"/>
                </a:lnTo>
                <a:lnTo>
                  <a:pt x="8653" y="11853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676109" y="7011588"/>
            <a:ext cx="64769" cy="76835"/>
          </a:xfrm>
          <a:custGeom>
            <a:avLst/>
            <a:gdLst/>
            <a:ahLst/>
            <a:cxnLst/>
            <a:rect l="l" t="t" r="r" b="b"/>
            <a:pathLst>
              <a:path w="64770" h="76834">
                <a:moveTo>
                  <a:pt x="34032" y="76815"/>
                </a:moveTo>
                <a:lnTo>
                  <a:pt x="19904" y="74015"/>
                </a:lnTo>
                <a:lnTo>
                  <a:pt x="9184" y="66167"/>
                </a:lnTo>
                <a:lnTo>
                  <a:pt x="2380" y="54096"/>
                </a:lnTo>
                <a:lnTo>
                  <a:pt x="0" y="38625"/>
                </a:lnTo>
                <a:lnTo>
                  <a:pt x="2395" y="23065"/>
                </a:lnTo>
                <a:lnTo>
                  <a:pt x="9118" y="10846"/>
                </a:lnTo>
                <a:lnTo>
                  <a:pt x="19476" y="2860"/>
                </a:lnTo>
                <a:lnTo>
                  <a:pt x="32775" y="0"/>
                </a:lnTo>
                <a:lnTo>
                  <a:pt x="44506" y="2169"/>
                </a:lnTo>
                <a:lnTo>
                  <a:pt x="53905" y="8363"/>
                </a:lnTo>
                <a:lnTo>
                  <a:pt x="32824" y="8363"/>
                </a:lnTo>
                <a:lnTo>
                  <a:pt x="23655" y="10309"/>
                </a:lnTo>
                <a:lnTo>
                  <a:pt x="16430" y="15596"/>
                </a:lnTo>
                <a:lnTo>
                  <a:pt x="11552" y="23393"/>
                </a:lnTo>
                <a:lnTo>
                  <a:pt x="9426" y="32872"/>
                </a:lnTo>
                <a:lnTo>
                  <a:pt x="63782" y="32872"/>
                </a:lnTo>
                <a:lnTo>
                  <a:pt x="64391" y="36594"/>
                </a:lnTo>
                <a:lnTo>
                  <a:pt x="64391" y="40993"/>
                </a:lnTo>
                <a:lnTo>
                  <a:pt x="9378" y="40993"/>
                </a:lnTo>
                <a:lnTo>
                  <a:pt x="11347" y="52340"/>
                </a:lnTo>
                <a:lnTo>
                  <a:pt x="16357" y="60995"/>
                </a:lnTo>
                <a:lnTo>
                  <a:pt x="24041" y="66513"/>
                </a:lnTo>
                <a:lnTo>
                  <a:pt x="34032" y="68452"/>
                </a:lnTo>
                <a:lnTo>
                  <a:pt x="56114" y="68452"/>
                </a:lnTo>
                <a:lnTo>
                  <a:pt x="52873" y="71473"/>
                </a:lnTo>
                <a:lnTo>
                  <a:pt x="44423" y="75386"/>
                </a:lnTo>
                <a:lnTo>
                  <a:pt x="34032" y="76815"/>
                </a:lnTo>
                <a:close/>
              </a:path>
              <a:path w="64770" h="76834">
                <a:moveTo>
                  <a:pt x="63782" y="32872"/>
                </a:moveTo>
                <a:lnTo>
                  <a:pt x="54916" y="32872"/>
                </a:lnTo>
                <a:lnTo>
                  <a:pt x="53327" y="23393"/>
                </a:lnTo>
                <a:lnTo>
                  <a:pt x="53220" y="23065"/>
                </a:lnTo>
                <a:lnTo>
                  <a:pt x="48746" y="15415"/>
                </a:lnTo>
                <a:lnTo>
                  <a:pt x="41762" y="10241"/>
                </a:lnTo>
                <a:lnTo>
                  <a:pt x="32824" y="8363"/>
                </a:lnTo>
                <a:lnTo>
                  <a:pt x="53905" y="8363"/>
                </a:lnTo>
                <a:lnTo>
                  <a:pt x="54620" y="8834"/>
                </a:lnTo>
                <a:lnTo>
                  <a:pt x="61715" y="20231"/>
                </a:lnTo>
                <a:lnTo>
                  <a:pt x="63782" y="32872"/>
                </a:lnTo>
                <a:close/>
              </a:path>
              <a:path w="64770" h="76834">
                <a:moveTo>
                  <a:pt x="56114" y="68452"/>
                </a:moveTo>
                <a:lnTo>
                  <a:pt x="44281" y="68452"/>
                </a:lnTo>
                <a:lnTo>
                  <a:pt x="50323" y="63182"/>
                </a:lnTo>
                <a:lnTo>
                  <a:pt x="52934" y="58445"/>
                </a:lnTo>
                <a:lnTo>
                  <a:pt x="62941" y="58445"/>
                </a:lnTo>
                <a:lnTo>
                  <a:pt x="59131" y="65639"/>
                </a:lnTo>
                <a:lnTo>
                  <a:pt x="56114" y="68452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750555" y="6994813"/>
            <a:ext cx="38100" cy="93345"/>
          </a:xfrm>
          <a:custGeom>
            <a:avLst/>
            <a:gdLst/>
            <a:ahLst/>
            <a:cxnLst/>
            <a:rect l="l" t="t" r="r" b="b"/>
            <a:pathLst>
              <a:path w="38100" h="93345">
                <a:moveTo>
                  <a:pt x="33645" y="93106"/>
                </a:moveTo>
                <a:lnTo>
                  <a:pt x="30503" y="93106"/>
                </a:lnTo>
                <a:lnTo>
                  <a:pt x="23395" y="91931"/>
                </a:lnTo>
                <a:lnTo>
                  <a:pt x="17185" y="88423"/>
                </a:lnTo>
                <a:lnTo>
                  <a:pt x="12787" y="82603"/>
                </a:lnTo>
                <a:lnTo>
                  <a:pt x="11118" y="74494"/>
                </a:lnTo>
                <a:lnTo>
                  <a:pt x="11118" y="25766"/>
                </a:lnTo>
                <a:lnTo>
                  <a:pt x="0" y="25766"/>
                </a:lnTo>
                <a:lnTo>
                  <a:pt x="0" y="17789"/>
                </a:lnTo>
                <a:lnTo>
                  <a:pt x="11118" y="17789"/>
                </a:lnTo>
                <a:lnTo>
                  <a:pt x="11118" y="0"/>
                </a:lnTo>
                <a:lnTo>
                  <a:pt x="20448" y="0"/>
                </a:lnTo>
                <a:lnTo>
                  <a:pt x="20448" y="17789"/>
                </a:lnTo>
                <a:lnTo>
                  <a:pt x="36062" y="17789"/>
                </a:lnTo>
                <a:lnTo>
                  <a:pt x="36062" y="25766"/>
                </a:lnTo>
                <a:lnTo>
                  <a:pt x="20448" y="25766"/>
                </a:lnTo>
                <a:lnTo>
                  <a:pt x="20448" y="81600"/>
                </a:lnTo>
                <a:lnTo>
                  <a:pt x="25669" y="84211"/>
                </a:lnTo>
                <a:lnTo>
                  <a:pt x="31373" y="84211"/>
                </a:lnTo>
                <a:lnTo>
                  <a:pt x="37513" y="83969"/>
                </a:lnTo>
                <a:lnTo>
                  <a:pt x="37513" y="92671"/>
                </a:lnTo>
                <a:lnTo>
                  <a:pt x="33645" y="931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803393" y="6987851"/>
            <a:ext cx="57785" cy="99060"/>
          </a:xfrm>
          <a:custGeom>
            <a:avLst/>
            <a:gdLst/>
            <a:ahLst/>
            <a:cxnLst/>
            <a:rect l="l" t="t" r="r" b="b"/>
            <a:pathLst>
              <a:path w="57784" h="99059">
                <a:moveTo>
                  <a:pt x="57430" y="99004"/>
                </a:moveTo>
                <a:lnTo>
                  <a:pt x="48100" y="99004"/>
                </a:lnTo>
                <a:lnTo>
                  <a:pt x="48100" y="51677"/>
                </a:lnTo>
                <a:lnTo>
                  <a:pt x="46804" y="43542"/>
                </a:lnTo>
                <a:lnTo>
                  <a:pt x="43102" y="37428"/>
                </a:lnTo>
                <a:lnTo>
                  <a:pt x="37270" y="33580"/>
                </a:lnTo>
                <a:lnTo>
                  <a:pt x="29585" y="32244"/>
                </a:lnTo>
                <a:lnTo>
                  <a:pt x="21505" y="33661"/>
                </a:lnTo>
                <a:lnTo>
                  <a:pt x="15088" y="37748"/>
                </a:lnTo>
                <a:lnTo>
                  <a:pt x="10856" y="44256"/>
                </a:lnTo>
                <a:lnTo>
                  <a:pt x="9329" y="52934"/>
                </a:lnTo>
                <a:lnTo>
                  <a:pt x="9329" y="99004"/>
                </a:lnTo>
                <a:lnTo>
                  <a:pt x="0" y="99004"/>
                </a:lnTo>
                <a:lnTo>
                  <a:pt x="0" y="0"/>
                </a:lnTo>
                <a:lnTo>
                  <a:pt x="9329" y="0"/>
                </a:lnTo>
                <a:lnTo>
                  <a:pt x="9329" y="36498"/>
                </a:lnTo>
                <a:lnTo>
                  <a:pt x="10151" y="36498"/>
                </a:lnTo>
                <a:lnTo>
                  <a:pt x="13632" y="28763"/>
                </a:lnTo>
                <a:lnTo>
                  <a:pt x="20835" y="23784"/>
                </a:lnTo>
                <a:lnTo>
                  <a:pt x="32098" y="23784"/>
                </a:lnTo>
                <a:lnTo>
                  <a:pt x="42419" y="25529"/>
                </a:lnTo>
                <a:lnTo>
                  <a:pt x="50420" y="30709"/>
                </a:lnTo>
                <a:lnTo>
                  <a:pt x="55593" y="39242"/>
                </a:lnTo>
                <a:lnTo>
                  <a:pt x="57430" y="51048"/>
                </a:lnTo>
                <a:lnTo>
                  <a:pt x="57430" y="9900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877211" y="7011588"/>
            <a:ext cx="57785" cy="77470"/>
          </a:xfrm>
          <a:custGeom>
            <a:avLst/>
            <a:gdLst/>
            <a:ahLst/>
            <a:cxnLst/>
            <a:rect l="l" t="t" r="r" b="b"/>
            <a:pathLst>
              <a:path w="57784" h="77470">
                <a:moveTo>
                  <a:pt x="11747" y="19433"/>
                </a:moveTo>
                <a:lnTo>
                  <a:pt x="2078" y="19433"/>
                </a:lnTo>
                <a:lnTo>
                  <a:pt x="5007" y="11481"/>
                </a:lnTo>
                <a:lnTo>
                  <a:pt x="11046" y="5347"/>
                </a:lnTo>
                <a:lnTo>
                  <a:pt x="19658" y="1398"/>
                </a:lnTo>
                <a:lnTo>
                  <a:pt x="30310" y="0"/>
                </a:lnTo>
                <a:lnTo>
                  <a:pt x="39221" y="1058"/>
                </a:lnTo>
                <a:lnTo>
                  <a:pt x="47936" y="4912"/>
                </a:lnTo>
                <a:lnTo>
                  <a:pt x="50790" y="8218"/>
                </a:lnTo>
                <a:lnTo>
                  <a:pt x="20158" y="8218"/>
                </a:lnTo>
                <a:lnTo>
                  <a:pt x="13584" y="12762"/>
                </a:lnTo>
                <a:lnTo>
                  <a:pt x="11747" y="19433"/>
                </a:lnTo>
                <a:close/>
              </a:path>
              <a:path w="57784" h="77470">
                <a:moveTo>
                  <a:pt x="24557" y="76960"/>
                </a:moveTo>
                <a:lnTo>
                  <a:pt x="14989" y="75460"/>
                </a:lnTo>
                <a:lnTo>
                  <a:pt x="7184" y="71086"/>
                </a:lnTo>
                <a:lnTo>
                  <a:pt x="1926" y="64030"/>
                </a:lnTo>
                <a:lnTo>
                  <a:pt x="0" y="54481"/>
                </a:lnTo>
                <a:lnTo>
                  <a:pt x="2146" y="44852"/>
                </a:lnTo>
                <a:lnTo>
                  <a:pt x="44619" y="31373"/>
                </a:lnTo>
                <a:lnTo>
                  <a:pt x="47955" y="31228"/>
                </a:lnTo>
                <a:lnTo>
                  <a:pt x="47955" y="14309"/>
                </a:lnTo>
                <a:lnTo>
                  <a:pt x="41525" y="8218"/>
                </a:lnTo>
                <a:lnTo>
                  <a:pt x="50790" y="8218"/>
                </a:lnTo>
                <a:lnTo>
                  <a:pt x="54559" y="12583"/>
                </a:lnTo>
                <a:lnTo>
                  <a:pt x="57188" y="25089"/>
                </a:lnTo>
                <a:lnTo>
                  <a:pt x="57188" y="39011"/>
                </a:lnTo>
                <a:lnTo>
                  <a:pt x="47955" y="39011"/>
                </a:lnTo>
                <a:lnTo>
                  <a:pt x="44329" y="39253"/>
                </a:lnTo>
                <a:lnTo>
                  <a:pt x="32437" y="40172"/>
                </a:lnTo>
                <a:lnTo>
                  <a:pt x="15662" y="41332"/>
                </a:lnTo>
                <a:lnTo>
                  <a:pt x="9329" y="46359"/>
                </a:lnTo>
                <a:lnTo>
                  <a:pt x="9329" y="63666"/>
                </a:lnTo>
                <a:lnTo>
                  <a:pt x="16387" y="68597"/>
                </a:lnTo>
                <a:lnTo>
                  <a:pt x="44261" y="68597"/>
                </a:lnTo>
                <a:lnTo>
                  <a:pt x="39489" y="72778"/>
                </a:lnTo>
                <a:lnTo>
                  <a:pt x="32923" y="75803"/>
                </a:lnTo>
                <a:lnTo>
                  <a:pt x="24557" y="76960"/>
                </a:lnTo>
                <a:close/>
              </a:path>
              <a:path w="57784" h="77470">
                <a:moveTo>
                  <a:pt x="44261" y="68597"/>
                </a:moveTo>
                <a:lnTo>
                  <a:pt x="25959" y="68597"/>
                </a:lnTo>
                <a:lnTo>
                  <a:pt x="35106" y="66880"/>
                </a:lnTo>
                <a:lnTo>
                  <a:pt x="42033" y="62221"/>
                </a:lnTo>
                <a:lnTo>
                  <a:pt x="46421" y="55361"/>
                </a:lnTo>
                <a:lnTo>
                  <a:pt x="47955" y="47036"/>
                </a:lnTo>
                <a:lnTo>
                  <a:pt x="47955" y="39011"/>
                </a:lnTo>
                <a:lnTo>
                  <a:pt x="57188" y="39011"/>
                </a:lnTo>
                <a:lnTo>
                  <a:pt x="57188" y="63811"/>
                </a:lnTo>
                <a:lnTo>
                  <a:pt x="47423" y="63811"/>
                </a:lnTo>
                <a:lnTo>
                  <a:pt x="44306" y="68557"/>
                </a:lnTo>
                <a:close/>
              </a:path>
              <a:path w="57784" h="77470">
                <a:moveTo>
                  <a:pt x="57188" y="75268"/>
                </a:moveTo>
                <a:lnTo>
                  <a:pt x="47955" y="75268"/>
                </a:lnTo>
                <a:lnTo>
                  <a:pt x="47955" y="63811"/>
                </a:lnTo>
                <a:lnTo>
                  <a:pt x="57188" y="63811"/>
                </a:lnTo>
                <a:lnTo>
                  <a:pt x="57188" y="752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954558" y="7011636"/>
            <a:ext cx="57150" cy="75565"/>
          </a:xfrm>
          <a:custGeom>
            <a:avLst/>
            <a:gdLst/>
            <a:ahLst/>
            <a:cxnLst/>
            <a:rect l="l" t="t" r="r" b="b"/>
            <a:pathLst>
              <a:path w="57150" h="75565">
                <a:moveTo>
                  <a:pt x="56898" y="75219"/>
                </a:moveTo>
                <a:lnTo>
                  <a:pt x="47520" y="75219"/>
                </a:lnTo>
                <a:lnTo>
                  <a:pt x="47520" y="27893"/>
                </a:lnTo>
                <a:lnTo>
                  <a:pt x="46241" y="19819"/>
                </a:lnTo>
                <a:lnTo>
                  <a:pt x="42583" y="13698"/>
                </a:lnTo>
                <a:lnTo>
                  <a:pt x="36813" y="9817"/>
                </a:lnTo>
                <a:lnTo>
                  <a:pt x="29198" y="8459"/>
                </a:lnTo>
                <a:lnTo>
                  <a:pt x="21240" y="9877"/>
                </a:lnTo>
                <a:lnTo>
                  <a:pt x="14949" y="13964"/>
                </a:lnTo>
                <a:lnTo>
                  <a:pt x="10816" y="20472"/>
                </a:lnTo>
                <a:lnTo>
                  <a:pt x="9329" y="29150"/>
                </a:lnTo>
                <a:lnTo>
                  <a:pt x="9329" y="75219"/>
                </a:lnTo>
                <a:lnTo>
                  <a:pt x="0" y="75219"/>
                </a:lnTo>
                <a:lnTo>
                  <a:pt x="0" y="966"/>
                </a:lnTo>
                <a:lnTo>
                  <a:pt x="9088" y="966"/>
                </a:lnTo>
                <a:lnTo>
                  <a:pt x="9088" y="12713"/>
                </a:lnTo>
                <a:lnTo>
                  <a:pt x="9861" y="12713"/>
                </a:lnTo>
                <a:lnTo>
                  <a:pt x="13342" y="5027"/>
                </a:lnTo>
                <a:lnTo>
                  <a:pt x="20738" y="0"/>
                </a:lnTo>
                <a:lnTo>
                  <a:pt x="31712" y="0"/>
                </a:lnTo>
                <a:lnTo>
                  <a:pt x="41969" y="1765"/>
                </a:lnTo>
                <a:lnTo>
                  <a:pt x="49925" y="6979"/>
                </a:lnTo>
                <a:lnTo>
                  <a:pt x="55070" y="15519"/>
                </a:lnTo>
                <a:lnTo>
                  <a:pt x="56898" y="27264"/>
                </a:lnTo>
                <a:lnTo>
                  <a:pt x="56898" y="7521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9027699" y="7011588"/>
            <a:ext cx="66040" cy="76835"/>
          </a:xfrm>
          <a:custGeom>
            <a:avLst/>
            <a:gdLst/>
            <a:ahLst/>
            <a:cxnLst/>
            <a:rect l="l" t="t" r="r" b="b"/>
            <a:pathLst>
              <a:path w="66040" h="76834">
                <a:moveTo>
                  <a:pt x="32969" y="76815"/>
                </a:moveTo>
                <a:lnTo>
                  <a:pt x="19619" y="74013"/>
                </a:lnTo>
                <a:lnTo>
                  <a:pt x="9197" y="66149"/>
                </a:lnTo>
                <a:lnTo>
                  <a:pt x="2418" y="54034"/>
                </a:lnTo>
                <a:lnTo>
                  <a:pt x="0" y="38480"/>
                </a:lnTo>
                <a:lnTo>
                  <a:pt x="2418" y="22821"/>
                </a:lnTo>
                <a:lnTo>
                  <a:pt x="9197" y="10665"/>
                </a:lnTo>
                <a:lnTo>
                  <a:pt x="19619" y="2797"/>
                </a:lnTo>
                <a:lnTo>
                  <a:pt x="32969" y="0"/>
                </a:lnTo>
                <a:lnTo>
                  <a:pt x="46311" y="2803"/>
                </a:lnTo>
                <a:lnTo>
                  <a:pt x="53652" y="8363"/>
                </a:lnTo>
                <a:lnTo>
                  <a:pt x="32969" y="8363"/>
                </a:lnTo>
                <a:lnTo>
                  <a:pt x="22858" y="10777"/>
                </a:lnTo>
                <a:lnTo>
                  <a:pt x="15463" y="17312"/>
                </a:lnTo>
                <a:lnTo>
                  <a:pt x="10922" y="26901"/>
                </a:lnTo>
                <a:lnTo>
                  <a:pt x="9378" y="38480"/>
                </a:lnTo>
                <a:lnTo>
                  <a:pt x="10916" y="50036"/>
                </a:lnTo>
                <a:lnTo>
                  <a:pt x="15445" y="59575"/>
                </a:lnTo>
                <a:lnTo>
                  <a:pt x="22838" y="66059"/>
                </a:lnTo>
                <a:lnTo>
                  <a:pt x="32969" y="68452"/>
                </a:lnTo>
                <a:lnTo>
                  <a:pt x="53689" y="68452"/>
                </a:lnTo>
                <a:lnTo>
                  <a:pt x="46331" y="74013"/>
                </a:lnTo>
                <a:lnTo>
                  <a:pt x="32969" y="76815"/>
                </a:lnTo>
                <a:close/>
              </a:path>
              <a:path w="66040" h="76834">
                <a:moveTo>
                  <a:pt x="53689" y="68452"/>
                </a:moveTo>
                <a:lnTo>
                  <a:pt x="32969" y="68452"/>
                </a:lnTo>
                <a:lnTo>
                  <a:pt x="43079" y="66059"/>
                </a:lnTo>
                <a:lnTo>
                  <a:pt x="50474" y="59575"/>
                </a:lnTo>
                <a:lnTo>
                  <a:pt x="55015" y="50036"/>
                </a:lnTo>
                <a:lnTo>
                  <a:pt x="56559" y="38480"/>
                </a:lnTo>
                <a:lnTo>
                  <a:pt x="55015" y="26901"/>
                </a:lnTo>
                <a:lnTo>
                  <a:pt x="50474" y="17312"/>
                </a:lnTo>
                <a:lnTo>
                  <a:pt x="43079" y="10777"/>
                </a:lnTo>
                <a:lnTo>
                  <a:pt x="32969" y="8363"/>
                </a:lnTo>
                <a:lnTo>
                  <a:pt x="53652" y="8363"/>
                </a:lnTo>
                <a:lnTo>
                  <a:pt x="56693" y="10665"/>
                </a:lnTo>
                <a:lnTo>
                  <a:pt x="63478" y="22841"/>
                </a:lnTo>
                <a:lnTo>
                  <a:pt x="65889" y="38480"/>
                </a:lnTo>
                <a:lnTo>
                  <a:pt x="63485" y="54034"/>
                </a:lnTo>
                <a:lnTo>
                  <a:pt x="56735" y="66149"/>
                </a:lnTo>
                <a:lnTo>
                  <a:pt x="53689" y="68452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9109832" y="6987851"/>
            <a:ext cx="9525" cy="99060"/>
          </a:xfrm>
          <a:custGeom>
            <a:avLst/>
            <a:gdLst/>
            <a:ahLst/>
            <a:cxnLst/>
            <a:rect l="l" t="t" r="r" b="b"/>
            <a:pathLst>
              <a:path w="9525" h="99059">
                <a:moveTo>
                  <a:pt x="9329" y="99004"/>
                </a:moveTo>
                <a:lnTo>
                  <a:pt x="0" y="99004"/>
                </a:lnTo>
                <a:lnTo>
                  <a:pt x="0" y="0"/>
                </a:lnTo>
                <a:lnTo>
                  <a:pt x="9329" y="0"/>
                </a:lnTo>
                <a:lnTo>
                  <a:pt x="9329" y="9900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9138111" y="7040157"/>
            <a:ext cx="41910" cy="8890"/>
          </a:xfrm>
          <a:custGeom>
            <a:avLst/>
            <a:gdLst/>
            <a:ahLst/>
            <a:cxnLst/>
            <a:rect l="l" t="t" r="r" b="b"/>
            <a:pathLst>
              <a:path w="41909" h="8890">
                <a:moveTo>
                  <a:pt x="41622" y="8653"/>
                </a:moveTo>
                <a:lnTo>
                  <a:pt x="0" y="8653"/>
                </a:lnTo>
                <a:lnTo>
                  <a:pt x="0" y="0"/>
                </a:lnTo>
                <a:lnTo>
                  <a:pt x="41622" y="0"/>
                </a:lnTo>
                <a:lnTo>
                  <a:pt x="41622" y="865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9194913" y="6987852"/>
            <a:ext cx="63500" cy="100965"/>
          </a:xfrm>
          <a:custGeom>
            <a:avLst/>
            <a:gdLst/>
            <a:ahLst/>
            <a:cxnLst/>
            <a:rect l="l" t="t" r="r" b="b"/>
            <a:pathLst>
              <a:path w="63500" h="100965">
                <a:moveTo>
                  <a:pt x="63424" y="38576"/>
                </a:moveTo>
                <a:lnTo>
                  <a:pt x="54094" y="38576"/>
                </a:lnTo>
                <a:lnTo>
                  <a:pt x="54094" y="0"/>
                </a:lnTo>
                <a:lnTo>
                  <a:pt x="63424" y="0"/>
                </a:lnTo>
                <a:lnTo>
                  <a:pt x="63424" y="38576"/>
                </a:lnTo>
                <a:close/>
              </a:path>
              <a:path w="63500" h="100965">
                <a:moveTo>
                  <a:pt x="30697" y="100550"/>
                </a:moveTo>
                <a:lnTo>
                  <a:pt x="18212" y="97787"/>
                </a:lnTo>
                <a:lnTo>
                  <a:pt x="8514" y="89976"/>
                </a:lnTo>
                <a:lnTo>
                  <a:pt x="2233" y="77831"/>
                </a:lnTo>
                <a:lnTo>
                  <a:pt x="0" y="62070"/>
                </a:lnTo>
                <a:lnTo>
                  <a:pt x="2249" y="46373"/>
                </a:lnTo>
                <a:lnTo>
                  <a:pt x="8568" y="34274"/>
                </a:lnTo>
                <a:lnTo>
                  <a:pt x="18313" y="26489"/>
                </a:lnTo>
                <a:lnTo>
                  <a:pt x="30842" y="23735"/>
                </a:lnTo>
                <a:lnTo>
                  <a:pt x="39725" y="25164"/>
                </a:lnTo>
                <a:lnTo>
                  <a:pt x="46148" y="28781"/>
                </a:lnTo>
                <a:lnTo>
                  <a:pt x="49231" y="32147"/>
                </a:lnTo>
                <a:lnTo>
                  <a:pt x="31953" y="32147"/>
                </a:lnTo>
                <a:lnTo>
                  <a:pt x="22234" y="34434"/>
                </a:lnTo>
                <a:lnTo>
                  <a:pt x="15179" y="40727"/>
                </a:lnTo>
                <a:lnTo>
                  <a:pt x="10879" y="50175"/>
                </a:lnTo>
                <a:lnTo>
                  <a:pt x="9426" y="61925"/>
                </a:lnTo>
                <a:lnTo>
                  <a:pt x="10900" y="73797"/>
                </a:lnTo>
                <a:lnTo>
                  <a:pt x="15233" y="83371"/>
                </a:lnTo>
                <a:lnTo>
                  <a:pt x="22295" y="89763"/>
                </a:lnTo>
                <a:lnTo>
                  <a:pt x="31953" y="92091"/>
                </a:lnTo>
                <a:lnTo>
                  <a:pt x="49114" y="92091"/>
                </a:lnTo>
                <a:lnTo>
                  <a:pt x="45985" y="95487"/>
                </a:lnTo>
                <a:lnTo>
                  <a:pt x="39542" y="99120"/>
                </a:lnTo>
                <a:lnTo>
                  <a:pt x="30697" y="100550"/>
                </a:lnTo>
                <a:close/>
              </a:path>
              <a:path w="63500" h="100965">
                <a:moveTo>
                  <a:pt x="49114" y="92091"/>
                </a:moveTo>
                <a:lnTo>
                  <a:pt x="31953" y="92091"/>
                </a:lnTo>
                <a:lnTo>
                  <a:pt x="41419" y="89852"/>
                </a:lnTo>
                <a:lnTo>
                  <a:pt x="48432" y="83607"/>
                </a:lnTo>
                <a:lnTo>
                  <a:pt x="52790" y="74062"/>
                </a:lnTo>
                <a:lnTo>
                  <a:pt x="54287" y="61925"/>
                </a:lnTo>
                <a:lnTo>
                  <a:pt x="52810" y="49869"/>
                </a:lnTo>
                <a:lnTo>
                  <a:pt x="48486" y="40456"/>
                </a:lnTo>
                <a:lnTo>
                  <a:pt x="41480" y="34332"/>
                </a:lnTo>
                <a:lnTo>
                  <a:pt x="31953" y="32147"/>
                </a:lnTo>
                <a:lnTo>
                  <a:pt x="49231" y="32147"/>
                </a:lnTo>
                <a:lnTo>
                  <a:pt x="50549" y="33586"/>
                </a:lnTo>
                <a:lnTo>
                  <a:pt x="53369" y="38576"/>
                </a:lnTo>
                <a:lnTo>
                  <a:pt x="63424" y="38576"/>
                </a:lnTo>
                <a:lnTo>
                  <a:pt x="63424" y="85565"/>
                </a:lnTo>
                <a:lnTo>
                  <a:pt x="53369" y="85565"/>
                </a:lnTo>
                <a:lnTo>
                  <a:pt x="50452" y="90639"/>
                </a:lnTo>
                <a:lnTo>
                  <a:pt x="49114" y="92091"/>
                </a:lnTo>
                <a:close/>
              </a:path>
              <a:path w="63500" h="100965">
                <a:moveTo>
                  <a:pt x="63424" y="99004"/>
                </a:moveTo>
                <a:lnTo>
                  <a:pt x="54384" y="99004"/>
                </a:lnTo>
                <a:lnTo>
                  <a:pt x="54384" y="85565"/>
                </a:lnTo>
                <a:lnTo>
                  <a:pt x="63424" y="85565"/>
                </a:lnTo>
                <a:lnTo>
                  <a:pt x="63424" y="9900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9276370" y="7011588"/>
            <a:ext cx="64769" cy="76835"/>
          </a:xfrm>
          <a:custGeom>
            <a:avLst/>
            <a:gdLst/>
            <a:ahLst/>
            <a:cxnLst/>
            <a:rect l="l" t="t" r="r" b="b"/>
            <a:pathLst>
              <a:path w="64770" h="76834">
                <a:moveTo>
                  <a:pt x="34032" y="76815"/>
                </a:moveTo>
                <a:lnTo>
                  <a:pt x="19904" y="74015"/>
                </a:lnTo>
                <a:lnTo>
                  <a:pt x="9184" y="66167"/>
                </a:lnTo>
                <a:lnTo>
                  <a:pt x="2380" y="54096"/>
                </a:lnTo>
                <a:lnTo>
                  <a:pt x="0" y="38625"/>
                </a:lnTo>
                <a:lnTo>
                  <a:pt x="2395" y="23065"/>
                </a:lnTo>
                <a:lnTo>
                  <a:pt x="9118" y="10846"/>
                </a:lnTo>
                <a:lnTo>
                  <a:pt x="19476" y="2860"/>
                </a:lnTo>
                <a:lnTo>
                  <a:pt x="32775" y="0"/>
                </a:lnTo>
                <a:lnTo>
                  <a:pt x="44506" y="2169"/>
                </a:lnTo>
                <a:lnTo>
                  <a:pt x="53905" y="8363"/>
                </a:lnTo>
                <a:lnTo>
                  <a:pt x="32824" y="8363"/>
                </a:lnTo>
                <a:lnTo>
                  <a:pt x="23655" y="10309"/>
                </a:lnTo>
                <a:lnTo>
                  <a:pt x="16430" y="15596"/>
                </a:lnTo>
                <a:lnTo>
                  <a:pt x="11552" y="23393"/>
                </a:lnTo>
                <a:lnTo>
                  <a:pt x="9426" y="32872"/>
                </a:lnTo>
                <a:lnTo>
                  <a:pt x="63782" y="32872"/>
                </a:lnTo>
                <a:lnTo>
                  <a:pt x="64391" y="36594"/>
                </a:lnTo>
                <a:lnTo>
                  <a:pt x="64391" y="40993"/>
                </a:lnTo>
                <a:lnTo>
                  <a:pt x="9378" y="40993"/>
                </a:lnTo>
                <a:lnTo>
                  <a:pt x="11347" y="52340"/>
                </a:lnTo>
                <a:lnTo>
                  <a:pt x="16357" y="60995"/>
                </a:lnTo>
                <a:lnTo>
                  <a:pt x="24041" y="66513"/>
                </a:lnTo>
                <a:lnTo>
                  <a:pt x="34032" y="68452"/>
                </a:lnTo>
                <a:lnTo>
                  <a:pt x="56114" y="68452"/>
                </a:lnTo>
                <a:lnTo>
                  <a:pt x="52873" y="71473"/>
                </a:lnTo>
                <a:lnTo>
                  <a:pt x="44423" y="75386"/>
                </a:lnTo>
                <a:lnTo>
                  <a:pt x="34032" y="76815"/>
                </a:lnTo>
                <a:close/>
              </a:path>
              <a:path w="64770" h="76834">
                <a:moveTo>
                  <a:pt x="63782" y="32872"/>
                </a:moveTo>
                <a:lnTo>
                  <a:pt x="54916" y="32872"/>
                </a:lnTo>
                <a:lnTo>
                  <a:pt x="53327" y="23393"/>
                </a:lnTo>
                <a:lnTo>
                  <a:pt x="53220" y="23065"/>
                </a:lnTo>
                <a:lnTo>
                  <a:pt x="48746" y="15415"/>
                </a:lnTo>
                <a:lnTo>
                  <a:pt x="41762" y="10241"/>
                </a:lnTo>
                <a:lnTo>
                  <a:pt x="32824" y="8363"/>
                </a:lnTo>
                <a:lnTo>
                  <a:pt x="53905" y="8363"/>
                </a:lnTo>
                <a:lnTo>
                  <a:pt x="54620" y="8834"/>
                </a:lnTo>
                <a:lnTo>
                  <a:pt x="61715" y="20231"/>
                </a:lnTo>
                <a:lnTo>
                  <a:pt x="63782" y="32872"/>
                </a:lnTo>
                <a:close/>
              </a:path>
              <a:path w="64770" h="76834">
                <a:moveTo>
                  <a:pt x="56114" y="68452"/>
                </a:moveTo>
                <a:lnTo>
                  <a:pt x="44281" y="68452"/>
                </a:lnTo>
                <a:lnTo>
                  <a:pt x="50323" y="63182"/>
                </a:lnTo>
                <a:lnTo>
                  <a:pt x="52934" y="58445"/>
                </a:lnTo>
                <a:lnTo>
                  <a:pt x="62941" y="58445"/>
                </a:lnTo>
                <a:lnTo>
                  <a:pt x="59131" y="65639"/>
                </a:lnTo>
                <a:lnTo>
                  <a:pt x="56114" y="68452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357004" y="6987851"/>
            <a:ext cx="57785" cy="99060"/>
          </a:xfrm>
          <a:custGeom>
            <a:avLst/>
            <a:gdLst/>
            <a:ahLst/>
            <a:cxnLst/>
            <a:rect l="l" t="t" r="r" b="b"/>
            <a:pathLst>
              <a:path w="57784" h="99059">
                <a:moveTo>
                  <a:pt x="57430" y="99004"/>
                </a:moveTo>
                <a:lnTo>
                  <a:pt x="48100" y="99004"/>
                </a:lnTo>
                <a:lnTo>
                  <a:pt x="48100" y="51677"/>
                </a:lnTo>
                <a:lnTo>
                  <a:pt x="46804" y="43542"/>
                </a:lnTo>
                <a:lnTo>
                  <a:pt x="43102" y="37428"/>
                </a:lnTo>
                <a:lnTo>
                  <a:pt x="37270" y="33580"/>
                </a:lnTo>
                <a:lnTo>
                  <a:pt x="29585" y="32244"/>
                </a:lnTo>
                <a:lnTo>
                  <a:pt x="21505" y="33661"/>
                </a:lnTo>
                <a:lnTo>
                  <a:pt x="15088" y="37748"/>
                </a:lnTo>
                <a:lnTo>
                  <a:pt x="10856" y="44256"/>
                </a:lnTo>
                <a:lnTo>
                  <a:pt x="9329" y="52934"/>
                </a:lnTo>
                <a:lnTo>
                  <a:pt x="9329" y="99004"/>
                </a:lnTo>
                <a:lnTo>
                  <a:pt x="0" y="99004"/>
                </a:lnTo>
                <a:lnTo>
                  <a:pt x="0" y="0"/>
                </a:lnTo>
                <a:lnTo>
                  <a:pt x="9329" y="0"/>
                </a:lnTo>
                <a:lnTo>
                  <a:pt x="9329" y="36498"/>
                </a:lnTo>
                <a:lnTo>
                  <a:pt x="10151" y="36498"/>
                </a:lnTo>
                <a:lnTo>
                  <a:pt x="13632" y="28763"/>
                </a:lnTo>
                <a:lnTo>
                  <a:pt x="20835" y="23784"/>
                </a:lnTo>
                <a:lnTo>
                  <a:pt x="32098" y="23784"/>
                </a:lnTo>
                <a:lnTo>
                  <a:pt x="42419" y="25529"/>
                </a:lnTo>
                <a:lnTo>
                  <a:pt x="50420" y="30709"/>
                </a:lnTo>
                <a:lnTo>
                  <a:pt x="55593" y="39242"/>
                </a:lnTo>
                <a:lnTo>
                  <a:pt x="57430" y="51048"/>
                </a:lnTo>
                <a:lnTo>
                  <a:pt x="57430" y="9900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428550" y="7012602"/>
            <a:ext cx="64769" cy="102235"/>
          </a:xfrm>
          <a:custGeom>
            <a:avLst/>
            <a:gdLst/>
            <a:ahLst/>
            <a:cxnLst/>
            <a:rect l="l" t="t" r="r" b="b"/>
            <a:pathLst>
              <a:path w="64770" h="102234">
                <a:moveTo>
                  <a:pt x="11698" y="102097"/>
                </a:moveTo>
                <a:lnTo>
                  <a:pt x="6622" y="101904"/>
                </a:lnTo>
                <a:lnTo>
                  <a:pt x="6671" y="93541"/>
                </a:lnTo>
                <a:lnTo>
                  <a:pt x="15952" y="93686"/>
                </a:lnTo>
                <a:lnTo>
                  <a:pt x="20738" y="93009"/>
                </a:lnTo>
                <a:lnTo>
                  <a:pt x="27313" y="74978"/>
                </a:lnTo>
                <a:lnTo>
                  <a:pt x="0" y="0"/>
                </a:lnTo>
                <a:lnTo>
                  <a:pt x="10055" y="0"/>
                </a:lnTo>
                <a:lnTo>
                  <a:pt x="31760" y="62167"/>
                </a:lnTo>
                <a:lnTo>
                  <a:pt x="32389" y="62167"/>
                </a:lnTo>
                <a:lnTo>
                  <a:pt x="54094" y="0"/>
                </a:lnTo>
                <a:lnTo>
                  <a:pt x="64149" y="0"/>
                </a:lnTo>
                <a:lnTo>
                  <a:pt x="32775" y="85758"/>
                </a:lnTo>
                <a:lnTo>
                  <a:pt x="29203" y="92940"/>
                </a:lnTo>
                <a:lnTo>
                  <a:pt x="24539" y="98043"/>
                </a:lnTo>
                <a:lnTo>
                  <a:pt x="18724" y="101088"/>
                </a:lnTo>
                <a:lnTo>
                  <a:pt x="11698" y="10209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9503044" y="6987852"/>
            <a:ext cx="63500" cy="100965"/>
          </a:xfrm>
          <a:custGeom>
            <a:avLst/>
            <a:gdLst/>
            <a:ahLst/>
            <a:cxnLst/>
            <a:rect l="l" t="t" r="r" b="b"/>
            <a:pathLst>
              <a:path w="63500" h="100965">
                <a:moveTo>
                  <a:pt x="63424" y="38576"/>
                </a:moveTo>
                <a:lnTo>
                  <a:pt x="54094" y="38576"/>
                </a:lnTo>
                <a:lnTo>
                  <a:pt x="54094" y="0"/>
                </a:lnTo>
                <a:lnTo>
                  <a:pt x="63424" y="0"/>
                </a:lnTo>
                <a:lnTo>
                  <a:pt x="63424" y="38576"/>
                </a:lnTo>
                <a:close/>
              </a:path>
              <a:path w="63500" h="100965">
                <a:moveTo>
                  <a:pt x="30697" y="100550"/>
                </a:moveTo>
                <a:lnTo>
                  <a:pt x="18212" y="97787"/>
                </a:lnTo>
                <a:lnTo>
                  <a:pt x="8514" y="89976"/>
                </a:lnTo>
                <a:lnTo>
                  <a:pt x="2233" y="77831"/>
                </a:lnTo>
                <a:lnTo>
                  <a:pt x="0" y="62070"/>
                </a:lnTo>
                <a:lnTo>
                  <a:pt x="2249" y="46373"/>
                </a:lnTo>
                <a:lnTo>
                  <a:pt x="8568" y="34274"/>
                </a:lnTo>
                <a:lnTo>
                  <a:pt x="18313" y="26489"/>
                </a:lnTo>
                <a:lnTo>
                  <a:pt x="30842" y="23735"/>
                </a:lnTo>
                <a:lnTo>
                  <a:pt x="39725" y="25164"/>
                </a:lnTo>
                <a:lnTo>
                  <a:pt x="46148" y="28781"/>
                </a:lnTo>
                <a:lnTo>
                  <a:pt x="49231" y="32147"/>
                </a:lnTo>
                <a:lnTo>
                  <a:pt x="31953" y="32147"/>
                </a:lnTo>
                <a:lnTo>
                  <a:pt x="22234" y="34434"/>
                </a:lnTo>
                <a:lnTo>
                  <a:pt x="15179" y="40727"/>
                </a:lnTo>
                <a:lnTo>
                  <a:pt x="10879" y="50175"/>
                </a:lnTo>
                <a:lnTo>
                  <a:pt x="9426" y="61925"/>
                </a:lnTo>
                <a:lnTo>
                  <a:pt x="10900" y="73797"/>
                </a:lnTo>
                <a:lnTo>
                  <a:pt x="15233" y="83371"/>
                </a:lnTo>
                <a:lnTo>
                  <a:pt x="22295" y="89763"/>
                </a:lnTo>
                <a:lnTo>
                  <a:pt x="31953" y="92091"/>
                </a:lnTo>
                <a:lnTo>
                  <a:pt x="49114" y="92091"/>
                </a:lnTo>
                <a:lnTo>
                  <a:pt x="45985" y="95487"/>
                </a:lnTo>
                <a:lnTo>
                  <a:pt x="39542" y="99120"/>
                </a:lnTo>
                <a:lnTo>
                  <a:pt x="30697" y="100550"/>
                </a:lnTo>
                <a:close/>
              </a:path>
              <a:path w="63500" h="100965">
                <a:moveTo>
                  <a:pt x="49114" y="92091"/>
                </a:moveTo>
                <a:lnTo>
                  <a:pt x="31953" y="92091"/>
                </a:lnTo>
                <a:lnTo>
                  <a:pt x="41419" y="89852"/>
                </a:lnTo>
                <a:lnTo>
                  <a:pt x="48432" y="83607"/>
                </a:lnTo>
                <a:lnTo>
                  <a:pt x="52790" y="74062"/>
                </a:lnTo>
                <a:lnTo>
                  <a:pt x="54287" y="61925"/>
                </a:lnTo>
                <a:lnTo>
                  <a:pt x="52810" y="49869"/>
                </a:lnTo>
                <a:lnTo>
                  <a:pt x="48486" y="40456"/>
                </a:lnTo>
                <a:lnTo>
                  <a:pt x="41480" y="34332"/>
                </a:lnTo>
                <a:lnTo>
                  <a:pt x="31953" y="32147"/>
                </a:lnTo>
                <a:lnTo>
                  <a:pt x="49231" y="32147"/>
                </a:lnTo>
                <a:lnTo>
                  <a:pt x="50549" y="33586"/>
                </a:lnTo>
                <a:lnTo>
                  <a:pt x="53369" y="38576"/>
                </a:lnTo>
                <a:lnTo>
                  <a:pt x="63424" y="38576"/>
                </a:lnTo>
                <a:lnTo>
                  <a:pt x="63424" y="85565"/>
                </a:lnTo>
                <a:lnTo>
                  <a:pt x="53369" y="85565"/>
                </a:lnTo>
                <a:lnTo>
                  <a:pt x="50452" y="90639"/>
                </a:lnTo>
                <a:lnTo>
                  <a:pt x="49114" y="92091"/>
                </a:lnTo>
                <a:close/>
              </a:path>
              <a:path w="63500" h="100965">
                <a:moveTo>
                  <a:pt x="63424" y="99004"/>
                </a:moveTo>
                <a:lnTo>
                  <a:pt x="54384" y="99004"/>
                </a:lnTo>
                <a:lnTo>
                  <a:pt x="54384" y="85565"/>
                </a:lnTo>
                <a:lnTo>
                  <a:pt x="63424" y="85565"/>
                </a:lnTo>
                <a:lnTo>
                  <a:pt x="63424" y="9900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9588271" y="6986982"/>
            <a:ext cx="331963" cy="1015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9940054" y="7072982"/>
            <a:ext cx="15240" cy="14604"/>
          </a:xfrm>
          <a:custGeom>
            <a:avLst/>
            <a:gdLst/>
            <a:ahLst/>
            <a:cxnLst/>
            <a:rect l="l" t="t" r="r" b="b"/>
            <a:pathLst>
              <a:path w="15240" h="14604">
                <a:moveTo>
                  <a:pt x="11408" y="14599"/>
                </a:moveTo>
                <a:lnTo>
                  <a:pt x="3383" y="14599"/>
                </a:lnTo>
                <a:lnTo>
                  <a:pt x="0" y="11311"/>
                </a:lnTo>
                <a:lnTo>
                  <a:pt x="96" y="7299"/>
                </a:lnTo>
                <a:lnTo>
                  <a:pt x="0" y="3287"/>
                </a:lnTo>
                <a:lnTo>
                  <a:pt x="3383" y="0"/>
                </a:lnTo>
                <a:lnTo>
                  <a:pt x="11408" y="0"/>
                </a:lnTo>
                <a:lnTo>
                  <a:pt x="14695" y="3287"/>
                </a:lnTo>
                <a:lnTo>
                  <a:pt x="14695" y="1131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9974619" y="6987851"/>
            <a:ext cx="219085" cy="1000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0213717" y="6987851"/>
            <a:ext cx="9525" cy="99060"/>
          </a:xfrm>
          <a:custGeom>
            <a:avLst/>
            <a:gdLst/>
            <a:ahLst/>
            <a:cxnLst/>
            <a:rect l="l" t="t" r="r" b="b"/>
            <a:pathLst>
              <a:path w="9525" h="99059">
                <a:moveTo>
                  <a:pt x="9329" y="99004"/>
                </a:moveTo>
                <a:lnTo>
                  <a:pt x="0" y="99004"/>
                </a:lnTo>
                <a:lnTo>
                  <a:pt x="0" y="0"/>
                </a:lnTo>
                <a:lnTo>
                  <a:pt x="9329" y="0"/>
                </a:lnTo>
                <a:lnTo>
                  <a:pt x="9329" y="9900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1520595" y="8198660"/>
            <a:ext cx="456565" cy="456565"/>
          </a:xfrm>
          <a:custGeom>
            <a:avLst/>
            <a:gdLst/>
            <a:ahLst/>
            <a:cxnLst/>
            <a:rect l="l" t="t" r="r" b="b"/>
            <a:pathLst>
              <a:path w="456565" h="456565">
                <a:moveTo>
                  <a:pt x="228060" y="456122"/>
                </a:moveTo>
                <a:lnTo>
                  <a:pt x="182098" y="451488"/>
                </a:lnTo>
                <a:lnTo>
                  <a:pt x="139289" y="438199"/>
                </a:lnTo>
                <a:lnTo>
                  <a:pt x="100550" y="417172"/>
                </a:lnTo>
                <a:lnTo>
                  <a:pt x="66797" y="389323"/>
                </a:lnTo>
                <a:lnTo>
                  <a:pt x="38948" y="355571"/>
                </a:lnTo>
                <a:lnTo>
                  <a:pt x="17921" y="316831"/>
                </a:lnTo>
                <a:lnTo>
                  <a:pt x="4632" y="274022"/>
                </a:lnTo>
                <a:lnTo>
                  <a:pt x="0" y="228070"/>
                </a:lnTo>
                <a:lnTo>
                  <a:pt x="4632" y="182099"/>
                </a:lnTo>
                <a:lnTo>
                  <a:pt x="17921" y="139290"/>
                </a:lnTo>
                <a:lnTo>
                  <a:pt x="38948" y="100551"/>
                </a:lnTo>
                <a:lnTo>
                  <a:pt x="66797" y="66798"/>
                </a:lnTo>
                <a:lnTo>
                  <a:pt x="100550" y="38949"/>
                </a:lnTo>
                <a:lnTo>
                  <a:pt x="139289" y="17922"/>
                </a:lnTo>
                <a:lnTo>
                  <a:pt x="182098" y="4633"/>
                </a:lnTo>
                <a:lnTo>
                  <a:pt x="228060" y="0"/>
                </a:lnTo>
                <a:lnTo>
                  <a:pt x="274021" y="4633"/>
                </a:lnTo>
                <a:lnTo>
                  <a:pt x="316830" y="17922"/>
                </a:lnTo>
                <a:lnTo>
                  <a:pt x="355570" y="38949"/>
                </a:lnTo>
                <a:lnTo>
                  <a:pt x="389322" y="66798"/>
                </a:lnTo>
                <a:lnTo>
                  <a:pt x="417171" y="100551"/>
                </a:lnTo>
                <a:lnTo>
                  <a:pt x="424340" y="113757"/>
                </a:lnTo>
                <a:lnTo>
                  <a:pt x="227090" y="113757"/>
                </a:lnTo>
                <a:lnTo>
                  <a:pt x="217806" y="115460"/>
                </a:lnTo>
                <a:lnTo>
                  <a:pt x="209690" y="120800"/>
                </a:lnTo>
                <a:lnTo>
                  <a:pt x="204350" y="128916"/>
                </a:lnTo>
                <a:lnTo>
                  <a:pt x="202647" y="138199"/>
                </a:lnTo>
                <a:lnTo>
                  <a:pt x="204566" y="147528"/>
                </a:lnTo>
                <a:lnTo>
                  <a:pt x="210092" y="155779"/>
                </a:lnTo>
                <a:lnTo>
                  <a:pt x="257395" y="203072"/>
                </a:lnTo>
                <a:lnTo>
                  <a:pt x="140466" y="203072"/>
                </a:lnTo>
                <a:lnTo>
                  <a:pt x="130728" y="204994"/>
                </a:lnTo>
                <a:lnTo>
                  <a:pt x="122777" y="210233"/>
                </a:lnTo>
                <a:lnTo>
                  <a:pt x="117417" y="218002"/>
                </a:lnTo>
                <a:lnTo>
                  <a:pt x="115451" y="227515"/>
                </a:lnTo>
                <a:lnTo>
                  <a:pt x="117417" y="237028"/>
                </a:lnTo>
                <a:lnTo>
                  <a:pt x="122777" y="244797"/>
                </a:lnTo>
                <a:lnTo>
                  <a:pt x="130728" y="250037"/>
                </a:lnTo>
                <a:lnTo>
                  <a:pt x="140466" y="251958"/>
                </a:lnTo>
                <a:lnTo>
                  <a:pt x="258495" y="251958"/>
                </a:lnTo>
                <a:lnTo>
                  <a:pt x="210092" y="300352"/>
                </a:lnTo>
                <a:lnTo>
                  <a:pt x="204566" y="308599"/>
                </a:lnTo>
                <a:lnTo>
                  <a:pt x="202647" y="317928"/>
                </a:lnTo>
                <a:lnTo>
                  <a:pt x="204350" y="327213"/>
                </a:lnTo>
                <a:lnTo>
                  <a:pt x="209690" y="335330"/>
                </a:lnTo>
                <a:lnTo>
                  <a:pt x="217811" y="340662"/>
                </a:lnTo>
                <a:lnTo>
                  <a:pt x="227097" y="342365"/>
                </a:lnTo>
                <a:lnTo>
                  <a:pt x="424339" y="342365"/>
                </a:lnTo>
                <a:lnTo>
                  <a:pt x="417171" y="355571"/>
                </a:lnTo>
                <a:lnTo>
                  <a:pt x="389322" y="389323"/>
                </a:lnTo>
                <a:lnTo>
                  <a:pt x="355570" y="417172"/>
                </a:lnTo>
                <a:lnTo>
                  <a:pt x="316830" y="438199"/>
                </a:lnTo>
                <a:lnTo>
                  <a:pt x="274021" y="451488"/>
                </a:lnTo>
                <a:lnTo>
                  <a:pt x="228060" y="456122"/>
                </a:lnTo>
                <a:close/>
              </a:path>
              <a:path w="456565" h="456565">
                <a:moveTo>
                  <a:pt x="424339" y="342365"/>
                </a:moveTo>
                <a:lnTo>
                  <a:pt x="227097" y="342365"/>
                </a:lnTo>
                <a:lnTo>
                  <a:pt x="236422" y="340447"/>
                </a:lnTo>
                <a:lnTo>
                  <a:pt x="244659" y="334918"/>
                </a:lnTo>
                <a:lnTo>
                  <a:pt x="338325" y="241279"/>
                </a:lnTo>
                <a:lnTo>
                  <a:pt x="340785" y="234616"/>
                </a:lnTo>
                <a:lnTo>
                  <a:pt x="340785" y="221505"/>
                </a:lnTo>
                <a:lnTo>
                  <a:pt x="338316" y="214851"/>
                </a:lnTo>
                <a:lnTo>
                  <a:pt x="244659" y="121203"/>
                </a:lnTo>
                <a:lnTo>
                  <a:pt x="236417" y="115677"/>
                </a:lnTo>
                <a:lnTo>
                  <a:pt x="227090" y="113757"/>
                </a:lnTo>
                <a:lnTo>
                  <a:pt x="424340" y="113757"/>
                </a:lnTo>
                <a:lnTo>
                  <a:pt x="438198" y="139290"/>
                </a:lnTo>
                <a:lnTo>
                  <a:pt x="451487" y="182099"/>
                </a:lnTo>
                <a:lnTo>
                  <a:pt x="456120" y="228070"/>
                </a:lnTo>
                <a:lnTo>
                  <a:pt x="451487" y="274022"/>
                </a:lnTo>
                <a:lnTo>
                  <a:pt x="438198" y="316831"/>
                </a:lnTo>
                <a:lnTo>
                  <a:pt x="424339" y="34236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203947" y="8153502"/>
            <a:ext cx="456565" cy="456565"/>
          </a:xfrm>
          <a:custGeom>
            <a:avLst/>
            <a:gdLst/>
            <a:ahLst/>
            <a:cxnLst/>
            <a:rect l="l" t="t" r="r" b="b"/>
            <a:pathLst>
              <a:path w="456565" h="456565">
                <a:moveTo>
                  <a:pt x="228060" y="456122"/>
                </a:moveTo>
                <a:lnTo>
                  <a:pt x="182098" y="451488"/>
                </a:lnTo>
                <a:lnTo>
                  <a:pt x="139289" y="438199"/>
                </a:lnTo>
                <a:lnTo>
                  <a:pt x="100550" y="417172"/>
                </a:lnTo>
                <a:lnTo>
                  <a:pt x="66797" y="389323"/>
                </a:lnTo>
                <a:lnTo>
                  <a:pt x="38948" y="355571"/>
                </a:lnTo>
                <a:lnTo>
                  <a:pt x="17921" y="316831"/>
                </a:lnTo>
                <a:lnTo>
                  <a:pt x="4632" y="274022"/>
                </a:lnTo>
                <a:lnTo>
                  <a:pt x="0" y="228070"/>
                </a:lnTo>
                <a:lnTo>
                  <a:pt x="4632" y="182099"/>
                </a:lnTo>
                <a:lnTo>
                  <a:pt x="17921" y="139290"/>
                </a:lnTo>
                <a:lnTo>
                  <a:pt x="38948" y="100551"/>
                </a:lnTo>
                <a:lnTo>
                  <a:pt x="66797" y="66798"/>
                </a:lnTo>
                <a:lnTo>
                  <a:pt x="100550" y="38949"/>
                </a:lnTo>
                <a:lnTo>
                  <a:pt x="139289" y="17922"/>
                </a:lnTo>
                <a:lnTo>
                  <a:pt x="182098" y="4633"/>
                </a:lnTo>
                <a:lnTo>
                  <a:pt x="228060" y="0"/>
                </a:lnTo>
                <a:lnTo>
                  <a:pt x="274021" y="4633"/>
                </a:lnTo>
                <a:lnTo>
                  <a:pt x="316830" y="17922"/>
                </a:lnTo>
                <a:lnTo>
                  <a:pt x="355570" y="38949"/>
                </a:lnTo>
                <a:lnTo>
                  <a:pt x="389322" y="66798"/>
                </a:lnTo>
                <a:lnTo>
                  <a:pt x="417171" y="100551"/>
                </a:lnTo>
                <a:lnTo>
                  <a:pt x="424340" y="113757"/>
                </a:lnTo>
                <a:lnTo>
                  <a:pt x="227090" y="113757"/>
                </a:lnTo>
                <a:lnTo>
                  <a:pt x="217806" y="115460"/>
                </a:lnTo>
                <a:lnTo>
                  <a:pt x="209690" y="120800"/>
                </a:lnTo>
                <a:lnTo>
                  <a:pt x="204350" y="128916"/>
                </a:lnTo>
                <a:lnTo>
                  <a:pt x="202647" y="138199"/>
                </a:lnTo>
                <a:lnTo>
                  <a:pt x="204566" y="147528"/>
                </a:lnTo>
                <a:lnTo>
                  <a:pt x="210092" y="155779"/>
                </a:lnTo>
                <a:lnTo>
                  <a:pt x="257395" y="203072"/>
                </a:lnTo>
                <a:lnTo>
                  <a:pt x="140466" y="203072"/>
                </a:lnTo>
                <a:lnTo>
                  <a:pt x="130728" y="204994"/>
                </a:lnTo>
                <a:lnTo>
                  <a:pt x="122777" y="210233"/>
                </a:lnTo>
                <a:lnTo>
                  <a:pt x="117417" y="218002"/>
                </a:lnTo>
                <a:lnTo>
                  <a:pt x="115451" y="227515"/>
                </a:lnTo>
                <a:lnTo>
                  <a:pt x="117417" y="237028"/>
                </a:lnTo>
                <a:lnTo>
                  <a:pt x="122777" y="244797"/>
                </a:lnTo>
                <a:lnTo>
                  <a:pt x="130728" y="250037"/>
                </a:lnTo>
                <a:lnTo>
                  <a:pt x="140466" y="251958"/>
                </a:lnTo>
                <a:lnTo>
                  <a:pt x="258495" y="251958"/>
                </a:lnTo>
                <a:lnTo>
                  <a:pt x="210092" y="300352"/>
                </a:lnTo>
                <a:lnTo>
                  <a:pt x="204566" y="308599"/>
                </a:lnTo>
                <a:lnTo>
                  <a:pt x="202647" y="317928"/>
                </a:lnTo>
                <a:lnTo>
                  <a:pt x="204350" y="327213"/>
                </a:lnTo>
                <a:lnTo>
                  <a:pt x="209690" y="335330"/>
                </a:lnTo>
                <a:lnTo>
                  <a:pt x="217811" y="340662"/>
                </a:lnTo>
                <a:lnTo>
                  <a:pt x="227097" y="342365"/>
                </a:lnTo>
                <a:lnTo>
                  <a:pt x="424339" y="342365"/>
                </a:lnTo>
                <a:lnTo>
                  <a:pt x="417171" y="355571"/>
                </a:lnTo>
                <a:lnTo>
                  <a:pt x="389322" y="389323"/>
                </a:lnTo>
                <a:lnTo>
                  <a:pt x="355570" y="417172"/>
                </a:lnTo>
                <a:lnTo>
                  <a:pt x="316830" y="438199"/>
                </a:lnTo>
                <a:lnTo>
                  <a:pt x="274021" y="451488"/>
                </a:lnTo>
                <a:lnTo>
                  <a:pt x="228060" y="456122"/>
                </a:lnTo>
                <a:close/>
              </a:path>
              <a:path w="456565" h="456565">
                <a:moveTo>
                  <a:pt x="424339" y="342365"/>
                </a:moveTo>
                <a:lnTo>
                  <a:pt x="227097" y="342365"/>
                </a:lnTo>
                <a:lnTo>
                  <a:pt x="236422" y="340447"/>
                </a:lnTo>
                <a:lnTo>
                  <a:pt x="244659" y="334918"/>
                </a:lnTo>
                <a:lnTo>
                  <a:pt x="338325" y="241279"/>
                </a:lnTo>
                <a:lnTo>
                  <a:pt x="340785" y="234616"/>
                </a:lnTo>
                <a:lnTo>
                  <a:pt x="340785" y="221505"/>
                </a:lnTo>
                <a:lnTo>
                  <a:pt x="338316" y="214851"/>
                </a:lnTo>
                <a:lnTo>
                  <a:pt x="244659" y="121203"/>
                </a:lnTo>
                <a:lnTo>
                  <a:pt x="236417" y="115677"/>
                </a:lnTo>
                <a:lnTo>
                  <a:pt x="227090" y="113757"/>
                </a:lnTo>
                <a:lnTo>
                  <a:pt x="424340" y="113757"/>
                </a:lnTo>
                <a:lnTo>
                  <a:pt x="438198" y="139290"/>
                </a:lnTo>
                <a:lnTo>
                  <a:pt x="451487" y="182099"/>
                </a:lnTo>
                <a:lnTo>
                  <a:pt x="456120" y="228070"/>
                </a:lnTo>
                <a:lnTo>
                  <a:pt x="451487" y="274022"/>
                </a:lnTo>
                <a:lnTo>
                  <a:pt x="438198" y="316831"/>
                </a:lnTo>
                <a:lnTo>
                  <a:pt x="424339" y="34236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259995" y="7310542"/>
            <a:ext cx="2938780" cy="2120265"/>
          </a:xfrm>
          <a:custGeom>
            <a:avLst/>
            <a:gdLst/>
            <a:ahLst/>
            <a:cxnLst/>
            <a:rect l="l" t="t" r="r" b="b"/>
            <a:pathLst>
              <a:path w="2938779" h="2120265">
                <a:moveTo>
                  <a:pt x="0" y="1802208"/>
                </a:moveTo>
                <a:lnTo>
                  <a:pt x="0" y="318026"/>
                </a:lnTo>
                <a:lnTo>
                  <a:pt x="3448" y="271030"/>
                </a:lnTo>
                <a:lnTo>
                  <a:pt x="13464" y="226175"/>
                </a:lnTo>
                <a:lnTo>
                  <a:pt x="29557" y="183953"/>
                </a:lnTo>
                <a:lnTo>
                  <a:pt x="51235" y="144856"/>
                </a:lnTo>
                <a:lnTo>
                  <a:pt x="78005" y="109376"/>
                </a:lnTo>
                <a:lnTo>
                  <a:pt x="109376" y="78005"/>
                </a:lnTo>
                <a:lnTo>
                  <a:pt x="144856" y="51235"/>
                </a:lnTo>
                <a:lnTo>
                  <a:pt x="183953" y="29557"/>
                </a:lnTo>
                <a:lnTo>
                  <a:pt x="226175" y="13464"/>
                </a:lnTo>
                <a:lnTo>
                  <a:pt x="271030" y="3448"/>
                </a:lnTo>
                <a:lnTo>
                  <a:pt x="318026" y="0"/>
                </a:lnTo>
                <a:lnTo>
                  <a:pt x="2620133" y="0"/>
                </a:lnTo>
                <a:lnTo>
                  <a:pt x="2667129" y="3448"/>
                </a:lnTo>
                <a:lnTo>
                  <a:pt x="2711984" y="13464"/>
                </a:lnTo>
                <a:lnTo>
                  <a:pt x="2754206" y="29557"/>
                </a:lnTo>
                <a:lnTo>
                  <a:pt x="2793302" y="51235"/>
                </a:lnTo>
                <a:lnTo>
                  <a:pt x="2828782" y="78005"/>
                </a:lnTo>
                <a:lnTo>
                  <a:pt x="2860153" y="109376"/>
                </a:lnTo>
                <a:lnTo>
                  <a:pt x="2886924" y="144856"/>
                </a:lnTo>
                <a:lnTo>
                  <a:pt x="2908601" y="183953"/>
                </a:lnTo>
                <a:lnTo>
                  <a:pt x="2924694" y="226175"/>
                </a:lnTo>
                <a:lnTo>
                  <a:pt x="2934711" y="271030"/>
                </a:lnTo>
                <a:lnTo>
                  <a:pt x="2938159" y="318026"/>
                </a:lnTo>
                <a:lnTo>
                  <a:pt x="2938159" y="1802208"/>
                </a:lnTo>
                <a:lnTo>
                  <a:pt x="2934711" y="1849204"/>
                </a:lnTo>
                <a:lnTo>
                  <a:pt x="2924694" y="1894059"/>
                </a:lnTo>
                <a:lnTo>
                  <a:pt x="2908601" y="1936281"/>
                </a:lnTo>
                <a:lnTo>
                  <a:pt x="2886924" y="1975378"/>
                </a:lnTo>
                <a:lnTo>
                  <a:pt x="2860153" y="2010857"/>
                </a:lnTo>
                <a:lnTo>
                  <a:pt x="2828782" y="2042229"/>
                </a:lnTo>
                <a:lnTo>
                  <a:pt x="2793302" y="2068999"/>
                </a:lnTo>
                <a:lnTo>
                  <a:pt x="2754206" y="2090676"/>
                </a:lnTo>
                <a:lnTo>
                  <a:pt x="2711984" y="2106770"/>
                </a:lnTo>
                <a:lnTo>
                  <a:pt x="2667129" y="2116786"/>
                </a:lnTo>
                <a:lnTo>
                  <a:pt x="2620133" y="2120234"/>
                </a:lnTo>
                <a:lnTo>
                  <a:pt x="318026" y="2120234"/>
                </a:lnTo>
                <a:lnTo>
                  <a:pt x="271030" y="2116786"/>
                </a:lnTo>
                <a:lnTo>
                  <a:pt x="226175" y="2106770"/>
                </a:lnTo>
                <a:lnTo>
                  <a:pt x="183953" y="2090676"/>
                </a:lnTo>
                <a:lnTo>
                  <a:pt x="144856" y="2068999"/>
                </a:lnTo>
                <a:lnTo>
                  <a:pt x="109376" y="2042229"/>
                </a:lnTo>
                <a:lnTo>
                  <a:pt x="78005" y="2010857"/>
                </a:lnTo>
                <a:lnTo>
                  <a:pt x="51235" y="1975378"/>
                </a:lnTo>
                <a:lnTo>
                  <a:pt x="29557" y="1936281"/>
                </a:lnTo>
                <a:lnTo>
                  <a:pt x="13464" y="1894059"/>
                </a:lnTo>
                <a:lnTo>
                  <a:pt x="3448" y="1849204"/>
                </a:lnTo>
                <a:lnTo>
                  <a:pt x="0" y="180220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259995" y="7310542"/>
            <a:ext cx="2938780" cy="2120265"/>
          </a:xfrm>
          <a:custGeom>
            <a:avLst/>
            <a:gdLst/>
            <a:ahLst/>
            <a:cxnLst/>
            <a:rect l="l" t="t" r="r" b="b"/>
            <a:pathLst>
              <a:path w="2938779" h="2120265">
                <a:moveTo>
                  <a:pt x="0" y="318026"/>
                </a:moveTo>
                <a:lnTo>
                  <a:pt x="3448" y="271030"/>
                </a:lnTo>
                <a:lnTo>
                  <a:pt x="13464" y="226175"/>
                </a:lnTo>
                <a:lnTo>
                  <a:pt x="29557" y="183953"/>
                </a:lnTo>
                <a:lnTo>
                  <a:pt x="51235" y="144856"/>
                </a:lnTo>
                <a:lnTo>
                  <a:pt x="78005" y="109376"/>
                </a:lnTo>
                <a:lnTo>
                  <a:pt x="109376" y="78005"/>
                </a:lnTo>
                <a:lnTo>
                  <a:pt x="144856" y="51235"/>
                </a:lnTo>
                <a:lnTo>
                  <a:pt x="183953" y="29557"/>
                </a:lnTo>
                <a:lnTo>
                  <a:pt x="226175" y="13464"/>
                </a:lnTo>
                <a:lnTo>
                  <a:pt x="271030" y="3448"/>
                </a:lnTo>
                <a:lnTo>
                  <a:pt x="318026" y="0"/>
                </a:lnTo>
                <a:lnTo>
                  <a:pt x="1469079" y="0"/>
                </a:lnTo>
                <a:lnTo>
                  <a:pt x="2620133" y="0"/>
                </a:lnTo>
                <a:lnTo>
                  <a:pt x="2667129" y="3448"/>
                </a:lnTo>
                <a:lnTo>
                  <a:pt x="2711984" y="13464"/>
                </a:lnTo>
                <a:lnTo>
                  <a:pt x="2754206" y="29557"/>
                </a:lnTo>
                <a:lnTo>
                  <a:pt x="2793302" y="51235"/>
                </a:lnTo>
                <a:lnTo>
                  <a:pt x="2828782" y="78005"/>
                </a:lnTo>
                <a:lnTo>
                  <a:pt x="2860153" y="109376"/>
                </a:lnTo>
                <a:lnTo>
                  <a:pt x="2886924" y="144856"/>
                </a:lnTo>
                <a:lnTo>
                  <a:pt x="2908601" y="183953"/>
                </a:lnTo>
                <a:lnTo>
                  <a:pt x="2924694" y="226175"/>
                </a:lnTo>
                <a:lnTo>
                  <a:pt x="2934711" y="271030"/>
                </a:lnTo>
                <a:lnTo>
                  <a:pt x="2938159" y="318026"/>
                </a:lnTo>
                <a:lnTo>
                  <a:pt x="2938159" y="1060117"/>
                </a:lnTo>
                <a:lnTo>
                  <a:pt x="2938159" y="1802208"/>
                </a:lnTo>
                <a:lnTo>
                  <a:pt x="2934711" y="1849204"/>
                </a:lnTo>
                <a:lnTo>
                  <a:pt x="2924694" y="1894059"/>
                </a:lnTo>
                <a:lnTo>
                  <a:pt x="2908601" y="1936281"/>
                </a:lnTo>
                <a:lnTo>
                  <a:pt x="2886924" y="1975378"/>
                </a:lnTo>
                <a:lnTo>
                  <a:pt x="2860153" y="2010857"/>
                </a:lnTo>
                <a:lnTo>
                  <a:pt x="2828782" y="2042229"/>
                </a:lnTo>
                <a:lnTo>
                  <a:pt x="2793302" y="2068999"/>
                </a:lnTo>
                <a:lnTo>
                  <a:pt x="2754206" y="2090676"/>
                </a:lnTo>
                <a:lnTo>
                  <a:pt x="2711984" y="2106770"/>
                </a:lnTo>
                <a:lnTo>
                  <a:pt x="2667129" y="2116786"/>
                </a:lnTo>
                <a:lnTo>
                  <a:pt x="2620133" y="2120234"/>
                </a:lnTo>
                <a:lnTo>
                  <a:pt x="1469079" y="2120234"/>
                </a:lnTo>
                <a:lnTo>
                  <a:pt x="318026" y="2120234"/>
                </a:lnTo>
                <a:lnTo>
                  <a:pt x="271030" y="2116786"/>
                </a:lnTo>
                <a:lnTo>
                  <a:pt x="226175" y="2106770"/>
                </a:lnTo>
                <a:lnTo>
                  <a:pt x="183953" y="2090676"/>
                </a:lnTo>
                <a:lnTo>
                  <a:pt x="144856" y="2068999"/>
                </a:lnTo>
                <a:lnTo>
                  <a:pt x="109376" y="2042229"/>
                </a:lnTo>
                <a:lnTo>
                  <a:pt x="78005" y="2010857"/>
                </a:lnTo>
                <a:lnTo>
                  <a:pt x="51235" y="1975378"/>
                </a:lnTo>
                <a:lnTo>
                  <a:pt x="29557" y="1936281"/>
                </a:lnTo>
                <a:lnTo>
                  <a:pt x="13464" y="1894059"/>
                </a:lnTo>
                <a:lnTo>
                  <a:pt x="3448" y="1849204"/>
                </a:lnTo>
                <a:lnTo>
                  <a:pt x="0" y="1802208"/>
                </a:lnTo>
                <a:lnTo>
                  <a:pt x="0" y="1060117"/>
                </a:lnTo>
                <a:lnTo>
                  <a:pt x="0" y="318026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616114" y="8575592"/>
            <a:ext cx="2226310" cy="0"/>
          </a:xfrm>
          <a:custGeom>
            <a:avLst/>
            <a:gdLst/>
            <a:ahLst/>
            <a:cxnLst/>
            <a:rect l="l" t="t" r="r" b="b"/>
            <a:pathLst>
              <a:path w="2226310">
                <a:moveTo>
                  <a:pt x="0" y="0"/>
                </a:moveTo>
                <a:lnTo>
                  <a:pt x="2225921" y="0"/>
                </a:lnTo>
              </a:path>
            </a:pathLst>
          </a:custGeom>
          <a:ln w="14287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650926" y="7838440"/>
            <a:ext cx="50165" cy="77470"/>
          </a:xfrm>
          <a:custGeom>
            <a:avLst/>
            <a:gdLst/>
            <a:ahLst/>
            <a:cxnLst/>
            <a:rect l="l" t="t" r="r" b="b"/>
            <a:pathLst>
              <a:path w="50164" h="77470">
                <a:moveTo>
                  <a:pt x="0" y="0"/>
                </a:moveTo>
                <a:lnTo>
                  <a:pt x="49613" y="0"/>
                </a:lnTo>
                <a:lnTo>
                  <a:pt x="49613" y="77470"/>
                </a:lnTo>
                <a:lnTo>
                  <a:pt x="0" y="774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650926" y="7915909"/>
            <a:ext cx="109855" cy="45720"/>
          </a:xfrm>
          <a:custGeom>
            <a:avLst/>
            <a:gdLst/>
            <a:ahLst/>
            <a:cxnLst/>
            <a:rect l="l" t="t" r="r" b="b"/>
            <a:pathLst>
              <a:path w="109854" h="45720">
                <a:moveTo>
                  <a:pt x="0" y="0"/>
                </a:moveTo>
                <a:lnTo>
                  <a:pt x="109752" y="0"/>
                </a:lnTo>
                <a:lnTo>
                  <a:pt x="109752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650926" y="7961630"/>
            <a:ext cx="50165" cy="91440"/>
          </a:xfrm>
          <a:custGeom>
            <a:avLst/>
            <a:gdLst/>
            <a:ahLst/>
            <a:cxnLst/>
            <a:rect l="l" t="t" r="r" b="b"/>
            <a:pathLst>
              <a:path w="50164" h="91440">
                <a:moveTo>
                  <a:pt x="0" y="0"/>
                </a:moveTo>
                <a:lnTo>
                  <a:pt x="49613" y="0"/>
                </a:lnTo>
                <a:lnTo>
                  <a:pt x="49613" y="91440"/>
                </a:ln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328184" y="7846059"/>
            <a:ext cx="48895" cy="53340"/>
          </a:xfrm>
          <a:custGeom>
            <a:avLst/>
            <a:gdLst/>
            <a:ahLst/>
            <a:cxnLst/>
            <a:rect l="l" t="t" r="r" b="b"/>
            <a:pathLst>
              <a:path w="48895" h="53340">
                <a:moveTo>
                  <a:pt x="0" y="0"/>
                </a:moveTo>
                <a:lnTo>
                  <a:pt x="48611" y="0"/>
                </a:lnTo>
                <a:lnTo>
                  <a:pt x="48611" y="53340"/>
                </a:lnTo>
                <a:lnTo>
                  <a:pt x="0" y="53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328184" y="7899400"/>
            <a:ext cx="250190" cy="39370"/>
          </a:xfrm>
          <a:custGeom>
            <a:avLst/>
            <a:gdLst/>
            <a:ahLst/>
            <a:cxnLst/>
            <a:rect l="l" t="t" r="r" b="b"/>
            <a:pathLst>
              <a:path w="250189" h="39370">
                <a:moveTo>
                  <a:pt x="0" y="0"/>
                </a:moveTo>
                <a:lnTo>
                  <a:pt x="250074" y="0"/>
                </a:lnTo>
                <a:lnTo>
                  <a:pt x="250074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328184" y="7938769"/>
            <a:ext cx="48895" cy="58419"/>
          </a:xfrm>
          <a:custGeom>
            <a:avLst/>
            <a:gdLst/>
            <a:ahLst/>
            <a:cxnLst/>
            <a:rect l="l" t="t" r="r" b="b"/>
            <a:pathLst>
              <a:path w="48895" h="58420">
                <a:moveTo>
                  <a:pt x="0" y="0"/>
                </a:moveTo>
                <a:lnTo>
                  <a:pt x="48611" y="0"/>
                </a:lnTo>
                <a:lnTo>
                  <a:pt x="48611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328184" y="7997190"/>
            <a:ext cx="250190" cy="40640"/>
          </a:xfrm>
          <a:custGeom>
            <a:avLst/>
            <a:gdLst/>
            <a:ahLst/>
            <a:cxnLst/>
            <a:rect l="l" t="t" r="r" b="b"/>
            <a:pathLst>
              <a:path w="250189" h="40640">
                <a:moveTo>
                  <a:pt x="0" y="0"/>
                </a:moveTo>
                <a:lnTo>
                  <a:pt x="250074" y="0"/>
                </a:lnTo>
                <a:lnTo>
                  <a:pt x="250074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529647" y="7846435"/>
            <a:ext cx="48895" cy="53340"/>
          </a:xfrm>
          <a:custGeom>
            <a:avLst/>
            <a:gdLst/>
            <a:ahLst/>
            <a:cxnLst/>
            <a:rect l="l" t="t" r="r" b="b"/>
            <a:pathLst>
              <a:path w="48895" h="53340">
                <a:moveTo>
                  <a:pt x="48611" y="53122"/>
                </a:moveTo>
                <a:lnTo>
                  <a:pt x="0" y="53122"/>
                </a:lnTo>
                <a:lnTo>
                  <a:pt x="0" y="0"/>
                </a:lnTo>
                <a:lnTo>
                  <a:pt x="48611" y="0"/>
                </a:lnTo>
                <a:lnTo>
                  <a:pt x="48611" y="53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529647" y="7939148"/>
            <a:ext cx="48895" cy="59055"/>
          </a:xfrm>
          <a:custGeom>
            <a:avLst/>
            <a:gdLst/>
            <a:ahLst/>
            <a:cxnLst/>
            <a:rect l="l" t="t" r="r" b="b"/>
            <a:pathLst>
              <a:path w="48895" h="59054">
                <a:moveTo>
                  <a:pt x="48611" y="58634"/>
                </a:moveTo>
                <a:lnTo>
                  <a:pt x="0" y="58634"/>
                </a:lnTo>
                <a:lnTo>
                  <a:pt x="0" y="0"/>
                </a:lnTo>
                <a:lnTo>
                  <a:pt x="48611" y="0"/>
                </a:lnTo>
                <a:lnTo>
                  <a:pt x="48611" y="58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3342216" y="8077200"/>
            <a:ext cx="358775" cy="38100"/>
          </a:xfrm>
          <a:custGeom>
            <a:avLst/>
            <a:gdLst/>
            <a:ahLst/>
            <a:cxnLst/>
            <a:rect l="l" t="t" r="r" b="b"/>
            <a:pathLst>
              <a:path w="358775" h="38100">
                <a:moveTo>
                  <a:pt x="0" y="0"/>
                </a:moveTo>
                <a:lnTo>
                  <a:pt x="358323" y="0"/>
                </a:lnTo>
                <a:lnTo>
                  <a:pt x="358323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651427" y="8115300"/>
            <a:ext cx="49530" cy="35560"/>
          </a:xfrm>
          <a:custGeom>
            <a:avLst/>
            <a:gdLst/>
            <a:ahLst/>
            <a:cxnLst/>
            <a:rect l="l" t="t" r="r" b="b"/>
            <a:pathLst>
              <a:path w="49529" h="35559">
                <a:moveTo>
                  <a:pt x="0" y="0"/>
                </a:moveTo>
                <a:lnTo>
                  <a:pt x="49112" y="0"/>
                </a:lnTo>
                <a:lnTo>
                  <a:pt x="49112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343219" y="8150859"/>
            <a:ext cx="357505" cy="36830"/>
          </a:xfrm>
          <a:custGeom>
            <a:avLst/>
            <a:gdLst/>
            <a:ahLst/>
            <a:cxnLst/>
            <a:rect l="l" t="t" r="r" b="b"/>
            <a:pathLst>
              <a:path w="357504" h="36829">
                <a:moveTo>
                  <a:pt x="0" y="0"/>
                </a:moveTo>
                <a:lnTo>
                  <a:pt x="357320" y="0"/>
                </a:lnTo>
                <a:lnTo>
                  <a:pt x="357320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343219" y="8187690"/>
            <a:ext cx="49530" cy="35560"/>
          </a:xfrm>
          <a:custGeom>
            <a:avLst/>
            <a:gdLst/>
            <a:ahLst/>
            <a:cxnLst/>
            <a:rect l="l" t="t" r="r" b="b"/>
            <a:pathLst>
              <a:path w="49529" h="35559">
                <a:moveTo>
                  <a:pt x="0" y="0"/>
                </a:moveTo>
                <a:lnTo>
                  <a:pt x="49112" y="0"/>
                </a:lnTo>
                <a:lnTo>
                  <a:pt x="49112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343219" y="8223250"/>
            <a:ext cx="368300" cy="38100"/>
          </a:xfrm>
          <a:custGeom>
            <a:avLst/>
            <a:gdLst/>
            <a:ahLst/>
            <a:cxnLst/>
            <a:rect l="l" t="t" r="r" b="b"/>
            <a:pathLst>
              <a:path w="368300" h="38100">
                <a:moveTo>
                  <a:pt x="0" y="0"/>
                </a:moveTo>
                <a:lnTo>
                  <a:pt x="367845" y="0"/>
                </a:lnTo>
                <a:lnTo>
                  <a:pt x="36784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775211" y="7833406"/>
            <a:ext cx="427990" cy="413384"/>
          </a:xfrm>
          <a:custGeom>
            <a:avLst/>
            <a:gdLst/>
            <a:ahLst/>
            <a:cxnLst/>
            <a:rect l="l" t="t" r="r" b="b"/>
            <a:pathLst>
              <a:path w="427989" h="413384">
                <a:moveTo>
                  <a:pt x="238548" y="60138"/>
                </a:moveTo>
                <a:lnTo>
                  <a:pt x="187430" y="60138"/>
                </a:lnTo>
                <a:lnTo>
                  <a:pt x="187430" y="0"/>
                </a:lnTo>
                <a:lnTo>
                  <a:pt x="238548" y="0"/>
                </a:lnTo>
                <a:lnTo>
                  <a:pt x="238548" y="60138"/>
                </a:lnTo>
                <a:close/>
              </a:path>
              <a:path w="427989" h="413384">
                <a:moveTo>
                  <a:pt x="411946" y="104239"/>
                </a:moveTo>
                <a:lnTo>
                  <a:pt x="15034" y="104239"/>
                </a:lnTo>
                <a:lnTo>
                  <a:pt x="15034" y="60138"/>
                </a:lnTo>
                <a:lnTo>
                  <a:pt x="411946" y="60138"/>
                </a:lnTo>
                <a:lnTo>
                  <a:pt x="411946" y="104239"/>
                </a:lnTo>
                <a:close/>
              </a:path>
              <a:path w="427989" h="413384">
                <a:moveTo>
                  <a:pt x="148340" y="369348"/>
                </a:moveTo>
                <a:lnTo>
                  <a:pt x="98726" y="369348"/>
                </a:lnTo>
                <a:lnTo>
                  <a:pt x="98726" y="286157"/>
                </a:lnTo>
                <a:lnTo>
                  <a:pt x="72001" y="274584"/>
                </a:lnTo>
                <a:lnTo>
                  <a:pt x="51806" y="259345"/>
                </a:lnTo>
                <a:lnTo>
                  <a:pt x="39035" y="240349"/>
                </a:lnTo>
                <a:lnTo>
                  <a:pt x="34579" y="217499"/>
                </a:lnTo>
                <a:lnTo>
                  <a:pt x="43467" y="185842"/>
                </a:lnTo>
                <a:lnTo>
                  <a:pt x="68401" y="162100"/>
                </a:lnTo>
                <a:lnTo>
                  <a:pt x="106781" y="145766"/>
                </a:lnTo>
                <a:lnTo>
                  <a:pt x="156010" y="136337"/>
                </a:lnTo>
                <a:lnTo>
                  <a:pt x="213490" y="133306"/>
                </a:lnTo>
                <a:lnTo>
                  <a:pt x="270970" y="136337"/>
                </a:lnTo>
                <a:lnTo>
                  <a:pt x="320199" y="145766"/>
                </a:lnTo>
                <a:lnTo>
                  <a:pt x="358579" y="162100"/>
                </a:lnTo>
                <a:lnTo>
                  <a:pt x="371497" y="174400"/>
                </a:lnTo>
                <a:lnTo>
                  <a:pt x="213490" y="174400"/>
                </a:lnTo>
                <a:lnTo>
                  <a:pt x="162999" y="176765"/>
                </a:lnTo>
                <a:lnTo>
                  <a:pt x="122280" y="184298"/>
                </a:lnTo>
                <a:lnTo>
                  <a:pt x="95093" y="197657"/>
                </a:lnTo>
                <a:lnTo>
                  <a:pt x="85195" y="217499"/>
                </a:lnTo>
                <a:lnTo>
                  <a:pt x="95093" y="237052"/>
                </a:lnTo>
                <a:lnTo>
                  <a:pt x="122280" y="250262"/>
                </a:lnTo>
                <a:lnTo>
                  <a:pt x="162999" y="257740"/>
                </a:lnTo>
                <a:lnTo>
                  <a:pt x="213490" y="260097"/>
                </a:lnTo>
                <a:lnTo>
                  <a:pt x="374178" y="260097"/>
                </a:lnTo>
                <a:lnTo>
                  <a:pt x="354979" y="274584"/>
                </a:lnTo>
                <a:lnTo>
                  <a:pt x="328254" y="286157"/>
                </a:lnTo>
                <a:lnTo>
                  <a:pt x="328254" y="296681"/>
                </a:lnTo>
                <a:lnTo>
                  <a:pt x="148340" y="296681"/>
                </a:lnTo>
                <a:lnTo>
                  <a:pt x="148340" y="369348"/>
                </a:lnTo>
                <a:close/>
              </a:path>
              <a:path w="427989" h="413384">
                <a:moveTo>
                  <a:pt x="374178" y="260097"/>
                </a:moveTo>
                <a:lnTo>
                  <a:pt x="213490" y="260097"/>
                </a:lnTo>
                <a:lnTo>
                  <a:pt x="264192" y="257740"/>
                </a:lnTo>
                <a:lnTo>
                  <a:pt x="304888" y="250262"/>
                </a:lnTo>
                <a:lnTo>
                  <a:pt x="331958" y="237052"/>
                </a:lnTo>
                <a:lnTo>
                  <a:pt x="341785" y="217499"/>
                </a:lnTo>
                <a:lnTo>
                  <a:pt x="331958" y="197657"/>
                </a:lnTo>
                <a:lnTo>
                  <a:pt x="304888" y="184298"/>
                </a:lnTo>
                <a:lnTo>
                  <a:pt x="264192" y="176765"/>
                </a:lnTo>
                <a:lnTo>
                  <a:pt x="213490" y="174400"/>
                </a:lnTo>
                <a:lnTo>
                  <a:pt x="371497" y="174400"/>
                </a:lnTo>
                <a:lnTo>
                  <a:pt x="383513" y="185842"/>
                </a:lnTo>
                <a:lnTo>
                  <a:pt x="392401" y="217499"/>
                </a:lnTo>
                <a:lnTo>
                  <a:pt x="387946" y="240349"/>
                </a:lnTo>
                <a:lnTo>
                  <a:pt x="375174" y="259345"/>
                </a:lnTo>
                <a:lnTo>
                  <a:pt x="374178" y="260097"/>
                </a:lnTo>
                <a:close/>
              </a:path>
              <a:path w="427989" h="413384">
                <a:moveTo>
                  <a:pt x="213490" y="300690"/>
                </a:moveTo>
                <a:lnTo>
                  <a:pt x="196404" y="300416"/>
                </a:lnTo>
                <a:lnTo>
                  <a:pt x="179788" y="299625"/>
                </a:lnTo>
                <a:lnTo>
                  <a:pt x="163735" y="298365"/>
                </a:lnTo>
                <a:lnTo>
                  <a:pt x="148340" y="296681"/>
                </a:lnTo>
                <a:lnTo>
                  <a:pt x="279141" y="296681"/>
                </a:lnTo>
                <a:lnTo>
                  <a:pt x="263738" y="298365"/>
                </a:lnTo>
                <a:lnTo>
                  <a:pt x="247631" y="299625"/>
                </a:lnTo>
                <a:lnTo>
                  <a:pt x="230866" y="300416"/>
                </a:lnTo>
                <a:lnTo>
                  <a:pt x="213490" y="300690"/>
                </a:lnTo>
                <a:close/>
              </a:path>
              <a:path w="427989" h="413384">
                <a:moveTo>
                  <a:pt x="328254" y="369348"/>
                </a:moveTo>
                <a:lnTo>
                  <a:pt x="279141" y="369348"/>
                </a:lnTo>
                <a:lnTo>
                  <a:pt x="279141" y="296681"/>
                </a:lnTo>
                <a:lnTo>
                  <a:pt x="328254" y="296681"/>
                </a:lnTo>
                <a:lnTo>
                  <a:pt x="328254" y="369348"/>
                </a:lnTo>
                <a:close/>
              </a:path>
              <a:path w="427989" h="413384">
                <a:moveTo>
                  <a:pt x="427482" y="412948"/>
                </a:moveTo>
                <a:lnTo>
                  <a:pt x="0" y="412948"/>
                </a:lnTo>
                <a:lnTo>
                  <a:pt x="0" y="369348"/>
                </a:lnTo>
                <a:lnTo>
                  <a:pt x="427482" y="369348"/>
                </a:lnTo>
                <a:lnTo>
                  <a:pt x="427482" y="4129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497687" y="8899773"/>
            <a:ext cx="151920" cy="167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711306" y="8914978"/>
            <a:ext cx="46990" cy="137795"/>
          </a:xfrm>
          <a:custGeom>
            <a:avLst/>
            <a:gdLst/>
            <a:ahLst/>
            <a:cxnLst/>
            <a:rect l="l" t="t" r="r" b="b"/>
            <a:pathLst>
              <a:path w="46989" h="137795">
                <a:moveTo>
                  <a:pt x="46822" y="137184"/>
                </a:moveTo>
                <a:lnTo>
                  <a:pt x="33291" y="137184"/>
                </a:lnTo>
                <a:lnTo>
                  <a:pt x="33291" y="14066"/>
                </a:lnTo>
                <a:lnTo>
                  <a:pt x="32487" y="14066"/>
                </a:lnTo>
                <a:lnTo>
                  <a:pt x="0" y="35501"/>
                </a:lnTo>
                <a:lnTo>
                  <a:pt x="0" y="21702"/>
                </a:lnTo>
                <a:lnTo>
                  <a:pt x="32822" y="0"/>
                </a:lnTo>
                <a:lnTo>
                  <a:pt x="46822" y="0"/>
                </a:lnTo>
                <a:lnTo>
                  <a:pt x="46822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2792961" y="8913103"/>
            <a:ext cx="92639" cy="1409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2910318" y="8968431"/>
            <a:ext cx="91440" cy="30480"/>
          </a:xfrm>
          <a:custGeom>
            <a:avLst/>
            <a:gdLst/>
            <a:ahLst/>
            <a:cxnLst/>
            <a:rect l="l" t="t" r="r" b="b"/>
            <a:pathLst>
              <a:path w="91439" h="30479">
                <a:moveTo>
                  <a:pt x="65309" y="30410"/>
                </a:moveTo>
                <a:lnTo>
                  <a:pt x="59129" y="29674"/>
                </a:lnTo>
                <a:lnTo>
                  <a:pt x="53445" y="27580"/>
                </a:lnTo>
                <a:lnTo>
                  <a:pt x="47798" y="24156"/>
                </a:lnTo>
                <a:lnTo>
                  <a:pt x="35501" y="14334"/>
                </a:lnTo>
                <a:lnTo>
                  <a:pt x="31817" y="11789"/>
                </a:lnTo>
                <a:lnTo>
                  <a:pt x="18018" y="11789"/>
                </a:lnTo>
                <a:lnTo>
                  <a:pt x="11923" y="16880"/>
                </a:lnTo>
                <a:lnTo>
                  <a:pt x="11789" y="27664"/>
                </a:lnTo>
                <a:lnTo>
                  <a:pt x="0" y="27530"/>
                </a:lnTo>
                <a:lnTo>
                  <a:pt x="2231" y="15175"/>
                </a:lnTo>
                <a:lnTo>
                  <a:pt x="7954" y="6606"/>
                </a:lnTo>
                <a:lnTo>
                  <a:pt x="16164" y="1617"/>
                </a:lnTo>
                <a:lnTo>
                  <a:pt x="25856" y="0"/>
                </a:lnTo>
                <a:lnTo>
                  <a:pt x="32271" y="728"/>
                </a:lnTo>
                <a:lnTo>
                  <a:pt x="38147" y="2863"/>
                </a:lnTo>
                <a:lnTo>
                  <a:pt x="43923" y="6330"/>
                </a:lnTo>
                <a:lnTo>
                  <a:pt x="56266" y="16076"/>
                </a:lnTo>
                <a:lnTo>
                  <a:pt x="59683" y="18487"/>
                </a:lnTo>
                <a:lnTo>
                  <a:pt x="73080" y="18487"/>
                </a:lnTo>
                <a:lnTo>
                  <a:pt x="78706" y="12794"/>
                </a:lnTo>
                <a:lnTo>
                  <a:pt x="79175" y="2679"/>
                </a:lnTo>
                <a:lnTo>
                  <a:pt x="91031" y="3014"/>
                </a:lnTo>
                <a:lnTo>
                  <a:pt x="88633" y="15292"/>
                </a:lnTo>
                <a:lnTo>
                  <a:pt x="82893" y="23821"/>
                </a:lnTo>
                <a:lnTo>
                  <a:pt x="74792" y="28796"/>
                </a:lnTo>
                <a:lnTo>
                  <a:pt x="65309" y="30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3026201" y="8914978"/>
            <a:ext cx="46990" cy="137795"/>
          </a:xfrm>
          <a:custGeom>
            <a:avLst/>
            <a:gdLst/>
            <a:ahLst/>
            <a:cxnLst/>
            <a:rect l="l" t="t" r="r" b="b"/>
            <a:pathLst>
              <a:path w="46989" h="137795">
                <a:moveTo>
                  <a:pt x="46822" y="137184"/>
                </a:moveTo>
                <a:lnTo>
                  <a:pt x="33291" y="137184"/>
                </a:lnTo>
                <a:lnTo>
                  <a:pt x="33291" y="14066"/>
                </a:lnTo>
                <a:lnTo>
                  <a:pt x="32487" y="14066"/>
                </a:lnTo>
                <a:lnTo>
                  <a:pt x="0" y="35501"/>
                </a:lnTo>
                <a:lnTo>
                  <a:pt x="0" y="21702"/>
                </a:lnTo>
                <a:lnTo>
                  <a:pt x="32822" y="0"/>
                </a:lnTo>
                <a:lnTo>
                  <a:pt x="46822" y="0"/>
                </a:lnTo>
                <a:lnTo>
                  <a:pt x="46822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3107788" y="8914978"/>
            <a:ext cx="97663" cy="1371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3229566" y="8913035"/>
            <a:ext cx="120237" cy="1410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413853" y="8914978"/>
            <a:ext cx="114935" cy="137795"/>
          </a:xfrm>
          <a:custGeom>
            <a:avLst/>
            <a:gdLst/>
            <a:ahLst/>
            <a:cxnLst/>
            <a:rect l="l" t="t" r="r" b="b"/>
            <a:pathLst>
              <a:path w="114935" h="137795">
                <a:moveTo>
                  <a:pt x="14133" y="137184"/>
                </a:moveTo>
                <a:lnTo>
                  <a:pt x="0" y="137184"/>
                </a:lnTo>
                <a:lnTo>
                  <a:pt x="49903" y="0"/>
                </a:lnTo>
                <a:lnTo>
                  <a:pt x="64439" y="0"/>
                </a:lnTo>
                <a:lnTo>
                  <a:pt x="70774" y="17415"/>
                </a:lnTo>
                <a:lnTo>
                  <a:pt x="56735" y="17415"/>
                </a:lnTo>
                <a:lnTo>
                  <a:pt x="32889" y="84400"/>
                </a:lnTo>
                <a:lnTo>
                  <a:pt x="95141" y="84400"/>
                </a:lnTo>
                <a:lnTo>
                  <a:pt x="99503" y="96390"/>
                </a:lnTo>
                <a:lnTo>
                  <a:pt x="28669" y="96390"/>
                </a:lnTo>
                <a:lnTo>
                  <a:pt x="14133" y="137184"/>
                </a:lnTo>
                <a:close/>
              </a:path>
              <a:path w="114935" h="137795">
                <a:moveTo>
                  <a:pt x="95141" y="84400"/>
                </a:moveTo>
                <a:lnTo>
                  <a:pt x="81386" y="84400"/>
                </a:lnTo>
                <a:lnTo>
                  <a:pt x="57606" y="17415"/>
                </a:lnTo>
                <a:lnTo>
                  <a:pt x="70774" y="17415"/>
                </a:lnTo>
                <a:lnTo>
                  <a:pt x="95141" y="84400"/>
                </a:lnTo>
                <a:close/>
              </a:path>
              <a:path w="114935" h="137795">
                <a:moveTo>
                  <a:pt x="114342" y="137184"/>
                </a:moveTo>
                <a:lnTo>
                  <a:pt x="100141" y="137184"/>
                </a:lnTo>
                <a:lnTo>
                  <a:pt x="85673" y="96390"/>
                </a:lnTo>
                <a:lnTo>
                  <a:pt x="99503" y="96390"/>
                </a:lnTo>
                <a:lnTo>
                  <a:pt x="114342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3545611" y="8914978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5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3581046" y="8947867"/>
            <a:ext cx="193250" cy="1064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3796803" y="8914978"/>
            <a:ext cx="79577" cy="1371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898888" y="8947867"/>
            <a:ext cx="91299" cy="1064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4012694" y="8914978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5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4093504" y="8898299"/>
            <a:ext cx="323736" cy="16625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4476595" y="8899973"/>
            <a:ext cx="141404" cy="16645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643721" y="8899773"/>
            <a:ext cx="137988" cy="16665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4831278" y="8905240"/>
            <a:ext cx="112395" cy="10160"/>
          </a:xfrm>
          <a:custGeom>
            <a:avLst/>
            <a:gdLst/>
            <a:ahLst/>
            <a:cxnLst/>
            <a:rect l="l" t="t" r="r" b="b"/>
            <a:pathLst>
              <a:path w="112395" h="10159">
                <a:moveTo>
                  <a:pt x="0" y="0"/>
                </a:moveTo>
                <a:lnTo>
                  <a:pt x="112199" y="0"/>
                </a:lnTo>
                <a:lnTo>
                  <a:pt x="112199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4831278" y="8915400"/>
            <a:ext cx="12065" cy="30480"/>
          </a:xfrm>
          <a:custGeom>
            <a:avLst/>
            <a:gdLst/>
            <a:ahLst/>
            <a:cxnLst/>
            <a:rect l="l" t="t" r="r" b="b"/>
            <a:pathLst>
              <a:path w="12064" h="30479">
                <a:moveTo>
                  <a:pt x="0" y="0"/>
                </a:moveTo>
                <a:lnTo>
                  <a:pt x="11722" y="0"/>
                </a:lnTo>
                <a:lnTo>
                  <a:pt x="11722" y="30479"/>
                </a:lnTo>
                <a:lnTo>
                  <a:pt x="0" y="304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4831278" y="8945880"/>
            <a:ext cx="112395" cy="10160"/>
          </a:xfrm>
          <a:custGeom>
            <a:avLst/>
            <a:gdLst/>
            <a:ahLst/>
            <a:cxnLst/>
            <a:rect l="l" t="t" r="r" b="b"/>
            <a:pathLst>
              <a:path w="112395" h="10159">
                <a:moveTo>
                  <a:pt x="0" y="0"/>
                </a:moveTo>
                <a:lnTo>
                  <a:pt x="112199" y="0"/>
                </a:lnTo>
                <a:lnTo>
                  <a:pt x="112199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4931554" y="8915313"/>
            <a:ext cx="12065" cy="31115"/>
          </a:xfrm>
          <a:custGeom>
            <a:avLst/>
            <a:gdLst/>
            <a:ahLst/>
            <a:cxnLst/>
            <a:rect l="l" t="t" r="r" b="b"/>
            <a:pathLst>
              <a:path w="12064" h="31115">
                <a:moveTo>
                  <a:pt x="11923" y="30812"/>
                </a:moveTo>
                <a:lnTo>
                  <a:pt x="0" y="30812"/>
                </a:lnTo>
                <a:lnTo>
                  <a:pt x="0" y="0"/>
                </a:lnTo>
                <a:lnTo>
                  <a:pt x="11923" y="0"/>
                </a:lnTo>
                <a:lnTo>
                  <a:pt x="11923" y="30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4811116" y="8971781"/>
            <a:ext cx="152400" cy="10160"/>
          </a:xfrm>
          <a:custGeom>
            <a:avLst/>
            <a:gdLst/>
            <a:ahLst/>
            <a:cxnLst/>
            <a:rect l="l" t="t" r="r" b="b"/>
            <a:pathLst>
              <a:path w="152400" h="10159">
                <a:moveTo>
                  <a:pt x="152322" y="9913"/>
                </a:moveTo>
                <a:lnTo>
                  <a:pt x="0" y="9913"/>
                </a:lnTo>
                <a:lnTo>
                  <a:pt x="0" y="0"/>
                </a:lnTo>
                <a:lnTo>
                  <a:pt x="152322" y="0"/>
                </a:lnTo>
                <a:lnTo>
                  <a:pt x="152322" y="9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4881181" y="8981695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5">
                <a:moveTo>
                  <a:pt x="11856" y="18420"/>
                </a:moveTo>
                <a:lnTo>
                  <a:pt x="0" y="18420"/>
                </a:lnTo>
                <a:lnTo>
                  <a:pt x="0" y="0"/>
                </a:lnTo>
                <a:lnTo>
                  <a:pt x="11856" y="0"/>
                </a:lnTo>
                <a:lnTo>
                  <a:pt x="11856" y="1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4829938" y="9000490"/>
            <a:ext cx="113664" cy="8890"/>
          </a:xfrm>
          <a:custGeom>
            <a:avLst/>
            <a:gdLst/>
            <a:ahLst/>
            <a:cxnLst/>
            <a:rect l="l" t="t" r="r" b="b"/>
            <a:pathLst>
              <a:path w="113664" h="8890">
                <a:moveTo>
                  <a:pt x="0" y="0"/>
                </a:moveTo>
                <a:lnTo>
                  <a:pt x="113538" y="0"/>
                </a:lnTo>
                <a:lnTo>
                  <a:pt x="113538" y="8890"/>
                </a:lnTo>
                <a:lnTo>
                  <a:pt x="0" y="88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4931755" y="9009380"/>
            <a:ext cx="12065" cy="16510"/>
          </a:xfrm>
          <a:custGeom>
            <a:avLst/>
            <a:gdLst/>
            <a:ahLst/>
            <a:cxnLst/>
            <a:rect l="l" t="t" r="r" b="b"/>
            <a:pathLst>
              <a:path w="12064" h="16509">
                <a:moveTo>
                  <a:pt x="0" y="0"/>
                </a:moveTo>
                <a:lnTo>
                  <a:pt x="11722" y="0"/>
                </a:lnTo>
                <a:lnTo>
                  <a:pt x="11722" y="16510"/>
                </a:lnTo>
                <a:lnTo>
                  <a:pt x="0" y="16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4830407" y="9025890"/>
            <a:ext cx="113664" cy="10160"/>
          </a:xfrm>
          <a:custGeom>
            <a:avLst/>
            <a:gdLst/>
            <a:ahLst/>
            <a:cxnLst/>
            <a:rect l="l" t="t" r="r" b="b"/>
            <a:pathLst>
              <a:path w="113664" h="10159">
                <a:moveTo>
                  <a:pt x="0" y="0"/>
                </a:moveTo>
                <a:lnTo>
                  <a:pt x="113069" y="0"/>
                </a:lnTo>
                <a:lnTo>
                  <a:pt x="113069" y="10159"/>
                </a:lnTo>
                <a:lnTo>
                  <a:pt x="0" y="101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4830407" y="9036050"/>
            <a:ext cx="12065" cy="19050"/>
          </a:xfrm>
          <a:custGeom>
            <a:avLst/>
            <a:gdLst/>
            <a:ahLst/>
            <a:cxnLst/>
            <a:rect l="l" t="t" r="r" b="b"/>
            <a:pathLst>
              <a:path w="12064" h="19050">
                <a:moveTo>
                  <a:pt x="0" y="0"/>
                </a:moveTo>
                <a:lnTo>
                  <a:pt x="11655" y="0"/>
                </a:lnTo>
                <a:lnTo>
                  <a:pt x="1165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4830407" y="9055100"/>
            <a:ext cx="118745" cy="10160"/>
          </a:xfrm>
          <a:custGeom>
            <a:avLst/>
            <a:gdLst/>
            <a:ahLst/>
            <a:cxnLst/>
            <a:rect l="l" t="t" r="r" b="b"/>
            <a:pathLst>
              <a:path w="118745" h="10159">
                <a:moveTo>
                  <a:pt x="0" y="0"/>
                </a:moveTo>
                <a:lnTo>
                  <a:pt x="118294" y="0"/>
                </a:lnTo>
                <a:lnTo>
                  <a:pt x="118294" y="10159"/>
                </a:lnTo>
                <a:lnTo>
                  <a:pt x="0" y="101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665860" y="7389734"/>
            <a:ext cx="2938780" cy="2120265"/>
          </a:xfrm>
          <a:custGeom>
            <a:avLst/>
            <a:gdLst/>
            <a:ahLst/>
            <a:cxnLst/>
            <a:rect l="l" t="t" r="r" b="b"/>
            <a:pathLst>
              <a:path w="2938779" h="2120265">
                <a:moveTo>
                  <a:pt x="0" y="1802208"/>
                </a:moveTo>
                <a:lnTo>
                  <a:pt x="0" y="318026"/>
                </a:lnTo>
                <a:lnTo>
                  <a:pt x="3448" y="271030"/>
                </a:lnTo>
                <a:lnTo>
                  <a:pt x="13464" y="226175"/>
                </a:lnTo>
                <a:lnTo>
                  <a:pt x="29557" y="183953"/>
                </a:lnTo>
                <a:lnTo>
                  <a:pt x="51235" y="144856"/>
                </a:lnTo>
                <a:lnTo>
                  <a:pt x="78005" y="109376"/>
                </a:lnTo>
                <a:lnTo>
                  <a:pt x="109376" y="78005"/>
                </a:lnTo>
                <a:lnTo>
                  <a:pt x="144856" y="51235"/>
                </a:lnTo>
                <a:lnTo>
                  <a:pt x="183953" y="29557"/>
                </a:lnTo>
                <a:lnTo>
                  <a:pt x="226175" y="13464"/>
                </a:lnTo>
                <a:lnTo>
                  <a:pt x="271030" y="3448"/>
                </a:lnTo>
                <a:lnTo>
                  <a:pt x="318026" y="0"/>
                </a:lnTo>
                <a:lnTo>
                  <a:pt x="2620133" y="0"/>
                </a:lnTo>
                <a:lnTo>
                  <a:pt x="2667129" y="3448"/>
                </a:lnTo>
                <a:lnTo>
                  <a:pt x="2711984" y="13464"/>
                </a:lnTo>
                <a:lnTo>
                  <a:pt x="2754206" y="29557"/>
                </a:lnTo>
                <a:lnTo>
                  <a:pt x="2793302" y="51235"/>
                </a:lnTo>
                <a:lnTo>
                  <a:pt x="2828782" y="78005"/>
                </a:lnTo>
                <a:lnTo>
                  <a:pt x="2860153" y="109376"/>
                </a:lnTo>
                <a:lnTo>
                  <a:pt x="2886924" y="144856"/>
                </a:lnTo>
                <a:lnTo>
                  <a:pt x="2908601" y="183953"/>
                </a:lnTo>
                <a:lnTo>
                  <a:pt x="2924694" y="226175"/>
                </a:lnTo>
                <a:lnTo>
                  <a:pt x="2934711" y="271030"/>
                </a:lnTo>
                <a:lnTo>
                  <a:pt x="2938159" y="318026"/>
                </a:lnTo>
                <a:lnTo>
                  <a:pt x="2938159" y="1802208"/>
                </a:lnTo>
                <a:lnTo>
                  <a:pt x="2934711" y="1849204"/>
                </a:lnTo>
                <a:lnTo>
                  <a:pt x="2924694" y="1894059"/>
                </a:lnTo>
                <a:lnTo>
                  <a:pt x="2908601" y="1936281"/>
                </a:lnTo>
                <a:lnTo>
                  <a:pt x="2886924" y="1975378"/>
                </a:lnTo>
                <a:lnTo>
                  <a:pt x="2860153" y="2010857"/>
                </a:lnTo>
                <a:lnTo>
                  <a:pt x="2828782" y="2042229"/>
                </a:lnTo>
                <a:lnTo>
                  <a:pt x="2793302" y="2068999"/>
                </a:lnTo>
                <a:lnTo>
                  <a:pt x="2754206" y="2090676"/>
                </a:lnTo>
                <a:lnTo>
                  <a:pt x="2711984" y="2106770"/>
                </a:lnTo>
                <a:lnTo>
                  <a:pt x="2667129" y="2116786"/>
                </a:lnTo>
                <a:lnTo>
                  <a:pt x="2620133" y="2120234"/>
                </a:lnTo>
                <a:lnTo>
                  <a:pt x="318026" y="2120234"/>
                </a:lnTo>
                <a:lnTo>
                  <a:pt x="271030" y="2116786"/>
                </a:lnTo>
                <a:lnTo>
                  <a:pt x="226175" y="2106770"/>
                </a:lnTo>
                <a:lnTo>
                  <a:pt x="183953" y="2090676"/>
                </a:lnTo>
                <a:lnTo>
                  <a:pt x="144856" y="2068999"/>
                </a:lnTo>
                <a:lnTo>
                  <a:pt x="109376" y="2042229"/>
                </a:lnTo>
                <a:lnTo>
                  <a:pt x="78005" y="2010857"/>
                </a:lnTo>
                <a:lnTo>
                  <a:pt x="51235" y="1975378"/>
                </a:lnTo>
                <a:lnTo>
                  <a:pt x="29557" y="1936281"/>
                </a:lnTo>
                <a:lnTo>
                  <a:pt x="13464" y="1894059"/>
                </a:lnTo>
                <a:lnTo>
                  <a:pt x="3448" y="1849204"/>
                </a:lnTo>
                <a:lnTo>
                  <a:pt x="0" y="180220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665860" y="7389734"/>
            <a:ext cx="2938780" cy="2120265"/>
          </a:xfrm>
          <a:custGeom>
            <a:avLst/>
            <a:gdLst/>
            <a:ahLst/>
            <a:cxnLst/>
            <a:rect l="l" t="t" r="r" b="b"/>
            <a:pathLst>
              <a:path w="2938779" h="2120265">
                <a:moveTo>
                  <a:pt x="0" y="318026"/>
                </a:moveTo>
                <a:lnTo>
                  <a:pt x="3448" y="271030"/>
                </a:lnTo>
                <a:lnTo>
                  <a:pt x="13464" y="226175"/>
                </a:lnTo>
                <a:lnTo>
                  <a:pt x="29557" y="183953"/>
                </a:lnTo>
                <a:lnTo>
                  <a:pt x="51235" y="144856"/>
                </a:lnTo>
                <a:lnTo>
                  <a:pt x="78005" y="109376"/>
                </a:lnTo>
                <a:lnTo>
                  <a:pt x="109376" y="78005"/>
                </a:lnTo>
                <a:lnTo>
                  <a:pt x="144856" y="51235"/>
                </a:lnTo>
                <a:lnTo>
                  <a:pt x="183953" y="29557"/>
                </a:lnTo>
                <a:lnTo>
                  <a:pt x="226175" y="13464"/>
                </a:lnTo>
                <a:lnTo>
                  <a:pt x="271030" y="3448"/>
                </a:lnTo>
                <a:lnTo>
                  <a:pt x="318026" y="0"/>
                </a:lnTo>
                <a:lnTo>
                  <a:pt x="1469079" y="0"/>
                </a:lnTo>
                <a:lnTo>
                  <a:pt x="2620133" y="0"/>
                </a:lnTo>
                <a:lnTo>
                  <a:pt x="2667129" y="3448"/>
                </a:lnTo>
                <a:lnTo>
                  <a:pt x="2711984" y="13464"/>
                </a:lnTo>
                <a:lnTo>
                  <a:pt x="2754206" y="29557"/>
                </a:lnTo>
                <a:lnTo>
                  <a:pt x="2793302" y="51235"/>
                </a:lnTo>
                <a:lnTo>
                  <a:pt x="2828782" y="78005"/>
                </a:lnTo>
                <a:lnTo>
                  <a:pt x="2860153" y="109376"/>
                </a:lnTo>
                <a:lnTo>
                  <a:pt x="2886924" y="144856"/>
                </a:lnTo>
                <a:lnTo>
                  <a:pt x="2908601" y="183953"/>
                </a:lnTo>
                <a:lnTo>
                  <a:pt x="2924694" y="226175"/>
                </a:lnTo>
                <a:lnTo>
                  <a:pt x="2934711" y="271030"/>
                </a:lnTo>
                <a:lnTo>
                  <a:pt x="2938159" y="318026"/>
                </a:lnTo>
                <a:lnTo>
                  <a:pt x="2938159" y="1060117"/>
                </a:lnTo>
                <a:lnTo>
                  <a:pt x="2938159" y="1802208"/>
                </a:lnTo>
                <a:lnTo>
                  <a:pt x="2934711" y="1849204"/>
                </a:lnTo>
                <a:lnTo>
                  <a:pt x="2924694" y="1894059"/>
                </a:lnTo>
                <a:lnTo>
                  <a:pt x="2908601" y="1936281"/>
                </a:lnTo>
                <a:lnTo>
                  <a:pt x="2886924" y="1975378"/>
                </a:lnTo>
                <a:lnTo>
                  <a:pt x="2860153" y="2010857"/>
                </a:lnTo>
                <a:lnTo>
                  <a:pt x="2828782" y="2042229"/>
                </a:lnTo>
                <a:lnTo>
                  <a:pt x="2793302" y="2068999"/>
                </a:lnTo>
                <a:lnTo>
                  <a:pt x="2754206" y="2090676"/>
                </a:lnTo>
                <a:lnTo>
                  <a:pt x="2711984" y="2106770"/>
                </a:lnTo>
                <a:lnTo>
                  <a:pt x="2667129" y="2116786"/>
                </a:lnTo>
                <a:lnTo>
                  <a:pt x="2620133" y="2120234"/>
                </a:lnTo>
                <a:lnTo>
                  <a:pt x="1469079" y="2120234"/>
                </a:lnTo>
                <a:lnTo>
                  <a:pt x="318026" y="2120234"/>
                </a:lnTo>
                <a:lnTo>
                  <a:pt x="271030" y="2116786"/>
                </a:lnTo>
                <a:lnTo>
                  <a:pt x="226175" y="2106770"/>
                </a:lnTo>
                <a:lnTo>
                  <a:pt x="183953" y="2090676"/>
                </a:lnTo>
                <a:lnTo>
                  <a:pt x="144856" y="2068999"/>
                </a:lnTo>
                <a:lnTo>
                  <a:pt x="109376" y="2042229"/>
                </a:lnTo>
                <a:lnTo>
                  <a:pt x="78005" y="2010857"/>
                </a:lnTo>
                <a:lnTo>
                  <a:pt x="51235" y="1975378"/>
                </a:lnTo>
                <a:lnTo>
                  <a:pt x="29557" y="1936281"/>
                </a:lnTo>
                <a:lnTo>
                  <a:pt x="13464" y="1894059"/>
                </a:lnTo>
                <a:lnTo>
                  <a:pt x="3448" y="1849204"/>
                </a:lnTo>
                <a:lnTo>
                  <a:pt x="0" y="1802208"/>
                </a:lnTo>
                <a:lnTo>
                  <a:pt x="0" y="1060117"/>
                </a:lnTo>
                <a:lnTo>
                  <a:pt x="0" y="318026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021980" y="8654783"/>
            <a:ext cx="2226310" cy="0"/>
          </a:xfrm>
          <a:custGeom>
            <a:avLst/>
            <a:gdLst/>
            <a:ahLst/>
            <a:cxnLst/>
            <a:rect l="l" t="t" r="r" b="b"/>
            <a:pathLst>
              <a:path w="2226309">
                <a:moveTo>
                  <a:pt x="0" y="0"/>
                </a:moveTo>
                <a:lnTo>
                  <a:pt x="2225921" y="0"/>
                </a:lnTo>
              </a:path>
            </a:pathLst>
          </a:custGeom>
          <a:ln w="14287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885583" y="7874615"/>
            <a:ext cx="371475" cy="372110"/>
          </a:xfrm>
          <a:custGeom>
            <a:avLst/>
            <a:gdLst/>
            <a:ahLst/>
            <a:cxnLst/>
            <a:rect l="l" t="t" r="r" b="b"/>
            <a:pathLst>
              <a:path w="371475" h="372109">
                <a:moveTo>
                  <a:pt x="319020" y="371683"/>
                </a:moveTo>
                <a:lnTo>
                  <a:pt x="275933" y="371683"/>
                </a:lnTo>
                <a:lnTo>
                  <a:pt x="275933" y="0"/>
                </a:lnTo>
                <a:lnTo>
                  <a:pt x="319020" y="0"/>
                </a:lnTo>
                <a:lnTo>
                  <a:pt x="319020" y="150588"/>
                </a:lnTo>
                <a:lnTo>
                  <a:pt x="371247" y="150588"/>
                </a:lnTo>
                <a:lnTo>
                  <a:pt x="371247" y="191934"/>
                </a:lnTo>
                <a:lnTo>
                  <a:pt x="319020" y="191934"/>
                </a:lnTo>
                <a:lnTo>
                  <a:pt x="319020" y="371683"/>
                </a:lnTo>
                <a:close/>
              </a:path>
              <a:path w="371475" h="372109">
                <a:moveTo>
                  <a:pt x="145365" y="349486"/>
                </a:moveTo>
                <a:lnTo>
                  <a:pt x="0" y="349486"/>
                </a:lnTo>
                <a:lnTo>
                  <a:pt x="0" y="13492"/>
                </a:lnTo>
                <a:lnTo>
                  <a:pt x="214566" y="13492"/>
                </a:lnTo>
                <a:lnTo>
                  <a:pt x="214566" y="52662"/>
                </a:lnTo>
                <a:lnTo>
                  <a:pt x="43957" y="52662"/>
                </a:lnTo>
                <a:lnTo>
                  <a:pt x="43957" y="310316"/>
                </a:lnTo>
                <a:lnTo>
                  <a:pt x="243726" y="310316"/>
                </a:lnTo>
                <a:lnTo>
                  <a:pt x="243726" y="331642"/>
                </a:lnTo>
                <a:lnTo>
                  <a:pt x="223828" y="339204"/>
                </a:lnTo>
                <a:lnTo>
                  <a:pt x="199442" y="344807"/>
                </a:lnTo>
                <a:lnTo>
                  <a:pt x="172607" y="348289"/>
                </a:lnTo>
                <a:lnTo>
                  <a:pt x="145365" y="349486"/>
                </a:lnTo>
                <a:close/>
              </a:path>
              <a:path w="371475" h="372109">
                <a:moveTo>
                  <a:pt x="243726" y="310316"/>
                </a:moveTo>
                <a:lnTo>
                  <a:pt x="147541" y="310316"/>
                </a:lnTo>
                <a:lnTo>
                  <a:pt x="174260" y="309058"/>
                </a:lnTo>
                <a:lnTo>
                  <a:pt x="200367" y="305474"/>
                </a:lnTo>
                <a:lnTo>
                  <a:pt x="224107" y="299850"/>
                </a:lnTo>
                <a:lnTo>
                  <a:pt x="243726" y="292471"/>
                </a:lnTo>
                <a:lnTo>
                  <a:pt x="243726" y="310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282509" y="7874615"/>
            <a:ext cx="375920" cy="367030"/>
          </a:xfrm>
          <a:custGeom>
            <a:avLst/>
            <a:gdLst/>
            <a:ahLst/>
            <a:cxnLst/>
            <a:rect l="l" t="t" r="r" b="b"/>
            <a:pathLst>
              <a:path w="375920" h="367029">
                <a:moveTo>
                  <a:pt x="323373" y="275933"/>
                </a:moveTo>
                <a:lnTo>
                  <a:pt x="280285" y="275933"/>
                </a:lnTo>
                <a:lnTo>
                  <a:pt x="280285" y="0"/>
                </a:lnTo>
                <a:lnTo>
                  <a:pt x="323373" y="0"/>
                </a:lnTo>
                <a:lnTo>
                  <a:pt x="323373" y="88350"/>
                </a:lnTo>
                <a:lnTo>
                  <a:pt x="375600" y="88350"/>
                </a:lnTo>
                <a:lnTo>
                  <a:pt x="375600" y="129697"/>
                </a:lnTo>
                <a:lnTo>
                  <a:pt x="323373" y="129697"/>
                </a:lnTo>
                <a:lnTo>
                  <a:pt x="323373" y="275933"/>
                </a:lnTo>
                <a:close/>
              </a:path>
              <a:path w="375920" h="367029">
                <a:moveTo>
                  <a:pt x="133614" y="210214"/>
                </a:moveTo>
                <a:lnTo>
                  <a:pt x="0" y="210214"/>
                </a:lnTo>
                <a:lnTo>
                  <a:pt x="0" y="9139"/>
                </a:lnTo>
                <a:lnTo>
                  <a:pt x="226752" y="9139"/>
                </a:lnTo>
                <a:lnTo>
                  <a:pt x="226752" y="46569"/>
                </a:lnTo>
                <a:lnTo>
                  <a:pt x="43522" y="46569"/>
                </a:lnTo>
                <a:lnTo>
                  <a:pt x="43522" y="172784"/>
                </a:lnTo>
                <a:lnTo>
                  <a:pt x="253301" y="172784"/>
                </a:lnTo>
                <a:lnTo>
                  <a:pt x="253301" y="193675"/>
                </a:lnTo>
                <a:lnTo>
                  <a:pt x="232458" y="200482"/>
                </a:lnTo>
                <a:lnTo>
                  <a:pt x="204719" y="205698"/>
                </a:lnTo>
                <a:lnTo>
                  <a:pt x="171349" y="209037"/>
                </a:lnTo>
                <a:lnTo>
                  <a:pt x="133614" y="210214"/>
                </a:lnTo>
                <a:close/>
              </a:path>
              <a:path w="375920" h="367029">
                <a:moveTo>
                  <a:pt x="253301" y="172784"/>
                </a:moveTo>
                <a:lnTo>
                  <a:pt x="136225" y="172784"/>
                </a:lnTo>
                <a:lnTo>
                  <a:pt x="172451" y="171737"/>
                </a:lnTo>
                <a:lnTo>
                  <a:pt x="204719" y="168650"/>
                </a:lnTo>
                <a:lnTo>
                  <a:pt x="232009" y="163604"/>
                </a:lnTo>
                <a:lnTo>
                  <a:pt x="253301" y="156681"/>
                </a:lnTo>
                <a:lnTo>
                  <a:pt x="253301" y="172784"/>
                </a:lnTo>
                <a:close/>
              </a:path>
              <a:path w="375920" h="367029">
                <a:moveTo>
                  <a:pt x="333383" y="366895"/>
                </a:moveTo>
                <a:lnTo>
                  <a:pt x="12621" y="366895"/>
                </a:lnTo>
                <a:lnTo>
                  <a:pt x="12621" y="246338"/>
                </a:lnTo>
                <a:lnTo>
                  <a:pt x="56144" y="246338"/>
                </a:lnTo>
                <a:lnTo>
                  <a:pt x="56144" y="327725"/>
                </a:lnTo>
                <a:lnTo>
                  <a:pt x="333383" y="327725"/>
                </a:lnTo>
                <a:lnTo>
                  <a:pt x="333383" y="366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774983" y="7878967"/>
            <a:ext cx="371475" cy="368300"/>
          </a:xfrm>
          <a:custGeom>
            <a:avLst/>
            <a:gdLst/>
            <a:ahLst/>
            <a:cxnLst/>
            <a:rect l="l" t="t" r="r" b="b"/>
            <a:pathLst>
              <a:path w="371475" h="368300">
                <a:moveTo>
                  <a:pt x="345569" y="34818"/>
                </a:moveTo>
                <a:lnTo>
                  <a:pt x="25243" y="34818"/>
                </a:lnTo>
                <a:lnTo>
                  <a:pt x="25243" y="0"/>
                </a:lnTo>
                <a:lnTo>
                  <a:pt x="345569" y="0"/>
                </a:lnTo>
                <a:lnTo>
                  <a:pt x="345569" y="34818"/>
                </a:lnTo>
                <a:close/>
              </a:path>
              <a:path w="371475" h="368300">
                <a:moveTo>
                  <a:pt x="19149" y="137096"/>
                </a:moveTo>
                <a:lnTo>
                  <a:pt x="19149" y="101842"/>
                </a:lnTo>
                <a:lnTo>
                  <a:pt x="68391" y="96695"/>
                </a:lnTo>
                <a:lnTo>
                  <a:pt x="114410" y="83835"/>
                </a:lnTo>
                <a:lnTo>
                  <a:pt x="150554" y="63223"/>
                </a:lnTo>
                <a:lnTo>
                  <a:pt x="170173" y="34818"/>
                </a:lnTo>
                <a:lnTo>
                  <a:pt x="214131" y="34818"/>
                </a:lnTo>
                <a:lnTo>
                  <a:pt x="212750" y="42162"/>
                </a:lnTo>
                <a:lnTo>
                  <a:pt x="210595" y="49180"/>
                </a:lnTo>
                <a:lnTo>
                  <a:pt x="207704" y="55872"/>
                </a:lnTo>
                <a:lnTo>
                  <a:pt x="204121" y="62237"/>
                </a:lnTo>
                <a:lnTo>
                  <a:pt x="304578" y="90527"/>
                </a:lnTo>
                <a:lnTo>
                  <a:pt x="179313" y="90527"/>
                </a:lnTo>
                <a:lnTo>
                  <a:pt x="146759" y="110472"/>
                </a:lnTo>
                <a:lnTo>
                  <a:pt x="107555" y="124746"/>
                </a:lnTo>
                <a:lnTo>
                  <a:pt x="64189" y="133553"/>
                </a:lnTo>
                <a:lnTo>
                  <a:pt x="19149" y="137096"/>
                </a:lnTo>
                <a:close/>
              </a:path>
              <a:path w="371475" h="368300">
                <a:moveTo>
                  <a:pt x="344263" y="138837"/>
                </a:moveTo>
                <a:lnTo>
                  <a:pt x="179313" y="90527"/>
                </a:lnTo>
                <a:lnTo>
                  <a:pt x="304578" y="90527"/>
                </a:lnTo>
                <a:lnTo>
                  <a:pt x="355579" y="104889"/>
                </a:lnTo>
                <a:lnTo>
                  <a:pt x="344263" y="138837"/>
                </a:lnTo>
                <a:close/>
              </a:path>
              <a:path w="371475" h="368300">
                <a:moveTo>
                  <a:pt x="371247" y="200639"/>
                </a:moveTo>
                <a:lnTo>
                  <a:pt x="0" y="200639"/>
                </a:lnTo>
                <a:lnTo>
                  <a:pt x="0" y="165821"/>
                </a:lnTo>
                <a:lnTo>
                  <a:pt x="371247" y="165821"/>
                </a:lnTo>
                <a:lnTo>
                  <a:pt x="371247" y="200639"/>
                </a:lnTo>
                <a:close/>
              </a:path>
              <a:path w="371475" h="368300">
                <a:moveTo>
                  <a:pt x="185406" y="368201"/>
                </a:moveTo>
                <a:lnTo>
                  <a:pt x="122448" y="364753"/>
                </a:lnTo>
                <a:lnTo>
                  <a:pt x="70506" y="353349"/>
                </a:lnTo>
                <a:lnTo>
                  <a:pt x="35212" y="332397"/>
                </a:lnTo>
                <a:lnTo>
                  <a:pt x="22196" y="300306"/>
                </a:lnTo>
                <a:lnTo>
                  <a:pt x="35212" y="268350"/>
                </a:lnTo>
                <a:lnTo>
                  <a:pt x="70506" y="247698"/>
                </a:lnTo>
                <a:lnTo>
                  <a:pt x="122448" y="236593"/>
                </a:lnTo>
                <a:lnTo>
                  <a:pt x="185406" y="233281"/>
                </a:lnTo>
                <a:lnTo>
                  <a:pt x="248364" y="236593"/>
                </a:lnTo>
                <a:lnTo>
                  <a:pt x="300306" y="247698"/>
                </a:lnTo>
                <a:lnTo>
                  <a:pt x="333682" y="267228"/>
                </a:lnTo>
                <a:lnTo>
                  <a:pt x="185406" y="267228"/>
                </a:lnTo>
                <a:lnTo>
                  <a:pt x="141706" y="268847"/>
                </a:lnTo>
                <a:lnTo>
                  <a:pt x="104127" y="274301"/>
                </a:lnTo>
                <a:lnTo>
                  <a:pt x="77810" y="284488"/>
                </a:lnTo>
                <a:lnTo>
                  <a:pt x="67895" y="300306"/>
                </a:lnTo>
                <a:lnTo>
                  <a:pt x="77810" y="316443"/>
                </a:lnTo>
                <a:lnTo>
                  <a:pt x="104127" y="326909"/>
                </a:lnTo>
                <a:lnTo>
                  <a:pt x="141706" y="332560"/>
                </a:lnTo>
                <a:lnTo>
                  <a:pt x="185406" y="334253"/>
                </a:lnTo>
                <a:lnTo>
                  <a:pt x="332472" y="334253"/>
                </a:lnTo>
                <a:lnTo>
                  <a:pt x="300306" y="353349"/>
                </a:lnTo>
                <a:lnTo>
                  <a:pt x="248364" y="364753"/>
                </a:lnTo>
                <a:lnTo>
                  <a:pt x="185406" y="368201"/>
                </a:lnTo>
                <a:close/>
              </a:path>
              <a:path w="371475" h="368300">
                <a:moveTo>
                  <a:pt x="332472" y="334253"/>
                </a:moveTo>
                <a:lnTo>
                  <a:pt x="185406" y="334253"/>
                </a:lnTo>
                <a:lnTo>
                  <a:pt x="229173" y="332560"/>
                </a:lnTo>
                <a:lnTo>
                  <a:pt x="266902" y="326909"/>
                </a:lnTo>
                <a:lnTo>
                  <a:pt x="293369" y="316443"/>
                </a:lnTo>
                <a:lnTo>
                  <a:pt x="303352" y="300306"/>
                </a:lnTo>
                <a:lnTo>
                  <a:pt x="293369" y="284488"/>
                </a:lnTo>
                <a:lnTo>
                  <a:pt x="266902" y="274301"/>
                </a:lnTo>
                <a:lnTo>
                  <a:pt x="229173" y="268847"/>
                </a:lnTo>
                <a:lnTo>
                  <a:pt x="185406" y="267228"/>
                </a:lnTo>
                <a:lnTo>
                  <a:pt x="333682" y="267228"/>
                </a:lnTo>
                <a:lnTo>
                  <a:pt x="335600" y="268350"/>
                </a:lnTo>
                <a:lnTo>
                  <a:pt x="348616" y="300306"/>
                </a:lnTo>
                <a:lnTo>
                  <a:pt x="335600" y="332397"/>
                </a:lnTo>
                <a:lnTo>
                  <a:pt x="332472" y="3342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9202375" y="7885430"/>
            <a:ext cx="320040" cy="36830"/>
          </a:xfrm>
          <a:custGeom>
            <a:avLst/>
            <a:gdLst/>
            <a:ahLst/>
            <a:cxnLst/>
            <a:rect l="l" t="t" r="r" b="b"/>
            <a:pathLst>
              <a:path w="320040" h="36829">
                <a:moveTo>
                  <a:pt x="0" y="0"/>
                </a:moveTo>
                <a:lnTo>
                  <a:pt x="319455" y="0"/>
                </a:lnTo>
                <a:lnTo>
                  <a:pt x="319455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9479615" y="7922259"/>
            <a:ext cx="42545" cy="43180"/>
          </a:xfrm>
          <a:custGeom>
            <a:avLst/>
            <a:gdLst/>
            <a:ahLst/>
            <a:cxnLst/>
            <a:rect l="l" t="t" r="r" b="b"/>
            <a:pathLst>
              <a:path w="42545" h="43179">
                <a:moveTo>
                  <a:pt x="0" y="0"/>
                </a:moveTo>
                <a:lnTo>
                  <a:pt x="42216" y="0"/>
                </a:lnTo>
                <a:lnTo>
                  <a:pt x="42216" y="43180"/>
                </a:lnTo>
                <a:lnTo>
                  <a:pt x="0" y="431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9202375" y="7965440"/>
            <a:ext cx="320040" cy="36830"/>
          </a:xfrm>
          <a:custGeom>
            <a:avLst/>
            <a:gdLst/>
            <a:ahLst/>
            <a:cxnLst/>
            <a:rect l="l" t="t" r="r" b="b"/>
            <a:pathLst>
              <a:path w="320040" h="36829">
                <a:moveTo>
                  <a:pt x="0" y="0"/>
                </a:moveTo>
                <a:lnTo>
                  <a:pt x="319455" y="0"/>
                </a:lnTo>
                <a:lnTo>
                  <a:pt x="319455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9202375" y="8002269"/>
            <a:ext cx="43180" cy="44450"/>
          </a:xfrm>
          <a:custGeom>
            <a:avLst/>
            <a:gdLst/>
            <a:ahLst/>
            <a:cxnLst/>
            <a:rect l="l" t="t" r="r" b="b"/>
            <a:pathLst>
              <a:path w="43179" h="44450">
                <a:moveTo>
                  <a:pt x="0" y="0"/>
                </a:moveTo>
                <a:lnTo>
                  <a:pt x="42652" y="0"/>
                </a:lnTo>
                <a:lnTo>
                  <a:pt x="42652" y="44449"/>
                </a:lnTo>
                <a:lnTo>
                  <a:pt x="0" y="444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9202375" y="8046719"/>
            <a:ext cx="325120" cy="36830"/>
          </a:xfrm>
          <a:custGeom>
            <a:avLst/>
            <a:gdLst/>
            <a:ahLst/>
            <a:cxnLst/>
            <a:rect l="l" t="t" r="r" b="b"/>
            <a:pathLst>
              <a:path w="325120" h="36829">
                <a:moveTo>
                  <a:pt x="0" y="0"/>
                </a:moveTo>
                <a:lnTo>
                  <a:pt x="325113" y="0"/>
                </a:lnTo>
                <a:lnTo>
                  <a:pt x="325113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9176262" y="8126611"/>
            <a:ext cx="371475" cy="38735"/>
          </a:xfrm>
          <a:custGeom>
            <a:avLst/>
            <a:gdLst/>
            <a:ahLst/>
            <a:cxnLst/>
            <a:rect l="l" t="t" r="r" b="b"/>
            <a:pathLst>
              <a:path w="371475" h="38734">
                <a:moveTo>
                  <a:pt x="371247" y="38735"/>
                </a:moveTo>
                <a:lnTo>
                  <a:pt x="0" y="38735"/>
                </a:lnTo>
                <a:lnTo>
                  <a:pt x="0" y="0"/>
                </a:lnTo>
                <a:lnTo>
                  <a:pt x="371247" y="0"/>
                </a:lnTo>
                <a:lnTo>
                  <a:pt x="371247" y="387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9267659" y="8165346"/>
            <a:ext cx="43180" cy="90170"/>
          </a:xfrm>
          <a:custGeom>
            <a:avLst/>
            <a:gdLst/>
            <a:ahLst/>
            <a:cxnLst/>
            <a:rect l="l" t="t" r="r" b="b"/>
            <a:pathLst>
              <a:path w="43179" h="90170">
                <a:moveTo>
                  <a:pt x="42652" y="89656"/>
                </a:moveTo>
                <a:lnTo>
                  <a:pt x="0" y="89656"/>
                </a:lnTo>
                <a:lnTo>
                  <a:pt x="0" y="0"/>
                </a:lnTo>
                <a:lnTo>
                  <a:pt x="42652" y="0"/>
                </a:lnTo>
                <a:lnTo>
                  <a:pt x="42652" y="89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9413025" y="8165346"/>
            <a:ext cx="43180" cy="90170"/>
          </a:xfrm>
          <a:custGeom>
            <a:avLst/>
            <a:gdLst/>
            <a:ahLst/>
            <a:cxnLst/>
            <a:rect l="l" t="t" r="r" b="b"/>
            <a:pathLst>
              <a:path w="43179" h="90170">
                <a:moveTo>
                  <a:pt x="42652" y="89656"/>
                </a:moveTo>
                <a:lnTo>
                  <a:pt x="0" y="89656"/>
                </a:lnTo>
                <a:lnTo>
                  <a:pt x="0" y="0"/>
                </a:lnTo>
                <a:lnTo>
                  <a:pt x="42652" y="0"/>
                </a:lnTo>
                <a:lnTo>
                  <a:pt x="42652" y="89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9681942" y="7878967"/>
            <a:ext cx="371475" cy="368300"/>
          </a:xfrm>
          <a:custGeom>
            <a:avLst/>
            <a:gdLst/>
            <a:ahLst/>
            <a:cxnLst/>
            <a:rect l="l" t="t" r="r" b="b"/>
            <a:pathLst>
              <a:path w="371475" h="368300">
                <a:moveTo>
                  <a:pt x="343828" y="126215"/>
                </a:moveTo>
                <a:lnTo>
                  <a:pt x="300741" y="126215"/>
                </a:lnTo>
                <a:lnTo>
                  <a:pt x="300741" y="36558"/>
                </a:lnTo>
                <a:lnTo>
                  <a:pt x="24807" y="36558"/>
                </a:lnTo>
                <a:lnTo>
                  <a:pt x="24807" y="0"/>
                </a:lnTo>
                <a:lnTo>
                  <a:pt x="343828" y="0"/>
                </a:lnTo>
                <a:lnTo>
                  <a:pt x="343828" y="126215"/>
                </a:lnTo>
                <a:close/>
              </a:path>
              <a:path w="371475" h="368300">
                <a:moveTo>
                  <a:pt x="182794" y="152329"/>
                </a:moveTo>
                <a:lnTo>
                  <a:pt x="139272" y="152329"/>
                </a:lnTo>
                <a:lnTo>
                  <a:pt x="139272" y="79646"/>
                </a:lnTo>
                <a:lnTo>
                  <a:pt x="182794" y="79646"/>
                </a:lnTo>
                <a:lnTo>
                  <a:pt x="182794" y="152329"/>
                </a:lnTo>
                <a:close/>
              </a:path>
              <a:path w="371475" h="368300">
                <a:moveTo>
                  <a:pt x="371247" y="188017"/>
                </a:moveTo>
                <a:lnTo>
                  <a:pt x="0" y="188017"/>
                </a:lnTo>
                <a:lnTo>
                  <a:pt x="0" y="152329"/>
                </a:lnTo>
                <a:lnTo>
                  <a:pt x="371247" y="152329"/>
                </a:lnTo>
                <a:lnTo>
                  <a:pt x="371247" y="188017"/>
                </a:lnTo>
                <a:close/>
              </a:path>
              <a:path w="371475" h="368300">
                <a:moveTo>
                  <a:pt x="185406" y="367766"/>
                </a:moveTo>
                <a:lnTo>
                  <a:pt x="122448" y="363753"/>
                </a:lnTo>
                <a:lnTo>
                  <a:pt x="70506" y="351009"/>
                </a:lnTo>
                <a:lnTo>
                  <a:pt x="35212" y="328473"/>
                </a:lnTo>
                <a:lnTo>
                  <a:pt x="22196" y="295083"/>
                </a:lnTo>
                <a:lnTo>
                  <a:pt x="35212" y="261210"/>
                </a:lnTo>
                <a:lnTo>
                  <a:pt x="70506" y="238884"/>
                </a:lnTo>
                <a:lnTo>
                  <a:pt x="122448" y="226596"/>
                </a:lnTo>
                <a:lnTo>
                  <a:pt x="185406" y="222835"/>
                </a:lnTo>
                <a:lnTo>
                  <a:pt x="248364" y="226841"/>
                </a:lnTo>
                <a:lnTo>
                  <a:pt x="300306" y="239537"/>
                </a:lnTo>
                <a:lnTo>
                  <a:pt x="328155" y="257218"/>
                </a:lnTo>
                <a:lnTo>
                  <a:pt x="185406" y="257218"/>
                </a:lnTo>
                <a:lnTo>
                  <a:pt x="141638" y="259279"/>
                </a:lnTo>
                <a:lnTo>
                  <a:pt x="103910" y="265868"/>
                </a:lnTo>
                <a:lnTo>
                  <a:pt x="77443" y="277599"/>
                </a:lnTo>
                <a:lnTo>
                  <a:pt x="67460" y="295083"/>
                </a:lnTo>
                <a:lnTo>
                  <a:pt x="77443" y="312267"/>
                </a:lnTo>
                <a:lnTo>
                  <a:pt x="103910" y="324189"/>
                </a:lnTo>
                <a:lnTo>
                  <a:pt x="141638" y="331132"/>
                </a:lnTo>
                <a:lnTo>
                  <a:pt x="185406" y="333383"/>
                </a:lnTo>
                <a:lnTo>
                  <a:pt x="327910" y="333383"/>
                </a:lnTo>
                <a:lnTo>
                  <a:pt x="300306" y="351009"/>
                </a:lnTo>
                <a:lnTo>
                  <a:pt x="248364" y="363753"/>
                </a:lnTo>
                <a:lnTo>
                  <a:pt x="185406" y="367766"/>
                </a:lnTo>
                <a:close/>
              </a:path>
              <a:path w="371475" h="368300">
                <a:moveTo>
                  <a:pt x="327910" y="333383"/>
                </a:moveTo>
                <a:lnTo>
                  <a:pt x="185406" y="333383"/>
                </a:lnTo>
                <a:lnTo>
                  <a:pt x="229173" y="331132"/>
                </a:lnTo>
                <a:lnTo>
                  <a:pt x="266902" y="324189"/>
                </a:lnTo>
                <a:lnTo>
                  <a:pt x="293369" y="312267"/>
                </a:lnTo>
                <a:lnTo>
                  <a:pt x="303352" y="295083"/>
                </a:lnTo>
                <a:lnTo>
                  <a:pt x="293369" y="278150"/>
                </a:lnTo>
                <a:lnTo>
                  <a:pt x="266902" y="266358"/>
                </a:lnTo>
                <a:lnTo>
                  <a:pt x="229173" y="259462"/>
                </a:lnTo>
                <a:lnTo>
                  <a:pt x="185406" y="257218"/>
                </a:lnTo>
                <a:lnTo>
                  <a:pt x="328155" y="257218"/>
                </a:lnTo>
                <a:lnTo>
                  <a:pt x="335600" y="261944"/>
                </a:lnTo>
                <a:lnTo>
                  <a:pt x="348616" y="295083"/>
                </a:lnTo>
                <a:lnTo>
                  <a:pt x="335600" y="328473"/>
                </a:lnTo>
                <a:lnTo>
                  <a:pt x="327910" y="3333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0090619" y="7874615"/>
            <a:ext cx="346075" cy="372110"/>
          </a:xfrm>
          <a:custGeom>
            <a:avLst/>
            <a:gdLst/>
            <a:ahLst/>
            <a:cxnLst/>
            <a:rect l="l" t="t" r="r" b="b"/>
            <a:pathLst>
              <a:path w="346075" h="372109">
                <a:moveTo>
                  <a:pt x="342522" y="208908"/>
                </a:moveTo>
                <a:lnTo>
                  <a:pt x="299435" y="208908"/>
                </a:lnTo>
                <a:lnTo>
                  <a:pt x="299435" y="107500"/>
                </a:lnTo>
                <a:lnTo>
                  <a:pt x="227188" y="107500"/>
                </a:lnTo>
                <a:lnTo>
                  <a:pt x="227188" y="70071"/>
                </a:lnTo>
                <a:lnTo>
                  <a:pt x="299435" y="70071"/>
                </a:lnTo>
                <a:lnTo>
                  <a:pt x="299435" y="0"/>
                </a:lnTo>
                <a:lnTo>
                  <a:pt x="342522" y="0"/>
                </a:lnTo>
                <a:lnTo>
                  <a:pt x="342522" y="208908"/>
                </a:lnTo>
                <a:close/>
              </a:path>
              <a:path w="346075" h="372109">
                <a:moveTo>
                  <a:pt x="241985" y="46569"/>
                </a:moveTo>
                <a:lnTo>
                  <a:pt x="4787" y="46569"/>
                </a:lnTo>
                <a:lnTo>
                  <a:pt x="4787" y="9574"/>
                </a:lnTo>
                <a:lnTo>
                  <a:pt x="241985" y="9574"/>
                </a:lnTo>
                <a:lnTo>
                  <a:pt x="241985" y="46569"/>
                </a:lnTo>
                <a:close/>
              </a:path>
              <a:path w="346075" h="372109">
                <a:moveTo>
                  <a:pt x="0" y="198027"/>
                </a:moveTo>
                <a:lnTo>
                  <a:pt x="0" y="159292"/>
                </a:lnTo>
                <a:lnTo>
                  <a:pt x="41543" y="146698"/>
                </a:lnTo>
                <a:lnTo>
                  <a:pt x="73498" y="122516"/>
                </a:lnTo>
                <a:lnTo>
                  <a:pt x="94926" y="88541"/>
                </a:lnTo>
                <a:lnTo>
                  <a:pt x="104889" y="46569"/>
                </a:lnTo>
                <a:lnTo>
                  <a:pt x="147976" y="46569"/>
                </a:lnTo>
                <a:lnTo>
                  <a:pt x="146929" y="57837"/>
                </a:lnTo>
                <a:lnTo>
                  <a:pt x="145147" y="68820"/>
                </a:lnTo>
                <a:lnTo>
                  <a:pt x="142713" y="79557"/>
                </a:lnTo>
                <a:lnTo>
                  <a:pt x="139707" y="90091"/>
                </a:lnTo>
                <a:lnTo>
                  <a:pt x="194181" y="124474"/>
                </a:lnTo>
                <a:lnTo>
                  <a:pt x="123604" y="124474"/>
                </a:lnTo>
                <a:lnTo>
                  <a:pt x="101169" y="152308"/>
                </a:lnTo>
                <a:lnTo>
                  <a:pt x="72737" y="174471"/>
                </a:lnTo>
                <a:lnTo>
                  <a:pt x="38837" y="190023"/>
                </a:lnTo>
                <a:lnTo>
                  <a:pt x="0" y="198027"/>
                </a:lnTo>
                <a:close/>
              </a:path>
              <a:path w="346075" h="372109">
                <a:moveTo>
                  <a:pt x="232845" y="194546"/>
                </a:moveTo>
                <a:lnTo>
                  <a:pt x="123604" y="124474"/>
                </a:lnTo>
                <a:lnTo>
                  <a:pt x="194181" y="124474"/>
                </a:lnTo>
                <a:lnTo>
                  <a:pt x="254172" y="162339"/>
                </a:lnTo>
                <a:lnTo>
                  <a:pt x="232845" y="194546"/>
                </a:lnTo>
                <a:close/>
              </a:path>
              <a:path w="346075" h="372109">
                <a:moveTo>
                  <a:pt x="184971" y="371683"/>
                </a:moveTo>
                <a:lnTo>
                  <a:pt x="121870" y="367568"/>
                </a:lnTo>
                <a:lnTo>
                  <a:pt x="70887" y="354437"/>
                </a:lnTo>
                <a:lnTo>
                  <a:pt x="36797" y="331105"/>
                </a:lnTo>
                <a:lnTo>
                  <a:pt x="24372" y="296389"/>
                </a:lnTo>
                <a:lnTo>
                  <a:pt x="36797" y="261672"/>
                </a:lnTo>
                <a:lnTo>
                  <a:pt x="70887" y="238340"/>
                </a:lnTo>
                <a:lnTo>
                  <a:pt x="121870" y="225209"/>
                </a:lnTo>
                <a:lnTo>
                  <a:pt x="184971" y="221094"/>
                </a:lnTo>
                <a:lnTo>
                  <a:pt x="248072" y="225209"/>
                </a:lnTo>
                <a:lnTo>
                  <a:pt x="299054" y="238340"/>
                </a:lnTo>
                <a:lnTo>
                  <a:pt x="325365" y="256348"/>
                </a:lnTo>
                <a:lnTo>
                  <a:pt x="184971" y="256348"/>
                </a:lnTo>
                <a:lnTo>
                  <a:pt x="140027" y="258748"/>
                </a:lnTo>
                <a:lnTo>
                  <a:pt x="103529" y="266086"/>
                </a:lnTo>
                <a:lnTo>
                  <a:pt x="79027" y="278565"/>
                </a:lnTo>
                <a:lnTo>
                  <a:pt x="70071" y="296389"/>
                </a:lnTo>
                <a:lnTo>
                  <a:pt x="79027" y="314212"/>
                </a:lnTo>
                <a:lnTo>
                  <a:pt x="103529" y="326691"/>
                </a:lnTo>
                <a:lnTo>
                  <a:pt x="140027" y="334029"/>
                </a:lnTo>
                <a:lnTo>
                  <a:pt x="184971" y="336429"/>
                </a:lnTo>
                <a:lnTo>
                  <a:pt x="325365" y="336429"/>
                </a:lnTo>
                <a:lnTo>
                  <a:pt x="299054" y="354437"/>
                </a:lnTo>
                <a:lnTo>
                  <a:pt x="248072" y="367568"/>
                </a:lnTo>
                <a:lnTo>
                  <a:pt x="184971" y="371683"/>
                </a:lnTo>
                <a:close/>
              </a:path>
              <a:path w="346075" h="372109">
                <a:moveTo>
                  <a:pt x="325365" y="336429"/>
                </a:moveTo>
                <a:lnTo>
                  <a:pt x="184971" y="336429"/>
                </a:lnTo>
                <a:lnTo>
                  <a:pt x="229915" y="334029"/>
                </a:lnTo>
                <a:lnTo>
                  <a:pt x="266412" y="326691"/>
                </a:lnTo>
                <a:lnTo>
                  <a:pt x="290914" y="314212"/>
                </a:lnTo>
                <a:lnTo>
                  <a:pt x="299870" y="296389"/>
                </a:lnTo>
                <a:lnTo>
                  <a:pt x="290914" y="278565"/>
                </a:lnTo>
                <a:lnTo>
                  <a:pt x="266412" y="266086"/>
                </a:lnTo>
                <a:lnTo>
                  <a:pt x="229915" y="258748"/>
                </a:lnTo>
                <a:lnTo>
                  <a:pt x="184971" y="256348"/>
                </a:lnTo>
                <a:lnTo>
                  <a:pt x="325365" y="256348"/>
                </a:lnTo>
                <a:lnTo>
                  <a:pt x="333145" y="261672"/>
                </a:lnTo>
                <a:lnTo>
                  <a:pt x="345569" y="296389"/>
                </a:lnTo>
                <a:lnTo>
                  <a:pt x="333145" y="331105"/>
                </a:lnTo>
                <a:lnTo>
                  <a:pt x="325365" y="336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164504" y="8804353"/>
            <a:ext cx="151920" cy="1671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378124" y="8819558"/>
            <a:ext cx="46990" cy="137795"/>
          </a:xfrm>
          <a:custGeom>
            <a:avLst/>
            <a:gdLst/>
            <a:ahLst/>
            <a:cxnLst/>
            <a:rect l="l" t="t" r="r" b="b"/>
            <a:pathLst>
              <a:path w="46990" h="137795">
                <a:moveTo>
                  <a:pt x="46822" y="137184"/>
                </a:moveTo>
                <a:lnTo>
                  <a:pt x="33291" y="137184"/>
                </a:lnTo>
                <a:lnTo>
                  <a:pt x="33291" y="14066"/>
                </a:lnTo>
                <a:lnTo>
                  <a:pt x="32487" y="14066"/>
                </a:lnTo>
                <a:lnTo>
                  <a:pt x="0" y="35501"/>
                </a:lnTo>
                <a:lnTo>
                  <a:pt x="0" y="21702"/>
                </a:lnTo>
                <a:lnTo>
                  <a:pt x="32822" y="0"/>
                </a:lnTo>
                <a:lnTo>
                  <a:pt x="46822" y="0"/>
                </a:lnTo>
                <a:lnTo>
                  <a:pt x="46822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460850" y="8817683"/>
            <a:ext cx="93644" cy="14093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575996" y="8817683"/>
            <a:ext cx="92639" cy="14093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739553" y="8852448"/>
            <a:ext cx="87883" cy="14287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849943" y="8813195"/>
            <a:ext cx="327018" cy="14569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9244293" y="8804353"/>
            <a:ext cx="138724" cy="16659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9453882" y="8817683"/>
            <a:ext cx="93644" cy="14093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9571976" y="8819558"/>
            <a:ext cx="88687" cy="13905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9724487" y="8852448"/>
            <a:ext cx="194523" cy="10643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9941516" y="8819558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9982243" y="8817616"/>
            <a:ext cx="120237" cy="14106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465171" y="9168780"/>
            <a:ext cx="114935" cy="137795"/>
          </a:xfrm>
          <a:custGeom>
            <a:avLst/>
            <a:gdLst/>
            <a:ahLst/>
            <a:cxnLst/>
            <a:rect l="l" t="t" r="r" b="b"/>
            <a:pathLst>
              <a:path w="114934" h="137795">
                <a:moveTo>
                  <a:pt x="14133" y="137184"/>
                </a:moveTo>
                <a:lnTo>
                  <a:pt x="0" y="137184"/>
                </a:lnTo>
                <a:lnTo>
                  <a:pt x="49903" y="0"/>
                </a:lnTo>
                <a:lnTo>
                  <a:pt x="64439" y="0"/>
                </a:lnTo>
                <a:lnTo>
                  <a:pt x="70774" y="17415"/>
                </a:lnTo>
                <a:lnTo>
                  <a:pt x="56735" y="17415"/>
                </a:lnTo>
                <a:lnTo>
                  <a:pt x="32889" y="84400"/>
                </a:lnTo>
                <a:lnTo>
                  <a:pt x="95141" y="84400"/>
                </a:lnTo>
                <a:lnTo>
                  <a:pt x="99503" y="96390"/>
                </a:lnTo>
                <a:lnTo>
                  <a:pt x="28669" y="96390"/>
                </a:lnTo>
                <a:lnTo>
                  <a:pt x="14133" y="137184"/>
                </a:lnTo>
                <a:close/>
              </a:path>
              <a:path w="114934" h="137795">
                <a:moveTo>
                  <a:pt x="95141" y="84400"/>
                </a:moveTo>
                <a:lnTo>
                  <a:pt x="81386" y="84400"/>
                </a:lnTo>
                <a:lnTo>
                  <a:pt x="57606" y="17415"/>
                </a:lnTo>
                <a:lnTo>
                  <a:pt x="70774" y="17415"/>
                </a:lnTo>
                <a:lnTo>
                  <a:pt x="95141" y="84400"/>
                </a:lnTo>
                <a:close/>
              </a:path>
              <a:path w="114934" h="137795">
                <a:moveTo>
                  <a:pt x="114342" y="137184"/>
                </a:moveTo>
                <a:lnTo>
                  <a:pt x="100141" y="137184"/>
                </a:lnTo>
                <a:lnTo>
                  <a:pt x="85673" y="96390"/>
                </a:lnTo>
                <a:lnTo>
                  <a:pt x="99503" y="96390"/>
                </a:lnTo>
                <a:lnTo>
                  <a:pt x="114342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8596929" y="91687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632364" y="9201669"/>
            <a:ext cx="193250" cy="10643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950206" y="9201670"/>
            <a:ext cx="91299" cy="1064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848121" y="9168779"/>
            <a:ext cx="79577" cy="13718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9064012" y="91687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9098443" y="9153574"/>
            <a:ext cx="304578" cy="1671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9480035" y="9152435"/>
            <a:ext cx="320052" cy="16779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2986001" y="7310542"/>
            <a:ext cx="2938780" cy="2120265"/>
          </a:xfrm>
          <a:custGeom>
            <a:avLst/>
            <a:gdLst/>
            <a:ahLst/>
            <a:cxnLst/>
            <a:rect l="l" t="t" r="r" b="b"/>
            <a:pathLst>
              <a:path w="2938780" h="2120265">
                <a:moveTo>
                  <a:pt x="0" y="1802208"/>
                </a:moveTo>
                <a:lnTo>
                  <a:pt x="0" y="318026"/>
                </a:lnTo>
                <a:lnTo>
                  <a:pt x="3448" y="271030"/>
                </a:lnTo>
                <a:lnTo>
                  <a:pt x="13464" y="226175"/>
                </a:lnTo>
                <a:lnTo>
                  <a:pt x="29557" y="183953"/>
                </a:lnTo>
                <a:lnTo>
                  <a:pt x="51235" y="144856"/>
                </a:lnTo>
                <a:lnTo>
                  <a:pt x="78005" y="109376"/>
                </a:lnTo>
                <a:lnTo>
                  <a:pt x="109376" y="78005"/>
                </a:lnTo>
                <a:lnTo>
                  <a:pt x="144856" y="51235"/>
                </a:lnTo>
                <a:lnTo>
                  <a:pt x="183953" y="29557"/>
                </a:lnTo>
                <a:lnTo>
                  <a:pt x="226175" y="13464"/>
                </a:lnTo>
                <a:lnTo>
                  <a:pt x="271030" y="3448"/>
                </a:lnTo>
                <a:lnTo>
                  <a:pt x="318026" y="0"/>
                </a:lnTo>
                <a:lnTo>
                  <a:pt x="2620133" y="0"/>
                </a:lnTo>
                <a:lnTo>
                  <a:pt x="2667129" y="3448"/>
                </a:lnTo>
                <a:lnTo>
                  <a:pt x="2711984" y="13464"/>
                </a:lnTo>
                <a:lnTo>
                  <a:pt x="2754206" y="29557"/>
                </a:lnTo>
                <a:lnTo>
                  <a:pt x="2793302" y="51235"/>
                </a:lnTo>
                <a:lnTo>
                  <a:pt x="2828782" y="78005"/>
                </a:lnTo>
                <a:lnTo>
                  <a:pt x="2860153" y="109376"/>
                </a:lnTo>
                <a:lnTo>
                  <a:pt x="2886924" y="144856"/>
                </a:lnTo>
                <a:lnTo>
                  <a:pt x="2908601" y="183953"/>
                </a:lnTo>
                <a:lnTo>
                  <a:pt x="2924694" y="226175"/>
                </a:lnTo>
                <a:lnTo>
                  <a:pt x="2934711" y="271030"/>
                </a:lnTo>
                <a:lnTo>
                  <a:pt x="2938159" y="318026"/>
                </a:lnTo>
                <a:lnTo>
                  <a:pt x="2938159" y="1802208"/>
                </a:lnTo>
                <a:lnTo>
                  <a:pt x="2934711" y="1849204"/>
                </a:lnTo>
                <a:lnTo>
                  <a:pt x="2924694" y="1894059"/>
                </a:lnTo>
                <a:lnTo>
                  <a:pt x="2908601" y="1936281"/>
                </a:lnTo>
                <a:lnTo>
                  <a:pt x="2886924" y="1975378"/>
                </a:lnTo>
                <a:lnTo>
                  <a:pt x="2860153" y="2010857"/>
                </a:lnTo>
                <a:lnTo>
                  <a:pt x="2828782" y="2042229"/>
                </a:lnTo>
                <a:lnTo>
                  <a:pt x="2793302" y="2068999"/>
                </a:lnTo>
                <a:lnTo>
                  <a:pt x="2754206" y="2090676"/>
                </a:lnTo>
                <a:lnTo>
                  <a:pt x="2711984" y="2106770"/>
                </a:lnTo>
                <a:lnTo>
                  <a:pt x="2667129" y="2116786"/>
                </a:lnTo>
                <a:lnTo>
                  <a:pt x="2620133" y="2120234"/>
                </a:lnTo>
                <a:lnTo>
                  <a:pt x="318026" y="2120234"/>
                </a:lnTo>
                <a:lnTo>
                  <a:pt x="271030" y="2116786"/>
                </a:lnTo>
                <a:lnTo>
                  <a:pt x="226175" y="2106770"/>
                </a:lnTo>
                <a:lnTo>
                  <a:pt x="183953" y="2090676"/>
                </a:lnTo>
                <a:lnTo>
                  <a:pt x="144856" y="2068999"/>
                </a:lnTo>
                <a:lnTo>
                  <a:pt x="109376" y="2042229"/>
                </a:lnTo>
                <a:lnTo>
                  <a:pt x="78005" y="2010857"/>
                </a:lnTo>
                <a:lnTo>
                  <a:pt x="51235" y="1975378"/>
                </a:lnTo>
                <a:lnTo>
                  <a:pt x="29557" y="1936281"/>
                </a:lnTo>
                <a:lnTo>
                  <a:pt x="13464" y="1894059"/>
                </a:lnTo>
                <a:lnTo>
                  <a:pt x="3448" y="1849204"/>
                </a:lnTo>
                <a:lnTo>
                  <a:pt x="0" y="1802208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2986001" y="7310542"/>
            <a:ext cx="2938780" cy="2120265"/>
          </a:xfrm>
          <a:custGeom>
            <a:avLst/>
            <a:gdLst/>
            <a:ahLst/>
            <a:cxnLst/>
            <a:rect l="l" t="t" r="r" b="b"/>
            <a:pathLst>
              <a:path w="2938780" h="2120265">
                <a:moveTo>
                  <a:pt x="0" y="318026"/>
                </a:moveTo>
                <a:lnTo>
                  <a:pt x="3448" y="271030"/>
                </a:lnTo>
                <a:lnTo>
                  <a:pt x="13464" y="226175"/>
                </a:lnTo>
                <a:lnTo>
                  <a:pt x="29557" y="183953"/>
                </a:lnTo>
                <a:lnTo>
                  <a:pt x="51235" y="144856"/>
                </a:lnTo>
                <a:lnTo>
                  <a:pt x="78005" y="109376"/>
                </a:lnTo>
                <a:lnTo>
                  <a:pt x="109376" y="78005"/>
                </a:lnTo>
                <a:lnTo>
                  <a:pt x="144856" y="51235"/>
                </a:lnTo>
                <a:lnTo>
                  <a:pt x="183953" y="29557"/>
                </a:lnTo>
                <a:lnTo>
                  <a:pt x="226175" y="13464"/>
                </a:lnTo>
                <a:lnTo>
                  <a:pt x="271030" y="3448"/>
                </a:lnTo>
                <a:lnTo>
                  <a:pt x="318026" y="0"/>
                </a:lnTo>
                <a:lnTo>
                  <a:pt x="1469079" y="0"/>
                </a:lnTo>
                <a:lnTo>
                  <a:pt x="2620133" y="0"/>
                </a:lnTo>
                <a:lnTo>
                  <a:pt x="2667129" y="3448"/>
                </a:lnTo>
                <a:lnTo>
                  <a:pt x="2711984" y="13464"/>
                </a:lnTo>
                <a:lnTo>
                  <a:pt x="2754206" y="29557"/>
                </a:lnTo>
                <a:lnTo>
                  <a:pt x="2793302" y="51235"/>
                </a:lnTo>
                <a:lnTo>
                  <a:pt x="2828782" y="78005"/>
                </a:lnTo>
                <a:lnTo>
                  <a:pt x="2860153" y="109376"/>
                </a:lnTo>
                <a:lnTo>
                  <a:pt x="2886924" y="144856"/>
                </a:lnTo>
                <a:lnTo>
                  <a:pt x="2908601" y="183953"/>
                </a:lnTo>
                <a:lnTo>
                  <a:pt x="2924694" y="226175"/>
                </a:lnTo>
                <a:lnTo>
                  <a:pt x="2934711" y="271030"/>
                </a:lnTo>
                <a:lnTo>
                  <a:pt x="2938159" y="318026"/>
                </a:lnTo>
                <a:lnTo>
                  <a:pt x="2938159" y="1060117"/>
                </a:lnTo>
                <a:lnTo>
                  <a:pt x="2938159" y="1802208"/>
                </a:lnTo>
                <a:lnTo>
                  <a:pt x="2934711" y="1849204"/>
                </a:lnTo>
                <a:lnTo>
                  <a:pt x="2924694" y="1894059"/>
                </a:lnTo>
                <a:lnTo>
                  <a:pt x="2908601" y="1936281"/>
                </a:lnTo>
                <a:lnTo>
                  <a:pt x="2886924" y="1975378"/>
                </a:lnTo>
                <a:lnTo>
                  <a:pt x="2860153" y="2010857"/>
                </a:lnTo>
                <a:lnTo>
                  <a:pt x="2828782" y="2042229"/>
                </a:lnTo>
                <a:lnTo>
                  <a:pt x="2793302" y="2068999"/>
                </a:lnTo>
                <a:lnTo>
                  <a:pt x="2754206" y="2090676"/>
                </a:lnTo>
                <a:lnTo>
                  <a:pt x="2711984" y="2106770"/>
                </a:lnTo>
                <a:lnTo>
                  <a:pt x="2667129" y="2116786"/>
                </a:lnTo>
                <a:lnTo>
                  <a:pt x="2620133" y="2120234"/>
                </a:lnTo>
                <a:lnTo>
                  <a:pt x="1469079" y="2120234"/>
                </a:lnTo>
                <a:lnTo>
                  <a:pt x="318026" y="2120234"/>
                </a:lnTo>
                <a:lnTo>
                  <a:pt x="271030" y="2116786"/>
                </a:lnTo>
                <a:lnTo>
                  <a:pt x="226175" y="2106770"/>
                </a:lnTo>
                <a:lnTo>
                  <a:pt x="183953" y="2090676"/>
                </a:lnTo>
                <a:lnTo>
                  <a:pt x="144856" y="2068999"/>
                </a:lnTo>
                <a:lnTo>
                  <a:pt x="109376" y="2042229"/>
                </a:lnTo>
                <a:lnTo>
                  <a:pt x="78005" y="2010857"/>
                </a:lnTo>
                <a:lnTo>
                  <a:pt x="51235" y="1975378"/>
                </a:lnTo>
                <a:lnTo>
                  <a:pt x="29557" y="1936281"/>
                </a:lnTo>
                <a:lnTo>
                  <a:pt x="13464" y="1894059"/>
                </a:lnTo>
                <a:lnTo>
                  <a:pt x="3448" y="1849204"/>
                </a:lnTo>
                <a:lnTo>
                  <a:pt x="0" y="1802208"/>
                </a:lnTo>
                <a:lnTo>
                  <a:pt x="0" y="1060117"/>
                </a:lnTo>
                <a:lnTo>
                  <a:pt x="0" y="318026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3335533" y="8654783"/>
            <a:ext cx="2226310" cy="0"/>
          </a:xfrm>
          <a:custGeom>
            <a:avLst/>
            <a:gdLst/>
            <a:ahLst/>
            <a:cxnLst/>
            <a:rect l="l" t="t" r="r" b="b"/>
            <a:pathLst>
              <a:path w="2226309">
                <a:moveTo>
                  <a:pt x="0" y="0"/>
                </a:moveTo>
                <a:lnTo>
                  <a:pt x="2225921" y="0"/>
                </a:lnTo>
              </a:path>
            </a:pathLst>
          </a:custGeom>
          <a:ln w="14287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3500396" y="7600735"/>
            <a:ext cx="320040" cy="319405"/>
          </a:xfrm>
          <a:custGeom>
            <a:avLst/>
            <a:gdLst/>
            <a:ahLst/>
            <a:cxnLst/>
            <a:rect l="l" t="t" r="r" b="b"/>
            <a:pathLst>
              <a:path w="320040" h="319404">
                <a:moveTo>
                  <a:pt x="319508" y="319110"/>
                </a:moveTo>
                <a:lnTo>
                  <a:pt x="277677" y="319110"/>
                </a:lnTo>
                <a:lnTo>
                  <a:pt x="277677" y="83661"/>
                </a:lnTo>
                <a:lnTo>
                  <a:pt x="174893" y="265327"/>
                </a:lnTo>
                <a:lnTo>
                  <a:pt x="144615" y="265327"/>
                </a:lnTo>
                <a:lnTo>
                  <a:pt x="41830" y="83661"/>
                </a:lnTo>
                <a:lnTo>
                  <a:pt x="41830" y="319110"/>
                </a:lnTo>
                <a:lnTo>
                  <a:pt x="0" y="319110"/>
                </a:lnTo>
                <a:lnTo>
                  <a:pt x="0" y="0"/>
                </a:lnTo>
                <a:lnTo>
                  <a:pt x="36651" y="0"/>
                </a:lnTo>
                <a:lnTo>
                  <a:pt x="159754" y="216724"/>
                </a:lnTo>
                <a:lnTo>
                  <a:pt x="282856" y="0"/>
                </a:lnTo>
                <a:lnTo>
                  <a:pt x="319508" y="0"/>
                </a:lnTo>
                <a:lnTo>
                  <a:pt x="319508" y="319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3858151" y="7686388"/>
            <a:ext cx="233058" cy="23903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4127860" y="7590775"/>
            <a:ext cx="41275" cy="329565"/>
          </a:xfrm>
          <a:custGeom>
            <a:avLst/>
            <a:gdLst/>
            <a:ahLst/>
            <a:cxnLst/>
            <a:rect l="l" t="t" r="r" b="b"/>
            <a:pathLst>
              <a:path w="41275" h="329565">
                <a:moveTo>
                  <a:pt x="41034" y="329069"/>
                </a:moveTo>
                <a:lnTo>
                  <a:pt x="0" y="329069"/>
                </a:lnTo>
                <a:lnTo>
                  <a:pt x="0" y="0"/>
                </a:lnTo>
                <a:lnTo>
                  <a:pt x="41034" y="0"/>
                </a:lnTo>
                <a:lnTo>
                  <a:pt x="41034" y="329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4205546" y="7686388"/>
            <a:ext cx="228277" cy="23903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4458125" y="7686388"/>
            <a:ext cx="224293" cy="23903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4711502" y="7691966"/>
            <a:ext cx="209951" cy="23345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4970056" y="7590775"/>
            <a:ext cx="41275" cy="329565"/>
          </a:xfrm>
          <a:custGeom>
            <a:avLst/>
            <a:gdLst/>
            <a:ahLst/>
            <a:cxnLst/>
            <a:rect l="l" t="t" r="r" b="b"/>
            <a:pathLst>
              <a:path w="41275" h="329565">
                <a:moveTo>
                  <a:pt x="41034" y="329069"/>
                </a:moveTo>
                <a:lnTo>
                  <a:pt x="0" y="329069"/>
                </a:lnTo>
                <a:lnTo>
                  <a:pt x="0" y="0"/>
                </a:lnTo>
                <a:lnTo>
                  <a:pt x="41034" y="0"/>
                </a:lnTo>
                <a:lnTo>
                  <a:pt x="41034" y="329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5047743" y="7686388"/>
            <a:ext cx="234651" cy="23903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5330997" y="7686388"/>
            <a:ext cx="154176" cy="2334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3960529" y="8243985"/>
            <a:ext cx="205967" cy="23903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4195580" y="8144388"/>
            <a:ext cx="54610" cy="334010"/>
          </a:xfrm>
          <a:custGeom>
            <a:avLst/>
            <a:gdLst/>
            <a:ahLst/>
            <a:cxnLst/>
            <a:rect l="l" t="t" r="r" b="b"/>
            <a:pathLst>
              <a:path w="54609" h="334009">
                <a:moveTo>
                  <a:pt x="27090" y="54181"/>
                </a:moveTo>
                <a:lnTo>
                  <a:pt x="16302" y="52133"/>
                </a:lnTo>
                <a:lnTo>
                  <a:pt x="7718" y="46462"/>
                </a:lnTo>
                <a:lnTo>
                  <a:pt x="2047" y="37878"/>
                </a:lnTo>
                <a:lnTo>
                  <a:pt x="0" y="27090"/>
                </a:lnTo>
                <a:lnTo>
                  <a:pt x="2047" y="16302"/>
                </a:lnTo>
                <a:lnTo>
                  <a:pt x="7718" y="7718"/>
                </a:lnTo>
                <a:lnTo>
                  <a:pt x="16302" y="2047"/>
                </a:lnTo>
                <a:lnTo>
                  <a:pt x="27090" y="0"/>
                </a:lnTo>
                <a:lnTo>
                  <a:pt x="38108" y="2047"/>
                </a:lnTo>
                <a:lnTo>
                  <a:pt x="46810" y="7718"/>
                </a:lnTo>
                <a:lnTo>
                  <a:pt x="52525" y="16302"/>
                </a:lnTo>
                <a:lnTo>
                  <a:pt x="54579" y="27090"/>
                </a:lnTo>
                <a:lnTo>
                  <a:pt x="52525" y="37878"/>
                </a:lnTo>
                <a:lnTo>
                  <a:pt x="46810" y="46462"/>
                </a:lnTo>
                <a:lnTo>
                  <a:pt x="38108" y="52133"/>
                </a:lnTo>
                <a:lnTo>
                  <a:pt x="27090" y="54181"/>
                </a:lnTo>
                <a:close/>
              </a:path>
              <a:path w="54609" h="334009">
                <a:moveTo>
                  <a:pt x="47806" y="333452"/>
                </a:moveTo>
                <a:lnTo>
                  <a:pt x="6772" y="333452"/>
                </a:lnTo>
                <a:lnTo>
                  <a:pt x="6772" y="105174"/>
                </a:lnTo>
                <a:lnTo>
                  <a:pt x="47806" y="105174"/>
                </a:lnTo>
                <a:lnTo>
                  <a:pt x="47806" y="333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4280038" y="8243985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114337" y="239033"/>
                </a:moveTo>
                <a:lnTo>
                  <a:pt x="68404" y="229995"/>
                </a:lnTo>
                <a:lnTo>
                  <a:pt x="32219" y="204971"/>
                </a:lnTo>
                <a:lnTo>
                  <a:pt x="8509" y="167099"/>
                </a:lnTo>
                <a:lnTo>
                  <a:pt x="0" y="119516"/>
                </a:lnTo>
                <a:lnTo>
                  <a:pt x="8509" y="71934"/>
                </a:lnTo>
                <a:lnTo>
                  <a:pt x="32219" y="34062"/>
                </a:lnTo>
                <a:lnTo>
                  <a:pt x="68404" y="9038"/>
                </a:lnTo>
                <a:lnTo>
                  <a:pt x="114337" y="0"/>
                </a:lnTo>
                <a:lnTo>
                  <a:pt x="160208" y="9038"/>
                </a:lnTo>
                <a:lnTo>
                  <a:pt x="196256" y="34062"/>
                </a:lnTo>
                <a:lnTo>
                  <a:pt x="196628" y="34659"/>
                </a:lnTo>
                <a:lnTo>
                  <a:pt x="114337" y="34659"/>
                </a:lnTo>
                <a:lnTo>
                  <a:pt x="86189" y="39758"/>
                </a:lnTo>
                <a:lnTo>
                  <a:pt x="63941" y="53932"/>
                </a:lnTo>
                <a:lnTo>
                  <a:pt x="48566" y="75501"/>
                </a:lnTo>
                <a:lnTo>
                  <a:pt x="41034" y="102784"/>
                </a:lnTo>
                <a:lnTo>
                  <a:pt x="225306" y="102784"/>
                </a:lnTo>
                <a:lnTo>
                  <a:pt x="228277" y="119516"/>
                </a:lnTo>
                <a:lnTo>
                  <a:pt x="228277" y="130671"/>
                </a:lnTo>
                <a:lnTo>
                  <a:pt x="227480" y="136249"/>
                </a:lnTo>
                <a:lnTo>
                  <a:pt x="41034" y="136249"/>
                </a:lnTo>
                <a:lnTo>
                  <a:pt x="48622" y="163364"/>
                </a:lnTo>
                <a:lnTo>
                  <a:pt x="64090" y="184952"/>
                </a:lnTo>
                <a:lnTo>
                  <a:pt x="86357" y="199219"/>
                </a:lnTo>
                <a:lnTo>
                  <a:pt x="114337" y="204373"/>
                </a:lnTo>
                <a:lnTo>
                  <a:pt x="199140" y="204373"/>
                </a:lnTo>
                <a:lnTo>
                  <a:pt x="182064" y="219960"/>
                </a:lnTo>
                <a:lnTo>
                  <a:pt x="151114" y="233997"/>
                </a:lnTo>
                <a:lnTo>
                  <a:pt x="114337" y="239033"/>
                </a:lnTo>
                <a:close/>
              </a:path>
              <a:path w="228600" h="239395">
                <a:moveTo>
                  <a:pt x="225306" y="102784"/>
                </a:moveTo>
                <a:lnTo>
                  <a:pt x="188039" y="102784"/>
                </a:lnTo>
                <a:lnTo>
                  <a:pt x="180277" y="75333"/>
                </a:lnTo>
                <a:lnTo>
                  <a:pt x="164783" y="53782"/>
                </a:lnTo>
                <a:lnTo>
                  <a:pt x="142492" y="39702"/>
                </a:lnTo>
                <a:lnTo>
                  <a:pt x="114337" y="34659"/>
                </a:lnTo>
                <a:lnTo>
                  <a:pt x="196628" y="34659"/>
                </a:lnTo>
                <a:lnTo>
                  <a:pt x="219830" y="71934"/>
                </a:lnTo>
                <a:lnTo>
                  <a:pt x="225306" y="102784"/>
                </a:lnTo>
                <a:close/>
              </a:path>
              <a:path w="228600" h="239395">
                <a:moveTo>
                  <a:pt x="199140" y="204373"/>
                </a:moveTo>
                <a:lnTo>
                  <a:pt x="114337" y="204373"/>
                </a:lnTo>
                <a:lnTo>
                  <a:pt x="136230" y="201840"/>
                </a:lnTo>
                <a:lnTo>
                  <a:pt x="154724" y="194862"/>
                </a:lnTo>
                <a:lnTo>
                  <a:pt x="168960" y="184373"/>
                </a:lnTo>
                <a:lnTo>
                  <a:pt x="178080" y="171307"/>
                </a:lnTo>
                <a:lnTo>
                  <a:pt x="219911" y="171307"/>
                </a:lnTo>
                <a:lnTo>
                  <a:pt x="205544" y="198528"/>
                </a:lnTo>
                <a:lnTo>
                  <a:pt x="199140" y="204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4521860" y="8249563"/>
            <a:ext cx="236220" cy="227965"/>
          </a:xfrm>
          <a:custGeom>
            <a:avLst/>
            <a:gdLst/>
            <a:ahLst/>
            <a:cxnLst/>
            <a:rect l="l" t="t" r="r" b="b"/>
            <a:pathLst>
              <a:path w="236219" h="227965">
                <a:moveTo>
                  <a:pt x="139436" y="227878"/>
                </a:moveTo>
                <a:lnTo>
                  <a:pt x="96011" y="227878"/>
                </a:lnTo>
                <a:lnTo>
                  <a:pt x="0" y="0"/>
                </a:lnTo>
                <a:lnTo>
                  <a:pt x="44619" y="0"/>
                </a:lnTo>
                <a:lnTo>
                  <a:pt x="119118" y="181267"/>
                </a:lnTo>
                <a:lnTo>
                  <a:pt x="193617" y="0"/>
                </a:lnTo>
                <a:lnTo>
                  <a:pt x="235846" y="0"/>
                </a:lnTo>
                <a:lnTo>
                  <a:pt x="139436" y="2278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4771651" y="8243985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114337" y="239033"/>
                </a:moveTo>
                <a:lnTo>
                  <a:pt x="68404" y="229995"/>
                </a:lnTo>
                <a:lnTo>
                  <a:pt x="32219" y="204971"/>
                </a:lnTo>
                <a:lnTo>
                  <a:pt x="8509" y="167099"/>
                </a:lnTo>
                <a:lnTo>
                  <a:pt x="0" y="119516"/>
                </a:lnTo>
                <a:lnTo>
                  <a:pt x="8509" y="71934"/>
                </a:lnTo>
                <a:lnTo>
                  <a:pt x="32219" y="34062"/>
                </a:lnTo>
                <a:lnTo>
                  <a:pt x="68404" y="9038"/>
                </a:lnTo>
                <a:lnTo>
                  <a:pt x="114337" y="0"/>
                </a:lnTo>
                <a:lnTo>
                  <a:pt x="160208" y="9038"/>
                </a:lnTo>
                <a:lnTo>
                  <a:pt x="196256" y="34062"/>
                </a:lnTo>
                <a:lnTo>
                  <a:pt x="196628" y="34659"/>
                </a:lnTo>
                <a:lnTo>
                  <a:pt x="114337" y="34659"/>
                </a:lnTo>
                <a:lnTo>
                  <a:pt x="86189" y="39758"/>
                </a:lnTo>
                <a:lnTo>
                  <a:pt x="63941" y="53932"/>
                </a:lnTo>
                <a:lnTo>
                  <a:pt x="48566" y="75501"/>
                </a:lnTo>
                <a:lnTo>
                  <a:pt x="41034" y="102784"/>
                </a:lnTo>
                <a:lnTo>
                  <a:pt x="225306" y="102784"/>
                </a:lnTo>
                <a:lnTo>
                  <a:pt x="228277" y="119516"/>
                </a:lnTo>
                <a:lnTo>
                  <a:pt x="228277" y="130671"/>
                </a:lnTo>
                <a:lnTo>
                  <a:pt x="227480" y="136249"/>
                </a:lnTo>
                <a:lnTo>
                  <a:pt x="41034" y="136249"/>
                </a:lnTo>
                <a:lnTo>
                  <a:pt x="48622" y="163364"/>
                </a:lnTo>
                <a:lnTo>
                  <a:pt x="64090" y="184952"/>
                </a:lnTo>
                <a:lnTo>
                  <a:pt x="86357" y="199219"/>
                </a:lnTo>
                <a:lnTo>
                  <a:pt x="114337" y="204373"/>
                </a:lnTo>
                <a:lnTo>
                  <a:pt x="199140" y="204373"/>
                </a:lnTo>
                <a:lnTo>
                  <a:pt x="182064" y="219960"/>
                </a:lnTo>
                <a:lnTo>
                  <a:pt x="151114" y="233997"/>
                </a:lnTo>
                <a:lnTo>
                  <a:pt x="114337" y="239033"/>
                </a:lnTo>
                <a:close/>
              </a:path>
              <a:path w="228600" h="239395">
                <a:moveTo>
                  <a:pt x="225306" y="102784"/>
                </a:moveTo>
                <a:lnTo>
                  <a:pt x="188039" y="102784"/>
                </a:lnTo>
                <a:lnTo>
                  <a:pt x="180277" y="75333"/>
                </a:lnTo>
                <a:lnTo>
                  <a:pt x="164783" y="53782"/>
                </a:lnTo>
                <a:lnTo>
                  <a:pt x="142492" y="39702"/>
                </a:lnTo>
                <a:lnTo>
                  <a:pt x="114337" y="34659"/>
                </a:lnTo>
                <a:lnTo>
                  <a:pt x="196628" y="34659"/>
                </a:lnTo>
                <a:lnTo>
                  <a:pt x="219830" y="71934"/>
                </a:lnTo>
                <a:lnTo>
                  <a:pt x="225306" y="102784"/>
                </a:lnTo>
                <a:close/>
              </a:path>
              <a:path w="228600" h="239395">
                <a:moveTo>
                  <a:pt x="199140" y="204373"/>
                </a:moveTo>
                <a:lnTo>
                  <a:pt x="114337" y="204373"/>
                </a:lnTo>
                <a:lnTo>
                  <a:pt x="136230" y="201840"/>
                </a:lnTo>
                <a:lnTo>
                  <a:pt x="154724" y="194862"/>
                </a:lnTo>
                <a:lnTo>
                  <a:pt x="168960" y="184373"/>
                </a:lnTo>
                <a:lnTo>
                  <a:pt x="178080" y="171307"/>
                </a:lnTo>
                <a:lnTo>
                  <a:pt x="219911" y="171307"/>
                </a:lnTo>
                <a:lnTo>
                  <a:pt x="205544" y="198528"/>
                </a:lnTo>
                <a:lnTo>
                  <a:pt x="199140" y="204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3385751" y="8913103"/>
            <a:ext cx="93644" cy="14093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3501971" y="8913103"/>
            <a:ext cx="93644" cy="14093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3659305" y="8947867"/>
            <a:ext cx="194523" cy="10643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3876335" y="8914978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3917062" y="8913036"/>
            <a:ext cx="120237" cy="14106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4112008" y="8899773"/>
            <a:ext cx="130418" cy="16739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4272972" y="8899773"/>
            <a:ext cx="156073" cy="16665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4530461" y="8914979"/>
            <a:ext cx="114935" cy="137795"/>
          </a:xfrm>
          <a:custGeom>
            <a:avLst/>
            <a:gdLst/>
            <a:ahLst/>
            <a:cxnLst/>
            <a:rect l="l" t="t" r="r" b="b"/>
            <a:pathLst>
              <a:path w="114934" h="137795">
                <a:moveTo>
                  <a:pt x="14133" y="137184"/>
                </a:moveTo>
                <a:lnTo>
                  <a:pt x="0" y="137184"/>
                </a:lnTo>
                <a:lnTo>
                  <a:pt x="49903" y="0"/>
                </a:lnTo>
                <a:lnTo>
                  <a:pt x="64439" y="0"/>
                </a:lnTo>
                <a:lnTo>
                  <a:pt x="70774" y="17415"/>
                </a:lnTo>
                <a:lnTo>
                  <a:pt x="56735" y="17415"/>
                </a:lnTo>
                <a:lnTo>
                  <a:pt x="32889" y="84400"/>
                </a:lnTo>
                <a:lnTo>
                  <a:pt x="95141" y="84400"/>
                </a:lnTo>
                <a:lnTo>
                  <a:pt x="99503" y="96390"/>
                </a:lnTo>
                <a:lnTo>
                  <a:pt x="28669" y="96390"/>
                </a:lnTo>
                <a:lnTo>
                  <a:pt x="14133" y="137184"/>
                </a:lnTo>
                <a:close/>
              </a:path>
              <a:path w="114934" h="137795">
                <a:moveTo>
                  <a:pt x="95141" y="84400"/>
                </a:moveTo>
                <a:lnTo>
                  <a:pt x="81386" y="84400"/>
                </a:lnTo>
                <a:lnTo>
                  <a:pt x="57606" y="17415"/>
                </a:lnTo>
                <a:lnTo>
                  <a:pt x="70774" y="17415"/>
                </a:lnTo>
                <a:lnTo>
                  <a:pt x="95141" y="84400"/>
                </a:lnTo>
                <a:close/>
              </a:path>
              <a:path w="114934" h="137795">
                <a:moveTo>
                  <a:pt x="114342" y="137184"/>
                </a:moveTo>
                <a:lnTo>
                  <a:pt x="100141" y="137184"/>
                </a:lnTo>
                <a:lnTo>
                  <a:pt x="85673" y="96390"/>
                </a:lnTo>
                <a:lnTo>
                  <a:pt x="99503" y="96390"/>
                </a:lnTo>
                <a:lnTo>
                  <a:pt x="114342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4662219" y="8914978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4697654" y="8947867"/>
            <a:ext cx="193250" cy="1064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4913412" y="8914978"/>
            <a:ext cx="79577" cy="13718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5015497" y="8947867"/>
            <a:ext cx="91299" cy="1064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5129302" y="8914978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28" y="137184"/>
                </a:moveTo>
                <a:lnTo>
                  <a:pt x="0" y="137184"/>
                </a:lnTo>
                <a:lnTo>
                  <a:pt x="0" y="0"/>
                </a:lnTo>
                <a:lnTo>
                  <a:pt x="12928" y="0"/>
                </a:lnTo>
                <a:lnTo>
                  <a:pt x="12928" y="137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5211051" y="8899974"/>
            <a:ext cx="141404" cy="16645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5378177" y="8899773"/>
            <a:ext cx="137988" cy="16665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3908" y="1806458"/>
            <a:ext cx="406400" cy="131445"/>
          </a:xfrm>
          <a:custGeom>
            <a:avLst/>
            <a:gdLst/>
            <a:ahLst/>
            <a:cxnLst/>
            <a:rect l="l" t="t" r="r" b="b"/>
            <a:pathLst>
              <a:path w="406400" h="131444">
                <a:moveTo>
                  <a:pt x="405864" y="72923"/>
                </a:moveTo>
                <a:lnTo>
                  <a:pt x="248233" y="72923"/>
                </a:lnTo>
                <a:lnTo>
                  <a:pt x="248233" y="0"/>
                </a:lnTo>
                <a:lnTo>
                  <a:pt x="174573" y="0"/>
                </a:lnTo>
                <a:lnTo>
                  <a:pt x="174573" y="72923"/>
                </a:lnTo>
                <a:lnTo>
                  <a:pt x="0" y="72923"/>
                </a:lnTo>
                <a:lnTo>
                  <a:pt x="0" y="131114"/>
                </a:lnTo>
                <a:lnTo>
                  <a:pt x="405864" y="131114"/>
                </a:lnTo>
                <a:lnTo>
                  <a:pt x="405864" y="7292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77451" y="1817507"/>
            <a:ext cx="167640" cy="471170"/>
          </a:xfrm>
          <a:custGeom>
            <a:avLst/>
            <a:gdLst/>
            <a:ahLst/>
            <a:cxnLst/>
            <a:rect l="l" t="t" r="r" b="b"/>
            <a:pathLst>
              <a:path w="167640" h="471169">
                <a:moveTo>
                  <a:pt x="95020" y="470685"/>
                </a:moveTo>
                <a:lnTo>
                  <a:pt x="167207" y="470685"/>
                </a:lnTo>
                <a:lnTo>
                  <a:pt x="167207" y="0"/>
                </a:lnTo>
                <a:lnTo>
                  <a:pt x="95020" y="0"/>
                </a:lnTo>
                <a:lnTo>
                  <a:pt x="95020" y="142163"/>
                </a:lnTo>
                <a:lnTo>
                  <a:pt x="0" y="142163"/>
                </a:lnTo>
                <a:lnTo>
                  <a:pt x="0" y="204037"/>
                </a:lnTo>
                <a:lnTo>
                  <a:pt x="95020" y="204037"/>
                </a:lnTo>
                <a:lnTo>
                  <a:pt x="95020" y="289482"/>
                </a:lnTo>
                <a:lnTo>
                  <a:pt x="0" y="289482"/>
                </a:lnTo>
                <a:lnTo>
                  <a:pt x="0" y="351356"/>
                </a:lnTo>
                <a:lnTo>
                  <a:pt x="95020" y="351356"/>
                </a:lnTo>
                <a:lnTo>
                  <a:pt x="95020" y="47068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82636" y="1975139"/>
            <a:ext cx="365125" cy="255270"/>
          </a:xfrm>
          <a:custGeom>
            <a:avLst/>
            <a:gdLst/>
            <a:ahLst/>
            <a:cxnLst/>
            <a:rect l="l" t="t" r="r" b="b"/>
            <a:pathLst>
              <a:path w="365125" h="255269">
                <a:moveTo>
                  <a:pt x="182676" y="254862"/>
                </a:moveTo>
                <a:lnTo>
                  <a:pt x="241197" y="249529"/>
                </a:lnTo>
                <a:lnTo>
                  <a:pt x="291268" y="233766"/>
                </a:lnTo>
                <a:lnTo>
                  <a:pt x="330272" y="207926"/>
                </a:lnTo>
                <a:lnTo>
                  <a:pt x="355593" y="172363"/>
                </a:lnTo>
                <a:lnTo>
                  <a:pt x="364615" y="127431"/>
                </a:lnTo>
                <a:lnTo>
                  <a:pt x="355593" y="82781"/>
                </a:lnTo>
                <a:lnTo>
                  <a:pt x="330272" y="47254"/>
                </a:lnTo>
                <a:lnTo>
                  <a:pt x="291268" y="21308"/>
                </a:lnTo>
                <a:lnTo>
                  <a:pt x="241197" y="5403"/>
                </a:lnTo>
                <a:lnTo>
                  <a:pt x="182676" y="0"/>
                </a:lnTo>
                <a:lnTo>
                  <a:pt x="124078" y="5403"/>
                </a:lnTo>
                <a:lnTo>
                  <a:pt x="73824" y="21308"/>
                </a:lnTo>
                <a:lnTo>
                  <a:pt x="34602" y="47254"/>
                </a:lnTo>
                <a:lnTo>
                  <a:pt x="9098" y="82781"/>
                </a:lnTo>
                <a:lnTo>
                  <a:pt x="0" y="127431"/>
                </a:lnTo>
                <a:lnTo>
                  <a:pt x="9098" y="172363"/>
                </a:lnTo>
                <a:lnTo>
                  <a:pt x="34602" y="207926"/>
                </a:lnTo>
                <a:lnTo>
                  <a:pt x="73824" y="233766"/>
                </a:lnTo>
                <a:lnTo>
                  <a:pt x="124078" y="249529"/>
                </a:lnTo>
                <a:lnTo>
                  <a:pt x="182676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5246" y="2023754"/>
            <a:ext cx="239393" cy="158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09153" y="2259465"/>
            <a:ext cx="550545" cy="179070"/>
          </a:xfrm>
          <a:custGeom>
            <a:avLst/>
            <a:gdLst/>
            <a:ahLst/>
            <a:cxnLst/>
            <a:rect l="l" t="t" r="r" b="b"/>
            <a:pathLst>
              <a:path w="550545" h="179069">
                <a:moveTo>
                  <a:pt x="73659" y="114172"/>
                </a:moveTo>
                <a:lnTo>
                  <a:pt x="73659" y="0"/>
                </a:lnTo>
                <a:lnTo>
                  <a:pt x="0" y="0"/>
                </a:lnTo>
                <a:lnTo>
                  <a:pt x="0" y="178993"/>
                </a:lnTo>
                <a:lnTo>
                  <a:pt x="550237" y="178993"/>
                </a:lnTo>
                <a:lnTo>
                  <a:pt x="550237" y="114172"/>
                </a:lnTo>
                <a:lnTo>
                  <a:pt x="73659" y="11417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75186" y="1817507"/>
            <a:ext cx="73025" cy="307975"/>
          </a:xfrm>
          <a:custGeom>
            <a:avLst/>
            <a:gdLst/>
            <a:ahLst/>
            <a:cxnLst/>
            <a:rect l="l" t="t" r="r" b="b"/>
            <a:pathLst>
              <a:path w="73025" h="307975">
                <a:moveTo>
                  <a:pt x="72923" y="0"/>
                </a:moveTo>
                <a:lnTo>
                  <a:pt x="0" y="0"/>
                </a:lnTo>
                <a:lnTo>
                  <a:pt x="0" y="307897"/>
                </a:lnTo>
                <a:lnTo>
                  <a:pt x="72923" y="307897"/>
                </a:lnTo>
                <a:lnTo>
                  <a:pt x="729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70617" y="1823400"/>
            <a:ext cx="443865" cy="296545"/>
          </a:xfrm>
          <a:custGeom>
            <a:avLst/>
            <a:gdLst/>
            <a:ahLst/>
            <a:cxnLst/>
            <a:rect l="l" t="t" r="r" b="b"/>
            <a:pathLst>
              <a:path w="443865" h="296544">
                <a:moveTo>
                  <a:pt x="212139" y="175310"/>
                </a:moveTo>
                <a:lnTo>
                  <a:pt x="408074" y="285799"/>
                </a:lnTo>
                <a:lnTo>
                  <a:pt x="443431" y="230554"/>
                </a:lnTo>
                <a:lnTo>
                  <a:pt x="243813" y="120801"/>
                </a:lnTo>
                <a:lnTo>
                  <a:pt x="254022" y="93501"/>
                </a:lnTo>
                <a:lnTo>
                  <a:pt x="261399" y="64820"/>
                </a:lnTo>
                <a:lnTo>
                  <a:pt x="265876" y="35034"/>
                </a:lnTo>
                <a:lnTo>
                  <a:pt x="267384" y="4419"/>
                </a:lnTo>
                <a:lnTo>
                  <a:pt x="194461" y="0"/>
                </a:lnTo>
                <a:lnTo>
                  <a:pt x="189719" y="47640"/>
                </a:lnTo>
                <a:lnTo>
                  <a:pt x="176461" y="92046"/>
                </a:lnTo>
                <a:lnTo>
                  <a:pt x="155187" y="132239"/>
                </a:lnTo>
                <a:lnTo>
                  <a:pt x="126402" y="167239"/>
                </a:lnTo>
                <a:lnTo>
                  <a:pt x="90607" y="196067"/>
                </a:lnTo>
                <a:lnTo>
                  <a:pt x="48306" y="217744"/>
                </a:lnTo>
                <a:lnTo>
                  <a:pt x="0" y="231291"/>
                </a:lnTo>
                <a:lnTo>
                  <a:pt x="0" y="296111"/>
                </a:lnTo>
                <a:lnTo>
                  <a:pt x="52610" y="285174"/>
                </a:lnTo>
                <a:lnTo>
                  <a:pt x="100554" y="266954"/>
                </a:lnTo>
                <a:lnTo>
                  <a:pt x="143406" y="242122"/>
                </a:lnTo>
                <a:lnTo>
                  <a:pt x="180743" y="211350"/>
                </a:lnTo>
                <a:lnTo>
                  <a:pt x="212139" y="1753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4077" y="2160025"/>
            <a:ext cx="549910" cy="278765"/>
          </a:xfrm>
          <a:custGeom>
            <a:avLst/>
            <a:gdLst/>
            <a:ahLst/>
            <a:cxnLst/>
            <a:rect l="l" t="t" r="r" b="b"/>
            <a:pathLst>
              <a:path w="549909" h="278764">
                <a:moveTo>
                  <a:pt x="73659" y="220979"/>
                </a:moveTo>
                <a:lnTo>
                  <a:pt x="73659" y="166470"/>
                </a:lnTo>
                <a:lnTo>
                  <a:pt x="534032" y="166470"/>
                </a:lnTo>
                <a:lnTo>
                  <a:pt x="534032" y="0"/>
                </a:lnTo>
                <a:lnTo>
                  <a:pt x="0" y="0"/>
                </a:lnTo>
                <a:lnTo>
                  <a:pt x="0" y="57454"/>
                </a:lnTo>
                <a:lnTo>
                  <a:pt x="461846" y="57454"/>
                </a:lnTo>
                <a:lnTo>
                  <a:pt x="461846" y="111962"/>
                </a:lnTo>
                <a:lnTo>
                  <a:pt x="1473" y="111962"/>
                </a:lnTo>
                <a:lnTo>
                  <a:pt x="1473" y="278433"/>
                </a:lnTo>
                <a:lnTo>
                  <a:pt x="549501" y="278433"/>
                </a:lnTo>
                <a:lnTo>
                  <a:pt x="549501" y="220979"/>
                </a:lnTo>
                <a:lnTo>
                  <a:pt x="73659" y="2209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89848" y="1817507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05167" y="1840342"/>
            <a:ext cx="349250" cy="567690"/>
          </a:xfrm>
          <a:custGeom>
            <a:avLst/>
            <a:gdLst/>
            <a:ahLst/>
            <a:cxnLst/>
            <a:rect l="l" t="t" r="r" b="b"/>
            <a:pathLst>
              <a:path w="349250" h="567689">
                <a:moveTo>
                  <a:pt x="0" y="567179"/>
                </a:moveTo>
                <a:lnTo>
                  <a:pt x="48172" y="564310"/>
                </a:lnTo>
                <a:lnTo>
                  <a:pt x="93324" y="555841"/>
                </a:lnTo>
                <a:lnTo>
                  <a:pt x="135309" y="541977"/>
                </a:lnTo>
                <a:lnTo>
                  <a:pt x="173983" y="522923"/>
                </a:lnTo>
                <a:lnTo>
                  <a:pt x="209200" y="498884"/>
                </a:lnTo>
                <a:lnTo>
                  <a:pt x="240817" y="470065"/>
                </a:lnTo>
                <a:lnTo>
                  <a:pt x="268689" y="436672"/>
                </a:lnTo>
                <a:lnTo>
                  <a:pt x="292670" y="398909"/>
                </a:lnTo>
                <a:lnTo>
                  <a:pt x="312615" y="356982"/>
                </a:lnTo>
                <a:lnTo>
                  <a:pt x="328380" y="311097"/>
                </a:lnTo>
                <a:lnTo>
                  <a:pt x="339820" y="261458"/>
                </a:lnTo>
                <a:lnTo>
                  <a:pt x="346791" y="208270"/>
                </a:lnTo>
                <a:lnTo>
                  <a:pt x="349146" y="151738"/>
                </a:lnTo>
                <a:lnTo>
                  <a:pt x="349146" y="0"/>
                </a:lnTo>
                <a:lnTo>
                  <a:pt x="0" y="0"/>
                </a:lnTo>
                <a:lnTo>
                  <a:pt x="0" y="67030"/>
                </a:lnTo>
                <a:lnTo>
                  <a:pt x="274750" y="67030"/>
                </a:lnTo>
                <a:lnTo>
                  <a:pt x="274750" y="153212"/>
                </a:lnTo>
                <a:lnTo>
                  <a:pt x="272219" y="208707"/>
                </a:lnTo>
                <a:lnTo>
                  <a:pt x="264731" y="260118"/>
                </a:lnTo>
                <a:lnTo>
                  <a:pt x="252441" y="307196"/>
                </a:lnTo>
                <a:lnTo>
                  <a:pt x="235506" y="349692"/>
                </a:lnTo>
                <a:lnTo>
                  <a:pt x="214082" y="387356"/>
                </a:lnTo>
                <a:lnTo>
                  <a:pt x="188324" y="419940"/>
                </a:lnTo>
                <a:lnTo>
                  <a:pt x="158389" y="447195"/>
                </a:lnTo>
                <a:lnTo>
                  <a:pt x="124433" y="468871"/>
                </a:lnTo>
                <a:lnTo>
                  <a:pt x="86612" y="484720"/>
                </a:lnTo>
                <a:lnTo>
                  <a:pt x="45082" y="494492"/>
                </a:lnTo>
                <a:lnTo>
                  <a:pt x="0" y="497939"/>
                </a:lnTo>
                <a:lnTo>
                  <a:pt x="0" y="5671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90202" y="1817507"/>
            <a:ext cx="586740" cy="323215"/>
          </a:xfrm>
          <a:custGeom>
            <a:avLst/>
            <a:gdLst/>
            <a:ahLst/>
            <a:cxnLst/>
            <a:rect l="l" t="t" r="r" b="b"/>
            <a:pathLst>
              <a:path w="586740" h="323214">
                <a:moveTo>
                  <a:pt x="513407" y="0"/>
                </a:moveTo>
                <a:lnTo>
                  <a:pt x="513407" y="125958"/>
                </a:lnTo>
                <a:lnTo>
                  <a:pt x="383766" y="125958"/>
                </a:lnTo>
                <a:lnTo>
                  <a:pt x="367049" y="86187"/>
                </a:lnTo>
                <a:lnTo>
                  <a:pt x="338769" y="53347"/>
                </a:lnTo>
                <a:lnTo>
                  <a:pt x="299918" y="28532"/>
                </a:lnTo>
                <a:lnTo>
                  <a:pt x="251485" y="12840"/>
                </a:lnTo>
                <a:lnTo>
                  <a:pt x="194461" y="7365"/>
                </a:lnTo>
                <a:lnTo>
                  <a:pt x="138623" y="12535"/>
                </a:lnTo>
                <a:lnTo>
                  <a:pt x="91010" y="27363"/>
                </a:lnTo>
                <a:lnTo>
                  <a:pt x="52482" y="50825"/>
                </a:lnTo>
                <a:lnTo>
                  <a:pt x="23898" y="81898"/>
                </a:lnTo>
                <a:lnTo>
                  <a:pt x="6117" y="119560"/>
                </a:lnTo>
                <a:lnTo>
                  <a:pt x="0" y="162787"/>
                </a:lnTo>
                <a:lnTo>
                  <a:pt x="6117" y="206015"/>
                </a:lnTo>
                <a:lnTo>
                  <a:pt x="23898" y="243677"/>
                </a:lnTo>
                <a:lnTo>
                  <a:pt x="52482" y="274750"/>
                </a:lnTo>
                <a:lnTo>
                  <a:pt x="91010" y="298212"/>
                </a:lnTo>
                <a:lnTo>
                  <a:pt x="138623" y="313040"/>
                </a:lnTo>
                <a:lnTo>
                  <a:pt x="194461" y="318209"/>
                </a:lnTo>
                <a:lnTo>
                  <a:pt x="252982" y="312405"/>
                </a:lnTo>
                <a:lnTo>
                  <a:pt x="302346" y="295817"/>
                </a:lnTo>
                <a:lnTo>
                  <a:pt x="341527" y="269682"/>
                </a:lnTo>
                <a:lnTo>
                  <a:pt x="369500" y="235239"/>
                </a:lnTo>
                <a:lnTo>
                  <a:pt x="385240" y="193724"/>
                </a:lnTo>
                <a:lnTo>
                  <a:pt x="513407" y="193724"/>
                </a:lnTo>
                <a:lnTo>
                  <a:pt x="513407" y="322629"/>
                </a:lnTo>
                <a:lnTo>
                  <a:pt x="586331" y="322629"/>
                </a:lnTo>
                <a:lnTo>
                  <a:pt x="586331" y="0"/>
                </a:lnTo>
                <a:lnTo>
                  <a:pt x="51340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63126" y="1885274"/>
            <a:ext cx="242570" cy="190500"/>
          </a:xfrm>
          <a:custGeom>
            <a:avLst/>
            <a:gdLst/>
            <a:ahLst/>
            <a:cxnLst/>
            <a:rect l="l" t="t" r="r" b="b"/>
            <a:pathLst>
              <a:path w="242570" h="190500">
                <a:moveTo>
                  <a:pt x="121538" y="190041"/>
                </a:moveTo>
                <a:lnTo>
                  <a:pt x="72094" y="183481"/>
                </a:lnTo>
                <a:lnTo>
                  <a:pt x="33699" y="164629"/>
                </a:lnTo>
                <a:lnTo>
                  <a:pt x="8839" y="134728"/>
                </a:lnTo>
                <a:lnTo>
                  <a:pt x="0" y="95020"/>
                </a:lnTo>
                <a:lnTo>
                  <a:pt x="8839" y="55313"/>
                </a:lnTo>
                <a:lnTo>
                  <a:pt x="33699" y="25412"/>
                </a:lnTo>
                <a:lnTo>
                  <a:pt x="72094" y="6560"/>
                </a:lnTo>
                <a:lnTo>
                  <a:pt x="121538" y="0"/>
                </a:lnTo>
                <a:lnTo>
                  <a:pt x="170867" y="6560"/>
                </a:lnTo>
                <a:lnTo>
                  <a:pt x="209009" y="25412"/>
                </a:lnTo>
                <a:lnTo>
                  <a:pt x="233616" y="55313"/>
                </a:lnTo>
                <a:lnTo>
                  <a:pt x="242340" y="95020"/>
                </a:lnTo>
                <a:lnTo>
                  <a:pt x="233616" y="134728"/>
                </a:lnTo>
                <a:lnTo>
                  <a:pt x="209009" y="164629"/>
                </a:lnTo>
                <a:lnTo>
                  <a:pt x="170867" y="183481"/>
                </a:lnTo>
                <a:lnTo>
                  <a:pt x="121538" y="19004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248394" y="2174757"/>
            <a:ext cx="528320" cy="264160"/>
          </a:xfrm>
          <a:custGeom>
            <a:avLst/>
            <a:gdLst/>
            <a:ahLst/>
            <a:cxnLst/>
            <a:rect l="l" t="t" r="r" b="b"/>
            <a:pathLst>
              <a:path w="528320" h="264160">
                <a:moveTo>
                  <a:pt x="455953" y="66293"/>
                </a:moveTo>
                <a:lnTo>
                  <a:pt x="71449" y="66293"/>
                </a:lnTo>
                <a:lnTo>
                  <a:pt x="71449" y="0"/>
                </a:lnTo>
                <a:lnTo>
                  <a:pt x="0" y="0"/>
                </a:lnTo>
                <a:lnTo>
                  <a:pt x="0" y="263701"/>
                </a:lnTo>
                <a:lnTo>
                  <a:pt x="528139" y="263701"/>
                </a:lnTo>
                <a:lnTo>
                  <a:pt x="528139" y="0"/>
                </a:lnTo>
                <a:lnTo>
                  <a:pt x="455953" y="0"/>
                </a:lnTo>
                <a:lnTo>
                  <a:pt x="455953" y="6629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319844" y="2299242"/>
            <a:ext cx="384810" cy="80010"/>
          </a:xfrm>
          <a:custGeom>
            <a:avLst/>
            <a:gdLst/>
            <a:ahLst/>
            <a:cxnLst/>
            <a:rect l="l" t="t" r="r" b="b"/>
            <a:pathLst>
              <a:path w="384809" h="80010">
                <a:moveTo>
                  <a:pt x="0" y="79552"/>
                </a:moveTo>
                <a:lnTo>
                  <a:pt x="0" y="0"/>
                </a:lnTo>
                <a:lnTo>
                  <a:pt x="384503" y="0"/>
                </a:lnTo>
                <a:lnTo>
                  <a:pt x="384503" y="79552"/>
                </a:lnTo>
                <a:lnTo>
                  <a:pt x="0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595587" y="1817507"/>
            <a:ext cx="161925" cy="629285"/>
          </a:xfrm>
          <a:custGeom>
            <a:avLst/>
            <a:gdLst/>
            <a:ahLst/>
            <a:cxnLst/>
            <a:rect l="l" t="t" r="r" b="b"/>
            <a:pathLst>
              <a:path w="161925" h="629285">
                <a:moveTo>
                  <a:pt x="161314" y="254862"/>
                </a:moveTo>
                <a:lnTo>
                  <a:pt x="72923" y="254862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24839"/>
                </a:lnTo>
                <a:lnTo>
                  <a:pt x="161314" y="324839"/>
                </a:lnTo>
                <a:lnTo>
                  <a:pt x="161314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104277" y="1832976"/>
            <a:ext cx="440055" cy="576580"/>
          </a:xfrm>
          <a:custGeom>
            <a:avLst/>
            <a:gdLst/>
            <a:ahLst/>
            <a:cxnLst/>
            <a:rect l="l" t="t" r="r" b="b"/>
            <a:pathLst>
              <a:path w="440054" h="576580">
                <a:moveTo>
                  <a:pt x="266648" y="2946"/>
                </a:moveTo>
                <a:lnTo>
                  <a:pt x="192251" y="0"/>
                </a:lnTo>
                <a:lnTo>
                  <a:pt x="190719" y="65054"/>
                </a:lnTo>
                <a:lnTo>
                  <a:pt x="186502" y="127649"/>
                </a:lnTo>
                <a:lnTo>
                  <a:pt x="179614" y="187256"/>
                </a:lnTo>
                <a:lnTo>
                  <a:pt x="170072" y="243349"/>
                </a:lnTo>
                <a:lnTo>
                  <a:pt x="157890" y="295401"/>
                </a:lnTo>
                <a:lnTo>
                  <a:pt x="143083" y="342885"/>
                </a:lnTo>
                <a:lnTo>
                  <a:pt x="125669" y="385275"/>
                </a:lnTo>
                <a:lnTo>
                  <a:pt x="105660" y="422042"/>
                </a:lnTo>
                <a:lnTo>
                  <a:pt x="57925" y="476605"/>
                </a:lnTo>
                <a:lnTo>
                  <a:pt x="0" y="502359"/>
                </a:lnTo>
                <a:lnTo>
                  <a:pt x="0" y="576018"/>
                </a:lnTo>
                <a:lnTo>
                  <a:pt x="40607" y="568362"/>
                </a:lnTo>
                <a:lnTo>
                  <a:pt x="78354" y="551932"/>
                </a:lnTo>
                <a:lnTo>
                  <a:pt x="113085" y="527061"/>
                </a:lnTo>
                <a:lnTo>
                  <a:pt x="144647" y="494086"/>
                </a:lnTo>
                <a:lnTo>
                  <a:pt x="172885" y="453342"/>
                </a:lnTo>
                <a:lnTo>
                  <a:pt x="197644" y="405162"/>
                </a:lnTo>
                <a:lnTo>
                  <a:pt x="218769" y="349883"/>
                </a:lnTo>
                <a:lnTo>
                  <a:pt x="380820" y="574545"/>
                </a:lnTo>
                <a:lnTo>
                  <a:pt x="439748" y="532559"/>
                </a:lnTo>
                <a:lnTo>
                  <a:pt x="241603" y="264438"/>
                </a:lnTo>
                <a:lnTo>
                  <a:pt x="250360" y="217514"/>
                </a:lnTo>
                <a:lnTo>
                  <a:pt x="257207" y="167832"/>
                </a:lnTo>
                <a:lnTo>
                  <a:pt x="262181" y="115463"/>
                </a:lnTo>
                <a:lnTo>
                  <a:pt x="265316" y="60477"/>
                </a:lnTo>
                <a:lnTo>
                  <a:pt x="266648" y="294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343969" y="1817507"/>
            <a:ext cx="68580" cy="629285"/>
          </a:xfrm>
          <a:custGeom>
            <a:avLst/>
            <a:gdLst/>
            <a:ahLst/>
            <a:cxnLst/>
            <a:rect l="l" t="t" r="r" b="b"/>
            <a:pathLst>
              <a:path w="68579" h="629285">
                <a:moveTo>
                  <a:pt x="0" y="0"/>
                </a:moveTo>
                <a:lnTo>
                  <a:pt x="0" y="629053"/>
                </a:lnTo>
                <a:lnTo>
                  <a:pt x="68503" y="629053"/>
                </a:lnTo>
                <a:lnTo>
                  <a:pt x="6850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109731" y="1821190"/>
            <a:ext cx="151765" cy="614680"/>
          </a:xfrm>
          <a:custGeom>
            <a:avLst/>
            <a:gdLst/>
            <a:ahLst/>
            <a:cxnLst/>
            <a:rect l="l" t="t" r="r" b="b"/>
            <a:pathLst>
              <a:path w="151765" h="614680">
                <a:moveTo>
                  <a:pt x="83235" y="143636"/>
                </a:moveTo>
                <a:lnTo>
                  <a:pt x="0" y="143636"/>
                </a:lnTo>
                <a:lnTo>
                  <a:pt x="0" y="210666"/>
                </a:lnTo>
                <a:lnTo>
                  <a:pt x="83235" y="210666"/>
                </a:lnTo>
                <a:lnTo>
                  <a:pt x="83235" y="326312"/>
                </a:lnTo>
                <a:lnTo>
                  <a:pt x="0" y="326312"/>
                </a:lnTo>
                <a:lnTo>
                  <a:pt x="0" y="393342"/>
                </a:lnTo>
                <a:lnTo>
                  <a:pt x="83235" y="393342"/>
                </a:lnTo>
                <a:lnTo>
                  <a:pt x="83235" y="614321"/>
                </a:lnTo>
                <a:lnTo>
                  <a:pt x="151738" y="614321"/>
                </a:lnTo>
                <a:lnTo>
                  <a:pt x="151738" y="0"/>
                </a:lnTo>
                <a:lnTo>
                  <a:pt x="83235" y="0"/>
                </a:lnTo>
                <a:lnTo>
                  <a:pt x="83235" y="14363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826878" y="1840342"/>
            <a:ext cx="306705" cy="568960"/>
          </a:xfrm>
          <a:custGeom>
            <a:avLst/>
            <a:gdLst/>
            <a:ahLst/>
            <a:cxnLst/>
            <a:rect l="l" t="t" r="r" b="b"/>
            <a:pathLst>
              <a:path w="306704" h="568960">
                <a:moveTo>
                  <a:pt x="67766" y="503832"/>
                </a:moveTo>
                <a:lnTo>
                  <a:pt x="67766" y="311580"/>
                </a:lnTo>
                <a:lnTo>
                  <a:pt x="243813" y="311580"/>
                </a:lnTo>
                <a:lnTo>
                  <a:pt x="243813" y="0"/>
                </a:lnTo>
                <a:lnTo>
                  <a:pt x="0" y="0"/>
                </a:lnTo>
                <a:lnTo>
                  <a:pt x="0" y="64820"/>
                </a:lnTo>
                <a:lnTo>
                  <a:pt x="176046" y="64820"/>
                </a:lnTo>
                <a:lnTo>
                  <a:pt x="176046" y="246759"/>
                </a:lnTo>
                <a:lnTo>
                  <a:pt x="0" y="246759"/>
                </a:lnTo>
                <a:lnTo>
                  <a:pt x="0" y="568652"/>
                </a:lnTo>
                <a:lnTo>
                  <a:pt x="120801" y="568652"/>
                </a:lnTo>
                <a:lnTo>
                  <a:pt x="176944" y="566753"/>
                </a:lnTo>
                <a:lnTo>
                  <a:pt x="227424" y="561194"/>
                </a:lnTo>
                <a:lnTo>
                  <a:pt x="270998" y="552182"/>
                </a:lnTo>
                <a:lnTo>
                  <a:pt x="306424" y="539925"/>
                </a:lnTo>
                <a:lnTo>
                  <a:pt x="306424" y="474368"/>
                </a:lnTo>
                <a:lnTo>
                  <a:pt x="269088" y="487362"/>
                </a:lnTo>
                <a:lnTo>
                  <a:pt x="226503" y="496558"/>
                </a:lnTo>
                <a:lnTo>
                  <a:pt x="178394" y="502025"/>
                </a:lnTo>
                <a:lnTo>
                  <a:pt x="124484" y="503832"/>
                </a:lnTo>
                <a:lnTo>
                  <a:pt x="67766" y="50383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53908" y="1806458"/>
            <a:ext cx="605790" cy="632460"/>
          </a:xfrm>
          <a:custGeom>
            <a:avLst/>
            <a:gdLst/>
            <a:ahLst/>
            <a:cxnLst/>
            <a:rect l="l" t="t" r="r" b="b"/>
            <a:pathLst>
              <a:path w="605790" h="632460">
                <a:moveTo>
                  <a:pt x="248233" y="72923"/>
                </a:moveTo>
                <a:lnTo>
                  <a:pt x="174573" y="72923"/>
                </a:lnTo>
                <a:lnTo>
                  <a:pt x="174573" y="0"/>
                </a:lnTo>
                <a:lnTo>
                  <a:pt x="248233" y="0"/>
                </a:lnTo>
                <a:lnTo>
                  <a:pt x="248233" y="72923"/>
                </a:lnTo>
                <a:close/>
              </a:path>
              <a:path w="605790" h="632460">
                <a:moveTo>
                  <a:pt x="405864" y="131114"/>
                </a:moveTo>
                <a:lnTo>
                  <a:pt x="0" y="131114"/>
                </a:lnTo>
                <a:lnTo>
                  <a:pt x="0" y="72923"/>
                </a:lnTo>
                <a:lnTo>
                  <a:pt x="405864" y="72923"/>
                </a:lnTo>
                <a:lnTo>
                  <a:pt x="405864" y="131114"/>
                </a:lnTo>
                <a:close/>
              </a:path>
              <a:path w="605790" h="632460">
                <a:moveTo>
                  <a:pt x="590750" y="481734"/>
                </a:moveTo>
                <a:lnTo>
                  <a:pt x="518564" y="481734"/>
                </a:lnTo>
                <a:lnTo>
                  <a:pt x="518564" y="362405"/>
                </a:lnTo>
                <a:lnTo>
                  <a:pt x="423543" y="362405"/>
                </a:lnTo>
                <a:lnTo>
                  <a:pt x="423543" y="300531"/>
                </a:lnTo>
                <a:lnTo>
                  <a:pt x="518564" y="300531"/>
                </a:lnTo>
                <a:lnTo>
                  <a:pt x="518564" y="215086"/>
                </a:lnTo>
                <a:lnTo>
                  <a:pt x="423543" y="215086"/>
                </a:lnTo>
                <a:lnTo>
                  <a:pt x="423543" y="153212"/>
                </a:lnTo>
                <a:lnTo>
                  <a:pt x="518564" y="153212"/>
                </a:lnTo>
                <a:lnTo>
                  <a:pt x="518564" y="11048"/>
                </a:lnTo>
                <a:lnTo>
                  <a:pt x="590750" y="11048"/>
                </a:lnTo>
                <a:lnTo>
                  <a:pt x="590750" y="481734"/>
                </a:lnTo>
                <a:close/>
              </a:path>
              <a:path w="605790" h="632460">
                <a:moveTo>
                  <a:pt x="211403" y="423543"/>
                </a:moveTo>
                <a:lnTo>
                  <a:pt x="152805" y="418210"/>
                </a:lnTo>
                <a:lnTo>
                  <a:pt x="102551" y="402447"/>
                </a:lnTo>
                <a:lnTo>
                  <a:pt x="63329" y="376607"/>
                </a:lnTo>
                <a:lnTo>
                  <a:pt x="37825" y="341044"/>
                </a:lnTo>
                <a:lnTo>
                  <a:pt x="28727" y="296111"/>
                </a:lnTo>
                <a:lnTo>
                  <a:pt x="37825" y="251462"/>
                </a:lnTo>
                <a:lnTo>
                  <a:pt x="63329" y="215934"/>
                </a:lnTo>
                <a:lnTo>
                  <a:pt x="102551" y="189988"/>
                </a:lnTo>
                <a:lnTo>
                  <a:pt x="152805" y="174084"/>
                </a:lnTo>
                <a:lnTo>
                  <a:pt x="211403" y="168680"/>
                </a:lnTo>
                <a:lnTo>
                  <a:pt x="269924" y="174084"/>
                </a:lnTo>
                <a:lnTo>
                  <a:pt x="319995" y="189988"/>
                </a:lnTo>
                <a:lnTo>
                  <a:pt x="358999" y="215934"/>
                </a:lnTo>
                <a:lnTo>
                  <a:pt x="365219" y="224662"/>
                </a:lnTo>
                <a:lnTo>
                  <a:pt x="211403" y="224662"/>
                </a:lnTo>
                <a:lnTo>
                  <a:pt x="163961" y="230128"/>
                </a:lnTo>
                <a:lnTo>
                  <a:pt x="128536" y="245194"/>
                </a:lnTo>
                <a:lnTo>
                  <a:pt x="106369" y="267856"/>
                </a:lnTo>
                <a:lnTo>
                  <a:pt x="98703" y="296111"/>
                </a:lnTo>
                <a:lnTo>
                  <a:pt x="106369" y="324793"/>
                </a:lnTo>
                <a:lnTo>
                  <a:pt x="128536" y="347673"/>
                </a:lnTo>
                <a:lnTo>
                  <a:pt x="163961" y="362819"/>
                </a:lnTo>
                <a:lnTo>
                  <a:pt x="211403" y="368298"/>
                </a:lnTo>
                <a:lnTo>
                  <a:pt x="364915" y="368298"/>
                </a:lnTo>
                <a:lnTo>
                  <a:pt x="358999" y="376607"/>
                </a:lnTo>
                <a:lnTo>
                  <a:pt x="319995" y="402447"/>
                </a:lnTo>
                <a:lnTo>
                  <a:pt x="269924" y="418210"/>
                </a:lnTo>
                <a:lnTo>
                  <a:pt x="211403" y="423543"/>
                </a:lnTo>
                <a:close/>
              </a:path>
              <a:path w="605790" h="632460">
                <a:moveTo>
                  <a:pt x="364915" y="368298"/>
                </a:moveTo>
                <a:lnTo>
                  <a:pt x="211403" y="368298"/>
                </a:lnTo>
                <a:lnTo>
                  <a:pt x="258418" y="362819"/>
                </a:lnTo>
                <a:lnTo>
                  <a:pt x="293625" y="347673"/>
                </a:lnTo>
                <a:lnTo>
                  <a:pt x="315712" y="324793"/>
                </a:lnTo>
                <a:lnTo>
                  <a:pt x="323366" y="296111"/>
                </a:lnTo>
                <a:lnTo>
                  <a:pt x="315712" y="267856"/>
                </a:lnTo>
                <a:lnTo>
                  <a:pt x="293625" y="245194"/>
                </a:lnTo>
                <a:lnTo>
                  <a:pt x="258418" y="230128"/>
                </a:lnTo>
                <a:lnTo>
                  <a:pt x="211403" y="224662"/>
                </a:lnTo>
                <a:lnTo>
                  <a:pt x="365219" y="224662"/>
                </a:lnTo>
                <a:lnTo>
                  <a:pt x="384320" y="251462"/>
                </a:lnTo>
                <a:lnTo>
                  <a:pt x="393342" y="296111"/>
                </a:lnTo>
                <a:lnTo>
                  <a:pt x="384320" y="341044"/>
                </a:lnTo>
                <a:lnTo>
                  <a:pt x="364915" y="368298"/>
                </a:lnTo>
                <a:close/>
              </a:path>
              <a:path w="605790" h="632460">
                <a:moveTo>
                  <a:pt x="605482" y="632000"/>
                </a:moveTo>
                <a:lnTo>
                  <a:pt x="55244" y="632000"/>
                </a:lnTo>
                <a:lnTo>
                  <a:pt x="55244" y="453007"/>
                </a:lnTo>
                <a:lnTo>
                  <a:pt x="128904" y="453007"/>
                </a:lnTo>
                <a:lnTo>
                  <a:pt x="128904" y="567179"/>
                </a:lnTo>
                <a:lnTo>
                  <a:pt x="605482" y="567179"/>
                </a:lnTo>
                <a:lnTo>
                  <a:pt x="605482" y="632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53908" y="1806458"/>
            <a:ext cx="406400" cy="131445"/>
          </a:xfrm>
          <a:custGeom>
            <a:avLst/>
            <a:gdLst/>
            <a:ahLst/>
            <a:cxnLst/>
            <a:rect l="l" t="t" r="r" b="b"/>
            <a:pathLst>
              <a:path w="406400" h="131444">
                <a:moveTo>
                  <a:pt x="405864" y="72923"/>
                </a:moveTo>
                <a:lnTo>
                  <a:pt x="248233" y="72923"/>
                </a:lnTo>
                <a:lnTo>
                  <a:pt x="248233" y="0"/>
                </a:lnTo>
                <a:lnTo>
                  <a:pt x="174573" y="0"/>
                </a:lnTo>
                <a:lnTo>
                  <a:pt x="174573" y="72923"/>
                </a:lnTo>
                <a:lnTo>
                  <a:pt x="0" y="72923"/>
                </a:lnTo>
                <a:lnTo>
                  <a:pt x="0" y="131114"/>
                </a:lnTo>
                <a:lnTo>
                  <a:pt x="405864" y="131114"/>
                </a:lnTo>
                <a:lnTo>
                  <a:pt x="405864" y="7292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7451" y="1817507"/>
            <a:ext cx="167640" cy="471170"/>
          </a:xfrm>
          <a:custGeom>
            <a:avLst/>
            <a:gdLst/>
            <a:ahLst/>
            <a:cxnLst/>
            <a:rect l="l" t="t" r="r" b="b"/>
            <a:pathLst>
              <a:path w="167640" h="471169">
                <a:moveTo>
                  <a:pt x="95020" y="470685"/>
                </a:moveTo>
                <a:lnTo>
                  <a:pt x="167207" y="470685"/>
                </a:lnTo>
                <a:lnTo>
                  <a:pt x="167207" y="0"/>
                </a:lnTo>
                <a:lnTo>
                  <a:pt x="95020" y="0"/>
                </a:lnTo>
                <a:lnTo>
                  <a:pt x="95020" y="142163"/>
                </a:lnTo>
                <a:lnTo>
                  <a:pt x="0" y="142163"/>
                </a:lnTo>
                <a:lnTo>
                  <a:pt x="0" y="204037"/>
                </a:lnTo>
                <a:lnTo>
                  <a:pt x="95020" y="204037"/>
                </a:lnTo>
                <a:lnTo>
                  <a:pt x="95020" y="289482"/>
                </a:lnTo>
                <a:lnTo>
                  <a:pt x="0" y="289482"/>
                </a:lnTo>
                <a:lnTo>
                  <a:pt x="0" y="351356"/>
                </a:lnTo>
                <a:lnTo>
                  <a:pt x="95020" y="351356"/>
                </a:lnTo>
                <a:lnTo>
                  <a:pt x="95020" y="47068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82636" y="1975139"/>
            <a:ext cx="365125" cy="255270"/>
          </a:xfrm>
          <a:custGeom>
            <a:avLst/>
            <a:gdLst/>
            <a:ahLst/>
            <a:cxnLst/>
            <a:rect l="l" t="t" r="r" b="b"/>
            <a:pathLst>
              <a:path w="365125" h="255269">
                <a:moveTo>
                  <a:pt x="182676" y="254862"/>
                </a:moveTo>
                <a:lnTo>
                  <a:pt x="241197" y="249529"/>
                </a:lnTo>
                <a:lnTo>
                  <a:pt x="291268" y="233766"/>
                </a:lnTo>
                <a:lnTo>
                  <a:pt x="330272" y="207926"/>
                </a:lnTo>
                <a:lnTo>
                  <a:pt x="355593" y="172363"/>
                </a:lnTo>
                <a:lnTo>
                  <a:pt x="364615" y="127431"/>
                </a:lnTo>
                <a:lnTo>
                  <a:pt x="355593" y="82781"/>
                </a:lnTo>
                <a:lnTo>
                  <a:pt x="330272" y="47254"/>
                </a:lnTo>
                <a:lnTo>
                  <a:pt x="291268" y="21308"/>
                </a:lnTo>
                <a:lnTo>
                  <a:pt x="241197" y="5403"/>
                </a:lnTo>
                <a:lnTo>
                  <a:pt x="182676" y="0"/>
                </a:lnTo>
                <a:lnTo>
                  <a:pt x="124078" y="5403"/>
                </a:lnTo>
                <a:lnTo>
                  <a:pt x="73824" y="21308"/>
                </a:lnTo>
                <a:lnTo>
                  <a:pt x="34602" y="47254"/>
                </a:lnTo>
                <a:lnTo>
                  <a:pt x="9098" y="82781"/>
                </a:lnTo>
                <a:lnTo>
                  <a:pt x="0" y="127431"/>
                </a:lnTo>
                <a:lnTo>
                  <a:pt x="9098" y="172363"/>
                </a:lnTo>
                <a:lnTo>
                  <a:pt x="34602" y="207926"/>
                </a:lnTo>
                <a:lnTo>
                  <a:pt x="73824" y="233766"/>
                </a:lnTo>
                <a:lnTo>
                  <a:pt x="124078" y="249529"/>
                </a:lnTo>
                <a:lnTo>
                  <a:pt x="182676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45246" y="2023754"/>
            <a:ext cx="239393" cy="158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09153" y="2259465"/>
            <a:ext cx="550545" cy="179070"/>
          </a:xfrm>
          <a:custGeom>
            <a:avLst/>
            <a:gdLst/>
            <a:ahLst/>
            <a:cxnLst/>
            <a:rect l="l" t="t" r="r" b="b"/>
            <a:pathLst>
              <a:path w="550545" h="179069">
                <a:moveTo>
                  <a:pt x="73659" y="114172"/>
                </a:moveTo>
                <a:lnTo>
                  <a:pt x="73659" y="0"/>
                </a:lnTo>
                <a:lnTo>
                  <a:pt x="0" y="0"/>
                </a:lnTo>
                <a:lnTo>
                  <a:pt x="0" y="178993"/>
                </a:lnTo>
                <a:lnTo>
                  <a:pt x="550237" y="178993"/>
                </a:lnTo>
                <a:lnTo>
                  <a:pt x="550237" y="114172"/>
                </a:lnTo>
                <a:lnTo>
                  <a:pt x="73659" y="11417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70617" y="1817507"/>
            <a:ext cx="593090" cy="621030"/>
          </a:xfrm>
          <a:custGeom>
            <a:avLst/>
            <a:gdLst/>
            <a:ahLst/>
            <a:cxnLst/>
            <a:rect l="l" t="t" r="r" b="b"/>
            <a:pathLst>
              <a:path w="593090" h="621030">
                <a:moveTo>
                  <a:pt x="577491" y="307897"/>
                </a:moveTo>
                <a:lnTo>
                  <a:pt x="504568" y="307897"/>
                </a:lnTo>
                <a:lnTo>
                  <a:pt x="504568" y="0"/>
                </a:lnTo>
                <a:lnTo>
                  <a:pt x="577491" y="0"/>
                </a:lnTo>
                <a:lnTo>
                  <a:pt x="577491" y="307897"/>
                </a:lnTo>
                <a:close/>
              </a:path>
              <a:path w="593090" h="621030">
                <a:moveTo>
                  <a:pt x="0" y="302004"/>
                </a:moveTo>
                <a:lnTo>
                  <a:pt x="0" y="237184"/>
                </a:lnTo>
                <a:lnTo>
                  <a:pt x="48306" y="223637"/>
                </a:lnTo>
                <a:lnTo>
                  <a:pt x="90607" y="201960"/>
                </a:lnTo>
                <a:lnTo>
                  <a:pt x="126402" y="173132"/>
                </a:lnTo>
                <a:lnTo>
                  <a:pt x="155187" y="138132"/>
                </a:lnTo>
                <a:lnTo>
                  <a:pt x="176461" y="97939"/>
                </a:lnTo>
                <a:lnTo>
                  <a:pt x="189719" y="53533"/>
                </a:lnTo>
                <a:lnTo>
                  <a:pt x="194461" y="5892"/>
                </a:lnTo>
                <a:lnTo>
                  <a:pt x="267384" y="10312"/>
                </a:lnTo>
                <a:lnTo>
                  <a:pt x="265876" y="40927"/>
                </a:lnTo>
                <a:lnTo>
                  <a:pt x="261399" y="70713"/>
                </a:lnTo>
                <a:lnTo>
                  <a:pt x="254022" y="99394"/>
                </a:lnTo>
                <a:lnTo>
                  <a:pt x="243813" y="126694"/>
                </a:lnTo>
                <a:lnTo>
                  <a:pt x="342952" y="181202"/>
                </a:lnTo>
                <a:lnTo>
                  <a:pt x="212139" y="181202"/>
                </a:lnTo>
                <a:lnTo>
                  <a:pt x="180743" y="217243"/>
                </a:lnTo>
                <a:lnTo>
                  <a:pt x="143406" y="248015"/>
                </a:lnTo>
                <a:lnTo>
                  <a:pt x="100554" y="272847"/>
                </a:lnTo>
                <a:lnTo>
                  <a:pt x="52610" y="291067"/>
                </a:lnTo>
                <a:lnTo>
                  <a:pt x="0" y="302004"/>
                </a:lnTo>
                <a:close/>
              </a:path>
              <a:path w="593090" h="621030">
                <a:moveTo>
                  <a:pt x="408074" y="291692"/>
                </a:moveTo>
                <a:lnTo>
                  <a:pt x="212139" y="181202"/>
                </a:lnTo>
                <a:lnTo>
                  <a:pt x="342952" y="181202"/>
                </a:lnTo>
                <a:lnTo>
                  <a:pt x="443431" y="236447"/>
                </a:lnTo>
                <a:lnTo>
                  <a:pt x="408074" y="291692"/>
                </a:lnTo>
                <a:close/>
              </a:path>
              <a:path w="593090" h="621030">
                <a:moveTo>
                  <a:pt x="592960" y="620951"/>
                </a:moveTo>
                <a:lnTo>
                  <a:pt x="44932" y="620951"/>
                </a:lnTo>
                <a:lnTo>
                  <a:pt x="44932" y="454480"/>
                </a:lnTo>
                <a:lnTo>
                  <a:pt x="505305" y="454480"/>
                </a:lnTo>
                <a:lnTo>
                  <a:pt x="505305" y="399972"/>
                </a:lnTo>
                <a:lnTo>
                  <a:pt x="43459" y="399972"/>
                </a:lnTo>
                <a:lnTo>
                  <a:pt x="43459" y="342517"/>
                </a:lnTo>
                <a:lnTo>
                  <a:pt x="577491" y="342517"/>
                </a:lnTo>
                <a:lnTo>
                  <a:pt x="577491" y="508988"/>
                </a:lnTo>
                <a:lnTo>
                  <a:pt x="117118" y="508988"/>
                </a:lnTo>
                <a:lnTo>
                  <a:pt x="117118" y="563496"/>
                </a:lnTo>
                <a:lnTo>
                  <a:pt x="592960" y="563496"/>
                </a:lnTo>
                <a:lnTo>
                  <a:pt x="592960" y="620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75186" y="1817507"/>
            <a:ext cx="73025" cy="307975"/>
          </a:xfrm>
          <a:custGeom>
            <a:avLst/>
            <a:gdLst/>
            <a:ahLst/>
            <a:cxnLst/>
            <a:rect l="l" t="t" r="r" b="b"/>
            <a:pathLst>
              <a:path w="73025" h="307975">
                <a:moveTo>
                  <a:pt x="72923" y="0"/>
                </a:moveTo>
                <a:lnTo>
                  <a:pt x="0" y="0"/>
                </a:lnTo>
                <a:lnTo>
                  <a:pt x="0" y="307897"/>
                </a:lnTo>
                <a:lnTo>
                  <a:pt x="72923" y="307897"/>
                </a:lnTo>
                <a:lnTo>
                  <a:pt x="729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70617" y="1823400"/>
            <a:ext cx="443865" cy="296545"/>
          </a:xfrm>
          <a:custGeom>
            <a:avLst/>
            <a:gdLst/>
            <a:ahLst/>
            <a:cxnLst/>
            <a:rect l="l" t="t" r="r" b="b"/>
            <a:pathLst>
              <a:path w="443865" h="296544">
                <a:moveTo>
                  <a:pt x="212139" y="175310"/>
                </a:moveTo>
                <a:lnTo>
                  <a:pt x="408074" y="285799"/>
                </a:lnTo>
                <a:lnTo>
                  <a:pt x="443431" y="230554"/>
                </a:lnTo>
                <a:lnTo>
                  <a:pt x="243813" y="120801"/>
                </a:lnTo>
                <a:lnTo>
                  <a:pt x="254022" y="93501"/>
                </a:lnTo>
                <a:lnTo>
                  <a:pt x="261399" y="64820"/>
                </a:lnTo>
                <a:lnTo>
                  <a:pt x="265876" y="35034"/>
                </a:lnTo>
                <a:lnTo>
                  <a:pt x="267384" y="4419"/>
                </a:lnTo>
                <a:lnTo>
                  <a:pt x="194461" y="0"/>
                </a:lnTo>
                <a:lnTo>
                  <a:pt x="189719" y="47640"/>
                </a:lnTo>
                <a:lnTo>
                  <a:pt x="176461" y="92046"/>
                </a:lnTo>
                <a:lnTo>
                  <a:pt x="155187" y="132239"/>
                </a:lnTo>
                <a:lnTo>
                  <a:pt x="126402" y="167239"/>
                </a:lnTo>
                <a:lnTo>
                  <a:pt x="90607" y="196067"/>
                </a:lnTo>
                <a:lnTo>
                  <a:pt x="48306" y="217744"/>
                </a:lnTo>
                <a:lnTo>
                  <a:pt x="0" y="231291"/>
                </a:lnTo>
                <a:lnTo>
                  <a:pt x="0" y="296111"/>
                </a:lnTo>
                <a:lnTo>
                  <a:pt x="52610" y="285174"/>
                </a:lnTo>
                <a:lnTo>
                  <a:pt x="100554" y="266954"/>
                </a:lnTo>
                <a:lnTo>
                  <a:pt x="143406" y="242122"/>
                </a:lnTo>
                <a:lnTo>
                  <a:pt x="180743" y="211350"/>
                </a:lnTo>
                <a:lnTo>
                  <a:pt x="212139" y="1753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14077" y="2160025"/>
            <a:ext cx="549910" cy="278765"/>
          </a:xfrm>
          <a:custGeom>
            <a:avLst/>
            <a:gdLst/>
            <a:ahLst/>
            <a:cxnLst/>
            <a:rect l="l" t="t" r="r" b="b"/>
            <a:pathLst>
              <a:path w="549909" h="278764">
                <a:moveTo>
                  <a:pt x="73659" y="220979"/>
                </a:moveTo>
                <a:lnTo>
                  <a:pt x="73659" y="166470"/>
                </a:lnTo>
                <a:lnTo>
                  <a:pt x="534032" y="166470"/>
                </a:lnTo>
                <a:lnTo>
                  <a:pt x="534032" y="0"/>
                </a:lnTo>
                <a:lnTo>
                  <a:pt x="0" y="0"/>
                </a:lnTo>
                <a:lnTo>
                  <a:pt x="0" y="57454"/>
                </a:lnTo>
                <a:lnTo>
                  <a:pt x="461846" y="57454"/>
                </a:lnTo>
                <a:lnTo>
                  <a:pt x="461846" y="111962"/>
                </a:lnTo>
                <a:lnTo>
                  <a:pt x="1473" y="111962"/>
                </a:lnTo>
                <a:lnTo>
                  <a:pt x="1473" y="278433"/>
                </a:lnTo>
                <a:lnTo>
                  <a:pt x="549501" y="278433"/>
                </a:lnTo>
                <a:lnTo>
                  <a:pt x="549501" y="220979"/>
                </a:lnTo>
                <a:lnTo>
                  <a:pt x="73659" y="2209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05168" y="1817507"/>
            <a:ext cx="558165" cy="629285"/>
          </a:xfrm>
          <a:custGeom>
            <a:avLst/>
            <a:gdLst/>
            <a:ahLst/>
            <a:cxnLst/>
            <a:rect l="l" t="t" r="r" b="b"/>
            <a:pathLst>
              <a:path w="558165" h="629285">
                <a:moveTo>
                  <a:pt x="557603" y="629053"/>
                </a:moveTo>
                <a:lnTo>
                  <a:pt x="484680" y="629053"/>
                </a:lnTo>
                <a:lnTo>
                  <a:pt x="484680" y="0"/>
                </a:lnTo>
                <a:lnTo>
                  <a:pt x="557603" y="0"/>
                </a:lnTo>
                <a:lnTo>
                  <a:pt x="557603" y="629053"/>
                </a:lnTo>
                <a:close/>
              </a:path>
              <a:path w="558165" h="629285">
                <a:moveTo>
                  <a:pt x="0" y="590014"/>
                </a:moveTo>
                <a:lnTo>
                  <a:pt x="0" y="520773"/>
                </a:lnTo>
                <a:lnTo>
                  <a:pt x="45082" y="517327"/>
                </a:lnTo>
                <a:lnTo>
                  <a:pt x="86612" y="507555"/>
                </a:lnTo>
                <a:lnTo>
                  <a:pt x="124433" y="491706"/>
                </a:lnTo>
                <a:lnTo>
                  <a:pt x="158389" y="470030"/>
                </a:lnTo>
                <a:lnTo>
                  <a:pt x="188324" y="442775"/>
                </a:lnTo>
                <a:lnTo>
                  <a:pt x="214082" y="410191"/>
                </a:lnTo>
                <a:lnTo>
                  <a:pt x="235506" y="372527"/>
                </a:lnTo>
                <a:lnTo>
                  <a:pt x="252441" y="330031"/>
                </a:lnTo>
                <a:lnTo>
                  <a:pt x="264731" y="282953"/>
                </a:lnTo>
                <a:lnTo>
                  <a:pt x="272219" y="231542"/>
                </a:lnTo>
                <a:lnTo>
                  <a:pt x="274750" y="176046"/>
                </a:lnTo>
                <a:lnTo>
                  <a:pt x="274750" y="89864"/>
                </a:lnTo>
                <a:lnTo>
                  <a:pt x="0" y="89864"/>
                </a:lnTo>
                <a:lnTo>
                  <a:pt x="0" y="22834"/>
                </a:lnTo>
                <a:lnTo>
                  <a:pt x="349146" y="22834"/>
                </a:lnTo>
                <a:lnTo>
                  <a:pt x="349085" y="176046"/>
                </a:lnTo>
                <a:lnTo>
                  <a:pt x="346791" y="231104"/>
                </a:lnTo>
                <a:lnTo>
                  <a:pt x="339820" y="284292"/>
                </a:lnTo>
                <a:lnTo>
                  <a:pt x="328380" y="333931"/>
                </a:lnTo>
                <a:lnTo>
                  <a:pt x="312615" y="379817"/>
                </a:lnTo>
                <a:lnTo>
                  <a:pt x="292670" y="421744"/>
                </a:lnTo>
                <a:lnTo>
                  <a:pt x="268689" y="459506"/>
                </a:lnTo>
                <a:lnTo>
                  <a:pt x="240817" y="492899"/>
                </a:lnTo>
                <a:lnTo>
                  <a:pt x="209200" y="521718"/>
                </a:lnTo>
                <a:lnTo>
                  <a:pt x="173983" y="545757"/>
                </a:lnTo>
                <a:lnTo>
                  <a:pt x="135309" y="564812"/>
                </a:lnTo>
                <a:lnTo>
                  <a:pt x="93324" y="578676"/>
                </a:lnTo>
                <a:lnTo>
                  <a:pt x="48172" y="587145"/>
                </a:lnTo>
                <a:lnTo>
                  <a:pt x="0" y="59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89848" y="1817507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05167" y="1840342"/>
            <a:ext cx="349250" cy="567690"/>
          </a:xfrm>
          <a:custGeom>
            <a:avLst/>
            <a:gdLst/>
            <a:ahLst/>
            <a:cxnLst/>
            <a:rect l="l" t="t" r="r" b="b"/>
            <a:pathLst>
              <a:path w="349250" h="567689">
                <a:moveTo>
                  <a:pt x="0" y="567179"/>
                </a:moveTo>
                <a:lnTo>
                  <a:pt x="48172" y="564310"/>
                </a:lnTo>
                <a:lnTo>
                  <a:pt x="93324" y="555841"/>
                </a:lnTo>
                <a:lnTo>
                  <a:pt x="135309" y="541977"/>
                </a:lnTo>
                <a:lnTo>
                  <a:pt x="173983" y="522923"/>
                </a:lnTo>
                <a:lnTo>
                  <a:pt x="209200" y="498884"/>
                </a:lnTo>
                <a:lnTo>
                  <a:pt x="240817" y="470065"/>
                </a:lnTo>
                <a:lnTo>
                  <a:pt x="268689" y="436672"/>
                </a:lnTo>
                <a:lnTo>
                  <a:pt x="292670" y="398909"/>
                </a:lnTo>
                <a:lnTo>
                  <a:pt x="312615" y="356982"/>
                </a:lnTo>
                <a:lnTo>
                  <a:pt x="328380" y="311097"/>
                </a:lnTo>
                <a:lnTo>
                  <a:pt x="339820" y="261458"/>
                </a:lnTo>
                <a:lnTo>
                  <a:pt x="346791" y="208270"/>
                </a:lnTo>
                <a:lnTo>
                  <a:pt x="349146" y="151738"/>
                </a:lnTo>
                <a:lnTo>
                  <a:pt x="349146" y="0"/>
                </a:lnTo>
                <a:lnTo>
                  <a:pt x="0" y="0"/>
                </a:lnTo>
                <a:lnTo>
                  <a:pt x="0" y="67030"/>
                </a:lnTo>
                <a:lnTo>
                  <a:pt x="274750" y="67030"/>
                </a:lnTo>
                <a:lnTo>
                  <a:pt x="274750" y="153212"/>
                </a:lnTo>
                <a:lnTo>
                  <a:pt x="272219" y="208707"/>
                </a:lnTo>
                <a:lnTo>
                  <a:pt x="264731" y="260118"/>
                </a:lnTo>
                <a:lnTo>
                  <a:pt x="252441" y="307196"/>
                </a:lnTo>
                <a:lnTo>
                  <a:pt x="235506" y="349692"/>
                </a:lnTo>
                <a:lnTo>
                  <a:pt x="214082" y="387356"/>
                </a:lnTo>
                <a:lnTo>
                  <a:pt x="188324" y="419940"/>
                </a:lnTo>
                <a:lnTo>
                  <a:pt x="158389" y="447195"/>
                </a:lnTo>
                <a:lnTo>
                  <a:pt x="124433" y="468871"/>
                </a:lnTo>
                <a:lnTo>
                  <a:pt x="86612" y="484720"/>
                </a:lnTo>
                <a:lnTo>
                  <a:pt x="45082" y="494492"/>
                </a:lnTo>
                <a:lnTo>
                  <a:pt x="0" y="497939"/>
                </a:lnTo>
                <a:lnTo>
                  <a:pt x="0" y="5671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190203" y="1817507"/>
            <a:ext cx="586740" cy="621030"/>
          </a:xfrm>
          <a:custGeom>
            <a:avLst/>
            <a:gdLst/>
            <a:ahLst/>
            <a:cxnLst/>
            <a:rect l="l" t="t" r="r" b="b"/>
            <a:pathLst>
              <a:path w="586740" h="621030">
                <a:moveTo>
                  <a:pt x="586331" y="125958"/>
                </a:moveTo>
                <a:lnTo>
                  <a:pt x="513408" y="125958"/>
                </a:lnTo>
                <a:lnTo>
                  <a:pt x="513408" y="0"/>
                </a:lnTo>
                <a:lnTo>
                  <a:pt x="586331" y="0"/>
                </a:lnTo>
                <a:lnTo>
                  <a:pt x="586331" y="125958"/>
                </a:lnTo>
                <a:close/>
              </a:path>
              <a:path w="586740" h="621030">
                <a:moveTo>
                  <a:pt x="194461" y="318209"/>
                </a:moveTo>
                <a:lnTo>
                  <a:pt x="138623" y="313040"/>
                </a:lnTo>
                <a:lnTo>
                  <a:pt x="91010" y="298212"/>
                </a:lnTo>
                <a:lnTo>
                  <a:pt x="52482" y="274750"/>
                </a:lnTo>
                <a:lnTo>
                  <a:pt x="23898" y="243677"/>
                </a:lnTo>
                <a:lnTo>
                  <a:pt x="6117" y="206015"/>
                </a:lnTo>
                <a:lnTo>
                  <a:pt x="0" y="162787"/>
                </a:lnTo>
                <a:lnTo>
                  <a:pt x="6117" y="119560"/>
                </a:lnTo>
                <a:lnTo>
                  <a:pt x="23898" y="81898"/>
                </a:lnTo>
                <a:lnTo>
                  <a:pt x="52482" y="50825"/>
                </a:lnTo>
                <a:lnTo>
                  <a:pt x="91010" y="27363"/>
                </a:lnTo>
                <a:lnTo>
                  <a:pt x="138623" y="12535"/>
                </a:lnTo>
                <a:lnTo>
                  <a:pt x="194461" y="7365"/>
                </a:lnTo>
                <a:lnTo>
                  <a:pt x="251485" y="12840"/>
                </a:lnTo>
                <a:lnTo>
                  <a:pt x="299918" y="28532"/>
                </a:lnTo>
                <a:lnTo>
                  <a:pt x="338769" y="53347"/>
                </a:lnTo>
                <a:lnTo>
                  <a:pt x="351186" y="67766"/>
                </a:lnTo>
                <a:lnTo>
                  <a:pt x="194461" y="67766"/>
                </a:lnTo>
                <a:lnTo>
                  <a:pt x="145017" y="74327"/>
                </a:lnTo>
                <a:lnTo>
                  <a:pt x="106622" y="93179"/>
                </a:lnTo>
                <a:lnTo>
                  <a:pt x="81762" y="123080"/>
                </a:lnTo>
                <a:lnTo>
                  <a:pt x="72923" y="162787"/>
                </a:lnTo>
                <a:lnTo>
                  <a:pt x="81762" y="202495"/>
                </a:lnTo>
                <a:lnTo>
                  <a:pt x="106622" y="232396"/>
                </a:lnTo>
                <a:lnTo>
                  <a:pt x="145017" y="251248"/>
                </a:lnTo>
                <a:lnTo>
                  <a:pt x="194461" y="257808"/>
                </a:lnTo>
                <a:lnTo>
                  <a:pt x="351170" y="257808"/>
                </a:lnTo>
                <a:lnTo>
                  <a:pt x="341527" y="269682"/>
                </a:lnTo>
                <a:lnTo>
                  <a:pt x="302346" y="295817"/>
                </a:lnTo>
                <a:lnTo>
                  <a:pt x="252982" y="312405"/>
                </a:lnTo>
                <a:lnTo>
                  <a:pt x="194461" y="318209"/>
                </a:lnTo>
                <a:close/>
              </a:path>
              <a:path w="586740" h="621030">
                <a:moveTo>
                  <a:pt x="351170" y="257808"/>
                </a:moveTo>
                <a:lnTo>
                  <a:pt x="194461" y="257808"/>
                </a:lnTo>
                <a:lnTo>
                  <a:pt x="243790" y="251248"/>
                </a:lnTo>
                <a:lnTo>
                  <a:pt x="281932" y="232396"/>
                </a:lnTo>
                <a:lnTo>
                  <a:pt x="306539" y="202495"/>
                </a:lnTo>
                <a:lnTo>
                  <a:pt x="315263" y="162787"/>
                </a:lnTo>
                <a:lnTo>
                  <a:pt x="306539" y="123080"/>
                </a:lnTo>
                <a:lnTo>
                  <a:pt x="281932" y="93179"/>
                </a:lnTo>
                <a:lnTo>
                  <a:pt x="243790" y="74327"/>
                </a:lnTo>
                <a:lnTo>
                  <a:pt x="194461" y="67766"/>
                </a:lnTo>
                <a:lnTo>
                  <a:pt x="351186" y="67766"/>
                </a:lnTo>
                <a:lnTo>
                  <a:pt x="367049" y="86187"/>
                </a:lnTo>
                <a:lnTo>
                  <a:pt x="383766" y="125958"/>
                </a:lnTo>
                <a:lnTo>
                  <a:pt x="586331" y="125958"/>
                </a:lnTo>
                <a:lnTo>
                  <a:pt x="586331" y="193724"/>
                </a:lnTo>
                <a:lnTo>
                  <a:pt x="385240" y="193724"/>
                </a:lnTo>
                <a:lnTo>
                  <a:pt x="369500" y="235239"/>
                </a:lnTo>
                <a:lnTo>
                  <a:pt x="351170" y="257808"/>
                </a:lnTo>
                <a:close/>
              </a:path>
              <a:path w="586740" h="621030">
                <a:moveTo>
                  <a:pt x="586331" y="322629"/>
                </a:moveTo>
                <a:lnTo>
                  <a:pt x="513408" y="322629"/>
                </a:lnTo>
                <a:lnTo>
                  <a:pt x="513408" y="193724"/>
                </a:lnTo>
                <a:lnTo>
                  <a:pt x="586331" y="193724"/>
                </a:lnTo>
                <a:lnTo>
                  <a:pt x="586331" y="322629"/>
                </a:lnTo>
                <a:close/>
              </a:path>
              <a:path w="586740" h="621030">
                <a:moveTo>
                  <a:pt x="586331" y="620951"/>
                </a:moveTo>
                <a:lnTo>
                  <a:pt x="58191" y="620951"/>
                </a:lnTo>
                <a:lnTo>
                  <a:pt x="58191" y="357249"/>
                </a:lnTo>
                <a:lnTo>
                  <a:pt x="129641" y="357249"/>
                </a:lnTo>
                <a:lnTo>
                  <a:pt x="129641" y="423543"/>
                </a:lnTo>
                <a:lnTo>
                  <a:pt x="586331" y="423543"/>
                </a:lnTo>
                <a:lnTo>
                  <a:pt x="586331" y="481734"/>
                </a:lnTo>
                <a:lnTo>
                  <a:pt x="129641" y="481734"/>
                </a:lnTo>
                <a:lnTo>
                  <a:pt x="129641" y="561286"/>
                </a:lnTo>
                <a:lnTo>
                  <a:pt x="586331" y="561286"/>
                </a:lnTo>
                <a:lnTo>
                  <a:pt x="586331" y="620951"/>
                </a:lnTo>
                <a:close/>
              </a:path>
              <a:path w="586740" h="621030">
                <a:moveTo>
                  <a:pt x="586331" y="423543"/>
                </a:moveTo>
                <a:lnTo>
                  <a:pt x="514144" y="423543"/>
                </a:lnTo>
                <a:lnTo>
                  <a:pt x="514144" y="357249"/>
                </a:lnTo>
                <a:lnTo>
                  <a:pt x="586331" y="357249"/>
                </a:lnTo>
                <a:lnTo>
                  <a:pt x="586331" y="423543"/>
                </a:lnTo>
                <a:close/>
              </a:path>
              <a:path w="586740" h="621030">
                <a:moveTo>
                  <a:pt x="586331" y="561286"/>
                </a:moveTo>
                <a:lnTo>
                  <a:pt x="514144" y="561286"/>
                </a:lnTo>
                <a:lnTo>
                  <a:pt x="514144" y="481734"/>
                </a:lnTo>
                <a:lnTo>
                  <a:pt x="586331" y="481734"/>
                </a:lnTo>
                <a:lnTo>
                  <a:pt x="586331" y="561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190202" y="1817507"/>
            <a:ext cx="586740" cy="323215"/>
          </a:xfrm>
          <a:custGeom>
            <a:avLst/>
            <a:gdLst/>
            <a:ahLst/>
            <a:cxnLst/>
            <a:rect l="l" t="t" r="r" b="b"/>
            <a:pathLst>
              <a:path w="586740" h="323214">
                <a:moveTo>
                  <a:pt x="513407" y="0"/>
                </a:moveTo>
                <a:lnTo>
                  <a:pt x="513407" y="125958"/>
                </a:lnTo>
                <a:lnTo>
                  <a:pt x="383766" y="125958"/>
                </a:lnTo>
                <a:lnTo>
                  <a:pt x="367049" y="86187"/>
                </a:lnTo>
                <a:lnTo>
                  <a:pt x="338769" y="53347"/>
                </a:lnTo>
                <a:lnTo>
                  <a:pt x="299918" y="28532"/>
                </a:lnTo>
                <a:lnTo>
                  <a:pt x="251485" y="12840"/>
                </a:lnTo>
                <a:lnTo>
                  <a:pt x="194461" y="7365"/>
                </a:lnTo>
                <a:lnTo>
                  <a:pt x="138623" y="12535"/>
                </a:lnTo>
                <a:lnTo>
                  <a:pt x="91010" y="27363"/>
                </a:lnTo>
                <a:lnTo>
                  <a:pt x="52482" y="50825"/>
                </a:lnTo>
                <a:lnTo>
                  <a:pt x="23898" y="81898"/>
                </a:lnTo>
                <a:lnTo>
                  <a:pt x="6117" y="119560"/>
                </a:lnTo>
                <a:lnTo>
                  <a:pt x="0" y="162787"/>
                </a:lnTo>
                <a:lnTo>
                  <a:pt x="6117" y="206015"/>
                </a:lnTo>
                <a:lnTo>
                  <a:pt x="23898" y="243677"/>
                </a:lnTo>
                <a:lnTo>
                  <a:pt x="52482" y="274750"/>
                </a:lnTo>
                <a:lnTo>
                  <a:pt x="91010" y="298212"/>
                </a:lnTo>
                <a:lnTo>
                  <a:pt x="138623" y="313040"/>
                </a:lnTo>
                <a:lnTo>
                  <a:pt x="194461" y="318209"/>
                </a:lnTo>
                <a:lnTo>
                  <a:pt x="252982" y="312405"/>
                </a:lnTo>
                <a:lnTo>
                  <a:pt x="302346" y="295817"/>
                </a:lnTo>
                <a:lnTo>
                  <a:pt x="341527" y="269682"/>
                </a:lnTo>
                <a:lnTo>
                  <a:pt x="369500" y="235239"/>
                </a:lnTo>
                <a:lnTo>
                  <a:pt x="385240" y="193724"/>
                </a:lnTo>
                <a:lnTo>
                  <a:pt x="513407" y="193724"/>
                </a:lnTo>
                <a:lnTo>
                  <a:pt x="513407" y="322629"/>
                </a:lnTo>
                <a:lnTo>
                  <a:pt x="586331" y="322629"/>
                </a:lnTo>
                <a:lnTo>
                  <a:pt x="586331" y="0"/>
                </a:lnTo>
                <a:lnTo>
                  <a:pt x="51340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263126" y="1885274"/>
            <a:ext cx="242570" cy="190500"/>
          </a:xfrm>
          <a:custGeom>
            <a:avLst/>
            <a:gdLst/>
            <a:ahLst/>
            <a:cxnLst/>
            <a:rect l="l" t="t" r="r" b="b"/>
            <a:pathLst>
              <a:path w="242570" h="190500">
                <a:moveTo>
                  <a:pt x="121538" y="190041"/>
                </a:moveTo>
                <a:lnTo>
                  <a:pt x="72094" y="183481"/>
                </a:lnTo>
                <a:lnTo>
                  <a:pt x="33699" y="164629"/>
                </a:lnTo>
                <a:lnTo>
                  <a:pt x="8839" y="134728"/>
                </a:lnTo>
                <a:lnTo>
                  <a:pt x="0" y="95020"/>
                </a:lnTo>
                <a:lnTo>
                  <a:pt x="8839" y="55313"/>
                </a:lnTo>
                <a:lnTo>
                  <a:pt x="33699" y="25412"/>
                </a:lnTo>
                <a:lnTo>
                  <a:pt x="72094" y="6560"/>
                </a:lnTo>
                <a:lnTo>
                  <a:pt x="121538" y="0"/>
                </a:lnTo>
                <a:lnTo>
                  <a:pt x="170867" y="6560"/>
                </a:lnTo>
                <a:lnTo>
                  <a:pt x="209009" y="25412"/>
                </a:lnTo>
                <a:lnTo>
                  <a:pt x="233616" y="55313"/>
                </a:lnTo>
                <a:lnTo>
                  <a:pt x="242340" y="95020"/>
                </a:lnTo>
                <a:lnTo>
                  <a:pt x="233616" y="134728"/>
                </a:lnTo>
                <a:lnTo>
                  <a:pt x="209009" y="164629"/>
                </a:lnTo>
                <a:lnTo>
                  <a:pt x="170867" y="183481"/>
                </a:lnTo>
                <a:lnTo>
                  <a:pt x="121538" y="19004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48394" y="2174757"/>
            <a:ext cx="528320" cy="264160"/>
          </a:xfrm>
          <a:custGeom>
            <a:avLst/>
            <a:gdLst/>
            <a:ahLst/>
            <a:cxnLst/>
            <a:rect l="l" t="t" r="r" b="b"/>
            <a:pathLst>
              <a:path w="528320" h="264160">
                <a:moveTo>
                  <a:pt x="455953" y="66293"/>
                </a:moveTo>
                <a:lnTo>
                  <a:pt x="71449" y="66293"/>
                </a:lnTo>
                <a:lnTo>
                  <a:pt x="71449" y="0"/>
                </a:lnTo>
                <a:lnTo>
                  <a:pt x="0" y="0"/>
                </a:lnTo>
                <a:lnTo>
                  <a:pt x="0" y="263701"/>
                </a:lnTo>
                <a:lnTo>
                  <a:pt x="528139" y="263701"/>
                </a:lnTo>
                <a:lnTo>
                  <a:pt x="528139" y="0"/>
                </a:lnTo>
                <a:lnTo>
                  <a:pt x="455953" y="0"/>
                </a:lnTo>
                <a:lnTo>
                  <a:pt x="455953" y="6629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19844" y="2299242"/>
            <a:ext cx="384810" cy="80010"/>
          </a:xfrm>
          <a:custGeom>
            <a:avLst/>
            <a:gdLst/>
            <a:ahLst/>
            <a:cxnLst/>
            <a:rect l="l" t="t" r="r" b="b"/>
            <a:pathLst>
              <a:path w="384809" h="80010">
                <a:moveTo>
                  <a:pt x="0" y="79552"/>
                </a:moveTo>
                <a:lnTo>
                  <a:pt x="0" y="0"/>
                </a:lnTo>
                <a:lnTo>
                  <a:pt x="384503" y="0"/>
                </a:lnTo>
                <a:lnTo>
                  <a:pt x="384503" y="79552"/>
                </a:lnTo>
                <a:lnTo>
                  <a:pt x="0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104277" y="1817507"/>
            <a:ext cx="652780" cy="629285"/>
          </a:xfrm>
          <a:custGeom>
            <a:avLst/>
            <a:gdLst/>
            <a:ahLst/>
            <a:cxnLst/>
            <a:rect l="l" t="t" r="r" b="b"/>
            <a:pathLst>
              <a:path w="652779" h="629285">
                <a:moveTo>
                  <a:pt x="564233" y="629053"/>
                </a:moveTo>
                <a:lnTo>
                  <a:pt x="491310" y="629053"/>
                </a:lnTo>
                <a:lnTo>
                  <a:pt x="491310" y="0"/>
                </a:lnTo>
                <a:lnTo>
                  <a:pt x="564233" y="0"/>
                </a:lnTo>
                <a:lnTo>
                  <a:pt x="564233" y="254862"/>
                </a:lnTo>
                <a:lnTo>
                  <a:pt x="652624" y="254862"/>
                </a:lnTo>
                <a:lnTo>
                  <a:pt x="652624" y="324839"/>
                </a:lnTo>
                <a:lnTo>
                  <a:pt x="564233" y="324839"/>
                </a:lnTo>
                <a:lnTo>
                  <a:pt x="564233" y="629053"/>
                </a:lnTo>
                <a:close/>
              </a:path>
              <a:path w="652779" h="629285">
                <a:moveTo>
                  <a:pt x="0" y="591487"/>
                </a:moveTo>
                <a:lnTo>
                  <a:pt x="0" y="517827"/>
                </a:lnTo>
                <a:lnTo>
                  <a:pt x="30228" y="508815"/>
                </a:lnTo>
                <a:lnTo>
                  <a:pt x="57925" y="492073"/>
                </a:lnTo>
                <a:lnTo>
                  <a:pt x="105660" y="437511"/>
                </a:lnTo>
                <a:lnTo>
                  <a:pt x="125669" y="400743"/>
                </a:lnTo>
                <a:lnTo>
                  <a:pt x="143083" y="358354"/>
                </a:lnTo>
                <a:lnTo>
                  <a:pt x="157890" y="310870"/>
                </a:lnTo>
                <a:lnTo>
                  <a:pt x="170072" y="258818"/>
                </a:lnTo>
                <a:lnTo>
                  <a:pt x="179614" y="202725"/>
                </a:lnTo>
                <a:lnTo>
                  <a:pt x="186502" y="143118"/>
                </a:lnTo>
                <a:lnTo>
                  <a:pt x="190719" y="80523"/>
                </a:lnTo>
                <a:lnTo>
                  <a:pt x="192251" y="15468"/>
                </a:lnTo>
                <a:lnTo>
                  <a:pt x="266648" y="18414"/>
                </a:lnTo>
                <a:lnTo>
                  <a:pt x="265316" y="75946"/>
                </a:lnTo>
                <a:lnTo>
                  <a:pt x="262181" y="130931"/>
                </a:lnTo>
                <a:lnTo>
                  <a:pt x="257207" y="183300"/>
                </a:lnTo>
                <a:lnTo>
                  <a:pt x="250360" y="232982"/>
                </a:lnTo>
                <a:lnTo>
                  <a:pt x="241603" y="279906"/>
                </a:lnTo>
                <a:lnTo>
                  <a:pt x="304748" y="365352"/>
                </a:lnTo>
                <a:lnTo>
                  <a:pt x="218769" y="365352"/>
                </a:lnTo>
                <a:lnTo>
                  <a:pt x="197644" y="420631"/>
                </a:lnTo>
                <a:lnTo>
                  <a:pt x="172885" y="468810"/>
                </a:lnTo>
                <a:lnTo>
                  <a:pt x="144647" y="509555"/>
                </a:lnTo>
                <a:lnTo>
                  <a:pt x="113085" y="542530"/>
                </a:lnTo>
                <a:lnTo>
                  <a:pt x="78354" y="567400"/>
                </a:lnTo>
                <a:lnTo>
                  <a:pt x="40607" y="583831"/>
                </a:lnTo>
                <a:lnTo>
                  <a:pt x="0" y="591487"/>
                </a:lnTo>
                <a:close/>
              </a:path>
              <a:path w="652779" h="629285">
                <a:moveTo>
                  <a:pt x="380820" y="590014"/>
                </a:moveTo>
                <a:lnTo>
                  <a:pt x="218769" y="365352"/>
                </a:lnTo>
                <a:lnTo>
                  <a:pt x="304748" y="365352"/>
                </a:lnTo>
                <a:lnTo>
                  <a:pt x="439748" y="548028"/>
                </a:lnTo>
                <a:lnTo>
                  <a:pt x="380820" y="59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595587" y="1817507"/>
            <a:ext cx="161925" cy="629285"/>
          </a:xfrm>
          <a:custGeom>
            <a:avLst/>
            <a:gdLst/>
            <a:ahLst/>
            <a:cxnLst/>
            <a:rect l="l" t="t" r="r" b="b"/>
            <a:pathLst>
              <a:path w="161925" h="629285">
                <a:moveTo>
                  <a:pt x="161314" y="254862"/>
                </a:moveTo>
                <a:lnTo>
                  <a:pt x="72923" y="254862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24839"/>
                </a:lnTo>
                <a:lnTo>
                  <a:pt x="161314" y="324839"/>
                </a:lnTo>
                <a:lnTo>
                  <a:pt x="161314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104277" y="1832976"/>
            <a:ext cx="440055" cy="576580"/>
          </a:xfrm>
          <a:custGeom>
            <a:avLst/>
            <a:gdLst/>
            <a:ahLst/>
            <a:cxnLst/>
            <a:rect l="l" t="t" r="r" b="b"/>
            <a:pathLst>
              <a:path w="440054" h="576580">
                <a:moveTo>
                  <a:pt x="266648" y="2946"/>
                </a:moveTo>
                <a:lnTo>
                  <a:pt x="192251" y="0"/>
                </a:lnTo>
                <a:lnTo>
                  <a:pt x="190719" y="65054"/>
                </a:lnTo>
                <a:lnTo>
                  <a:pt x="186502" y="127649"/>
                </a:lnTo>
                <a:lnTo>
                  <a:pt x="179614" y="187256"/>
                </a:lnTo>
                <a:lnTo>
                  <a:pt x="170072" y="243349"/>
                </a:lnTo>
                <a:lnTo>
                  <a:pt x="157890" y="295401"/>
                </a:lnTo>
                <a:lnTo>
                  <a:pt x="143083" y="342885"/>
                </a:lnTo>
                <a:lnTo>
                  <a:pt x="125669" y="385275"/>
                </a:lnTo>
                <a:lnTo>
                  <a:pt x="105660" y="422042"/>
                </a:lnTo>
                <a:lnTo>
                  <a:pt x="57925" y="476605"/>
                </a:lnTo>
                <a:lnTo>
                  <a:pt x="0" y="502359"/>
                </a:lnTo>
                <a:lnTo>
                  <a:pt x="0" y="576018"/>
                </a:lnTo>
                <a:lnTo>
                  <a:pt x="40607" y="568362"/>
                </a:lnTo>
                <a:lnTo>
                  <a:pt x="78354" y="551932"/>
                </a:lnTo>
                <a:lnTo>
                  <a:pt x="113085" y="527061"/>
                </a:lnTo>
                <a:lnTo>
                  <a:pt x="144647" y="494086"/>
                </a:lnTo>
                <a:lnTo>
                  <a:pt x="172885" y="453342"/>
                </a:lnTo>
                <a:lnTo>
                  <a:pt x="197644" y="405162"/>
                </a:lnTo>
                <a:lnTo>
                  <a:pt x="218769" y="349883"/>
                </a:lnTo>
                <a:lnTo>
                  <a:pt x="380820" y="574545"/>
                </a:lnTo>
                <a:lnTo>
                  <a:pt x="439748" y="532559"/>
                </a:lnTo>
                <a:lnTo>
                  <a:pt x="241603" y="264438"/>
                </a:lnTo>
                <a:lnTo>
                  <a:pt x="250360" y="217514"/>
                </a:lnTo>
                <a:lnTo>
                  <a:pt x="257207" y="167832"/>
                </a:lnTo>
                <a:lnTo>
                  <a:pt x="262181" y="115463"/>
                </a:lnTo>
                <a:lnTo>
                  <a:pt x="265316" y="60477"/>
                </a:lnTo>
                <a:lnTo>
                  <a:pt x="266648" y="294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826879" y="1817507"/>
            <a:ext cx="586105" cy="629285"/>
          </a:xfrm>
          <a:custGeom>
            <a:avLst/>
            <a:gdLst/>
            <a:ahLst/>
            <a:cxnLst/>
            <a:rect l="l" t="t" r="r" b="b"/>
            <a:pathLst>
              <a:path w="586104" h="629285">
                <a:moveTo>
                  <a:pt x="585594" y="629053"/>
                </a:moveTo>
                <a:lnTo>
                  <a:pt x="517090" y="629053"/>
                </a:lnTo>
                <a:lnTo>
                  <a:pt x="517090" y="0"/>
                </a:lnTo>
                <a:lnTo>
                  <a:pt x="585594" y="0"/>
                </a:lnTo>
                <a:lnTo>
                  <a:pt x="585594" y="629053"/>
                </a:lnTo>
                <a:close/>
              </a:path>
              <a:path w="586104" h="629285">
                <a:moveTo>
                  <a:pt x="434592" y="618004"/>
                </a:moveTo>
                <a:lnTo>
                  <a:pt x="366088" y="618004"/>
                </a:lnTo>
                <a:lnTo>
                  <a:pt x="366088" y="397025"/>
                </a:lnTo>
                <a:lnTo>
                  <a:pt x="282853" y="397025"/>
                </a:lnTo>
                <a:lnTo>
                  <a:pt x="282853" y="329995"/>
                </a:lnTo>
                <a:lnTo>
                  <a:pt x="366088" y="329995"/>
                </a:lnTo>
                <a:lnTo>
                  <a:pt x="366088" y="214349"/>
                </a:lnTo>
                <a:lnTo>
                  <a:pt x="282853" y="214349"/>
                </a:lnTo>
                <a:lnTo>
                  <a:pt x="282853" y="147319"/>
                </a:lnTo>
                <a:lnTo>
                  <a:pt x="366088" y="147319"/>
                </a:lnTo>
                <a:lnTo>
                  <a:pt x="366088" y="3682"/>
                </a:lnTo>
                <a:lnTo>
                  <a:pt x="434592" y="3682"/>
                </a:lnTo>
                <a:lnTo>
                  <a:pt x="434592" y="618004"/>
                </a:lnTo>
                <a:close/>
              </a:path>
              <a:path w="586104" h="629285">
                <a:moveTo>
                  <a:pt x="120801" y="591487"/>
                </a:moveTo>
                <a:lnTo>
                  <a:pt x="0" y="591487"/>
                </a:lnTo>
                <a:lnTo>
                  <a:pt x="0" y="269594"/>
                </a:lnTo>
                <a:lnTo>
                  <a:pt x="176046" y="269594"/>
                </a:lnTo>
                <a:lnTo>
                  <a:pt x="176046" y="87655"/>
                </a:lnTo>
                <a:lnTo>
                  <a:pt x="0" y="87655"/>
                </a:lnTo>
                <a:lnTo>
                  <a:pt x="0" y="22834"/>
                </a:lnTo>
                <a:lnTo>
                  <a:pt x="243813" y="22834"/>
                </a:lnTo>
                <a:lnTo>
                  <a:pt x="243813" y="334414"/>
                </a:lnTo>
                <a:lnTo>
                  <a:pt x="67766" y="334414"/>
                </a:lnTo>
                <a:lnTo>
                  <a:pt x="67766" y="526666"/>
                </a:lnTo>
                <a:lnTo>
                  <a:pt x="306424" y="526666"/>
                </a:lnTo>
                <a:lnTo>
                  <a:pt x="306424" y="562759"/>
                </a:lnTo>
                <a:lnTo>
                  <a:pt x="270998" y="575017"/>
                </a:lnTo>
                <a:lnTo>
                  <a:pt x="227424" y="584029"/>
                </a:lnTo>
                <a:lnTo>
                  <a:pt x="176944" y="589588"/>
                </a:lnTo>
                <a:lnTo>
                  <a:pt x="120801" y="591487"/>
                </a:lnTo>
                <a:close/>
              </a:path>
              <a:path w="586104" h="629285">
                <a:moveTo>
                  <a:pt x="306424" y="526666"/>
                </a:moveTo>
                <a:lnTo>
                  <a:pt x="124484" y="526666"/>
                </a:lnTo>
                <a:lnTo>
                  <a:pt x="178394" y="524859"/>
                </a:lnTo>
                <a:lnTo>
                  <a:pt x="226503" y="519392"/>
                </a:lnTo>
                <a:lnTo>
                  <a:pt x="269088" y="510196"/>
                </a:lnTo>
                <a:lnTo>
                  <a:pt x="306424" y="497202"/>
                </a:lnTo>
                <a:lnTo>
                  <a:pt x="306424" y="526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343969" y="1817507"/>
            <a:ext cx="68580" cy="629285"/>
          </a:xfrm>
          <a:custGeom>
            <a:avLst/>
            <a:gdLst/>
            <a:ahLst/>
            <a:cxnLst/>
            <a:rect l="l" t="t" r="r" b="b"/>
            <a:pathLst>
              <a:path w="68579" h="629285">
                <a:moveTo>
                  <a:pt x="0" y="0"/>
                </a:moveTo>
                <a:lnTo>
                  <a:pt x="0" y="629053"/>
                </a:lnTo>
                <a:lnTo>
                  <a:pt x="68503" y="629053"/>
                </a:lnTo>
                <a:lnTo>
                  <a:pt x="6850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109731" y="1821190"/>
            <a:ext cx="151765" cy="614680"/>
          </a:xfrm>
          <a:custGeom>
            <a:avLst/>
            <a:gdLst/>
            <a:ahLst/>
            <a:cxnLst/>
            <a:rect l="l" t="t" r="r" b="b"/>
            <a:pathLst>
              <a:path w="151765" h="614680">
                <a:moveTo>
                  <a:pt x="83235" y="143636"/>
                </a:moveTo>
                <a:lnTo>
                  <a:pt x="0" y="143636"/>
                </a:lnTo>
                <a:lnTo>
                  <a:pt x="0" y="210666"/>
                </a:lnTo>
                <a:lnTo>
                  <a:pt x="83235" y="210666"/>
                </a:lnTo>
                <a:lnTo>
                  <a:pt x="83235" y="326312"/>
                </a:lnTo>
                <a:lnTo>
                  <a:pt x="0" y="326312"/>
                </a:lnTo>
                <a:lnTo>
                  <a:pt x="0" y="393342"/>
                </a:lnTo>
                <a:lnTo>
                  <a:pt x="83235" y="393342"/>
                </a:lnTo>
                <a:lnTo>
                  <a:pt x="83235" y="614321"/>
                </a:lnTo>
                <a:lnTo>
                  <a:pt x="151738" y="614321"/>
                </a:lnTo>
                <a:lnTo>
                  <a:pt x="151738" y="0"/>
                </a:lnTo>
                <a:lnTo>
                  <a:pt x="83235" y="0"/>
                </a:lnTo>
                <a:lnTo>
                  <a:pt x="83235" y="14363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826878" y="1840342"/>
            <a:ext cx="306705" cy="568960"/>
          </a:xfrm>
          <a:custGeom>
            <a:avLst/>
            <a:gdLst/>
            <a:ahLst/>
            <a:cxnLst/>
            <a:rect l="l" t="t" r="r" b="b"/>
            <a:pathLst>
              <a:path w="306704" h="568960">
                <a:moveTo>
                  <a:pt x="67766" y="503832"/>
                </a:moveTo>
                <a:lnTo>
                  <a:pt x="67766" y="311580"/>
                </a:lnTo>
                <a:lnTo>
                  <a:pt x="243813" y="311580"/>
                </a:lnTo>
                <a:lnTo>
                  <a:pt x="243813" y="0"/>
                </a:lnTo>
                <a:lnTo>
                  <a:pt x="0" y="0"/>
                </a:lnTo>
                <a:lnTo>
                  <a:pt x="0" y="64820"/>
                </a:lnTo>
                <a:lnTo>
                  <a:pt x="176046" y="64820"/>
                </a:lnTo>
                <a:lnTo>
                  <a:pt x="176046" y="246759"/>
                </a:lnTo>
                <a:lnTo>
                  <a:pt x="0" y="246759"/>
                </a:lnTo>
                <a:lnTo>
                  <a:pt x="0" y="568652"/>
                </a:lnTo>
                <a:lnTo>
                  <a:pt x="120801" y="568652"/>
                </a:lnTo>
                <a:lnTo>
                  <a:pt x="176944" y="566753"/>
                </a:lnTo>
                <a:lnTo>
                  <a:pt x="227424" y="561194"/>
                </a:lnTo>
                <a:lnTo>
                  <a:pt x="270998" y="552182"/>
                </a:lnTo>
                <a:lnTo>
                  <a:pt x="306424" y="539925"/>
                </a:lnTo>
                <a:lnTo>
                  <a:pt x="306424" y="474368"/>
                </a:lnTo>
                <a:lnTo>
                  <a:pt x="269088" y="487362"/>
                </a:lnTo>
                <a:lnTo>
                  <a:pt x="226503" y="496558"/>
                </a:lnTo>
                <a:lnTo>
                  <a:pt x="178394" y="502025"/>
                </a:lnTo>
                <a:lnTo>
                  <a:pt x="124484" y="503832"/>
                </a:lnTo>
                <a:lnTo>
                  <a:pt x="67766" y="50383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63699" y="2552875"/>
            <a:ext cx="35560" cy="302260"/>
          </a:xfrm>
          <a:custGeom>
            <a:avLst/>
            <a:gdLst/>
            <a:ahLst/>
            <a:cxnLst/>
            <a:rect l="l" t="t" r="r" b="b"/>
            <a:pathLst>
              <a:path w="35559" h="302260">
                <a:moveTo>
                  <a:pt x="35029" y="302172"/>
                </a:moveTo>
                <a:lnTo>
                  <a:pt x="0" y="302172"/>
                </a:lnTo>
                <a:lnTo>
                  <a:pt x="0" y="0"/>
                </a:lnTo>
                <a:lnTo>
                  <a:pt x="35029" y="0"/>
                </a:lnTo>
                <a:lnTo>
                  <a:pt x="35029" y="3021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334062" y="2564129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19">
                <a:moveTo>
                  <a:pt x="0" y="0"/>
                </a:moveTo>
                <a:lnTo>
                  <a:pt x="171254" y="0"/>
                </a:lnTo>
                <a:lnTo>
                  <a:pt x="1712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34062" y="2597150"/>
            <a:ext cx="35560" cy="207010"/>
          </a:xfrm>
          <a:custGeom>
            <a:avLst/>
            <a:gdLst/>
            <a:ahLst/>
            <a:cxnLst/>
            <a:rect l="l" t="t" r="r" b="b"/>
            <a:pathLst>
              <a:path w="35560" h="207010">
                <a:moveTo>
                  <a:pt x="0" y="0"/>
                </a:moveTo>
                <a:lnTo>
                  <a:pt x="35029" y="0"/>
                </a:lnTo>
                <a:lnTo>
                  <a:pt x="35029" y="207009"/>
                </a:lnTo>
                <a:lnTo>
                  <a:pt x="0" y="2070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34062" y="2804160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19">
                <a:moveTo>
                  <a:pt x="0" y="0"/>
                </a:moveTo>
                <a:lnTo>
                  <a:pt x="171254" y="0"/>
                </a:lnTo>
                <a:lnTo>
                  <a:pt x="1712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470288" y="2596750"/>
            <a:ext cx="35560" cy="207645"/>
          </a:xfrm>
          <a:custGeom>
            <a:avLst/>
            <a:gdLst/>
            <a:ahLst/>
            <a:cxnLst/>
            <a:rect l="l" t="t" r="r" b="b"/>
            <a:pathLst>
              <a:path w="35559" h="207644">
                <a:moveTo>
                  <a:pt x="35029" y="207345"/>
                </a:moveTo>
                <a:lnTo>
                  <a:pt x="0" y="207345"/>
                </a:lnTo>
                <a:lnTo>
                  <a:pt x="0" y="0"/>
                </a:lnTo>
                <a:lnTo>
                  <a:pt x="35029" y="0"/>
                </a:lnTo>
                <a:lnTo>
                  <a:pt x="35029" y="20734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667372" y="2556510"/>
            <a:ext cx="259079" cy="30480"/>
          </a:xfrm>
          <a:custGeom>
            <a:avLst/>
            <a:gdLst/>
            <a:ahLst/>
            <a:cxnLst/>
            <a:rect l="l" t="t" r="r" b="b"/>
            <a:pathLst>
              <a:path w="259079" h="30480">
                <a:moveTo>
                  <a:pt x="0" y="0"/>
                </a:moveTo>
                <a:lnTo>
                  <a:pt x="258650" y="0"/>
                </a:lnTo>
                <a:lnTo>
                  <a:pt x="258650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90639" y="2586989"/>
            <a:ext cx="35560" cy="72390"/>
          </a:xfrm>
          <a:custGeom>
            <a:avLst/>
            <a:gdLst/>
            <a:ahLst/>
            <a:cxnLst/>
            <a:rect l="l" t="t" r="r" b="b"/>
            <a:pathLst>
              <a:path w="35559" h="72389">
                <a:moveTo>
                  <a:pt x="0" y="0"/>
                </a:moveTo>
                <a:lnTo>
                  <a:pt x="35383" y="0"/>
                </a:lnTo>
                <a:lnTo>
                  <a:pt x="35383" y="72389"/>
                </a:lnTo>
                <a:lnTo>
                  <a:pt x="0" y="723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646496" y="2676363"/>
            <a:ext cx="302260" cy="30480"/>
          </a:xfrm>
          <a:custGeom>
            <a:avLst/>
            <a:gdLst/>
            <a:ahLst/>
            <a:cxnLst/>
            <a:rect l="l" t="t" r="r" b="b"/>
            <a:pathLst>
              <a:path w="302259" h="30480">
                <a:moveTo>
                  <a:pt x="301818" y="30075"/>
                </a:moveTo>
                <a:lnTo>
                  <a:pt x="0" y="30075"/>
                </a:lnTo>
                <a:lnTo>
                  <a:pt x="0" y="0"/>
                </a:lnTo>
                <a:lnTo>
                  <a:pt x="301818" y="0"/>
                </a:lnTo>
                <a:lnTo>
                  <a:pt x="301818" y="3007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779537" y="2706438"/>
            <a:ext cx="35560" cy="48895"/>
          </a:xfrm>
          <a:custGeom>
            <a:avLst/>
            <a:gdLst/>
            <a:ahLst/>
            <a:cxnLst/>
            <a:rect l="l" t="t" r="r" b="b"/>
            <a:pathLst>
              <a:path w="35559" h="48894">
                <a:moveTo>
                  <a:pt x="35383" y="48828"/>
                </a:moveTo>
                <a:lnTo>
                  <a:pt x="0" y="48828"/>
                </a:lnTo>
                <a:lnTo>
                  <a:pt x="0" y="0"/>
                </a:lnTo>
                <a:lnTo>
                  <a:pt x="35383" y="0"/>
                </a:lnTo>
                <a:lnTo>
                  <a:pt x="35383" y="488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64895" y="2755900"/>
            <a:ext cx="262255" cy="29209"/>
          </a:xfrm>
          <a:custGeom>
            <a:avLst/>
            <a:gdLst/>
            <a:ahLst/>
            <a:cxnLst/>
            <a:rect l="l" t="t" r="r" b="b"/>
            <a:pathLst>
              <a:path w="262254" h="29210">
                <a:moveTo>
                  <a:pt x="0" y="0"/>
                </a:moveTo>
                <a:lnTo>
                  <a:pt x="262189" y="0"/>
                </a:lnTo>
                <a:lnTo>
                  <a:pt x="262189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91701" y="2785110"/>
            <a:ext cx="35560" cy="69850"/>
          </a:xfrm>
          <a:custGeom>
            <a:avLst/>
            <a:gdLst/>
            <a:ahLst/>
            <a:cxnLst/>
            <a:rect l="l" t="t" r="r" b="b"/>
            <a:pathLst>
              <a:path w="35559" h="69850">
                <a:moveTo>
                  <a:pt x="0" y="0"/>
                </a:moveTo>
                <a:lnTo>
                  <a:pt x="35383" y="0"/>
                </a:lnTo>
                <a:lnTo>
                  <a:pt x="35383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064455" y="2552875"/>
            <a:ext cx="283210" cy="302260"/>
          </a:xfrm>
          <a:custGeom>
            <a:avLst/>
            <a:gdLst/>
            <a:ahLst/>
            <a:cxnLst/>
            <a:rect l="l" t="t" r="r" b="b"/>
            <a:pathLst>
              <a:path w="283209" h="302260">
                <a:moveTo>
                  <a:pt x="283065" y="302172"/>
                </a:moveTo>
                <a:lnTo>
                  <a:pt x="248035" y="302172"/>
                </a:lnTo>
                <a:lnTo>
                  <a:pt x="248035" y="0"/>
                </a:lnTo>
                <a:lnTo>
                  <a:pt x="283065" y="0"/>
                </a:lnTo>
                <a:lnTo>
                  <a:pt x="283065" y="302172"/>
                </a:lnTo>
                <a:close/>
              </a:path>
              <a:path w="283209" h="302260">
                <a:moveTo>
                  <a:pt x="103672" y="160285"/>
                </a:moveTo>
                <a:lnTo>
                  <a:pt x="67443" y="154596"/>
                </a:lnTo>
                <a:lnTo>
                  <a:pt x="39142" y="138657"/>
                </a:lnTo>
                <a:lnTo>
                  <a:pt x="20726" y="114160"/>
                </a:lnTo>
                <a:lnTo>
                  <a:pt x="14153" y="82796"/>
                </a:lnTo>
                <a:lnTo>
                  <a:pt x="20726" y="51432"/>
                </a:lnTo>
                <a:lnTo>
                  <a:pt x="39142" y="26935"/>
                </a:lnTo>
                <a:lnTo>
                  <a:pt x="67443" y="10996"/>
                </a:lnTo>
                <a:lnTo>
                  <a:pt x="103672" y="5307"/>
                </a:lnTo>
                <a:lnTo>
                  <a:pt x="139752" y="10996"/>
                </a:lnTo>
                <a:lnTo>
                  <a:pt x="168070" y="26935"/>
                </a:lnTo>
                <a:lnTo>
                  <a:pt x="173647" y="34321"/>
                </a:lnTo>
                <a:lnTo>
                  <a:pt x="103672" y="34321"/>
                </a:lnTo>
                <a:lnTo>
                  <a:pt x="80607" y="38014"/>
                </a:lnTo>
                <a:lnTo>
                  <a:pt x="62982" y="48209"/>
                </a:lnTo>
                <a:lnTo>
                  <a:pt x="51725" y="63579"/>
                </a:lnTo>
                <a:lnTo>
                  <a:pt x="47767" y="82796"/>
                </a:lnTo>
                <a:lnTo>
                  <a:pt x="51725" y="102014"/>
                </a:lnTo>
                <a:lnTo>
                  <a:pt x="62982" y="117383"/>
                </a:lnTo>
                <a:lnTo>
                  <a:pt x="80607" y="127578"/>
                </a:lnTo>
                <a:lnTo>
                  <a:pt x="103672" y="131271"/>
                </a:lnTo>
                <a:lnTo>
                  <a:pt x="173647" y="131271"/>
                </a:lnTo>
                <a:lnTo>
                  <a:pt x="168070" y="138657"/>
                </a:lnTo>
                <a:lnTo>
                  <a:pt x="139752" y="154596"/>
                </a:lnTo>
                <a:lnTo>
                  <a:pt x="103672" y="160285"/>
                </a:lnTo>
                <a:close/>
              </a:path>
              <a:path w="283209" h="302260">
                <a:moveTo>
                  <a:pt x="173647" y="131271"/>
                </a:moveTo>
                <a:lnTo>
                  <a:pt x="103672" y="131271"/>
                </a:lnTo>
                <a:lnTo>
                  <a:pt x="126533" y="127578"/>
                </a:lnTo>
                <a:lnTo>
                  <a:pt x="144053" y="117383"/>
                </a:lnTo>
                <a:lnTo>
                  <a:pt x="155271" y="102014"/>
                </a:lnTo>
                <a:lnTo>
                  <a:pt x="159224" y="82796"/>
                </a:lnTo>
                <a:lnTo>
                  <a:pt x="155271" y="63579"/>
                </a:lnTo>
                <a:lnTo>
                  <a:pt x="144053" y="48209"/>
                </a:lnTo>
                <a:lnTo>
                  <a:pt x="126533" y="38014"/>
                </a:lnTo>
                <a:lnTo>
                  <a:pt x="103672" y="34321"/>
                </a:lnTo>
                <a:lnTo>
                  <a:pt x="173647" y="34321"/>
                </a:lnTo>
                <a:lnTo>
                  <a:pt x="186568" y="51432"/>
                </a:lnTo>
                <a:lnTo>
                  <a:pt x="193192" y="82796"/>
                </a:lnTo>
                <a:lnTo>
                  <a:pt x="186568" y="114160"/>
                </a:lnTo>
                <a:lnTo>
                  <a:pt x="173647" y="131271"/>
                </a:lnTo>
                <a:close/>
              </a:path>
              <a:path w="283209" h="302260">
                <a:moveTo>
                  <a:pt x="123841" y="220437"/>
                </a:moveTo>
                <a:lnTo>
                  <a:pt x="0" y="220437"/>
                </a:lnTo>
                <a:lnTo>
                  <a:pt x="0" y="188592"/>
                </a:lnTo>
                <a:lnTo>
                  <a:pt x="123487" y="188592"/>
                </a:lnTo>
                <a:lnTo>
                  <a:pt x="153098" y="187961"/>
                </a:lnTo>
                <a:lnTo>
                  <a:pt x="180188" y="185938"/>
                </a:lnTo>
                <a:lnTo>
                  <a:pt x="203696" y="182322"/>
                </a:lnTo>
                <a:lnTo>
                  <a:pt x="222560" y="176915"/>
                </a:lnTo>
                <a:lnTo>
                  <a:pt x="222560" y="208760"/>
                </a:lnTo>
                <a:lnTo>
                  <a:pt x="203851" y="214018"/>
                </a:lnTo>
                <a:lnTo>
                  <a:pt x="180631" y="217650"/>
                </a:lnTo>
                <a:lnTo>
                  <a:pt x="153695" y="219757"/>
                </a:lnTo>
                <a:lnTo>
                  <a:pt x="123841" y="220437"/>
                </a:lnTo>
                <a:close/>
              </a:path>
              <a:path w="283209" h="302260">
                <a:moveTo>
                  <a:pt x="121010" y="302172"/>
                </a:moveTo>
                <a:lnTo>
                  <a:pt x="85981" y="302172"/>
                </a:lnTo>
                <a:lnTo>
                  <a:pt x="85981" y="220437"/>
                </a:lnTo>
                <a:lnTo>
                  <a:pt x="121010" y="220437"/>
                </a:lnTo>
                <a:lnTo>
                  <a:pt x="121010" y="3021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94226" y="2554291"/>
            <a:ext cx="302260" cy="286385"/>
          </a:xfrm>
          <a:custGeom>
            <a:avLst/>
            <a:gdLst/>
            <a:ahLst/>
            <a:cxnLst/>
            <a:rect l="l" t="t" r="r" b="b"/>
            <a:pathLst>
              <a:path w="302259" h="286385">
                <a:moveTo>
                  <a:pt x="6015" y="188592"/>
                </a:moveTo>
                <a:lnTo>
                  <a:pt x="6015" y="155332"/>
                </a:lnTo>
                <a:lnTo>
                  <a:pt x="44339" y="147295"/>
                </a:lnTo>
                <a:lnTo>
                  <a:pt x="79504" y="125010"/>
                </a:lnTo>
                <a:lnTo>
                  <a:pt x="109625" y="91209"/>
                </a:lnTo>
                <a:lnTo>
                  <a:pt x="132817" y="48627"/>
                </a:lnTo>
                <a:lnTo>
                  <a:pt x="147193" y="0"/>
                </a:lnTo>
                <a:lnTo>
                  <a:pt x="183284" y="6368"/>
                </a:lnTo>
                <a:lnTo>
                  <a:pt x="179569" y="23668"/>
                </a:lnTo>
                <a:lnTo>
                  <a:pt x="174792" y="40469"/>
                </a:lnTo>
                <a:lnTo>
                  <a:pt x="168954" y="56673"/>
                </a:lnTo>
                <a:lnTo>
                  <a:pt x="162054" y="72181"/>
                </a:lnTo>
                <a:lnTo>
                  <a:pt x="203597" y="100134"/>
                </a:lnTo>
                <a:lnTo>
                  <a:pt x="146840" y="100134"/>
                </a:lnTo>
                <a:lnTo>
                  <a:pt x="118317" y="136496"/>
                </a:lnTo>
                <a:lnTo>
                  <a:pt x="84521" y="164399"/>
                </a:lnTo>
                <a:lnTo>
                  <a:pt x="46678" y="182284"/>
                </a:lnTo>
                <a:lnTo>
                  <a:pt x="6015" y="188592"/>
                </a:lnTo>
                <a:close/>
              </a:path>
              <a:path w="302259" h="286385">
                <a:moveTo>
                  <a:pt x="275988" y="189653"/>
                </a:moveTo>
                <a:lnTo>
                  <a:pt x="146840" y="100134"/>
                </a:lnTo>
                <a:lnTo>
                  <a:pt x="203597" y="100134"/>
                </a:lnTo>
                <a:lnTo>
                  <a:pt x="295095" y="161701"/>
                </a:lnTo>
                <a:lnTo>
                  <a:pt x="275988" y="189653"/>
                </a:lnTo>
                <a:close/>
              </a:path>
              <a:path w="302259" h="286385">
                <a:moveTo>
                  <a:pt x="301818" y="286249"/>
                </a:moveTo>
                <a:lnTo>
                  <a:pt x="0" y="286249"/>
                </a:lnTo>
                <a:lnTo>
                  <a:pt x="0" y="253343"/>
                </a:lnTo>
                <a:lnTo>
                  <a:pt x="301818" y="253343"/>
                </a:lnTo>
                <a:lnTo>
                  <a:pt x="301818" y="2862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744873" y="2555239"/>
            <a:ext cx="259079" cy="29209"/>
          </a:xfrm>
          <a:custGeom>
            <a:avLst/>
            <a:gdLst/>
            <a:ahLst/>
            <a:cxnLst/>
            <a:rect l="l" t="t" r="r" b="b"/>
            <a:pathLst>
              <a:path w="259079" h="29210">
                <a:moveTo>
                  <a:pt x="0" y="0"/>
                </a:moveTo>
                <a:lnTo>
                  <a:pt x="259004" y="0"/>
                </a:lnTo>
                <a:lnTo>
                  <a:pt x="259004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968849" y="2584450"/>
            <a:ext cx="35560" cy="44450"/>
          </a:xfrm>
          <a:custGeom>
            <a:avLst/>
            <a:gdLst/>
            <a:ahLst/>
            <a:cxnLst/>
            <a:rect l="l" t="t" r="r" b="b"/>
            <a:pathLst>
              <a:path w="35559" h="44450">
                <a:moveTo>
                  <a:pt x="0" y="0"/>
                </a:moveTo>
                <a:lnTo>
                  <a:pt x="35029" y="0"/>
                </a:lnTo>
                <a:lnTo>
                  <a:pt x="35029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744873" y="2628900"/>
            <a:ext cx="259079" cy="27940"/>
          </a:xfrm>
          <a:custGeom>
            <a:avLst/>
            <a:gdLst/>
            <a:ahLst/>
            <a:cxnLst/>
            <a:rect l="l" t="t" r="r" b="b"/>
            <a:pathLst>
              <a:path w="259079" h="27939">
                <a:moveTo>
                  <a:pt x="0" y="0"/>
                </a:moveTo>
                <a:lnTo>
                  <a:pt x="259004" y="0"/>
                </a:lnTo>
                <a:lnTo>
                  <a:pt x="25900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968849" y="2656839"/>
            <a:ext cx="35560" cy="38100"/>
          </a:xfrm>
          <a:custGeom>
            <a:avLst/>
            <a:gdLst/>
            <a:ahLst/>
            <a:cxnLst/>
            <a:rect l="l" t="t" r="r" b="b"/>
            <a:pathLst>
              <a:path w="35559" h="38100">
                <a:moveTo>
                  <a:pt x="0" y="0"/>
                </a:moveTo>
                <a:lnTo>
                  <a:pt x="35029" y="0"/>
                </a:lnTo>
                <a:lnTo>
                  <a:pt x="35029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838285" y="2673532"/>
            <a:ext cx="35560" cy="41275"/>
          </a:xfrm>
          <a:custGeom>
            <a:avLst/>
            <a:gdLst/>
            <a:ahLst/>
            <a:cxnLst/>
            <a:rect l="l" t="t" r="r" b="b"/>
            <a:pathLst>
              <a:path w="35559" h="41275">
                <a:moveTo>
                  <a:pt x="35383" y="40690"/>
                </a:moveTo>
                <a:lnTo>
                  <a:pt x="0" y="40690"/>
                </a:lnTo>
                <a:lnTo>
                  <a:pt x="0" y="0"/>
                </a:lnTo>
                <a:lnTo>
                  <a:pt x="35383" y="0"/>
                </a:lnTo>
                <a:lnTo>
                  <a:pt x="35383" y="4069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723997" y="2714223"/>
            <a:ext cx="302260" cy="29845"/>
          </a:xfrm>
          <a:custGeom>
            <a:avLst/>
            <a:gdLst/>
            <a:ahLst/>
            <a:cxnLst/>
            <a:rect l="l" t="t" r="r" b="b"/>
            <a:pathLst>
              <a:path w="302259" h="29844">
                <a:moveTo>
                  <a:pt x="301818" y="29721"/>
                </a:moveTo>
                <a:lnTo>
                  <a:pt x="0" y="29721"/>
                </a:lnTo>
                <a:lnTo>
                  <a:pt x="0" y="0"/>
                </a:lnTo>
                <a:lnTo>
                  <a:pt x="301818" y="0"/>
                </a:lnTo>
                <a:lnTo>
                  <a:pt x="301818" y="2972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744873" y="2768600"/>
            <a:ext cx="36195" cy="53340"/>
          </a:xfrm>
          <a:custGeom>
            <a:avLst/>
            <a:gdLst/>
            <a:ahLst/>
            <a:cxnLst/>
            <a:rect l="l" t="t" r="r" b="b"/>
            <a:pathLst>
              <a:path w="36195" h="53339">
                <a:moveTo>
                  <a:pt x="0" y="0"/>
                </a:moveTo>
                <a:lnTo>
                  <a:pt x="35737" y="0"/>
                </a:lnTo>
                <a:lnTo>
                  <a:pt x="35737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744873" y="2821939"/>
            <a:ext cx="265430" cy="29209"/>
          </a:xfrm>
          <a:custGeom>
            <a:avLst/>
            <a:gdLst/>
            <a:ahLst/>
            <a:cxnLst/>
            <a:rect l="l" t="t" r="r" b="b"/>
            <a:pathLst>
              <a:path w="265429" h="29210">
                <a:moveTo>
                  <a:pt x="0" y="0"/>
                </a:moveTo>
                <a:lnTo>
                  <a:pt x="265373" y="0"/>
                </a:lnTo>
                <a:lnTo>
                  <a:pt x="265373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058368" y="2552875"/>
            <a:ext cx="285750" cy="298450"/>
          </a:xfrm>
          <a:custGeom>
            <a:avLst/>
            <a:gdLst/>
            <a:ahLst/>
            <a:cxnLst/>
            <a:rect l="l" t="t" r="r" b="b"/>
            <a:pathLst>
              <a:path w="285750" h="298450">
                <a:moveTo>
                  <a:pt x="277403" y="224329"/>
                </a:moveTo>
                <a:lnTo>
                  <a:pt x="242374" y="224329"/>
                </a:lnTo>
                <a:lnTo>
                  <a:pt x="242374" y="0"/>
                </a:lnTo>
                <a:lnTo>
                  <a:pt x="277403" y="0"/>
                </a:lnTo>
                <a:lnTo>
                  <a:pt x="277403" y="224329"/>
                </a:lnTo>
                <a:close/>
              </a:path>
              <a:path w="285750" h="298450">
                <a:moveTo>
                  <a:pt x="0" y="178684"/>
                </a:moveTo>
                <a:lnTo>
                  <a:pt x="0" y="145778"/>
                </a:lnTo>
                <a:lnTo>
                  <a:pt x="38678" y="129015"/>
                </a:lnTo>
                <a:lnTo>
                  <a:pt x="67935" y="96861"/>
                </a:lnTo>
                <a:lnTo>
                  <a:pt x="86578" y="53428"/>
                </a:lnTo>
                <a:lnTo>
                  <a:pt x="93411" y="2830"/>
                </a:lnTo>
                <a:lnTo>
                  <a:pt x="128440" y="4953"/>
                </a:lnTo>
                <a:lnTo>
                  <a:pt x="127589" y="24165"/>
                </a:lnTo>
                <a:lnTo>
                  <a:pt x="125079" y="42946"/>
                </a:lnTo>
                <a:lnTo>
                  <a:pt x="120977" y="61129"/>
                </a:lnTo>
                <a:lnTo>
                  <a:pt x="115349" y="78550"/>
                </a:lnTo>
                <a:lnTo>
                  <a:pt x="155184" y="107918"/>
                </a:lnTo>
                <a:lnTo>
                  <a:pt x="101549" y="107918"/>
                </a:lnTo>
                <a:lnTo>
                  <a:pt x="82249" y="134151"/>
                </a:lnTo>
                <a:lnTo>
                  <a:pt x="58603" y="155376"/>
                </a:lnTo>
                <a:lnTo>
                  <a:pt x="31043" y="170563"/>
                </a:lnTo>
                <a:lnTo>
                  <a:pt x="0" y="178684"/>
                </a:lnTo>
                <a:close/>
              </a:path>
              <a:path w="285750" h="298450">
                <a:moveTo>
                  <a:pt x="191422" y="175500"/>
                </a:moveTo>
                <a:lnTo>
                  <a:pt x="101549" y="107918"/>
                </a:lnTo>
                <a:lnTo>
                  <a:pt x="155184" y="107918"/>
                </a:lnTo>
                <a:lnTo>
                  <a:pt x="212298" y="150024"/>
                </a:lnTo>
                <a:lnTo>
                  <a:pt x="191422" y="175500"/>
                </a:lnTo>
                <a:close/>
              </a:path>
              <a:path w="285750" h="298450">
                <a:moveTo>
                  <a:pt x="285542" y="298280"/>
                </a:moveTo>
                <a:lnTo>
                  <a:pt x="21229" y="298280"/>
                </a:lnTo>
                <a:lnTo>
                  <a:pt x="21229" y="202037"/>
                </a:lnTo>
                <a:lnTo>
                  <a:pt x="56613" y="202037"/>
                </a:lnTo>
                <a:lnTo>
                  <a:pt x="56613" y="267142"/>
                </a:lnTo>
                <a:lnTo>
                  <a:pt x="285542" y="267142"/>
                </a:lnTo>
                <a:lnTo>
                  <a:pt x="285542" y="298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710108" y="2552700"/>
            <a:ext cx="35560" cy="123189"/>
          </a:xfrm>
          <a:custGeom>
            <a:avLst/>
            <a:gdLst/>
            <a:ahLst/>
            <a:cxnLst/>
            <a:rect l="l" t="t" r="r" b="b"/>
            <a:pathLst>
              <a:path w="35559" h="123189">
                <a:moveTo>
                  <a:pt x="0" y="0"/>
                </a:moveTo>
                <a:lnTo>
                  <a:pt x="35029" y="0"/>
                </a:lnTo>
                <a:lnTo>
                  <a:pt x="35029" y="123189"/>
                </a:lnTo>
                <a:lnTo>
                  <a:pt x="0" y="1231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710108" y="2675889"/>
            <a:ext cx="78105" cy="33020"/>
          </a:xfrm>
          <a:custGeom>
            <a:avLst/>
            <a:gdLst/>
            <a:ahLst/>
            <a:cxnLst/>
            <a:rect l="l" t="t" r="r" b="b"/>
            <a:pathLst>
              <a:path w="78104" h="33019">
                <a:moveTo>
                  <a:pt x="0" y="0"/>
                </a:moveTo>
                <a:lnTo>
                  <a:pt x="77489" y="0"/>
                </a:lnTo>
                <a:lnTo>
                  <a:pt x="77489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710108" y="2708910"/>
            <a:ext cx="35560" cy="146050"/>
          </a:xfrm>
          <a:custGeom>
            <a:avLst/>
            <a:gdLst/>
            <a:ahLst/>
            <a:cxnLst/>
            <a:rect l="l" t="t" r="r" b="b"/>
            <a:pathLst>
              <a:path w="35559" h="146050">
                <a:moveTo>
                  <a:pt x="0" y="0"/>
                </a:moveTo>
                <a:lnTo>
                  <a:pt x="35029" y="0"/>
                </a:lnTo>
                <a:lnTo>
                  <a:pt x="35029" y="146050"/>
                </a:lnTo>
                <a:lnTo>
                  <a:pt x="0" y="146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485778" y="2561589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39">
                <a:moveTo>
                  <a:pt x="0" y="0"/>
                </a:moveTo>
                <a:lnTo>
                  <a:pt x="34675" y="0"/>
                </a:lnTo>
                <a:lnTo>
                  <a:pt x="34675" y="104139"/>
                </a:lnTo>
                <a:lnTo>
                  <a:pt x="0" y="1041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485778" y="2665729"/>
            <a:ext cx="168275" cy="31750"/>
          </a:xfrm>
          <a:custGeom>
            <a:avLst/>
            <a:gdLst/>
            <a:ahLst/>
            <a:cxnLst/>
            <a:rect l="l" t="t" r="r" b="b"/>
            <a:pathLst>
              <a:path w="168275" h="31750">
                <a:moveTo>
                  <a:pt x="0" y="0"/>
                </a:moveTo>
                <a:lnTo>
                  <a:pt x="168070" y="0"/>
                </a:lnTo>
                <a:lnTo>
                  <a:pt x="16807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485778" y="2697479"/>
            <a:ext cx="34925" cy="107950"/>
          </a:xfrm>
          <a:custGeom>
            <a:avLst/>
            <a:gdLst/>
            <a:ahLst/>
            <a:cxnLst/>
            <a:rect l="l" t="t" r="r" b="b"/>
            <a:pathLst>
              <a:path w="34925" h="107950">
                <a:moveTo>
                  <a:pt x="0" y="0"/>
                </a:moveTo>
                <a:lnTo>
                  <a:pt x="34675" y="0"/>
                </a:lnTo>
                <a:lnTo>
                  <a:pt x="34675" y="107950"/>
                </a:lnTo>
                <a:lnTo>
                  <a:pt x="0" y="1079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485778" y="2805429"/>
            <a:ext cx="168275" cy="31750"/>
          </a:xfrm>
          <a:custGeom>
            <a:avLst/>
            <a:gdLst/>
            <a:ahLst/>
            <a:cxnLst/>
            <a:rect l="l" t="t" r="r" b="b"/>
            <a:pathLst>
              <a:path w="168275" h="31750">
                <a:moveTo>
                  <a:pt x="0" y="0"/>
                </a:moveTo>
                <a:lnTo>
                  <a:pt x="168070" y="0"/>
                </a:lnTo>
                <a:lnTo>
                  <a:pt x="16807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619173" y="2561721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39">
                <a:moveTo>
                  <a:pt x="34675" y="104026"/>
                </a:moveTo>
                <a:lnTo>
                  <a:pt x="0" y="104026"/>
                </a:lnTo>
                <a:lnTo>
                  <a:pt x="0" y="0"/>
                </a:lnTo>
                <a:lnTo>
                  <a:pt x="34675" y="0"/>
                </a:lnTo>
                <a:lnTo>
                  <a:pt x="34675" y="10402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619173" y="2697946"/>
            <a:ext cx="34925" cy="107314"/>
          </a:xfrm>
          <a:custGeom>
            <a:avLst/>
            <a:gdLst/>
            <a:ahLst/>
            <a:cxnLst/>
            <a:rect l="l" t="t" r="r" b="b"/>
            <a:pathLst>
              <a:path w="34925" h="107314">
                <a:moveTo>
                  <a:pt x="34675" y="106857"/>
                </a:moveTo>
                <a:lnTo>
                  <a:pt x="0" y="106857"/>
                </a:lnTo>
                <a:lnTo>
                  <a:pt x="0" y="0"/>
                </a:lnTo>
                <a:lnTo>
                  <a:pt x="34675" y="0"/>
                </a:lnTo>
                <a:lnTo>
                  <a:pt x="34675" y="1068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814134" y="2552875"/>
            <a:ext cx="269875" cy="302260"/>
          </a:xfrm>
          <a:custGeom>
            <a:avLst/>
            <a:gdLst/>
            <a:ahLst/>
            <a:cxnLst/>
            <a:rect l="l" t="t" r="r" b="b"/>
            <a:pathLst>
              <a:path w="269875" h="302260">
                <a:moveTo>
                  <a:pt x="269619" y="302172"/>
                </a:moveTo>
                <a:lnTo>
                  <a:pt x="234236" y="302172"/>
                </a:lnTo>
                <a:lnTo>
                  <a:pt x="234236" y="0"/>
                </a:lnTo>
                <a:lnTo>
                  <a:pt x="269619" y="0"/>
                </a:lnTo>
                <a:lnTo>
                  <a:pt x="269619" y="302172"/>
                </a:lnTo>
                <a:close/>
              </a:path>
              <a:path w="269875" h="302260">
                <a:moveTo>
                  <a:pt x="91642" y="288018"/>
                </a:moveTo>
                <a:lnTo>
                  <a:pt x="54633" y="279554"/>
                </a:lnTo>
                <a:lnTo>
                  <a:pt x="25652" y="253741"/>
                </a:lnTo>
                <a:lnTo>
                  <a:pt x="6755" y="209949"/>
                </a:lnTo>
                <a:lnTo>
                  <a:pt x="0" y="147547"/>
                </a:lnTo>
                <a:lnTo>
                  <a:pt x="6755" y="85146"/>
                </a:lnTo>
                <a:lnTo>
                  <a:pt x="25652" y="41354"/>
                </a:lnTo>
                <a:lnTo>
                  <a:pt x="54633" y="15540"/>
                </a:lnTo>
                <a:lnTo>
                  <a:pt x="91642" y="7076"/>
                </a:lnTo>
                <a:lnTo>
                  <a:pt x="128446" y="15540"/>
                </a:lnTo>
                <a:lnTo>
                  <a:pt x="154996" y="39275"/>
                </a:lnTo>
                <a:lnTo>
                  <a:pt x="91642" y="39275"/>
                </a:lnTo>
                <a:lnTo>
                  <a:pt x="69212" y="45445"/>
                </a:lnTo>
                <a:lnTo>
                  <a:pt x="51261" y="64751"/>
                </a:lnTo>
                <a:lnTo>
                  <a:pt x="39347" y="98387"/>
                </a:lnTo>
                <a:lnTo>
                  <a:pt x="35029" y="147547"/>
                </a:lnTo>
                <a:lnTo>
                  <a:pt x="39347" y="196857"/>
                </a:lnTo>
                <a:lnTo>
                  <a:pt x="51261" y="230477"/>
                </a:lnTo>
                <a:lnTo>
                  <a:pt x="69212" y="249700"/>
                </a:lnTo>
                <a:lnTo>
                  <a:pt x="91642" y="255820"/>
                </a:lnTo>
                <a:lnTo>
                  <a:pt x="154996" y="255820"/>
                </a:lnTo>
                <a:lnTo>
                  <a:pt x="128446" y="279554"/>
                </a:lnTo>
                <a:lnTo>
                  <a:pt x="91642" y="288018"/>
                </a:lnTo>
                <a:close/>
              </a:path>
              <a:path w="269875" h="302260">
                <a:moveTo>
                  <a:pt x="154996" y="255820"/>
                </a:moveTo>
                <a:lnTo>
                  <a:pt x="91642" y="255820"/>
                </a:lnTo>
                <a:lnTo>
                  <a:pt x="113718" y="249700"/>
                </a:lnTo>
                <a:lnTo>
                  <a:pt x="131581" y="230477"/>
                </a:lnTo>
                <a:lnTo>
                  <a:pt x="143539" y="196857"/>
                </a:lnTo>
                <a:lnTo>
                  <a:pt x="147901" y="147547"/>
                </a:lnTo>
                <a:lnTo>
                  <a:pt x="143539" y="98387"/>
                </a:lnTo>
                <a:lnTo>
                  <a:pt x="131581" y="64751"/>
                </a:lnTo>
                <a:lnTo>
                  <a:pt x="113718" y="45445"/>
                </a:lnTo>
                <a:lnTo>
                  <a:pt x="91642" y="39275"/>
                </a:lnTo>
                <a:lnTo>
                  <a:pt x="154996" y="39275"/>
                </a:lnTo>
                <a:lnTo>
                  <a:pt x="157322" y="41354"/>
                </a:lnTo>
                <a:lnTo>
                  <a:pt x="176180" y="85146"/>
                </a:lnTo>
                <a:lnTo>
                  <a:pt x="182930" y="147547"/>
                </a:lnTo>
                <a:lnTo>
                  <a:pt x="176180" y="209949"/>
                </a:lnTo>
                <a:lnTo>
                  <a:pt x="157322" y="253741"/>
                </a:lnTo>
                <a:lnTo>
                  <a:pt x="154996" y="25582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131168" y="2558183"/>
            <a:ext cx="302260" cy="282575"/>
          </a:xfrm>
          <a:custGeom>
            <a:avLst/>
            <a:gdLst/>
            <a:ahLst/>
            <a:cxnLst/>
            <a:rect l="l" t="t" r="r" b="b"/>
            <a:pathLst>
              <a:path w="302259" h="282575">
                <a:moveTo>
                  <a:pt x="168423" y="249451"/>
                </a:moveTo>
                <a:lnTo>
                  <a:pt x="132686" y="249451"/>
                </a:lnTo>
                <a:lnTo>
                  <a:pt x="132686" y="185053"/>
                </a:lnTo>
                <a:lnTo>
                  <a:pt x="83918" y="175804"/>
                </a:lnTo>
                <a:lnTo>
                  <a:pt x="46661" y="156437"/>
                </a:lnTo>
                <a:lnTo>
                  <a:pt x="22871" y="128380"/>
                </a:lnTo>
                <a:lnTo>
                  <a:pt x="14507" y="93057"/>
                </a:lnTo>
                <a:lnTo>
                  <a:pt x="24248" y="54932"/>
                </a:lnTo>
                <a:lnTo>
                  <a:pt x="51836" y="25564"/>
                </a:lnTo>
                <a:lnTo>
                  <a:pt x="94815" y="6678"/>
                </a:lnTo>
                <a:lnTo>
                  <a:pt x="150732" y="0"/>
                </a:lnTo>
                <a:lnTo>
                  <a:pt x="206648" y="6678"/>
                </a:lnTo>
                <a:lnTo>
                  <a:pt x="249628" y="25564"/>
                </a:lnTo>
                <a:lnTo>
                  <a:pt x="255528" y="31844"/>
                </a:lnTo>
                <a:lnTo>
                  <a:pt x="150732" y="31844"/>
                </a:lnTo>
                <a:lnTo>
                  <a:pt x="110174" y="36234"/>
                </a:lnTo>
                <a:lnTo>
                  <a:pt x="78904" y="48651"/>
                </a:lnTo>
                <a:lnTo>
                  <a:pt x="58780" y="67968"/>
                </a:lnTo>
                <a:lnTo>
                  <a:pt x="51659" y="93057"/>
                </a:lnTo>
                <a:lnTo>
                  <a:pt x="58780" y="117942"/>
                </a:lnTo>
                <a:lnTo>
                  <a:pt x="78904" y="137153"/>
                </a:lnTo>
                <a:lnTo>
                  <a:pt x="110174" y="149532"/>
                </a:lnTo>
                <a:lnTo>
                  <a:pt x="150732" y="153916"/>
                </a:lnTo>
                <a:lnTo>
                  <a:pt x="256899" y="153916"/>
                </a:lnTo>
                <a:lnTo>
                  <a:pt x="254758" y="156437"/>
                </a:lnTo>
                <a:lnTo>
                  <a:pt x="217396" y="175804"/>
                </a:lnTo>
                <a:lnTo>
                  <a:pt x="168423" y="185053"/>
                </a:lnTo>
                <a:lnTo>
                  <a:pt x="168423" y="249451"/>
                </a:lnTo>
                <a:close/>
              </a:path>
              <a:path w="302259" h="282575">
                <a:moveTo>
                  <a:pt x="256899" y="153916"/>
                </a:moveTo>
                <a:lnTo>
                  <a:pt x="150732" y="153916"/>
                </a:lnTo>
                <a:lnTo>
                  <a:pt x="191494" y="149532"/>
                </a:lnTo>
                <a:lnTo>
                  <a:pt x="222869" y="137153"/>
                </a:lnTo>
                <a:lnTo>
                  <a:pt x="243032" y="117942"/>
                </a:lnTo>
                <a:lnTo>
                  <a:pt x="250158" y="93057"/>
                </a:lnTo>
                <a:lnTo>
                  <a:pt x="243032" y="67968"/>
                </a:lnTo>
                <a:lnTo>
                  <a:pt x="222869" y="48651"/>
                </a:lnTo>
                <a:lnTo>
                  <a:pt x="191494" y="36234"/>
                </a:lnTo>
                <a:lnTo>
                  <a:pt x="150732" y="31844"/>
                </a:lnTo>
                <a:lnTo>
                  <a:pt x="255528" y="31844"/>
                </a:lnTo>
                <a:lnTo>
                  <a:pt x="277216" y="54932"/>
                </a:lnTo>
                <a:lnTo>
                  <a:pt x="286957" y="93057"/>
                </a:lnTo>
                <a:lnTo>
                  <a:pt x="278587" y="128380"/>
                </a:lnTo>
                <a:lnTo>
                  <a:pt x="256899" y="153916"/>
                </a:lnTo>
                <a:close/>
              </a:path>
              <a:path w="302259" h="282575">
                <a:moveTo>
                  <a:pt x="301818" y="282357"/>
                </a:moveTo>
                <a:lnTo>
                  <a:pt x="0" y="282357"/>
                </a:lnTo>
                <a:lnTo>
                  <a:pt x="0" y="249451"/>
                </a:lnTo>
                <a:lnTo>
                  <a:pt x="301818" y="249451"/>
                </a:lnTo>
                <a:lnTo>
                  <a:pt x="301818" y="2823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718175" y="2552875"/>
            <a:ext cx="33655" cy="121920"/>
          </a:xfrm>
          <a:custGeom>
            <a:avLst/>
            <a:gdLst/>
            <a:ahLst/>
            <a:cxnLst/>
            <a:rect l="l" t="t" r="r" b="b"/>
            <a:pathLst>
              <a:path w="33654" h="121919">
                <a:moveTo>
                  <a:pt x="33260" y="121718"/>
                </a:moveTo>
                <a:lnTo>
                  <a:pt x="0" y="121718"/>
                </a:lnTo>
                <a:lnTo>
                  <a:pt x="0" y="0"/>
                </a:lnTo>
                <a:lnTo>
                  <a:pt x="33260" y="0"/>
                </a:lnTo>
                <a:lnTo>
                  <a:pt x="33260" y="1217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635732" y="2555239"/>
            <a:ext cx="33655" cy="119380"/>
          </a:xfrm>
          <a:custGeom>
            <a:avLst/>
            <a:gdLst/>
            <a:ahLst/>
            <a:cxnLst/>
            <a:rect l="l" t="t" r="r" b="b"/>
            <a:pathLst>
              <a:path w="33654" h="119380">
                <a:moveTo>
                  <a:pt x="0" y="0"/>
                </a:moveTo>
                <a:lnTo>
                  <a:pt x="33260" y="0"/>
                </a:lnTo>
                <a:lnTo>
                  <a:pt x="33260" y="119379"/>
                </a:lnTo>
                <a:lnTo>
                  <a:pt x="0" y="1193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635732" y="2674620"/>
            <a:ext cx="116205" cy="33020"/>
          </a:xfrm>
          <a:custGeom>
            <a:avLst/>
            <a:gdLst/>
            <a:ahLst/>
            <a:cxnLst/>
            <a:rect l="l" t="t" r="r" b="b"/>
            <a:pathLst>
              <a:path w="116204" h="33019">
                <a:moveTo>
                  <a:pt x="0" y="0"/>
                </a:moveTo>
                <a:lnTo>
                  <a:pt x="115702" y="0"/>
                </a:lnTo>
                <a:lnTo>
                  <a:pt x="115702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635732" y="2707639"/>
            <a:ext cx="33655" cy="142240"/>
          </a:xfrm>
          <a:custGeom>
            <a:avLst/>
            <a:gdLst/>
            <a:ahLst/>
            <a:cxnLst/>
            <a:rect l="l" t="t" r="r" b="b"/>
            <a:pathLst>
              <a:path w="33654" h="142239">
                <a:moveTo>
                  <a:pt x="0" y="0"/>
                </a:moveTo>
                <a:lnTo>
                  <a:pt x="33260" y="0"/>
                </a:lnTo>
                <a:lnTo>
                  <a:pt x="33260" y="142239"/>
                </a:lnTo>
                <a:lnTo>
                  <a:pt x="0" y="1422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718175" y="2707854"/>
            <a:ext cx="33655" cy="147320"/>
          </a:xfrm>
          <a:custGeom>
            <a:avLst/>
            <a:gdLst/>
            <a:ahLst/>
            <a:cxnLst/>
            <a:rect l="l" t="t" r="r" b="b"/>
            <a:pathLst>
              <a:path w="33654" h="147319">
                <a:moveTo>
                  <a:pt x="33260" y="147193"/>
                </a:moveTo>
                <a:lnTo>
                  <a:pt x="0" y="147193"/>
                </a:lnTo>
                <a:lnTo>
                  <a:pt x="0" y="0"/>
                </a:lnTo>
                <a:lnTo>
                  <a:pt x="33260" y="0"/>
                </a:lnTo>
                <a:lnTo>
                  <a:pt x="33260" y="14719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470139" y="2564129"/>
            <a:ext cx="129539" cy="31750"/>
          </a:xfrm>
          <a:custGeom>
            <a:avLst/>
            <a:gdLst/>
            <a:ahLst/>
            <a:cxnLst/>
            <a:rect l="l" t="t" r="r" b="b"/>
            <a:pathLst>
              <a:path w="129540" h="31750">
                <a:moveTo>
                  <a:pt x="0" y="0"/>
                </a:moveTo>
                <a:lnTo>
                  <a:pt x="129502" y="0"/>
                </a:lnTo>
                <a:lnTo>
                  <a:pt x="129502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470139" y="2595879"/>
            <a:ext cx="33655" cy="209550"/>
          </a:xfrm>
          <a:custGeom>
            <a:avLst/>
            <a:gdLst/>
            <a:ahLst/>
            <a:cxnLst/>
            <a:rect l="l" t="t" r="r" b="b"/>
            <a:pathLst>
              <a:path w="33654" h="209550">
                <a:moveTo>
                  <a:pt x="0" y="0"/>
                </a:moveTo>
                <a:lnTo>
                  <a:pt x="33260" y="0"/>
                </a:lnTo>
                <a:lnTo>
                  <a:pt x="3326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470139" y="2805429"/>
            <a:ext cx="129539" cy="31750"/>
          </a:xfrm>
          <a:custGeom>
            <a:avLst/>
            <a:gdLst/>
            <a:ahLst/>
            <a:cxnLst/>
            <a:rect l="l" t="t" r="r" b="b"/>
            <a:pathLst>
              <a:path w="129540" h="31750">
                <a:moveTo>
                  <a:pt x="0" y="0"/>
                </a:moveTo>
                <a:lnTo>
                  <a:pt x="129502" y="0"/>
                </a:lnTo>
                <a:lnTo>
                  <a:pt x="129502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566734" y="2595689"/>
            <a:ext cx="33020" cy="209550"/>
          </a:xfrm>
          <a:custGeom>
            <a:avLst/>
            <a:gdLst/>
            <a:ahLst/>
            <a:cxnLst/>
            <a:rect l="l" t="t" r="r" b="b"/>
            <a:pathLst>
              <a:path w="33020" h="209550">
                <a:moveTo>
                  <a:pt x="32906" y="209468"/>
                </a:moveTo>
                <a:lnTo>
                  <a:pt x="0" y="209468"/>
                </a:lnTo>
                <a:lnTo>
                  <a:pt x="0" y="0"/>
                </a:lnTo>
                <a:lnTo>
                  <a:pt x="32906" y="0"/>
                </a:lnTo>
                <a:lnTo>
                  <a:pt x="32906" y="2094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790710" y="2554291"/>
            <a:ext cx="302260" cy="286385"/>
          </a:xfrm>
          <a:custGeom>
            <a:avLst/>
            <a:gdLst/>
            <a:ahLst/>
            <a:cxnLst/>
            <a:rect l="l" t="t" r="r" b="b"/>
            <a:pathLst>
              <a:path w="302259" h="286385">
                <a:moveTo>
                  <a:pt x="6015" y="188592"/>
                </a:moveTo>
                <a:lnTo>
                  <a:pt x="6015" y="155332"/>
                </a:lnTo>
                <a:lnTo>
                  <a:pt x="44339" y="147295"/>
                </a:lnTo>
                <a:lnTo>
                  <a:pt x="79504" y="125010"/>
                </a:lnTo>
                <a:lnTo>
                  <a:pt x="109625" y="91209"/>
                </a:lnTo>
                <a:lnTo>
                  <a:pt x="132817" y="48627"/>
                </a:lnTo>
                <a:lnTo>
                  <a:pt x="147193" y="0"/>
                </a:lnTo>
                <a:lnTo>
                  <a:pt x="183284" y="6368"/>
                </a:lnTo>
                <a:lnTo>
                  <a:pt x="179569" y="23668"/>
                </a:lnTo>
                <a:lnTo>
                  <a:pt x="174792" y="40469"/>
                </a:lnTo>
                <a:lnTo>
                  <a:pt x="168954" y="56673"/>
                </a:lnTo>
                <a:lnTo>
                  <a:pt x="162054" y="72181"/>
                </a:lnTo>
                <a:lnTo>
                  <a:pt x="203597" y="100134"/>
                </a:lnTo>
                <a:lnTo>
                  <a:pt x="146840" y="100134"/>
                </a:lnTo>
                <a:lnTo>
                  <a:pt x="118317" y="136496"/>
                </a:lnTo>
                <a:lnTo>
                  <a:pt x="84521" y="164399"/>
                </a:lnTo>
                <a:lnTo>
                  <a:pt x="46678" y="182284"/>
                </a:lnTo>
                <a:lnTo>
                  <a:pt x="6015" y="188592"/>
                </a:lnTo>
                <a:close/>
              </a:path>
              <a:path w="302259" h="286385">
                <a:moveTo>
                  <a:pt x="275988" y="189653"/>
                </a:moveTo>
                <a:lnTo>
                  <a:pt x="146840" y="100134"/>
                </a:lnTo>
                <a:lnTo>
                  <a:pt x="203597" y="100134"/>
                </a:lnTo>
                <a:lnTo>
                  <a:pt x="295095" y="161701"/>
                </a:lnTo>
                <a:lnTo>
                  <a:pt x="275988" y="189653"/>
                </a:lnTo>
                <a:close/>
              </a:path>
              <a:path w="302259" h="286385">
                <a:moveTo>
                  <a:pt x="301818" y="286249"/>
                </a:moveTo>
                <a:lnTo>
                  <a:pt x="0" y="286249"/>
                </a:lnTo>
                <a:lnTo>
                  <a:pt x="0" y="253343"/>
                </a:lnTo>
                <a:lnTo>
                  <a:pt x="301818" y="253343"/>
                </a:lnTo>
                <a:lnTo>
                  <a:pt x="301818" y="2862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0212237" y="2552875"/>
            <a:ext cx="287020" cy="302260"/>
          </a:xfrm>
          <a:custGeom>
            <a:avLst/>
            <a:gdLst/>
            <a:ahLst/>
            <a:cxnLst/>
            <a:rect l="l" t="t" r="r" b="b"/>
            <a:pathLst>
              <a:path w="287020" h="302260">
                <a:moveTo>
                  <a:pt x="286603" y="302172"/>
                </a:moveTo>
                <a:lnTo>
                  <a:pt x="253343" y="302172"/>
                </a:lnTo>
                <a:lnTo>
                  <a:pt x="253343" y="0"/>
                </a:lnTo>
                <a:lnTo>
                  <a:pt x="286603" y="0"/>
                </a:lnTo>
                <a:lnTo>
                  <a:pt x="286603" y="302172"/>
                </a:lnTo>
                <a:close/>
              </a:path>
              <a:path w="287020" h="302260">
                <a:moveTo>
                  <a:pt x="213360" y="125964"/>
                </a:moveTo>
                <a:lnTo>
                  <a:pt x="180454" y="125964"/>
                </a:lnTo>
                <a:lnTo>
                  <a:pt x="180454" y="1769"/>
                </a:lnTo>
                <a:lnTo>
                  <a:pt x="213360" y="1769"/>
                </a:lnTo>
                <a:lnTo>
                  <a:pt x="213360" y="125964"/>
                </a:lnTo>
                <a:close/>
              </a:path>
              <a:path w="287020" h="302260">
                <a:moveTo>
                  <a:pt x="70412" y="288018"/>
                </a:moveTo>
                <a:lnTo>
                  <a:pt x="40154" y="279803"/>
                </a:lnTo>
                <a:lnTo>
                  <a:pt x="18089" y="254404"/>
                </a:lnTo>
                <a:lnTo>
                  <a:pt x="4583" y="210695"/>
                </a:lnTo>
                <a:lnTo>
                  <a:pt x="0" y="147547"/>
                </a:lnTo>
                <a:lnTo>
                  <a:pt x="4583" y="84399"/>
                </a:lnTo>
                <a:lnTo>
                  <a:pt x="18089" y="40690"/>
                </a:lnTo>
                <a:lnTo>
                  <a:pt x="40154" y="15292"/>
                </a:lnTo>
                <a:lnTo>
                  <a:pt x="70412" y="7076"/>
                </a:lnTo>
                <a:lnTo>
                  <a:pt x="98569" y="14059"/>
                </a:lnTo>
                <a:lnTo>
                  <a:pt x="119727" y="35604"/>
                </a:lnTo>
                <a:lnTo>
                  <a:pt x="120976" y="38921"/>
                </a:lnTo>
                <a:lnTo>
                  <a:pt x="70412" y="38921"/>
                </a:lnTo>
                <a:lnTo>
                  <a:pt x="54009" y="45445"/>
                </a:lnTo>
                <a:lnTo>
                  <a:pt x="42415" y="65370"/>
                </a:lnTo>
                <a:lnTo>
                  <a:pt x="35532" y="99227"/>
                </a:lnTo>
                <a:lnTo>
                  <a:pt x="33260" y="147547"/>
                </a:lnTo>
                <a:lnTo>
                  <a:pt x="35532" y="195867"/>
                </a:lnTo>
                <a:lnTo>
                  <a:pt x="42415" y="229725"/>
                </a:lnTo>
                <a:lnTo>
                  <a:pt x="54009" y="249650"/>
                </a:lnTo>
                <a:lnTo>
                  <a:pt x="70412" y="256174"/>
                </a:lnTo>
                <a:lnTo>
                  <a:pt x="121446" y="256174"/>
                </a:lnTo>
                <a:lnTo>
                  <a:pt x="121098" y="257191"/>
                </a:lnTo>
                <a:lnTo>
                  <a:pt x="99570" y="280483"/>
                </a:lnTo>
                <a:lnTo>
                  <a:pt x="70412" y="288018"/>
                </a:lnTo>
                <a:close/>
              </a:path>
              <a:path w="287020" h="302260">
                <a:moveTo>
                  <a:pt x="121446" y="256174"/>
                </a:moveTo>
                <a:lnTo>
                  <a:pt x="70412" y="256174"/>
                </a:lnTo>
                <a:lnTo>
                  <a:pt x="86760" y="249650"/>
                </a:lnTo>
                <a:lnTo>
                  <a:pt x="98232" y="229725"/>
                </a:lnTo>
                <a:lnTo>
                  <a:pt x="104993" y="195867"/>
                </a:lnTo>
                <a:lnTo>
                  <a:pt x="107210" y="147547"/>
                </a:lnTo>
                <a:lnTo>
                  <a:pt x="104993" y="99227"/>
                </a:lnTo>
                <a:lnTo>
                  <a:pt x="98232" y="65370"/>
                </a:lnTo>
                <a:lnTo>
                  <a:pt x="86760" y="45445"/>
                </a:lnTo>
                <a:lnTo>
                  <a:pt x="70412" y="38921"/>
                </a:lnTo>
                <a:lnTo>
                  <a:pt x="120976" y="38921"/>
                </a:lnTo>
                <a:lnTo>
                  <a:pt x="133654" y="72607"/>
                </a:lnTo>
                <a:lnTo>
                  <a:pt x="140117" y="125964"/>
                </a:lnTo>
                <a:lnTo>
                  <a:pt x="213360" y="125964"/>
                </a:lnTo>
                <a:lnTo>
                  <a:pt x="213360" y="159224"/>
                </a:lnTo>
                <a:lnTo>
                  <a:pt x="140471" y="159224"/>
                </a:lnTo>
                <a:lnTo>
                  <a:pt x="134798" y="217114"/>
                </a:lnTo>
                <a:lnTo>
                  <a:pt x="121446" y="256174"/>
                </a:lnTo>
                <a:close/>
              </a:path>
              <a:path w="287020" h="302260">
                <a:moveTo>
                  <a:pt x="213360" y="296864"/>
                </a:moveTo>
                <a:lnTo>
                  <a:pt x="180454" y="296864"/>
                </a:lnTo>
                <a:lnTo>
                  <a:pt x="180454" y="159224"/>
                </a:lnTo>
                <a:lnTo>
                  <a:pt x="213360" y="159224"/>
                </a:lnTo>
                <a:lnTo>
                  <a:pt x="213360" y="29686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0548731" y="2552875"/>
            <a:ext cx="305435" cy="298450"/>
          </a:xfrm>
          <a:custGeom>
            <a:avLst/>
            <a:gdLst/>
            <a:ahLst/>
            <a:cxnLst/>
            <a:rect l="l" t="t" r="r" b="b"/>
            <a:pathLst>
              <a:path w="305434" h="298450">
                <a:moveTo>
                  <a:pt x="262896" y="225390"/>
                </a:moveTo>
                <a:lnTo>
                  <a:pt x="227867" y="225390"/>
                </a:lnTo>
                <a:lnTo>
                  <a:pt x="227867" y="0"/>
                </a:lnTo>
                <a:lnTo>
                  <a:pt x="262896" y="0"/>
                </a:lnTo>
                <a:lnTo>
                  <a:pt x="262896" y="78904"/>
                </a:lnTo>
                <a:lnTo>
                  <a:pt x="305356" y="78904"/>
                </a:lnTo>
                <a:lnTo>
                  <a:pt x="305356" y="112518"/>
                </a:lnTo>
                <a:lnTo>
                  <a:pt x="262896" y="112518"/>
                </a:lnTo>
                <a:lnTo>
                  <a:pt x="262896" y="225390"/>
                </a:lnTo>
                <a:close/>
              </a:path>
              <a:path w="305434" h="298450">
                <a:moveTo>
                  <a:pt x="107918" y="183284"/>
                </a:moveTo>
                <a:lnTo>
                  <a:pt x="0" y="183284"/>
                </a:lnTo>
                <a:lnTo>
                  <a:pt x="0" y="7430"/>
                </a:lnTo>
                <a:lnTo>
                  <a:pt x="184346" y="7430"/>
                </a:lnTo>
                <a:lnTo>
                  <a:pt x="184346" y="37152"/>
                </a:lnTo>
                <a:lnTo>
                  <a:pt x="34675" y="37152"/>
                </a:lnTo>
                <a:lnTo>
                  <a:pt x="34675" y="80673"/>
                </a:lnTo>
                <a:lnTo>
                  <a:pt x="178331" y="80673"/>
                </a:lnTo>
                <a:lnTo>
                  <a:pt x="178331" y="109333"/>
                </a:lnTo>
                <a:lnTo>
                  <a:pt x="34675" y="109333"/>
                </a:lnTo>
                <a:lnTo>
                  <a:pt x="34675" y="153562"/>
                </a:lnTo>
                <a:lnTo>
                  <a:pt x="205930" y="153562"/>
                </a:lnTo>
                <a:lnTo>
                  <a:pt x="205930" y="169839"/>
                </a:lnTo>
                <a:lnTo>
                  <a:pt x="188724" y="175373"/>
                </a:lnTo>
                <a:lnTo>
                  <a:pt x="165947" y="179613"/>
                </a:lnTo>
                <a:lnTo>
                  <a:pt x="138657" y="182328"/>
                </a:lnTo>
                <a:lnTo>
                  <a:pt x="107918" y="183284"/>
                </a:lnTo>
                <a:close/>
              </a:path>
              <a:path w="305434" h="298450">
                <a:moveTo>
                  <a:pt x="205930" y="153562"/>
                </a:moveTo>
                <a:lnTo>
                  <a:pt x="110749" y="153562"/>
                </a:lnTo>
                <a:lnTo>
                  <a:pt x="140200" y="152661"/>
                </a:lnTo>
                <a:lnTo>
                  <a:pt x="166433" y="150068"/>
                </a:lnTo>
                <a:lnTo>
                  <a:pt x="188619" y="145950"/>
                </a:lnTo>
                <a:lnTo>
                  <a:pt x="205930" y="140471"/>
                </a:lnTo>
                <a:lnTo>
                  <a:pt x="205930" y="153562"/>
                </a:lnTo>
                <a:close/>
              </a:path>
              <a:path w="305434" h="298450">
                <a:moveTo>
                  <a:pt x="271035" y="298280"/>
                </a:moveTo>
                <a:lnTo>
                  <a:pt x="10261" y="298280"/>
                </a:lnTo>
                <a:lnTo>
                  <a:pt x="10261" y="211237"/>
                </a:lnTo>
                <a:lnTo>
                  <a:pt x="45644" y="211237"/>
                </a:lnTo>
                <a:lnTo>
                  <a:pt x="45644" y="267142"/>
                </a:lnTo>
                <a:lnTo>
                  <a:pt x="271035" y="267142"/>
                </a:lnTo>
                <a:lnTo>
                  <a:pt x="271035" y="298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0867887" y="2551814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302259" h="299719">
                <a:moveTo>
                  <a:pt x="168070" y="130563"/>
                </a:moveTo>
                <a:lnTo>
                  <a:pt x="133394" y="130563"/>
                </a:lnTo>
                <a:lnTo>
                  <a:pt x="133394" y="109687"/>
                </a:lnTo>
                <a:lnTo>
                  <a:pt x="88054" y="105447"/>
                </a:lnTo>
                <a:lnTo>
                  <a:pt x="51438" y="95401"/>
                </a:lnTo>
                <a:lnTo>
                  <a:pt x="26963" y="78788"/>
                </a:lnTo>
                <a:lnTo>
                  <a:pt x="18045" y="54843"/>
                </a:lnTo>
                <a:lnTo>
                  <a:pt x="28527" y="29406"/>
                </a:lnTo>
                <a:lnTo>
                  <a:pt x="57055" y="12428"/>
                </a:lnTo>
                <a:lnTo>
                  <a:pt x="99249" y="2946"/>
                </a:lnTo>
                <a:lnTo>
                  <a:pt x="150732" y="0"/>
                </a:lnTo>
                <a:lnTo>
                  <a:pt x="202214" y="2946"/>
                </a:lnTo>
                <a:lnTo>
                  <a:pt x="244409" y="12428"/>
                </a:lnTo>
                <a:lnTo>
                  <a:pt x="268115" y="26537"/>
                </a:lnTo>
                <a:lnTo>
                  <a:pt x="150732" y="26537"/>
                </a:lnTo>
                <a:lnTo>
                  <a:pt x="113397" y="28173"/>
                </a:lnTo>
                <a:lnTo>
                  <a:pt x="82663" y="33260"/>
                </a:lnTo>
                <a:lnTo>
                  <a:pt x="61815" y="42061"/>
                </a:lnTo>
                <a:lnTo>
                  <a:pt x="54136" y="54843"/>
                </a:lnTo>
                <a:lnTo>
                  <a:pt x="61815" y="67775"/>
                </a:lnTo>
                <a:lnTo>
                  <a:pt x="82663" y="76560"/>
                </a:lnTo>
                <a:lnTo>
                  <a:pt x="113397" y="81563"/>
                </a:lnTo>
                <a:lnTo>
                  <a:pt x="150732" y="83150"/>
                </a:lnTo>
                <a:lnTo>
                  <a:pt x="268075" y="83150"/>
                </a:lnTo>
                <a:lnTo>
                  <a:pt x="250026" y="95401"/>
                </a:lnTo>
                <a:lnTo>
                  <a:pt x="213410" y="105447"/>
                </a:lnTo>
                <a:lnTo>
                  <a:pt x="168070" y="109687"/>
                </a:lnTo>
                <a:lnTo>
                  <a:pt x="168070" y="130563"/>
                </a:lnTo>
                <a:close/>
              </a:path>
              <a:path w="302259" h="299719">
                <a:moveTo>
                  <a:pt x="268075" y="83150"/>
                </a:moveTo>
                <a:lnTo>
                  <a:pt x="150732" y="83150"/>
                </a:lnTo>
                <a:lnTo>
                  <a:pt x="188067" y="81563"/>
                </a:lnTo>
                <a:lnTo>
                  <a:pt x="218800" y="76560"/>
                </a:lnTo>
                <a:lnTo>
                  <a:pt x="239649" y="67775"/>
                </a:lnTo>
                <a:lnTo>
                  <a:pt x="247328" y="54843"/>
                </a:lnTo>
                <a:lnTo>
                  <a:pt x="239649" y="42061"/>
                </a:lnTo>
                <a:lnTo>
                  <a:pt x="218800" y="33260"/>
                </a:lnTo>
                <a:lnTo>
                  <a:pt x="188067" y="28173"/>
                </a:lnTo>
                <a:lnTo>
                  <a:pt x="150732" y="26537"/>
                </a:lnTo>
                <a:lnTo>
                  <a:pt x="268115" y="26537"/>
                </a:lnTo>
                <a:lnTo>
                  <a:pt x="272936" y="29406"/>
                </a:lnTo>
                <a:lnTo>
                  <a:pt x="283419" y="54843"/>
                </a:lnTo>
                <a:lnTo>
                  <a:pt x="274501" y="78788"/>
                </a:lnTo>
                <a:lnTo>
                  <a:pt x="268075" y="83150"/>
                </a:lnTo>
                <a:close/>
              </a:path>
              <a:path w="302259" h="299719">
                <a:moveTo>
                  <a:pt x="301818" y="157808"/>
                </a:moveTo>
                <a:lnTo>
                  <a:pt x="0" y="157808"/>
                </a:lnTo>
                <a:lnTo>
                  <a:pt x="0" y="130563"/>
                </a:lnTo>
                <a:lnTo>
                  <a:pt x="301818" y="130563"/>
                </a:lnTo>
                <a:lnTo>
                  <a:pt x="301818" y="157808"/>
                </a:lnTo>
                <a:close/>
              </a:path>
              <a:path w="302259" h="299719">
                <a:moveTo>
                  <a:pt x="286249" y="299341"/>
                </a:moveTo>
                <a:lnTo>
                  <a:pt x="20876" y="299341"/>
                </a:lnTo>
                <a:lnTo>
                  <a:pt x="20876" y="227159"/>
                </a:lnTo>
                <a:lnTo>
                  <a:pt x="246620" y="227159"/>
                </a:lnTo>
                <a:lnTo>
                  <a:pt x="246620" y="205930"/>
                </a:lnTo>
                <a:lnTo>
                  <a:pt x="20168" y="205930"/>
                </a:lnTo>
                <a:lnTo>
                  <a:pt x="20168" y="179746"/>
                </a:lnTo>
                <a:lnTo>
                  <a:pt x="280942" y="179746"/>
                </a:lnTo>
                <a:lnTo>
                  <a:pt x="280942" y="251928"/>
                </a:lnTo>
                <a:lnTo>
                  <a:pt x="55197" y="251928"/>
                </a:lnTo>
                <a:lnTo>
                  <a:pt x="55197" y="273158"/>
                </a:lnTo>
                <a:lnTo>
                  <a:pt x="286249" y="273158"/>
                </a:lnTo>
                <a:lnTo>
                  <a:pt x="286249" y="29934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285852" y="2556414"/>
            <a:ext cx="302260" cy="299085"/>
          </a:xfrm>
          <a:custGeom>
            <a:avLst/>
            <a:gdLst/>
            <a:ahLst/>
            <a:cxnLst/>
            <a:rect l="l" t="t" r="r" b="b"/>
            <a:pathLst>
              <a:path w="302259" h="299085">
                <a:moveTo>
                  <a:pt x="279526" y="102611"/>
                </a:moveTo>
                <a:lnTo>
                  <a:pt x="244497" y="102611"/>
                </a:lnTo>
                <a:lnTo>
                  <a:pt x="244497" y="29721"/>
                </a:lnTo>
                <a:lnTo>
                  <a:pt x="20168" y="29721"/>
                </a:lnTo>
                <a:lnTo>
                  <a:pt x="20168" y="0"/>
                </a:lnTo>
                <a:lnTo>
                  <a:pt x="279526" y="0"/>
                </a:lnTo>
                <a:lnTo>
                  <a:pt x="279526" y="102611"/>
                </a:lnTo>
                <a:close/>
              </a:path>
              <a:path w="302259" h="299085">
                <a:moveTo>
                  <a:pt x="148609" y="123841"/>
                </a:moveTo>
                <a:lnTo>
                  <a:pt x="113226" y="123841"/>
                </a:lnTo>
                <a:lnTo>
                  <a:pt x="113226" y="64751"/>
                </a:lnTo>
                <a:lnTo>
                  <a:pt x="148609" y="64751"/>
                </a:lnTo>
                <a:lnTo>
                  <a:pt x="148609" y="123841"/>
                </a:lnTo>
                <a:close/>
              </a:path>
              <a:path w="302259" h="299085">
                <a:moveTo>
                  <a:pt x="301818" y="152855"/>
                </a:moveTo>
                <a:lnTo>
                  <a:pt x="0" y="152855"/>
                </a:lnTo>
                <a:lnTo>
                  <a:pt x="0" y="123841"/>
                </a:lnTo>
                <a:lnTo>
                  <a:pt x="301818" y="123841"/>
                </a:lnTo>
                <a:lnTo>
                  <a:pt x="301818" y="152855"/>
                </a:lnTo>
                <a:close/>
              </a:path>
              <a:path w="302259" h="299085">
                <a:moveTo>
                  <a:pt x="150732" y="298987"/>
                </a:moveTo>
                <a:lnTo>
                  <a:pt x="99548" y="295725"/>
                </a:lnTo>
                <a:lnTo>
                  <a:pt x="57320" y="285365"/>
                </a:lnTo>
                <a:lnTo>
                  <a:pt x="28627" y="267043"/>
                </a:lnTo>
                <a:lnTo>
                  <a:pt x="18045" y="239897"/>
                </a:lnTo>
                <a:lnTo>
                  <a:pt x="28627" y="212359"/>
                </a:lnTo>
                <a:lnTo>
                  <a:pt x="57320" y="194209"/>
                </a:lnTo>
                <a:lnTo>
                  <a:pt x="99548" y="184219"/>
                </a:lnTo>
                <a:lnTo>
                  <a:pt x="150732" y="181161"/>
                </a:lnTo>
                <a:lnTo>
                  <a:pt x="201916" y="184418"/>
                </a:lnTo>
                <a:lnTo>
                  <a:pt x="244143" y="194740"/>
                </a:lnTo>
                <a:lnTo>
                  <a:pt x="266785" y="209114"/>
                </a:lnTo>
                <a:lnTo>
                  <a:pt x="150732" y="209114"/>
                </a:lnTo>
                <a:lnTo>
                  <a:pt x="115150" y="210789"/>
                </a:lnTo>
                <a:lnTo>
                  <a:pt x="84477" y="216146"/>
                </a:lnTo>
                <a:lnTo>
                  <a:pt x="62959" y="225683"/>
                </a:lnTo>
                <a:lnTo>
                  <a:pt x="54843" y="239897"/>
                </a:lnTo>
                <a:lnTo>
                  <a:pt x="62959" y="253868"/>
                </a:lnTo>
                <a:lnTo>
                  <a:pt x="84477" y="263560"/>
                </a:lnTo>
                <a:lnTo>
                  <a:pt x="115150" y="269205"/>
                </a:lnTo>
                <a:lnTo>
                  <a:pt x="150732" y="271035"/>
                </a:lnTo>
                <a:lnTo>
                  <a:pt x="266586" y="271035"/>
                </a:lnTo>
                <a:lnTo>
                  <a:pt x="244143" y="285365"/>
                </a:lnTo>
                <a:lnTo>
                  <a:pt x="201916" y="295725"/>
                </a:lnTo>
                <a:lnTo>
                  <a:pt x="150732" y="298987"/>
                </a:lnTo>
                <a:close/>
              </a:path>
              <a:path w="302259" h="299085">
                <a:moveTo>
                  <a:pt x="266586" y="271035"/>
                </a:moveTo>
                <a:lnTo>
                  <a:pt x="150732" y="271035"/>
                </a:lnTo>
                <a:lnTo>
                  <a:pt x="186314" y="269205"/>
                </a:lnTo>
                <a:lnTo>
                  <a:pt x="216987" y="263560"/>
                </a:lnTo>
                <a:lnTo>
                  <a:pt x="238504" y="253868"/>
                </a:lnTo>
                <a:lnTo>
                  <a:pt x="246620" y="239897"/>
                </a:lnTo>
                <a:lnTo>
                  <a:pt x="238504" y="226131"/>
                </a:lnTo>
                <a:lnTo>
                  <a:pt x="216987" y="216544"/>
                </a:lnTo>
                <a:lnTo>
                  <a:pt x="186314" y="210938"/>
                </a:lnTo>
                <a:lnTo>
                  <a:pt x="150732" y="209114"/>
                </a:lnTo>
                <a:lnTo>
                  <a:pt x="266785" y="209114"/>
                </a:lnTo>
                <a:lnTo>
                  <a:pt x="272837" y="212956"/>
                </a:lnTo>
                <a:lnTo>
                  <a:pt x="283419" y="239897"/>
                </a:lnTo>
                <a:lnTo>
                  <a:pt x="272837" y="267043"/>
                </a:lnTo>
                <a:lnTo>
                  <a:pt x="266586" y="27103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1619869" y="2552875"/>
            <a:ext cx="311785" cy="302260"/>
          </a:xfrm>
          <a:custGeom>
            <a:avLst/>
            <a:gdLst/>
            <a:ahLst/>
            <a:cxnLst/>
            <a:rect l="l" t="t" r="r" b="b"/>
            <a:pathLst>
              <a:path w="311784" h="302260">
                <a:moveTo>
                  <a:pt x="269265" y="167008"/>
                </a:moveTo>
                <a:lnTo>
                  <a:pt x="234236" y="167008"/>
                </a:lnTo>
                <a:lnTo>
                  <a:pt x="234236" y="0"/>
                </a:lnTo>
                <a:lnTo>
                  <a:pt x="269265" y="0"/>
                </a:lnTo>
                <a:lnTo>
                  <a:pt x="269265" y="57674"/>
                </a:lnTo>
                <a:lnTo>
                  <a:pt x="311725" y="57674"/>
                </a:lnTo>
                <a:lnTo>
                  <a:pt x="311725" y="90934"/>
                </a:lnTo>
                <a:lnTo>
                  <a:pt x="269265" y="90934"/>
                </a:lnTo>
                <a:lnTo>
                  <a:pt x="269265" y="167008"/>
                </a:lnTo>
                <a:close/>
              </a:path>
              <a:path w="311784" h="302260">
                <a:moveTo>
                  <a:pt x="196730" y="37859"/>
                </a:moveTo>
                <a:lnTo>
                  <a:pt x="3892" y="37859"/>
                </a:lnTo>
                <a:lnTo>
                  <a:pt x="3892" y="7784"/>
                </a:lnTo>
                <a:lnTo>
                  <a:pt x="196730" y="7784"/>
                </a:lnTo>
                <a:lnTo>
                  <a:pt x="196730" y="37859"/>
                </a:lnTo>
                <a:close/>
              </a:path>
              <a:path w="311784" h="302260">
                <a:moveTo>
                  <a:pt x="0" y="160993"/>
                </a:moveTo>
                <a:lnTo>
                  <a:pt x="0" y="129502"/>
                </a:lnTo>
                <a:lnTo>
                  <a:pt x="33724" y="119114"/>
                </a:lnTo>
                <a:lnTo>
                  <a:pt x="59620" y="99205"/>
                </a:lnTo>
                <a:lnTo>
                  <a:pt x="77024" y="71534"/>
                </a:lnTo>
                <a:lnTo>
                  <a:pt x="85273" y="37859"/>
                </a:lnTo>
                <a:lnTo>
                  <a:pt x="120302" y="37859"/>
                </a:lnTo>
                <a:lnTo>
                  <a:pt x="119512" y="46545"/>
                </a:lnTo>
                <a:lnTo>
                  <a:pt x="118223" y="55065"/>
                </a:lnTo>
                <a:lnTo>
                  <a:pt x="116471" y="63385"/>
                </a:lnTo>
                <a:lnTo>
                  <a:pt x="114287" y="71473"/>
                </a:lnTo>
                <a:lnTo>
                  <a:pt x="159710" y="99426"/>
                </a:lnTo>
                <a:lnTo>
                  <a:pt x="101549" y="99426"/>
                </a:lnTo>
                <a:lnTo>
                  <a:pt x="83393" y="122580"/>
                </a:lnTo>
                <a:lnTo>
                  <a:pt x="60062" y="141090"/>
                </a:lnTo>
                <a:lnTo>
                  <a:pt x="32088" y="154160"/>
                </a:lnTo>
                <a:lnTo>
                  <a:pt x="0" y="160993"/>
                </a:lnTo>
                <a:close/>
              </a:path>
              <a:path w="311784" h="302260">
                <a:moveTo>
                  <a:pt x="188946" y="154270"/>
                </a:moveTo>
                <a:lnTo>
                  <a:pt x="101549" y="99426"/>
                </a:lnTo>
                <a:lnTo>
                  <a:pt x="159710" y="99426"/>
                </a:lnTo>
                <a:lnTo>
                  <a:pt x="206283" y="128087"/>
                </a:lnTo>
                <a:lnTo>
                  <a:pt x="188946" y="154270"/>
                </a:lnTo>
                <a:close/>
              </a:path>
              <a:path w="311784" h="302260">
                <a:moveTo>
                  <a:pt x="144363" y="302172"/>
                </a:moveTo>
                <a:lnTo>
                  <a:pt x="93676" y="298755"/>
                </a:lnTo>
                <a:lnTo>
                  <a:pt x="52543" y="287842"/>
                </a:lnTo>
                <a:lnTo>
                  <a:pt x="24945" y="268436"/>
                </a:lnTo>
                <a:lnTo>
                  <a:pt x="14860" y="239544"/>
                </a:lnTo>
                <a:lnTo>
                  <a:pt x="24945" y="210651"/>
                </a:lnTo>
                <a:lnTo>
                  <a:pt x="52543" y="191245"/>
                </a:lnTo>
                <a:lnTo>
                  <a:pt x="93676" y="180332"/>
                </a:lnTo>
                <a:lnTo>
                  <a:pt x="144363" y="176915"/>
                </a:lnTo>
                <a:lnTo>
                  <a:pt x="195198" y="180332"/>
                </a:lnTo>
                <a:lnTo>
                  <a:pt x="236315" y="191245"/>
                </a:lnTo>
                <a:lnTo>
                  <a:pt x="257136" y="205930"/>
                </a:lnTo>
                <a:lnTo>
                  <a:pt x="144363" y="205930"/>
                </a:lnTo>
                <a:lnTo>
                  <a:pt x="108344" y="207947"/>
                </a:lnTo>
                <a:lnTo>
                  <a:pt x="79125" y="214112"/>
                </a:lnTo>
                <a:lnTo>
                  <a:pt x="59526" y="224589"/>
                </a:lnTo>
                <a:lnTo>
                  <a:pt x="52367" y="239544"/>
                </a:lnTo>
                <a:lnTo>
                  <a:pt x="59526" y="254648"/>
                </a:lnTo>
                <a:lnTo>
                  <a:pt x="79125" y="265108"/>
                </a:lnTo>
                <a:lnTo>
                  <a:pt x="108344" y="271189"/>
                </a:lnTo>
                <a:lnTo>
                  <a:pt x="144363" y="273158"/>
                </a:lnTo>
                <a:lnTo>
                  <a:pt x="257136" y="273158"/>
                </a:lnTo>
                <a:lnTo>
                  <a:pt x="236315" y="287842"/>
                </a:lnTo>
                <a:lnTo>
                  <a:pt x="195198" y="298755"/>
                </a:lnTo>
                <a:lnTo>
                  <a:pt x="144363" y="302172"/>
                </a:lnTo>
                <a:close/>
              </a:path>
              <a:path w="311784" h="302260">
                <a:moveTo>
                  <a:pt x="257136" y="273158"/>
                </a:moveTo>
                <a:lnTo>
                  <a:pt x="144363" y="273158"/>
                </a:lnTo>
                <a:lnTo>
                  <a:pt x="180531" y="271189"/>
                </a:lnTo>
                <a:lnTo>
                  <a:pt x="209733" y="265108"/>
                </a:lnTo>
                <a:lnTo>
                  <a:pt x="229249" y="254648"/>
                </a:lnTo>
                <a:lnTo>
                  <a:pt x="236359" y="239544"/>
                </a:lnTo>
                <a:lnTo>
                  <a:pt x="229249" y="224589"/>
                </a:lnTo>
                <a:lnTo>
                  <a:pt x="209733" y="214112"/>
                </a:lnTo>
                <a:lnTo>
                  <a:pt x="180531" y="207947"/>
                </a:lnTo>
                <a:lnTo>
                  <a:pt x="144363" y="205930"/>
                </a:lnTo>
                <a:lnTo>
                  <a:pt x="257136" y="205930"/>
                </a:lnTo>
                <a:lnTo>
                  <a:pt x="263831" y="210651"/>
                </a:lnTo>
                <a:lnTo>
                  <a:pt x="273865" y="239544"/>
                </a:lnTo>
                <a:lnTo>
                  <a:pt x="263831" y="268436"/>
                </a:lnTo>
                <a:lnTo>
                  <a:pt x="257136" y="27315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69677" y="3590754"/>
            <a:ext cx="4944110" cy="917575"/>
          </a:xfrm>
          <a:custGeom>
            <a:avLst/>
            <a:gdLst/>
            <a:ahLst/>
            <a:cxnLst/>
            <a:rect l="l" t="t" r="r" b="b"/>
            <a:pathLst>
              <a:path w="4944110" h="917575">
                <a:moveTo>
                  <a:pt x="4806482" y="917051"/>
                </a:moveTo>
                <a:lnTo>
                  <a:pt x="137556" y="917051"/>
                </a:lnTo>
                <a:lnTo>
                  <a:pt x="94077" y="910039"/>
                </a:lnTo>
                <a:lnTo>
                  <a:pt x="56316" y="890511"/>
                </a:lnTo>
                <a:lnTo>
                  <a:pt x="26540" y="860734"/>
                </a:lnTo>
                <a:lnTo>
                  <a:pt x="7012" y="822974"/>
                </a:lnTo>
                <a:lnTo>
                  <a:pt x="0" y="779495"/>
                </a:lnTo>
                <a:lnTo>
                  <a:pt x="0" y="137556"/>
                </a:lnTo>
                <a:lnTo>
                  <a:pt x="7012" y="94077"/>
                </a:lnTo>
                <a:lnTo>
                  <a:pt x="26540" y="56316"/>
                </a:lnTo>
                <a:lnTo>
                  <a:pt x="56316" y="26540"/>
                </a:lnTo>
                <a:lnTo>
                  <a:pt x="94077" y="7012"/>
                </a:lnTo>
                <a:lnTo>
                  <a:pt x="137556" y="0"/>
                </a:lnTo>
                <a:lnTo>
                  <a:pt x="4806482" y="0"/>
                </a:lnTo>
                <a:lnTo>
                  <a:pt x="4849961" y="7012"/>
                </a:lnTo>
                <a:lnTo>
                  <a:pt x="4887722" y="26540"/>
                </a:lnTo>
                <a:lnTo>
                  <a:pt x="4917499" y="56316"/>
                </a:lnTo>
                <a:lnTo>
                  <a:pt x="4937026" y="94077"/>
                </a:lnTo>
                <a:lnTo>
                  <a:pt x="4944039" y="137556"/>
                </a:lnTo>
                <a:lnTo>
                  <a:pt x="4944039" y="779495"/>
                </a:lnTo>
                <a:lnTo>
                  <a:pt x="4937026" y="822974"/>
                </a:lnTo>
                <a:lnTo>
                  <a:pt x="4917499" y="860734"/>
                </a:lnTo>
                <a:lnTo>
                  <a:pt x="4887722" y="890511"/>
                </a:lnTo>
                <a:lnTo>
                  <a:pt x="4849961" y="910039"/>
                </a:lnTo>
                <a:lnTo>
                  <a:pt x="4806482" y="9170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69677" y="3590754"/>
            <a:ext cx="4944110" cy="917575"/>
          </a:xfrm>
          <a:custGeom>
            <a:avLst/>
            <a:gdLst/>
            <a:ahLst/>
            <a:cxnLst/>
            <a:rect l="l" t="t" r="r" b="b"/>
            <a:pathLst>
              <a:path w="4944110" h="917575">
                <a:moveTo>
                  <a:pt x="137556" y="917051"/>
                </a:moveTo>
                <a:lnTo>
                  <a:pt x="94077" y="910039"/>
                </a:lnTo>
                <a:lnTo>
                  <a:pt x="56316" y="890511"/>
                </a:lnTo>
                <a:lnTo>
                  <a:pt x="26540" y="860734"/>
                </a:lnTo>
                <a:lnTo>
                  <a:pt x="7012" y="822974"/>
                </a:lnTo>
                <a:lnTo>
                  <a:pt x="0" y="779495"/>
                </a:lnTo>
                <a:lnTo>
                  <a:pt x="0" y="458525"/>
                </a:lnTo>
                <a:lnTo>
                  <a:pt x="0" y="137556"/>
                </a:lnTo>
                <a:lnTo>
                  <a:pt x="7012" y="94077"/>
                </a:lnTo>
                <a:lnTo>
                  <a:pt x="26540" y="56316"/>
                </a:lnTo>
                <a:lnTo>
                  <a:pt x="56316" y="26540"/>
                </a:lnTo>
                <a:lnTo>
                  <a:pt x="94077" y="7012"/>
                </a:lnTo>
                <a:lnTo>
                  <a:pt x="137556" y="0"/>
                </a:lnTo>
                <a:lnTo>
                  <a:pt x="2472019" y="0"/>
                </a:lnTo>
                <a:lnTo>
                  <a:pt x="4806482" y="0"/>
                </a:lnTo>
                <a:lnTo>
                  <a:pt x="4849961" y="7012"/>
                </a:lnTo>
                <a:lnTo>
                  <a:pt x="4887722" y="26540"/>
                </a:lnTo>
                <a:lnTo>
                  <a:pt x="4917499" y="56316"/>
                </a:lnTo>
                <a:lnTo>
                  <a:pt x="4937026" y="94077"/>
                </a:lnTo>
                <a:lnTo>
                  <a:pt x="4944039" y="137556"/>
                </a:lnTo>
                <a:lnTo>
                  <a:pt x="4944039" y="458525"/>
                </a:lnTo>
                <a:lnTo>
                  <a:pt x="4944039" y="779495"/>
                </a:lnTo>
                <a:lnTo>
                  <a:pt x="4937026" y="822974"/>
                </a:lnTo>
                <a:lnTo>
                  <a:pt x="4917499" y="860734"/>
                </a:lnTo>
                <a:lnTo>
                  <a:pt x="4887722" y="890511"/>
                </a:lnTo>
                <a:lnTo>
                  <a:pt x="4849961" y="910039"/>
                </a:lnTo>
                <a:lnTo>
                  <a:pt x="4806482" y="917051"/>
                </a:lnTo>
                <a:lnTo>
                  <a:pt x="2472019" y="917051"/>
                </a:lnTo>
                <a:lnTo>
                  <a:pt x="137556" y="917051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952185" y="3855366"/>
            <a:ext cx="358775" cy="358140"/>
          </a:xfrm>
          <a:custGeom>
            <a:avLst/>
            <a:gdLst/>
            <a:ahLst/>
            <a:cxnLst/>
            <a:rect l="l" t="t" r="r" b="b"/>
            <a:pathLst>
              <a:path w="358775" h="358139">
                <a:moveTo>
                  <a:pt x="358235" y="357788"/>
                </a:moveTo>
                <a:lnTo>
                  <a:pt x="311333" y="357788"/>
                </a:lnTo>
                <a:lnTo>
                  <a:pt x="311333" y="93802"/>
                </a:lnTo>
                <a:lnTo>
                  <a:pt x="196091" y="297486"/>
                </a:lnTo>
                <a:lnTo>
                  <a:pt x="162143" y="297486"/>
                </a:lnTo>
                <a:lnTo>
                  <a:pt x="46901" y="93802"/>
                </a:lnTo>
                <a:lnTo>
                  <a:pt x="46901" y="357788"/>
                </a:lnTo>
                <a:lnTo>
                  <a:pt x="0" y="357788"/>
                </a:lnTo>
                <a:lnTo>
                  <a:pt x="0" y="0"/>
                </a:lnTo>
                <a:lnTo>
                  <a:pt x="41094" y="0"/>
                </a:lnTo>
                <a:lnTo>
                  <a:pt x="179117" y="242992"/>
                </a:lnTo>
                <a:lnTo>
                  <a:pt x="317140" y="0"/>
                </a:lnTo>
                <a:lnTo>
                  <a:pt x="358235" y="0"/>
                </a:lnTo>
                <a:lnTo>
                  <a:pt x="358235" y="35778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357768" y="3951402"/>
            <a:ext cx="261620" cy="268605"/>
          </a:xfrm>
          <a:custGeom>
            <a:avLst/>
            <a:gdLst/>
            <a:ahLst/>
            <a:cxnLst/>
            <a:rect l="l" t="t" r="r" b="b"/>
            <a:pathLst>
              <a:path w="261619" h="268604">
                <a:moveTo>
                  <a:pt x="130876" y="268006"/>
                </a:moveTo>
                <a:lnTo>
                  <a:pt x="88106" y="261445"/>
                </a:lnTo>
                <a:lnTo>
                  <a:pt x="52003" y="242963"/>
                </a:lnTo>
                <a:lnTo>
                  <a:pt x="24199" y="214362"/>
                </a:lnTo>
                <a:lnTo>
                  <a:pt x="6321" y="177441"/>
                </a:lnTo>
                <a:lnTo>
                  <a:pt x="0" y="134003"/>
                </a:lnTo>
                <a:lnTo>
                  <a:pt x="6321" y="90564"/>
                </a:lnTo>
                <a:lnTo>
                  <a:pt x="24199" y="53644"/>
                </a:lnTo>
                <a:lnTo>
                  <a:pt x="52003" y="25042"/>
                </a:lnTo>
                <a:lnTo>
                  <a:pt x="88106" y="6560"/>
                </a:lnTo>
                <a:lnTo>
                  <a:pt x="130876" y="0"/>
                </a:lnTo>
                <a:lnTo>
                  <a:pt x="173428" y="6560"/>
                </a:lnTo>
                <a:lnTo>
                  <a:pt x="209398" y="25042"/>
                </a:lnTo>
                <a:lnTo>
                  <a:pt x="224531" y="40647"/>
                </a:lnTo>
                <a:lnTo>
                  <a:pt x="130876" y="40647"/>
                </a:lnTo>
                <a:lnTo>
                  <a:pt x="95993" y="47759"/>
                </a:lnTo>
                <a:lnTo>
                  <a:pt x="68899" y="67392"/>
                </a:lnTo>
                <a:lnTo>
                  <a:pt x="51353" y="96991"/>
                </a:lnTo>
                <a:lnTo>
                  <a:pt x="45114" y="134003"/>
                </a:lnTo>
                <a:lnTo>
                  <a:pt x="51353" y="171014"/>
                </a:lnTo>
                <a:lnTo>
                  <a:pt x="68899" y="200613"/>
                </a:lnTo>
                <a:lnTo>
                  <a:pt x="95993" y="220246"/>
                </a:lnTo>
                <a:lnTo>
                  <a:pt x="130876" y="227358"/>
                </a:lnTo>
                <a:lnTo>
                  <a:pt x="224531" y="227358"/>
                </a:lnTo>
                <a:lnTo>
                  <a:pt x="209398" y="242963"/>
                </a:lnTo>
                <a:lnTo>
                  <a:pt x="173428" y="261445"/>
                </a:lnTo>
                <a:lnTo>
                  <a:pt x="130876" y="268006"/>
                </a:lnTo>
                <a:close/>
              </a:path>
              <a:path w="261619" h="268604">
                <a:moveTo>
                  <a:pt x="224531" y="227358"/>
                </a:moveTo>
                <a:lnTo>
                  <a:pt x="130876" y="227358"/>
                </a:lnTo>
                <a:lnTo>
                  <a:pt x="165500" y="220246"/>
                </a:lnTo>
                <a:lnTo>
                  <a:pt x="192461" y="200613"/>
                </a:lnTo>
                <a:lnTo>
                  <a:pt x="209959" y="171014"/>
                </a:lnTo>
                <a:lnTo>
                  <a:pt x="216191" y="134003"/>
                </a:lnTo>
                <a:lnTo>
                  <a:pt x="209959" y="96991"/>
                </a:lnTo>
                <a:lnTo>
                  <a:pt x="192461" y="67392"/>
                </a:lnTo>
                <a:lnTo>
                  <a:pt x="165500" y="47759"/>
                </a:lnTo>
                <a:lnTo>
                  <a:pt x="130876" y="40647"/>
                </a:lnTo>
                <a:lnTo>
                  <a:pt x="224531" y="40647"/>
                </a:lnTo>
                <a:lnTo>
                  <a:pt x="237135" y="53644"/>
                </a:lnTo>
                <a:lnTo>
                  <a:pt x="254988" y="90564"/>
                </a:lnTo>
                <a:lnTo>
                  <a:pt x="261306" y="134003"/>
                </a:lnTo>
                <a:lnTo>
                  <a:pt x="254988" y="177441"/>
                </a:lnTo>
                <a:lnTo>
                  <a:pt x="237135" y="214362"/>
                </a:lnTo>
                <a:lnTo>
                  <a:pt x="224531" y="22735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664635" y="3844199"/>
            <a:ext cx="46355" cy="369570"/>
          </a:xfrm>
          <a:custGeom>
            <a:avLst/>
            <a:gdLst/>
            <a:ahLst/>
            <a:cxnLst/>
            <a:rect l="l" t="t" r="r" b="b"/>
            <a:pathLst>
              <a:path w="46355" h="369570">
                <a:moveTo>
                  <a:pt x="46007" y="368955"/>
                </a:moveTo>
                <a:lnTo>
                  <a:pt x="0" y="368955"/>
                </a:lnTo>
                <a:lnTo>
                  <a:pt x="0" y="0"/>
                </a:lnTo>
                <a:lnTo>
                  <a:pt x="46007" y="0"/>
                </a:lnTo>
                <a:lnTo>
                  <a:pt x="46007" y="36895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756204" y="3951402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128196" y="268006"/>
                </a:moveTo>
                <a:lnTo>
                  <a:pt x="86219" y="261445"/>
                </a:lnTo>
                <a:lnTo>
                  <a:pt x="50846" y="242963"/>
                </a:lnTo>
                <a:lnTo>
                  <a:pt x="23641" y="214362"/>
                </a:lnTo>
                <a:lnTo>
                  <a:pt x="6171" y="177441"/>
                </a:lnTo>
                <a:lnTo>
                  <a:pt x="0" y="134003"/>
                </a:lnTo>
                <a:lnTo>
                  <a:pt x="6171" y="90564"/>
                </a:lnTo>
                <a:lnTo>
                  <a:pt x="23641" y="53644"/>
                </a:lnTo>
                <a:lnTo>
                  <a:pt x="50846" y="25042"/>
                </a:lnTo>
                <a:lnTo>
                  <a:pt x="86219" y="6560"/>
                </a:lnTo>
                <a:lnTo>
                  <a:pt x="128196" y="0"/>
                </a:lnTo>
                <a:lnTo>
                  <a:pt x="170126" y="6560"/>
                </a:lnTo>
                <a:lnTo>
                  <a:pt x="205389" y="25042"/>
                </a:lnTo>
                <a:lnTo>
                  <a:pt x="218468" y="38860"/>
                </a:lnTo>
                <a:lnTo>
                  <a:pt x="128196" y="38860"/>
                </a:lnTo>
                <a:lnTo>
                  <a:pt x="96635" y="44576"/>
                </a:lnTo>
                <a:lnTo>
                  <a:pt x="71691" y="60468"/>
                </a:lnTo>
                <a:lnTo>
                  <a:pt x="54452" y="84652"/>
                </a:lnTo>
                <a:lnTo>
                  <a:pt x="46007" y="115242"/>
                </a:lnTo>
                <a:lnTo>
                  <a:pt x="253300" y="115242"/>
                </a:lnTo>
                <a:lnTo>
                  <a:pt x="255945" y="134003"/>
                </a:lnTo>
                <a:lnTo>
                  <a:pt x="255945" y="146510"/>
                </a:lnTo>
                <a:lnTo>
                  <a:pt x="255052" y="152763"/>
                </a:lnTo>
                <a:lnTo>
                  <a:pt x="46007" y="152763"/>
                </a:lnTo>
                <a:lnTo>
                  <a:pt x="54515" y="183165"/>
                </a:lnTo>
                <a:lnTo>
                  <a:pt x="71859" y="207369"/>
                </a:lnTo>
                <a:lnTo>
                  <a:pt x="96824" y="223366"/>
                </a:lnTo>
                <a:lnTo>
                  <a:pt x="128196" y="229145"/>
                </a:lnTo>
                <a:lnTo>
                  <a:pt x="223277" y="229145"/>
                </a:lnTo>
                <a:lnTo>
                  <a:pt x="204131" y="246621"/>
                </a:lnTo>
                <a:lnTo>
                  <a:pt x="169430" y="262359"/>
                </a:lnTo>
                <a:lnTo>
                  <a:pt x="128196" y="268006"/>
                </a:lnTo>
                <a:close/>
              </a:path>
              <a:path w="256539" h="268604">
                <a:moveTo>
                  <a:pt x="253300" y="115242"/>
                </a:moveTo>
                <a:lnTo>
                  <a:pt x="210831" y="115242"/>
                </a:lnTo>
                <a:lnTo>
                  <a:pt x="202128" y="84463"/>
                </a:lnTo>
                <a:lnTo>
                  <a:pt x="184756" y="60301"/>
                </a:lnTo>
                <a:lnTo>
                  <a:pt x="159763" y="44514"/>
                </a:lnTo>
                <a:lnTo>
                  <a:pt x="128196" y="38860"/>
                </a:lnTo>
                <a:lnTo>
                  <a:pt x="218468" y="38860"/>
                </a:lnTo>
                <a:lnTo>
                  <a:pt x="232461" y="53644"/>
                </a:lnTo>
                <a:lnTo>
                  <a:pt x="249821" y="90564"/>
                </a:lnTo>
                <a:lnTo>
                  <a:pt x="253300" y="115242"/>
                </a:lnTo>
                <a:close/>
              </a:path>
              <a:path w="256539" h="268604">
                <a:moveTo>
                  <a:pt x="223277" y="229145"/>
                </a:moveTo>
                <a:lnTo>
                  <a:pt x="128196" y="229145"/>
                </a:lnTo>
                <a:lnTo>
                  <a:pt x="152742" y="226304"/>
                </a:lnTo>
                <a:lnTo>
                  <a:pt x="173478" y="218480"/>
                </a:lnTo>
                <a:lnTo>
                  <a:pt x="189439" y="206720"/>
                </a:lnTo>
                <a:lnTo>
                  <a:pt x="199664" y="192071"/>
                </a:lnTo>
                <a:lnTo>
                  <a:pt x="246565" y="192071"/>
                </a:lnTo>
                <a:lnTo>
                  <a:pt x="230457" y="222591"/>
                </a:lnTo>
                <a:lnTo>
                  <a:pt x="223277" y="22914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043864" y="3951402"/>
            <a:ext cx="252095" cy="268605"/>
          </a:xfrm>
          <a:custGeom>
            <a:avLst/>
            <a:gdLst/>
            <a:ahLst/>
            <a:cxnLst/>
            <a:rect l="l" t="t" r="r" b="b"/>
            <a:pathLst>
              <a:path w="252095" h="268604">
                <a:moveTo>
                  <a:pt x="131323" y="268006"/>
                </a:moveTo>
                <a:lnTo>
                  <a:pt x="88506" y="261445"/>
                </a:lnTo>
                <a:lnTo>
                  <a:pt x="52293" y="242963"/>
                </a:lnTo>
                <a:lnTo>
                  <a:pt x="24356" y="214362"/>
                </a:lnTo>
                <a:lnTo>
                  <a:pt x="6367" y="177441"/>
                </a:lnTo>
                <a:lnTo>
                  <a:pt x="0" y="134003"/>
                </a:lnTo>
                <a:lnTo>
                  <a:pt x="6317" y="90564"/>
                </a:lnTo>
                <a:lnTo>
                  <a:pt x="24170" y="53644"/>
                </a:lnTo>
                <a:lnTo>
                  <a:pt x="51907" y="25042"/>
                </a:lnTo>
                <a:lnTo>
                  <a:pt x="87877" y="6560"/>
                </a:lnTo>
                <a:lnTo>
                  <a:pt x="130429" y="0"/>
                </a:lnTo>
                <a:lnTo>
                  <a:pt x="172884" y="6902"/>
                </a:lnTo>
                <a:lnTo>
                  <a:pt x="208430" y="26074"/>
                </a:lnTo>
                <a:lnTo>
                  <a:pt x="235014" y="55213"/>
                </a:lnTo>
                <a:lnTo>
                  <a:pt x="250585" y="92015"/>
                </a:lnTo>
                <a:lnTo>
                  <a:pt x="203684" y="92015"/>
                </a:lnTo>
                <a:lnTo>
                  <a:pt x="192992" y="71175"/>
                </a:lnTo>
                <a:lnTo>
                  <a:pt x="176772" y="54941"/>
                </a:lnTo>
                <a:lnTo>
                  <a:pt x="155694" y="44402"/>
                </a:lnTo>
                <a:lnTo>
                  <a:pt x="130429" y="40647"/>
                </a:lnTo>
                <a:lnTo>
                  <a:pt x="95616" y="47759"/>
                </a:lnTo>
                <a:lnTo>
                  <a:pt x="68676" y="67392"/>
                </a:lnTo>
                <a:lnTo>
                  <a:pt x="51284" y="96991"/>
                </a:lnTo>
                <a:lnTo>
                  <a:pt x="45114" y="134003"/>
                </a:lnTo>
                <a:lnTo>
                  <a:pt x="51284" y="171014"/>
                </a:lnTo>
                <a:lnTo>
                  <a:pt x="68676" y="200613"/>
                </a:lnTo>
                <a:lnTo>
                  <a:pt x="95616" y="220246"/>
                </a:lnTo>
                <a:lnTo>
                  <a:pt x="130429" y="227358"/>
                </a:lnTo>
                <a:lnTo>
                  <a:pt x="155834" y="223526"/>
                </a:lnTo>
                <a:lnTo>
                  <a:pt x="177219" y="212785"/>
                </a:lnTo>
                <a:lnTo>
                  <a:pt x="193746" y="196265"/>
                </a:lnTo>
                <a:lnTo>
                  <a:pt x="204578" y="175097"/>
                </a:lnTo>
                <a:lnTo>
                  <a:pt x="251479" y="175097"/>
                </a:lnTo>
                <a:lnTo>
                  <a:pt x="235217" y="212981"/>
                </a:lnTo>
                <a:lnTo>
                  <a:pt x="208486" y="242322"/>
                </a:lnTo>
                <a:lnTo>
                  <a:pt x="173212" y="261278"/>
                </a:lnTo>
                <a:lnTo>
                  <a:pt x="131323" y="26800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332417" y="3957655"/>
            <a:ext cx="235585" cy="262255"/>
          </a:xfrm>
          <a:custGeom>
            <a:avLst/>
            <a:gdLst/>
            <a:ahLst/>
            <a:cxnLst/>
            <a:rect l="l" t="t" r="r" b="b"/>
            <a:pathLst>
              <a:path w="235585" h="262254">
                <a:moveTo>
                  <a:pt x="102735" y="261752"/>
                </a:moveTo>
                <a:lnTo>
                  <a:pt x="61243" y="253908"/>
                </a:lnTo>
                <a:lnTo>
                  <a:pt x="28754" y="231490"/>
                </a:lnTo>
                <a:lnTo>
                  <a:pt x="7572" y="196174"/>
                </a:lnTo>
                <a:lnTo>
                  <a:pt x="0" y="149636"/>
                </a:lnTo>
                <a:lnTo>
                  <a:pt x="0" y="0"/>
                </a:lnTo>
                <a:lnTo>
                  <a:pt x="46007" y="0"/>
                </a:lnTo>
                <a:lnTo>
                  <a:pt x="46007" y="141596"/>
                </a:lnTo>
                <a:lnTo>
                  <a:pt x="50565" y="175948"/>
                </a:lnTo>
                <a:lnTo>
                  <a:pt x="63707" y="201004"/>
                </a:lnTo>
                <a:lnTo>
                  <a:pt x="84638" y="216345"/>
                </a:lnTo>
                <a:lnTo>
                  <a:pt x="112562" y="221551"/>
                </a:lnTo>
                <a:lnTo>
                  <a:pt x="143411" y="214251"/>
                </a:lnTo>
                <a:lnTo>
                  <a:pt x="167727" y="194639"/>
                </a:lnTo>
                <a:lnTo>
                  <a:pt x="183668" y="166149"/>
                </a:lnTo>
                <a:lnTo>
                  <a:pt x="189391" y="132216"/>
                </a:lnTo>
                <a:lnTo>
                  <a:pt x="189391" y="0"/>
                </a:lnTo>
                <a:lnTo>
                  <a:pt x="235398" y="0"/>
                </a:lnTo>
                <a:lnTo>
                  <a:pt x="235398" y="255499"/>
                </a:lnTo>
                <a:lnTo>
                  <a:pt x="189391" y="255499"/>
                </a:lnTo>
                <a:lnTo>
                  <a:pt x="189391" y="216638"/>
                </a:lnTo>
                <a:lnTo>
                  <a:pt x="177924" y="231602"/>
                </a:lnTo>
                <a:lnTo>
                  <a:pt x="159631" y="246230"/>
                </a:lnTo>
                <a:lnTo>
                  <a:pt x="134554" y="257341"/>
                </a:lnTo>
                <a:lnTo>
                  <a:pt x="102735" y="2617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626777" y="3844199"/>
            <a:ext cx="46355" cy="369570"/>
          </a:xfrm>
          <a:custGeom>
            <a:avLst/>
            <a:gdLst/>
            <a:ahLst/>
            <a:cxnLst/>
            <a:rect l="l" t="t" r="r" b="b"/>
            <a:pathLst>
              <a:path w="46354" h="369570">
                <a:moveTo>
                  <a:pt x="46007" y="368955"/>
                </a:moveTo>
                <a:lnTo>
                  <a:pt x="0" y="368955"/>
                </a:lnTo>
                <a:lnTo>
                  <a:pt x="0" y="0"/>
                </a:lnTo>
                <a:lnTo>
                  <a:pt x="46007" y="0"/>
                </a:lnTo>
                <a:lnTo>
                  <a:pt x="46007" y="36895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718346" y="3951402"/>
            <a:ext cx="263525" cy="268605"/>
          </a:xfrm>
          <a:custGeom>
            <a:avLst/>
            <a:gdLst/>
            <a:ahLst/>
            <a:cxnLst/>
            <a:rect l="l" t="t" r="r" b="b"/>
            <a:pathLst>
              <a:path w="263525" h="268604">
                <a:moveTo>
                  <a:pt x="126409" y="268006"/>
                </a:moveTo>
                <a:lnTo>
                  <a:pt x="76130" y="257809"/>
                </a:lnTo>
                <a:lnTo>
                  <a:pt x="36069" y="229647"/>
                </a:lnTo>
                <a:lnTo>
                  <a:pt x="9575" y="187164"/>
                </a:lnTo>
                <a:lnTo>
                  <a:pt x="0" y="134003"/>
                </a:lnTo>
                <a:lnTo>
                  <a:pt x="9575" y="80841"/>
                </a:lnTo>
                <a:lnTo>
                  <a:pt x="36069" y="38358"/>
                </a:lnTo>
                <a:lnTo>
                  <a:pt x="76130" y="10196"/>
                </a:lnTo>
                <a:lnTo>
                  <a:pt x="126409" y="0"/>
                </a:lnTo>
                <a:lnTo>
                  <a:pt x="158354" y="3831"/>
                </a:lnTo>
                <a:lnTo>
                  <a:pt x="184310" y="13902"/>
                </a:lnTo>
                <a:lnTo>
                  <a:pt x="203984" y="28077"/>
                </a:lnTo>
                <a:lnTo>
                  <a:pt x="214185" y="40647"/>
                </a:lnTo>
                <a:lnTo>
                  <a:pt x="130429" y="40647"/>
                </a:lnTo>
                <a:lnTo>
                  <a:pt x="95428" y="47759"/>
                </a:lnTo>
                <a:lnTo>
                  <a:pt x="68509" y="67392"/>
                </a:lnTo>
                <a:lnTo>
                  <a:pt x="51221" y="96991"/>
                </a:lnTo>
                <a:lnTo>
                  <a:pt x="45114" y="134003"/>
                </a:lnTo>
                <a:lnTo>
                  <a:pt x="51221" y="171014"/>
                </a:lnTo>
                <a:lnTo>
                  <a:pt x="68509" y="200613"/>
                </a:lnTo>
                <a:lnTo>
                  <a:pt x="95428" y="220246"/>
                </a:lnTo>
                <a:lnTo>
                  <a:pt x="130429" y="227358"/>
                </a:lnTo>
                <a:lnTo>
                  <a:pt x="214185" y="227358"/>
                </a:lnTo>
                <a:lnTo>
                  <a:pt x="203984" y="239928"/>
                </a:lnTo>
                <a:lnTo>
                  <a:pt x="184310" y="254103"/>
                </a:lnTo>
                <a:lnTo>
                  <a:pt x="158354" y="264174"/>
                </a:lnTo>
                <a:lnTo>
                  <a:pt x="126409" y="268006"/>
                </a:lnTo>
                <a:close/>
              </a:path>
              <a:path w="263525" h="268604">
                <a:moveTo>
                  <a:pt x="263092" y="44221"/>
                </a:moveTo>
                <a:lnTo>
                  <a:pt x="217085" y="44221"/>
                </a:lnTo>
                <a:lnTo>
                  <a:pt x="217085" y="6253"/>
                </a:lnTo>
                <a:lnTo>
                  <a:pt x="263092" y="6253"/>
                </a:lnTo>
                <a:lnTo>
                  <a:pt x="263092" y="44221"/>
                </a:lnTo>
                <a:close/>
              </a:path>
              <a:path w="263525" h="268604">
                <a:moveTo>
                  <a:pt x="214185" y="227358"/>
                </a:moveTo>
                <a:lnTo>
                  <a:pt x="130429" y="227358"/>
                </a:lnTo>
                <a:lnTo>
                  <a:pt x="165968" y="220246"/>
                </a:lnTo>
                <a:lnTo>
                  <a:pt x="193634" y="200613"/>
                </a:lnTo>
                <a:lnTo>
                  <a:pt x="211585" y="171014"/>
                </a:lnTo>
                <a:lnTo>
                  <a:pt x="217978" y="134003"/>
                </a:lnTo>
                <a:lnTo>
                  <a:pt x="211585" y="96991"/>
                </a:lnTo>
                <a:lnTo>
                  <a:pt x="193634" y="67392"/>
                </a:lnTo>
                <a:lnTo>
                  <a:pt x="165968" y="47759"/>
                </a:lnTo>
                <a:lnTo>
                  <a:pt x="130429" y="40647"/>
                </a:lnTo>
                <a:lnTo>
                  <a:pt x="214185" y="40647"/>
                </a:lnTo>
                <a:lnTo>
                  <a:pt x="217085" y="44221"/>
                </a:lnTo>
                <a:lnTo>
                  <a:pt x="263092" y="44221"/>
                </a:lnTo>
                <a:lnTo>
                  <a:pt x="263092" y="223785"/>
                </a:lnTo>
                <a:lnTo>
                  <a:pt x="217085" y="223785"/>
                </a:lnTo>
                <a:lnTo>
                  <a:pt x="214185" y="227358"/>
                </a:lnTo>
                <a:close/>
              </a:path>
              <a:path w="263525" h="268604">
                <a:moveTo>
                  <a:pt x="263092" y="261752"/>
                </a:moveTo>
                <a:lnTo>
                  <a:pt x="217085" y="261752"/>
                </a:lnTo>
                <a:lnTo>
                  <a:pt x="217085" y="223785"/>
                </a:lnTo>
                <a:lnTo>
                  <a:pt x="263092" y="223785"/>
                </a:lnTo>
                <a:lnTo>
                  <a:pt x="263092" y="2617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040400" y="3951402"/>
            <a:ext cx="173355" cy="262255"/>
          </a:xfrm>
          <a:custGeom>
            <a:avLst/>
            <a:gdLst/>
            <a:ahLst/>
            <a:cxnLst/>
            <a:rect l="l" t="t" r="r" b="b"/>
            <a:pathLst>
              <a:path w="173354" h="262254">
                <a:moveTo>
                  <a:pt x="46007" y="261752"/>
                </a:moveTo>
                <a:lnTo>
                  <a:pt x="0" y="261752"/>
                </a:lnTo>
                <a:lnTo>
                  <a:pt x="0" y="6253"/>
                </a:lnTo>
                <a:lnTo>
                  <a:pt x="46007" y="6253"/>
                </a:lnTo>
                <a:lnTo>
                  <a:pt x="46007" y="45561"/>
                </a:lnTo>
                <a:lnTo>
                  <a:pt x="58061" y="30339"/>
                </a:lnTo>
                <a:lnTo>
                  <a:pt x="77442" y="15577"/>
                </a:lnTo>
                <a:lnTo>
                  <a:pt x="104110" y="4417"/>
                </a:lnTo>
                <a:lnTo>
                  <a:pt x="138023" y="0"/>
                </a:lnTo>
                <a:lnTo>
                  <a:pt x="148806" y="258"/>
                </a:lnTo>
                <a:lnTo>
                  <a:pt x="157956" y="1060"/>
                </a:lnTo>
                <a:lnTo>
                  <a:pt x="165849" y="2449"/>
                </a:lnTo>
                <a:lnTo>
                  <a:pt x="172864" y="4466"/>
                </a:lnTo>
                <a:lnTo>
                  <a:pt x="172864" y="48241"/>
                </a:lnTo>
                <a:lnTo>
                  <a:pt x="164984" y="45240"/>
                </a:lnTo>
                <a:lnTo>
                  <a:pt x="156057" y="42992"/>
                </a:lnTo>
                <a:lnTo>
                  <a:pt x="146042" y="41582"/>
                </a:lnTo>
                <a:lnTo>
                  <a:pt x="134896" y="41094"/>
                </a:lnTo>
                <a:lnTo>
                  <a:pt x="98959" y="48380"/>
                </a:lnTo>
                <a:lnTo>
                  <a:pt x="70854" y="67894"/>
                </a:lnTo>
                <a:lnTo>
                  <a:pt x="52547" y="96119"/>
                </a:lnTo>
                <a:lnTo>
                  <a:pt x="46007" y="129536"/>
                </a:lnTo>
                <a:lnTo>
                  <a:pt x="46007" y="26175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341633" y="3846879"/>
            <a:ext cx="291465" cy="374650"/>
          </a:xfrm>
          <a:custGeom>
            <a:avLst/>
            <a:gdLst/>
            <a:ahLst/>
            <a:cxnLst/>
            <a:rect l="l" t="t" r="r" b="b"/>
            <a:pathLst>
              <a:path w="291464" h="374650">
                <a:moveTo>
                  <a:pt x="148743" y="374315"/>
                </a:moveTo>
                <a:lnTo>
                  <a:pt x="90954" y="366114"/>
                </a:lnTo>
                <a:lnTo>
                  <a:pt x="44891" y="342880"/>
                </a:lnTo>
                <a:lnTo>
                  <a:pt x="13567" y="306664"/>
                </a:lnTo>
                <a:lnTo>
                  <a:pt x="0" y="259519"/>
                </a:lnTo>
                <a:lnTo>
                  <a:pt x="48241" y="259519"/>
                </a:lnTo>
                <a:lnTo>
                  <a:pt x="58088" y="289383"/>
                </a:lnTo>
                <a:lnTo>
                  <a:pt x="79452" y="312841"/>
                </a:lnTo>
                <a:lnTo>
                  <a:pt x="111117" y="328175"/>
                </a:lnTo>
                <a:lnTo>
                  <a:pt x="151870" y="333667"/>
                </a:lnTo>
                <a:lnTo>
                  <a:pt x="188790" y="329270"/>
                </a:lnTo>
                <a:lnTo>
                  <a:pt x="217755" y="316917"/>
                </a:lnTo>
                <a:lnTo>
                  <a:pt x="236669" y="297863"/>
                </a:lnTo>
                <a:lnTo>
                  <a:pt x="243439" y="273366"/>
                </a:lnTo>
                <a:lnTo>
                  <a:pt x="237129" y="247612"/>
                </a:lnTo>
                <a:lnTo>
                  <a:pt x="217420" y="228475"/>
                </a:lnTo>
                <a:lnTo>
                  <a:pt x="183137" y="213693"/>
                </a:lnTo>
                <a:lnTo>
                  <a:pt x="133109" y="201004"/>
                </a:lnTo>
                <a:lnTo>
                  <a:pt x="79948" y="185726"/>
                </a:lnTo>
                <a:lnTo>
                  <a:pt x="41820" y="164209"/>
                </a:lnTo>
                <a:lnTo>
                  <a:pt x="18851" y="134735"/>
                </a:lnTo>
                <a:lnTo>
                  <a:pt x="11166" y="95588"/>
                </a:lnTo>
                <a:lnTo>
                  <a:pt x="21545" y="55590"/>
                </a:lnTo>
                <a:lnTo>
                  <a:pt x="50307" y="25516"/>
                </a:lnTo>
                <a:lnTo>
                  <a:pt x="93892" y="6581"/>
                </a:lnTo>
                <a:lnTo>
                  <a:pt x="148743" y="0"/>
                </a:lnTo>
                <a:lnTo>
                  <a:pt x="203335" y="7956"/>
                </a:lnTo>
                <a:lnTo>
                  <a:pt x="247124" y="30150"/>
                </a:lnTo>
                <a:lnTo>
                  <a:pt x="277009" y="64070"/>
                </a:lnTo>
                <a:lnTo>
                  <a:pt x="289893" y="107202"/>
                </a:lnTo>
                <a:lnTo>
                  <a:pt x="241652" y="107202"/>
                </a:lnTo>
                <a:lnTo>
                  <a:pt x="232565" y="80715"/>
                </a:lnTo>
                <a:lnTo>
                  <a:pt x="213176" y="59463"/>
                </a:lnTo>
                <a:lnTo>
                  <a:pt x="184240" y="45330"/>
                </a:lnTo>
                <a:lnTo>
                  <a:pt x="146510" y="40200"/>
                </a:lnTo>
                <a:lnTo>
                  <a:pt x="109017" y="44332"/>
                </a:lnTo>
                <a:lnTo>
                  <a:pt x="81406" y="55834"/>
                </a:lnTo>
                <a:lnTo>
                  <a:pt x="64349" y="73366"/>
                </a:lnTo>
                <a:lnTo>
                  <a:pt x="58514" y="95588"/>
                </a:lnTo>
                <a:lnTo>
                  <a:pt x="64872" y="119786"/>
                </a:lnTo>
                <a:lnTo>
                  <a:pt x="84589" y="138079"/>
                </a:lnTo>
                <a:lnTo>
                  <a:pt x="118627" y="152435"/>
                </a:lnTo>
                <a:lnTo>
                  <a:pt x="167950" y="164823"/>
                </a:lnTo>
                <a:lnTo>
                  <a:pt x="224336" y="181804"/>
                </a:lnTo>
                <a:lnTo>
                  <a:pt x="262590" y="204857"/>
                </a:lnTo>
                <a:lnTo>
                  <a:pt x="284344" y="234358"/>
                </a:lnTo>
                <a:lnTo>
                  <a:pt x="291233" y="270686"/>
                </a:lnTo>
                <a:lnTo>
                  <a:pt x="280150" y="314013"/>
                </a:lnTo>
                <a:lnTo>
                  <a:pt x="249804" y="346621"/>
                </a:lnTo>
                <a:lnTo>
                  <a:pt x="204550" y="367168"/>
                </a:lnTo>
                <a:lnTo>
                  <a:pt x="148743" y="37431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669047" y="3839733"/>
            <a:ext cx="61594" cy="374015"/>
          </a:xfrm>
          <a:custGeom>
            <a:avLst/>
            <a:gdLst/>
            <a:ahLst/>
            <a:cxnLst/>
            <a:rect l="l" t="t" r="r" b="b"/>
            <a:pathLst>
              <a:path w="61595" h="374014">
                <a:moveTo>
                  <a:pt x="30374" y="60748"/>
                </a:moveTo>
                <a:lnTo>
                  <a:pt x="18278" y="58451"/>
                </a:lnTo>
                <a:lnTo>
                  <a:pt x="8654" y="52093"/>
                </a:lnTo>
                <a:lnTo>
                  <a:pt x="2296" y="42469"/>
                </a:lnTo>
                <a:lnTo>
                  <a:pt x="0" y="30374"/>
                </a:lnTo>
                <a:lnTo>
                  <a:pt x="2296" y="18278"/>
                </a:lnTo>
                <a:lnTo>
                  <a:pt x="8654" y="8654"/>
                </a:lnTo>
                <a:lnTo>
                  <a:pt x="18278" y="2296"/>
                </a:lnTo>
                <a:lnTo>
                  <a:pt x="30374" y="0"/>
                </a:lnTo>
                <a:lnTo>
                  <a:pt x="42727" y="2296"/>
                </a:lnTo>
                <a:lnTo>
                  <a:pt x="52484" y="8654"/>
                </a:lnTo>
                <a:lnTo>
                  <a:pt x="58891" y="18278"/>
                </a:lnTo>
                <a:lnTo>
                  <a:pt x="61194" y="30374"/>
                </a:lnTo>
                <a:lnTo>
                  <a:pt x="58891" y="42469"/>
                </a:lnTo>
                <a:lnTo>
                  <a:pt x="52484" y="52093"/>
                </a:lnTo>
                <a:lnTo>
                  <a:pt x="42727" y="58451"/>
                </a:lnTo>
                <a:lnTo>
                  <a:pt x="30374" y="60748"/>
                </a:lnTo>
                <a:close/>
              </a:path>
              <a:path w="61595" h="374014">
                <a:moveTo>
                  <a:pt x="53601" y="373868"/>
                </a:moveTo>
                <a:lnTo>
                  <a:pt x="7593" y="373868"/>
                </a:lnTo>
                <a:lnTo>
                  <a:pt x="7593" y="117922"/>
                </a:lnTo>
                <a:lnTo>
                  <a:pt x="53601" y="117922"/>
                </a:lnTo>
                <a:lnTo>
                  <a:pt x="53601" y="3738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768210" y="3951402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128196" y="268006"/>
                </a:moveTo>
                <a:lnTo>
                  <a:pt x="86219" y="261445"/>
                </a:lnTo>
                <a:lnTo>
                  <a:pt x="50846" y="242963"/>
                </a:lnTo>
                <a:lnTo>
                  <a:pt x="23641" y="214362"/>
                </a:lnTo>
                <a:lnTo>
                  <a:pt x="6171" y="177441"/>
                </a:lnTo>
                <a:lnTo>
                  <a:pt x="0" y="134003"/>
                </a:lnTo>
                <a:lnTo>
                  <a:pt x="6171" y="90564"/>
                </a:lnTo>
                <a:lnTo>
                  <a:pt x="23641" y="53644"/>
                </a:lnTo>
                <a:lnTo>
                  <a:pt x="50846" y="25042"/>
                </a:lnTo>
                <a:lnTo>
                  <a:pt x="86219" y="6560"/>
                </a:lnTo>
                <a:lnTo>
                  <a:pt x="128196" y="0"/>
                </a:lnTo>
                <a:lnTo>
                  <a:pt x="170126" y="6560"/>
                </a:lnTo>
                <a:lnTo>
                  <a:pt x="205389" y="25042"/>
                </a:lnTo>
                <a:lnTo>
                  <a:pt x="218468" y="38860"/>
                </a:lnTo>
                <a:lnTo>
                  <a:pt x="128196" y="38860"/>
                </a:lnTo>
                <a:lnTo>
                  <a:pt x="96635" y="44576"/>
                </a:lnTo>
                <a:lnTo>
                  <a:pt x="71691" y="60468"/>
                </a:lnTo>
                <a:lnTo>
                  <a:pt x="54452" y="84652"/>
                </a:lnTo>
                <a:lnTo>
                  <a:pt x="46007" y="115242"/>
                </a:lnTo>
                <a:lnTo>
                  <a:pt x="253300" y="115242"/>
                </a:lnTo>
                <a:lnTo>
                  <a:pt x="255945" y="134003"/>
                </a:lnTo>
                <a:lnTo>
                  <a:pt x="255945" y="146510"/>
                </a:lnTo>
                <a:lnTo>
                  <a:pt x="255052" y="152763"/>
                </a:lnTo>
                <a:lnTo>
                  <a:pt x="46007" y="152763"/>
                </a:lnTo>
                <a:lnTo>
                  <a:pt x="54515" y="183165"/>
                </a:lnTo>
                <a:lnTo>
                  <a:pt x="71859" y="207369"/>
                </a:lnTo>
                <a:lnTo>
                  <a:pt x="96824" y="223366"/>
                </a:lnTo>
                <a:lnTo>
                  <a:pt x="128196" y="229145"/>
                </a:lnTo>
                <a:lnTo>
                  <a:pt x="223277" y="229145"/>
                </a:lnTo>
                <a:lnTo>
                  <a:pt x="204131" y="246621"/>
                </a:lnTo>
                <a:lnTo>
                  <a:pt x="169430" y="262359"/>
                </a:lnTo>
                <a:lnTo>
                  <a:pt x="128196" y="268006"/>
                </a:lnTo>
                <a:close/>
              </a:path>
              <a:path w="256539" h="268604">
                <a:moveTo>
                  <a:pt x="253300" y="115242"/>
                </a:moveTo>
                <a:lnTo>
                  <a:pt x="210831" y="115242"/>
                </a:lnTo>
                <a:lnTo>
                  <a:pt x="202128" y="84463"/>
                </a:lnTo>
                <a:lnTo>
                  <a:pt x="184756" y="60301"/>
                </a:lnTo>
                <a:lnTo>
                  <a:pt x="159763" y="44514"/>
                </a:lnTo>
                <a:lnTo>
                  <a:pt x="128196" y="38860"/>
                </a:lnTo>
                <a:lnTo>
                  <a:pt x="218468" y="38860"/>
                </a:lnTo>
                <a:lnTo>
                  <a:pt x="232461" y="53644"/>
                </a:lnTo>
                <a:lnTo>
                  <a:pt x="249821" y="90564"/>
                </a:lnTo>
                <a:lnTo>
                  <a:pt x="253300" y="115242"/>
                </a:lnTo>
                <a:close/>
              </a:path>
              <a:path w="256539" h="268604">
                <a:moveTo>
                  <a:pt x="223277" y="229145"/>
                </a:moveTo>
                <a:lnTo>
                  <a:pt x="128196" y="229145"/>
                </a:lnTo>
                <a:lnTo>
                  <a:pt x="152742" y="226304"/>
                </a:lnTo>
                <a:lnTo>
                  <a:pt x="173478" y="218480"/>
                </a:lnTo>
                <a:lnTo>
                  <a:pt x="189439" y="206720"/>
                </a:lnTo>
                <a:lnTo>
                  <a:pt x="199664" y="192071"/>
                </a:lnTo>
                <a:lnTo>
                  <a:pt x="246565" y="192071"/>
                </a:lnTo>
                <a:lnTo>
                  <a:pt x="230457" y="222591"/>
                </a:lnTo>
                <a:lnTo>
                  <a:pt x="223277" y="22914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043809" y="3957655"/>
            <a:ext cx="264795" cy="255904"/>
          </a:xfrm>
          <a:custGeom>
            <a:avLst/>
            <a:gdLst/>
            <a:ahLst/>
            <a:cxnLst/>
            <a:rect l="l" t="t" r="r" b="b"/>
            <a:pathLst>
              <a:path w="264795" h="255904">
                <a:moveTo>
                  <a:pt x="156336" y="255499"/>
                </a:moveTo>
                <a:lnTo>
                  <a:pt x="107649" y="255499"/>
                </a:lnTo>
                <a:lnTo>
                  <a:pt x="0" y="0"/>
                </a:lnTo>
                <a:lnTo>
                  <a:pt x="50027" y="0"/>
                </a:lnTo>
                <a:lnTo>
                  <a:pt x="133556" y="203238"/>
                </a:lnTo>
                <a:lnTo>
                  <a:pt x="217085" y="0"/>
                </a:lnTo>
                <a:lnTo>
                  <a:pt x="264432" y="0"/>
                </a:lnTo>
                <a:lnTo>
                  <a:pt x="156336" y="25549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28343" y="3951402"/>
            <a:ext cx="256540" cy="268605"/>
          </a:xfrm>
          <a:custGeom>
            <a:avLst/>
            <a:gdLst/>
            <a:ahLst/>
            <a:cxnLst/>
            <a:rect l="l" t="t" r="r" b="b"/>
            <a:pathLst>
              <a:path w="256539" h="268604">
                <a:moveTo>
                  <a:pt x="128196" y="268006"/>
                </a:moveTo>
                <a:lnTo>
                  <a:pt x="86219" y="261445"/>
                </a:lnTo>
                <a:lnTo>
                  <a:pt x="50846" y="242963"/>
                </a:lnTo>
                <a:lnTo>
                  <a:pt x="23641" y="214362"/>
                </a:lnTo>
                <a:lnTo>
                  <a:pt x="6171" y="177441"/>
                </a:lnTo>
                <a:lnTo>
                  <a:pt x="0" y="134003"/>
                </a:lnTo>
                <a:lnTo>
                  <a:pt x="6171" y="90564"/>
                </a:lnTo>
                <a:lnTo>
                  <a:pt x="23641" y="53644"/>
                </a:lnTo>
                <a:lnTo>
                  <a:pt x="50846" y="25042"/>
                </a:lnTo>
                <a:lnTo>
                  <a:pt x="86219" y="6560"/>
                </a:lnTo>
                <a:lnTo>
                  <a:pt x="128196" y="0"/>
                </a:lnTo>
                <a:lnTo>
                  <a:pt x="170126" y="6560"/>
                </a:lnTo>
                <a:lnTo>
                  <a:pt x="205389" y="25042"/>
                </a:lnTo>
                <a:lnTo>
                  <a:pt x="218468" y="38860"/>
                </a:lnTo>
                <a:lnTo>
                  <a:pt x="128196" y="38860"/>
                </a:lnTo>
                <a:lnTo>
                  <a:pt x="96635" y="44576"/>
                </a:lnTo>
                <a:lnTo>
                  <a:pt x="71691" y="60468"/>
                </a:lnTo>
                <a:lnTo>
                  <a:pt x="54452" y="84652"/>
                </a:lnTo>
                <a:lnTo>
                  <a:pt x="46007" y="115242"/>
                </a:lnTo>
                <a:lnTo>
                  <a:pt x="253300" y="115242"/>
                </a:lnTo>
                <a:lnTo>
                  <a:pt x="255945" y="134003"/>
                </a:lnTo>
                <a:lnTo>
                  <a:pt x="255945" y="146510"/>
                </a:lnTo>
                <a:lnTo>
                  <a:pt x="255052" y="152763"/>
                </a:lnTo>
                <a:lnTo>
                  <a:pt x="46007" y="152763"/>
                </a:lnTo>
                <a:lnTo>
                  <a:pt x="54515" y="183165"/>
                </a:lnTo>
                <a:lnTo>
                  <a:pt x="71859" y="207369"/>
                </a:lnTo>
                <a:lnTo>
                  <a:pt x="96824" y="223366"/>
                </a:lnTo>
                <a:lnTo>
                  <a:pt x="128196" y="229145"/>
                </a:lnTo>
                <a:lnTo>
                  <a:pt x="223277" y="229145"/>
                </a:lnTo>
                <a:lnTo>
                  <a:pt x="204131" y="246621"/>
                </a:lnTo>
                <a:lnTo>
                  <a:pt x="169430" y="262359"/>
                </a:lnTo>
                <a:lnTo>
                  <a:pt x="128196" y="268006"/>
                </a:lnTo>
                <a:close/>
              </a:path>
              <a:path w="256539" h="268604">
                <a:moveTo>
                  <a:pt x="253300" y="115242"/>
                </a:moveTo>
                <a:lnTo>
                  <a:pt x="210831" y="115242"/>
                </a:lnTo>
                <a:lnTo>
                  <a:pt x="202128" y="84463"/>
                </a:lnTo>
                <a:lnTo>
                  <a:pt x="184756" y="60301"/>
                </a:lnTo>
                <a:lnTo>
                  <a:pt x="159763" y="44514"/>
                </a:lnTo>
                <a:lnTo>
                  <a:pt x="128196" y="38860"/>
                </a:lnTo>
                <a:lnTo>
                  <a:pt x="218468" y="38860"/>
                </a:lnTo>
                <a:lnTo>
                  <a:pt x="232461" y="53644"/>
                </a:lnTo>
                <a:lnTo>
                  <a:pt x="249821" y="90564"/>
                </a:lnTo>
                <a:lnTo>
                  <a:pt x="253300" y="115242"/>
                </a:lnTo>
                <a:close/>
              </a:path>
              <a:path w="256539" h="268604">
                <a:moveTo>
                  <a:pt x="223277" y="229145"/>
                </a:moveTo>
                <a:lnTo>
                  <a:pt x="128196" y="229145"/>
                </a:lnTo>
                <a:lnTo>
                  <a:pt x="152742" y="226304"/>
                </a:lnTo>
                <a:lnTo>
                  <a:pt x="173478" y="218480"/>
                </a:lnTo>
                <a:lnTo>
                  <a:pt x="189439" y="206720"/>
                </a:lnTo>
                <a:lnTo>
                  <a:pt x="199664" y="192071"/>
                </a:lnTo>
                <a:lnTo>
                  <a:pt x="246565" y="192071"/>
                </a:lnTo>
                <a:lnTo>
                  <a:pt x="230457" y="222591"/>
                </a:lnTo>
                <a:lnTo>
                  <a:pt x="223277" y="22914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573564" y="4702809"/>
            <a:ext cx="278765" cy="29209"/>
          </a:xfrm>
          <a:custGeom>
            <a:avLst/>
            <a:gdLst/>
            <a:ahLst/>
            <a:cxnLst/>
            <a:rect l="l" t="t" r="r" b="b"/>
            <a:pathLst>
              <a:path w="278764" h="29210">
                <a:moveTo>
                  <a:pt x="0" y="0"/>
                </a:moveTo>
                <a:lnTo>
                  <a:pt x="278442" y="0"/>
                </a:lnTo>
                <a:lnTo>
                  <a:pt x="278442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573564" y="4732020"/>
            <a:ext cx="38100" cy="46990"/>
          </a:xfrm>
          <a:custGeom>
            <a:avLst/>
            <a:gdLst/>
            <a:ahLst/>
            <a:cxnLst/>
            <a:rect l="l" t="t" r="r" b="b"/>
            <a:pathLst>
              <a:path w="38100" h="46989">
                <a:moveTo>
                  <a:pt x="0" y="0"/>
                </a:moveTo>
                <a:lnTo>
                  <a:pt x="37761" y="0"/>
                </a:lnTo>
                <a:lnTo>
                  <a:pt x="37761" y="46989"/>
                </a:lnTo>
                <a:lnTo>
                  <a:pt x="0" y="469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573564" y="4779009"/>
            <a:ext cx="278765" cy="29209"/>
          </a:xfrm>
          <a:custGeom>
            <a:avLst/>
            <a:gdLst/>
            <a:ahLst/>
            <a:cxnLst/>
            <a:rect l="l" t="t" r="r" b="b"/>
            <a:pathLst>
              <a:path w="278764" h="29210">
                <a:moveTo>
                  <a:pt x="0" y="0"/>
                </a:moveTo>
                <a:lnTo>
                  <a:pt x="278442" y="0"/>
                </a:lnTo>
                <a:lnTo>
                  <a:pt x="278442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814627" y="4731509"/>
            <a:ext cx="37465" cy="48260"/>
          </a:xfrm>
          <a:custGeom>
            <a:avLst/>
            <a:gdLst/>
            <a:ahLst/>
            <a:cxnLst/>
            <a:rect l="l" t="t" r="r" b="b"/>
            <a:pathLst>
              <a:path w="37464" h="48260">
                <a:moveTo>
                  <a:pt x="37379" y="47678"/>
                </a:moveTo>
                <a:lnTo>
                  <a:pt x="0" y="47678"/>
                </a:lnTo>
                <a:lnTo>
                  <a:pt x="0" y="0"/>
                </a:lnTo>
                <a:lnTo>
                  <a:pt x="37379" y="0"/>
                </a:lnTo>
                <a:lnTo>
                  <a:pt x="37379" y="476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550297" y="4832969"/>
            <a:ext cx="325755" cy="29845"/>
          </a:xfrm>
          <a:custGeom>
            <a:avLst/>
            <a:gdLst/>
            <a:ahLst/>
            <a:cxnLst/>
            <a:rect l="l" t="t" r="r" b="b"/>
            <a:pathLst>
              <a:path w="325755" h="29845">
                <a:moveTo>
                  <a:pt x="325358" y="29369"/>
                </a:moveTo>
                <a:lnTo>
                  <a:pt x="0" y="29369"/>
                </a:lnTo>
                <a:lnTo>
                  <a:pt x="0" y="0"/>
                </a:lnTo>
                <a:lnTo>
                  <a:pt x="325358" y="0"/>
                </a:lnTo>
                <a:lnTo>
                  <a:pt x="325358" y="2936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694096" y="4862339"/>
            <a:ext cx="37465" cy="29845"/>
          </a:xfrm>
          <a:custGeom>
            <a:avLst/>
            <a:gdLst/>
            <a:ahLst/>
            <a:cxnLst/>
            <a:rect l="l" t="t" r="r" b="b"/>
            <a:pathLst>
              <a:path w="37464" h="29845">
                <a:moveTo>
                  <a:pt x="37379" y="29369"/>
                </a:moveTo>
                <a:lnTo>
                  <a:pt x="0" y="29369"/>
                </a:lnTo>
                <a:lnTo>
                  <a:pt x="0" y="0"/>
                </a:lnTo>
                <a:lnTo>
                  <a:pt x="37379" y="0"/>
                </a:lnTo>
                <a:lnTo>
                  <a:pt x="37379" y="2936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572039" y="4892040"/>
            <a:ext cx="281305" cy="27940"/>
          </a:xfrm>
          <a:custGeom>
            <a:avLst/>
            <a:gdLst/>
            <a:ahLst/>
            <a:cxnLst/>
            <a:rect l="l" t="t" r="r" b="b"/>
            <a:pathLst>
              <a:path w="281305" h="27939">
                <a:moveTo>
                  <a:pt x="0" y="0"/>
                </a:moveTo>
                <a:lnTo>
                  <a:pt x="281112" y="0"/>
                </a:lnTo>
                <a:lnTo>
                  <a:pt x="281112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816153" y="4919979"/>
            <a:ext cx="37465" cy="22860"/>
          </a:xfrm>
          <a:custGeom>
            <a:avLst/>
            <a:gdLst/>
            <a:ahLst/>
            <a:cxnLst/>
            <a:rect l="l" t="t" r="r" b="b"/>
            <a:pathLst>
              <a:path w="37464" h="22860">
                <a:moveTo>
                  <a:pt x="0" y="0"/>
                </a:moveTo>
                <a:lnTo>
                  <a:pt x="36998" y="0"/>
                </a:lnTo>
                <a:lnTo>
                  <a:pt x="36998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572801" y="4942840"/>
            <a:ext cx="280670" cy="26670"/>
          </a:xfrm>
          <a:custGeom>
            <a:avLst/>
            <a:gdLst/>
            <a:ahLst/>
            <a:cxnLst/>
            <a:rect l="l" t="t" r="r" b="b"/>
            <a:pathLst>
              <a:path w="280669" h="26670">
                <a:moveTo>
                  <a:pt x="0" y="0"/>
                </a:moveTo>
                <a:lnTo>
                  <a:pt x="280349" y="0"/>
                </a:lnTo>
                <a:lnTo>
                  <a:pt x="280349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572801" y="4969509"/>
            <a:ext cx="37465" cy="22860"/>
          </a:xfrm>
          <a:custGeom>
            <a:avLst/>
            <a:gdLst/>
            <a:ahLst/>
            <a:cxnLst/>
            <a:rect l="l" t="t" r="r" b="b"/>
            <a:pathLst>
              <a:path w="37465" h="22860">
                <a:moveTo>
                  <a:pt x="0" y="0"/>
                </a:moveTo>
                <a:lnTo>
                  <a:pt x="36998" y="0"/>
                </a:lnTo>
                <a:lnTo>
                  <a:pt x="36998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572801" y="4992370"/>
            <a:ext cx="286385" cy="27940"/>
          </a:xfrm>
          <a:custGeom>
            <a:avLst/>
            <a:gdLst/>
            <a:ahLst/>
            <a:cxnLst/>
            <a:rect l="l" t="t" r="r" b="b"/>
            <a:pathLst>
              <a:path w="286385" h="27939">
                <a:moveTo>
                  <a:pt x="0" y="0"/>
                </a:moveTo>
                <a:lnTo>
                  <a:pt x="286071" y="0"/>
                </a:lnTo>
                <a:lnTo>
                  <a:pt x="286071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024238" y="4700270"/>
            <a:ext cx="37465" cy="39370"/>
          </a:xfrm>
          <a:custGeom>
            <a:avLst/>
            <a:gdLst/>
            <a:ahLst/>
            <a:cxnLst/>
            <a:rect l="l" t="t" r="r" b="b"/>
            <a:pathLst>
              <a:path w="37464" h="39370">
                <a:moveTo>
                  <a:pt x="0" y="0"/>
                </a:moveTo>
                <a:lnTo>
                  <a:pt x="37379" y="0"/>
                </a:lnTo>
                <a:lnTo>
                  <a:pt x="37379" y="39370"/>
                </a:lnTo>
                <a:lnTo>
                  <a:pt x="0" y="393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024238" y="4739640"/>
            <a:ext cx="278765" cy="29209"/>
          </a:xfrm>
          <a:custGeom>
            <a:avLst/>
            <a:gdLst/>
            <a:ahLst/>
            <a:cxnLst/>
            <a:rect l="l" t="t" r="r" b="b"/>
            <a:pathLst>
              <a:path w="278764" h="29210">
                <a:moveTo>
                  <a:pt x="0" y="0"/>
                </a:moveTo>
                <a:lnTo>
                  <a:pt x="278442" y="0"/>
                </a:lnTo>
                <a:lnTo>
                  <a:pt x="278442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024238" y="4768850"/>
            <a:ext cx="37465" cy="40640"/>
          </a:xfrm>
          <a:custGeom>
            <a:avLst/>
            <a:gdLst/>
            <a:ahLst/>
            <a:cxnLst/>
            <a:rect l="l" t="t" r="r" b="b"/>
            <a:pathLst>
              <a:path w="37464" h="40639">
                <a:moveTo>
                  <a:pt x="0" y="0"/>
                </a:moveTo>
                <a:lnTo>
                  <a:pt x="37379" y="0"/>
                </a:lnTo>
                <a:lnTo>
                  <a:pt x="37379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024238" y="4809490"/>
            <a:ext cx="278765" cy="30480"/>
          </a:xfrm>
          <a:custGeom>
            <a:avLst/>
            <a:gdLst/>
            <a:ahLst/>
            <a:cxnLst/>
            <a:rect l="l" t="t" r="r" b="b"/>
            <a:pathLst>
              <a:path w="278764" h="30479">
                <a:moveTo>
                  <a:pt x="0" y="0"/>
                </a:moveTo>
                <a:lnTo>
                  <a:pt x="278442" y="0"/>
                </a:lnTo>
                <a:lnTo>
                  <a:pt x="278442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265682" y="4700613"/>
            <a:ext cx="37465" cy="39370"/>
          </a:xfrm>
          <a:custGeom>
            <a:avLst/>
            <a:gdLst/>
            <a:ahLst/>
            <a:cxnLst/>
            <a:rect l="l" t="t" r="r" b="b"/>
            <a:pathLst>
              <a:path w="37464" h="39370">
                <a:moveTo>
                  <a:pt x="36998" y="39287"/>
                </a:moveTo>
                <a:lnTo>
                  <a:pt x="0" y="39287"/>
                </a:lnTo>
                <a:lnTo>
                  <a:pt x="0" y="0"/>
                </a:lnTo>
                <a:lnTo>
                  <a:pt x="36998" y="0"/>
                </a:lnTo>
                <a:lnTo>
                  <a:pt x="36998" y="3928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265682" y="4768889"/>
            <a:ext cx="37465" cy="40640"/>
          </a:xfrm>
          <a:custGeom>
            <a:avLst/>
            <a:gdLst/>
            <a:ahLst/>
            <a:cxnLst/>
            <a:rect l="l" t="t" r="r" b="b"/>
            <a:pathLst>
              <a:path w="37464" h="40639">
                <a:moveTo>
                  <a:pt x="36998" y="40431"/>
                </a:moveTo>
                <a:lnTo>
                  <a:pt x="0" y="40431"/>
                </a:lnTo>
                <a:lnTo>
                  <a:pt x="0" y="0"/>
                </a:lnTo>
                <a:lnTo>
                  <a:pt x="36998" y="0"/>
                </a:lnTo>
                <a:lnTo>
                  <a:pt x="36998" y="4043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000971" y="4871493"/>
            <a:ext cx="325755" cy="32384"/>
          </a:xfrm>
          <a:custGeom>
            <a:avLst/>
            <a:gdLst/>
            <a:ahLst/>
            <a:cxnLst/>
            <a:rect l="l" t="t" r="r" b="b"/>
            <a:pathLst>
              <a:path w="325755" h="32385">
                <a:moveTo>
                  <a:pt x="325358" y="32039"/>
                </a:moveTo>
                <a:lnTo>
                  <a:pt x="0" y="32039"/>
                </a:lnTo>
                <a:lnTo>
                  <a:pt x="0" y="0"/>
                </a:lnTo>
                <a:lnTo>
                  <a:pt x="325358" y="0"/>
                </a:lnTo>
                <a:lnTo>
                  <a:pt x="325358" y="320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144388" y="4903533"/>
            <a:ext cx="38735" cy="50800"/>
          </a:xfrm>
          <a:custGeom>
            <a:avLst/>
            <a:gdLst/>
            <a:ahLst/>
            <a:cxnLst/>
            <a:rect l="l" t="t" r="r" b="b"/>
            <a:pathLst>
              <a:path w="38735" h="50800">
                <a:moveTo>
                  <a:pt x="38142" y="50729"/>
                </a:moveTo>
                <a:lnTo>
                  <a:pt x="0" y="50729"/>
                </a:lnTo>
                <a:lnTo>
                  <a:pt x="0" y="0"/>
                </a:lnTo>
                <a:lnTo>
                  <a:pt x="38142" y="0"/>
                </a:lnTo>
                <a:lnTo>
                  <a:pt x="38142" y="5072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023475" y="4932679"/>
            <a:ext cx="38735" cy="55880"/>
          </a:xfrm>
          <a:custGeom>
            <a:avLst/>
            <a:gdLst/>
            <a:ahLst/>
            <a:cxnLst/>
            <a:rect l="l" t="t" r="r" b="b"/>
            <a:pathLst>
              <a:path w="38735" h="55879">
                <a:moveTo>
                  <a:pt x="0" y="0"/>
                </a:moveTo>
                <a:lnTo>
                  <a:pt x="38524" y="0"/>
                </a:lnTo>
                <a:lnTo>
                  <a:pt x="38524" y="55880"/>
                </a:lnTo>
                <a:lnTo>
                  <a:pt x="0" y="558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023475" y="4988559"/>
            <a:ext cx="286385" cy="31750"/>
          </a:xfrm>
          <a:custGeom>
            <a:avLst/>
            <a:gdLst/>
            <a:ahLst/>
            <a:cxnLst/>
            <a:rect l="l" t="t" r="r" b="b"/>
            <a:pathLst>
              <a:path w="286385" h="31750">
                <a:moveTo>
                  <a:pt x="0" y="0"/>
                </a:moveTo>
                <a:lnTo>
                  <a:pt x="286071" y="0"/>
                </a:lnTo>
                <a:lnTo>
                  <a:pt x="286071" y="31749"/>
                </a:lnTo>
                <a:lnTo>
                  <a:pt x="0" y="3174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360277" y="4698706"/>
            <a:ext cx="337185" cy="325755"/>
          </a:xfrm>
          <a:custGeom>
            <a:avLst/>
            <a:gdLst/>
            <a:ahLst/>
            <a:cxnLst/>
            <a:rect l="l" t="t" r="r" b="b"/>
            <a:pathLst>
              <a:path w="337185" h="325754">
                <a:moveTo>
                  <a:pt x="291029" y="325739"/>
                </a:moveTo>
                <a:lnTo>
                  <a:pt x="253268" y="325739"/>
                </a:lnTo>
                <a:lnTo>
                  <a:pt x="253268" y="0"/>
                </a:lnTo>
                <a:lnTo>
                  <a:pt x="291029" y="0"/>
                </a:lnTo>
                <a:lnTo>
                  <a:pt x="291029" y="131974"/>
                </a:lnTo>
                <a:lnTo>
                  <a:pt x="336801" y="131974"/>
                </a:lnTo>
                <a:lnTo>
                  <a:pt x="336801" y="168209"/>
                </a:lnTo>
                <a:lnTo>
                  <a:pt x="291029" y="168209"/>
                </a:lnTo>
                <a:lnTo>
                  <a:pt x="291029" y="325739"/>
                </a:lnTo>
                <a:close/>
              </a:path>
              <a:path w="337185" h="325754">
                <a:moveTo>
                  <a:pt x="212455" y="46534"/>
                </a:moveTo>
                <a:lnTo>
                  <a:pt x="7628" y="46534"/>
                </a:lnTo>
                <a:lnTo>
                  <a:pt x="7628" y="11824"/>
                </a:lnTo>
                <a:lnTo>
                  <a:pt x="212455" y="11824"/>
                </a:lnTo>
                <a:lnTo>
                  <a:pt x="212455" y="46534"/>
                </a:lnTo>
                <a:close/>
              </a:path>
              <a:path w="337185" h="325754">
                <a:moveTo>
                  <a:pt x="0" y="306286"/>
                </a:moveTo>
                <a:lnTo>
                  <a:pt x="0" y="268906"/>
                </a:lnTo>
                <a:lnTo>
                  <a:pt x="31606" y="253286"/>
                </a:lnTo>
                <a:lnTo>
                  <a:pt x="57043" y="220840"/>
                </a:lnTo>
                <a:lnTo>
                  <a:pt x="75907" y="173967"/>
                </a:lnTo>
                <a:lnTo>
                  <a:pt x="87795" y="115066"/>
                </a:lnTo>
                <a:lnTo>
                  <a:pt x="92305" y="46534"/>
                </a:lnTo>
                <a:lnTo>
                  <a:pt x="130448" y="46534"/>
                </a:lnTo>
                <a:lnTo>
                  <a:pt x="129596" y="74485"/>
                </a:lnTo>
                <a:lnTo>
                  <a:pt x="127635" y="101078"/>
                </a:lnTo>
                <a:lnTo>
                  <a:pt x="124601" y="126240"/>
                </a:lnTo>
                <a:lnTo>
                  <a:pt x="120531" y="149901"/>
                </a:lnTo>
                <a:lnTo>
                  <a:pt x="154558" y="192621"/>
                </a:lnTo>
                <a:lnTo>
                  <a:pt x="109469" y="192621"/>
                </a:lnTo>
                <a:lnTo>
                  <a:pt x="89951" y="238058"/>
                </a:lnTo>
                <a:lnTo>
                  <a:pt x="64890" y="272625"/>
                </a:lnTo>
                <a:lnTo>
                  <a:pt x="34751" y="295606"/>
                </a:lnTo>
                <a:lnTo>
                  <a:pt x="0" y="306286"/>
                </a:lnTo>
                <a:close/>
              </a:path>
              <a:path w="337185" h="325754">
                <a:moveTo>
                  <a:pt x="195291" y="303616"/>
                </a:moveTo>
                <a:lnTo>
                  <a:pt x="109469" y="192621"/>
                </a:lnTo>
                <a:lnTo>
                  <a:pt x="154558" y="192621"/>
                </a:lnTo>
                <a:lnTo>
                  <a:pt x="225042" y="281112"/>
                </a:lnTo>
                <a:lnTo>
                  <a:pt x="195291" y="30361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735602" y="4702809"/>
            <a:ext cx="278765" cy="26670"/>
          </a:xfrm>
          <a:custGeom>
            <a:avLst/>
            <a:gdLst/>
            <a:ahLst/>
            <a:cxnLst/>
            <a:rect l="l" t="t" r="r" b="b"/>
            <a:pathLst>
              <a:path w="278764" h="26670">
                <a:moveTo>
                  <a:pt x="0" y="0"/>
                </a:moveTo>
                <a:lnTo>
                  <a:pt x="278442" y="0"/>
                </a:lnTo>
                <a:lnTo>
                  <a:pt x="278442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977427" y="4729479"/>
            <a:ext cx="36830" cy="21590"/>
          </a:xfrm>
          <a:custGeom>
            <a:avLst/>
            <a:gdLst/>
            <a:ahLst/>
            <a:cxnLst/>
            <a:rect l="l" t="t" r="r" b="b"/>
            <a:pathLst>
              <a:path w="36830" h="21589">
                <a:moveTo>
                  <a:pt x="0" y="0"/>
                </a:moveTo>
                <a:lnTo>
                  <a:pt x="36617" y="0"/>
                </a:lnTo>
                <a:lnTo>
                  <a:pt x="36617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735602" y="4751070"/>
            <a:ext cx="278765" cy="25400"/>
          </a:xfrm>
          <a:custGeom>
            <a:avLst/>
            <a:gdLst/>
            <a:ahLst/>
            <a:cxnLst/>
            <a:rect l="l" t="t" r="r" b="b"/>
            <a:pathLst>
              <a:path w="278764" h="25400">
                <a:moveTo>
                  <a:pt x="0" y="0"/>
                </a:moveTo>
                <a:lnTo>
                  <a:pt x="278442" y="0"/>
                </a:lnTo>
                <a:lnTo>
                  <a:pt x="278442" y="25399"/>
                </a:lnTo>
                <a:lnTo>
                  <a:pt x="0" y="2539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2735602" y="4776470"/>
            <a:ext cx="36830" cy="21590"/>
          </a:xfrm>
          <a:custGeom>
            <a:avLst/>
            <a:gdLst/>
            <a:ahLst/>
            <a:cxnLst/>
            <a:rect l="l" t="t" r="r" b="b"/>
            <a:pathLst>
              <a:path w="36830" h="21589">
                <a:moveTo>
                  <a:pt x="0" y="0"/>
                </a:moveTo>
                <a:lnTo>
                  <a:pt x="36617" y="0"/>
                </a:lnTo>
                <a:lnTo>
                  <a:pt x="36617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735602" y="4798059"/>
            <a:ext cx="283210" cy="26670"/>
          </a:xfrm>
          <a:custGeom>
            <a:avLst/>
            <a:gdLst/>
            <a:ahLst/>
            <a:cxnLst/>
            <a:rect l="l" t="t" r="r" b="b"/>
            <a:pathLst>
              <a:path w="283210" h="26670">
                <a:moveTo>
                  <a:pt x="0" y="0"/>
                </a:moveTo>
                <a:lnTo>
                  <a:pt x="283019" y="0"/>
                </a:lnTo>
                <a:lnTo>
                  <a:pt x="283019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711953" y="4848607"/>
            <a:ext cx="325755" cy="27940"/>
          </a:xfrm>
          <a:custGeom>
            <a:avLst/>
            <a:gdLst/>
            <a:ahLst/>
            <a:cxnLst/>
            <a:rect l="l" t="t" r="r" b="b"/>
            <a:pathLst>
              <a:path w="325755" h="27939">
                <a:moveTo>
                  <a:pt x="325358" y="27462"/>
                </a:moveTo>
                <a:lnTo>
                  <a:pt x="0" y="27462"/>
                </a:lnTo>
                <a:lnTo>
                  <a:pt x="0" y="0"/>
                </a:lnTo>
                <a:lnTo>
                  <a:pt x="325358" y="0"/>
                </a:lnTo>
                <a:lnTo>
                  <a:pt x="325358" y="2746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733695" y="4899659"/>
            <a:ext cx="281305" cy="26670"/>
          </a:xfrm>
          <a:custGeom>
            <a:avLst/>
            <a:gdLst/>
            <a:ahLst/>
            <a:cxnLst/>
            <a:rect l="l" t="t" r="r" b="b"/>
            <a:pathLst>
              <a:path w="281305" h="26670">
                <a:moveTo>
                  <a:pt x="0" y="0"/>
                </a:moveTo>
                <a:lnTo>
                  <a:pt x="281112" y="0"/>
                </a:lnTo>
                <a:lnTo>
                  <a:pt x="281112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978190" y="4926329"/>
            <a:ext cx="36830" cy="21590"/>
          </a:xfrm>
          <a:custGeom>
            <a:avLst/>
            <a:gdLst/>
            <a:ahLst/>
            <a:cxnLst/>
            <a:rect l="l" t="t" r="r" b="b"/>
            <a:pathLst>
              <a:path w="36830" h="21589">
                <a:moveTo>
                  <a:pt x="0" y="0"/>
                </a:moveTo>
                <a:lnTo>
                  <a:pt x="36617" y="0"/>
                </a:lnTo>
                <a:lnTo>
                  <a:pt x="36617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734458" y="4947920"/>
            <a:ext cx="280670" cy="24130"/>
          </a:xfrm>
          <a:custGeom>
            <a:avLst/>
            <a:gdLst/>
            <a:ahLst/>
            <a:cxnLst/>
            <a:rect l="l" t="t" r="r" b="b"/>
            <a:pathLst>
              <a:path w="280669" h="24129">
                <a:moveTo>
                  <a:pt x="0" y="0"/>
                </a:moveTo>
                <a:lnTo>
                  <a:pt x="280349" y="0"/>
                </a:lnTo>
                <a:lnTo>
                  <a:pt x="280349" y="24129"/>
                </a:lnTo>
                <a:lnTo>
                  <a:pt x="0" y="241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734458" y="4972050"/>
            <a:ext cx="36830" cy="21590"/>
          </a:xfrm>
          <a:custGeom>
            <a:avLst/>
            <a:gdLst/>
            <a:ahLst/>
            <a:cxnLst/>
            <a:rect l="l" t="t" r="r" b="b"/>
            <a:pathLst>
              <a:path w="36830" h="21589">
                <a:moveTo>
                  <a:pt x="0" y="0"/>
                </a:moveTo>
                <a:lnTo>
                  <a:pt x="36617" y="0"/>
                </a:lnTo>
                <a:lnTo>
                  <a:pt x="36617" y="21589"/>
                </a:lnTo>
                <a:lnTo>
                  <a:pt x="0" y="215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734458" y="4993640"/>
            <a:ext cx="286385" cy="26670"/>
          </a:xfrm>
          <a:custGeom>
            <a:avLst/>
            <a:gdLst/>
            <a:ahLst/>
            <a:cxnLst/>
            <a:rect l="l" t="t" r="r" b="b"/>
            <a:pathLst>
              <a:path w="286385" h="26670">
                <a:moveTo>
                  <a:pt x="0" y="0"/>
                </a:moveTo>
                <a:lnTo>
                  <a:pt x="286071" y="0"/>
                </a:lnTo>
                <a:lnTo>
                  <a:pt x="286071" y="26669"/>
                </a:lnTo>
                <a:lnTo>
                  <a:pt x="0" y="266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163157" y="4698706"/>
            <a:ext cx="313055" cy="321945"/>
          </a:xfrm>
          <a:custGeom>
            <a:avLst/>
            <a:gdLst/>
            <a:ahLst/>
            <a:cxnLst/>
            <a:rect l="l" t="t" r="r" b="b"/>
            <a:pathLst>
              <a:path w="313054" h="321945">
                <a:moveTo>
                  <a:pt x="305905" y="242206"/>
                </a:moveTo>
                <a:lnTo>
                  <a:pt x="268144" y="242206"/>
                </a:lnTo>
                <a:lnTo>
                  <a:pt x="268144" y="96501"/>
                </a:lnTo>
                <a:lnTo>
                  <a:pt x="189569" y="96501"/>
                </a:lnTo>
                <a:lnTo>
                  <a:pt x="189569" y="62172"/>
                </a:lnTo>
                <a:lnTo>
                  <a:pt x="268144" y="62172"/>
                </a:lnTo>
                <a:lnTo>
                  <a:pt x="268144" y="0"/>
                </a:lnTo>
                <a:lnTo>
                  <a:pt x="305905" y="0"/>
                </a:lnTo>
                <a:lnTo>
                  <a:pt x="305905" y="242206"/>
                </a:lnTo>
                <a:close/>
              </a:path>
              <a:path w="313054" h="321945">
                <a:moveTo>
                  <a:pt x="0" y="196435"/>
                </a:moveTo>
                <a:lnTo>
                  <a:pt x="0" y="160962"/>
                </a:lnTo>
                <a:lnTo>
                  <a:pt x="40896" y="142564"/>
                </a:lnTo>
                <a:lnTo>
                  <a:pt x="71422" y="107038"/>
                </a:lnTo>
                <a:lnTo>
                  <a:pt x="90648" y="58996"/>
                </a:lnTo>
                <a:lnTo>
                  <a:pt x="97645" y="3051"/>
                </a:lnTo>
                <a:lnTo>
                  <a:pt x="135407" y="5340"/>
                </a:lnTo>
                <a:lnTo>
                  <a:pt x="134548" y="26837"/>
                </a:lnTo>
                <a:lnTo>
                  <a:pt x="131974" y="47726"/>
                </a:lnTo>
                <a:lnTo>
                  <a:pt x="127683" y="67828"/>
                </a:lnTo>
                <a:lnTo>
                  <a:pt x="121675" y="86965"/>
                </a:lnTo>
                <a:lnTo>
                  <a:pt x="162679" y="119768"/>
                </a:lnTo>
                <a:lnTo>
                  <a:pt x="107181" y="119768"/>
                </a:lnTo>
                <a:lnTo>
                  <a:pt x="87001" y="148268"/>
                </a:lnTo>
                <a:lnTo>
                  <a:pt x="62172" y="171261"/>
                </a:lnTo>
                <a:lnTo>
                  <a:pt x="33053" y="187674"/>
                </a:lnTo>
                <a:lnTo>
                  <a:pt x="0" y="196435"/>
                </a:lnTo>
                <a:close/>
              </a:path>
              <a:path w="313054" h="321945">
                <a:moveTo>
                  <a:pt x="199105" y="194528"/>
                </a:moveTo>
                <a:lnTo>
                  <a:pt x="107181" y="119768"/>
                </a:lnTo>
                <a:lnTo>
                  <a:pt x="162679" y="119768"/>
                </a:lnTo>
                <a:lnTo>
                  <a:pt x="222754" y="167828"/>
                </a:lnTo>
                <a:lnTo>
                  <a:pt x="199105" y="194528"/>
                </a:lnTo>
                <a:close/>
              </a:path>
              <a:path w="313054" h="321945">
                <a:moveTo>
                  <a:pt x="312771" y="321544"/>
                </a:moveTo>
                <a:lnTo>
                  <a:pt x="28607" y="321544"/>
                </a:lnTo>
                <a:lnTo>
                  <a:pt x="28607" y="217795"/>
                </a:lnTo>
                <a:lnTo>
                  <a:pt x="67131" y="217795"/>
                </a:lnTo>
                <a:lnTo>
                  <a:pt x="67131" y="287596"/>
                </a:lnTo>
                <a:lnTo>
                  <a:pt x="312771" y="287596"/>
                </a:lnTo>
                <a:lnTo>
                  <a:pt x="312771" y="32154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527803" y="4698706"/>
            <a:ext cx="303530" cy="325755"/>
          </a:xfrm>
          <a:custGeom>
            <a:avLst/>
            <a:gdLst/>
            <a:ahLst/>
            <a:cxnLst/>
            <a:rect l="l" t="t" r="r" b="b"/>
            <a:pathLst>
              <a:path w="303529" h="325754">
                <a:moveTo>
                  <a:pt x="303235" y="77811"/>
                </a:moveTo>
                <a:lnTo>
                  <a:pt x="267381" y="77811"/>
                </a:lnTo>
                <a:lnTo>
                  <a:pt x="267381" y="0"/>
                </a:lnTo>
                <a:lnTo>
                  <a:pt x="303235" y="0"/>
                </a:lnTo>
                <a:lnTo>
                  <a:pt x="303235" y="77811"/>
                </a:lnTo>
                <a:close/>
              </a:path>
              <a:path w="303529" h="325754">
                <a:moveTo>
                  <a:pt x="214362" y="204826"/>
                </a:moveTo>
                <a:lnTo>
                  <a:pt x="178508" y="204826"/>
                </a:lnTo>
                <a:lnTo>
                  <a:pt x="178508" y="1907"/>
                </a:lnTo>
                <a:lnTo>
                  <a:pt x="214362" y="1907"/>
                </a:lnTo>
                <a:lnTo>
                  <a:pt x="214362" y="77811"/>
                </a:lnTo>
                <a:lnTo>
                  <a:pt x="303235" y="77811"/>
                </a:lnTo>
                <a:lnTo>
                  <a:pt x="303235" y="112521"/>
                </a:lnTo>
                <a:lnTo>
                  <a:pt x="214362" y="112521"/>
                </a:lnTo>
                <a:lnTo>
                  <a:pt x="214362" y="204826"/>
                </a:lnTo>
                <a:close/>
              </a:path>
              <a:path w="303529" h="325754">
                <a:moveTo>
                  <a:pt x="303235" y="208259"/>
                </a:moveTo>
                <a:lnTo>
                  <a:pt x="267381" y="208259"/>
                </a:lnTo>
                <a:lnTo>
                  <a:pt x="267381" y="112521"/>
                </a:lnTo>
                <a:lnTo>
                  <a:pt x="303235" y="112521"/>
                </a:lnTo>
                <a:lnTo>
                  <a:pt x="303235" y="208259"/>
                </a:lnTo>
                <a:close/>
              </a:path>
              <a:path w="303529" h="325754">
                <a:moveTo>
                  <a:pt x="62554" y="193765"/>
                </a:moveTo>
                <a:lnTo>
                  <a:pt x="0" y="193765"/>
                </a:lnTo>
                <a:lnTo>
                  <a:pt x="0" y="8010"/>
                </a:lnTo>
                <a:lnTo>
                  <a:pt x="144179" y="8010"/>
                </a:lnTo>
                <a:lnTo>
                  <a:pt x="144179" y="39668"/>
                </a:lnTo>
                <a:lnTo>
                  <a:pt x="35854" y="39668"/>
                </a:lnTo>
                <a:lnTo>
                  <a:pt x="35854" y="83914"/>
                </a:lnTo>
                <a:lnTo>
                  <a:pt x="139602" y="83914"/>
                </a:lnTo>
                <a:lnTo>
                  <a:pt x="139602" y="114809"/>
                </a:lnTo>
                <a:lnTo>
                  <a:pt x="35854" y="114809"/>
                </a:lnTo>
                <a:lnTo>
                  <a:pt x="35854" y="162107"/>
                </a:lnTo>
                <a:lnTo>
                  <a:pt x="154859" y="162107"/>
                </a:lnTo>
                <a:lnTo>
                  <a:pt x="154859" y="181559"/>
                </a:lnTo>
                <a:lnTo>
                  <a:pt x="136682" y="187007"/>
                </a:lnTo>
                <a:lnTo>
                  <a:pt x="114714" y="190809"/>
                </a:lnTo>
                <a:lnTo>
                  <a:pt x="89742" y="193038"/>
                </a:lnTo>
                <a:lnTo>
                  <a:pt x="62554" y="193765"/>
                </a:lnTo>
                <a:close/>
              </a:path>
              <a:path w="303529" h="325754">
                <a:moveTo>
                  <a:pt x="154859" y="162107"/>
                </a:moveTo>
                <a:lnTo>
                  <a:pt x="65605" y="162107"/>
                </a:lnTo>
                <a:lnTo>
                  <a:pt x="91781" y="161385"/>
                </a:lnTo>
                <a:lnTo>
                  <a:pt x="115668" y="159198"/>
                </a:lnTo>
                <a:lnTo>
                  <a:pt x="136837" y="155509"/>
                </a:lnTo>
                <a:lnTo>
                  <a:pt x="154859" y="150282"/>
                </a:lnTo>
                <a:lnTo>
                  <a:pt x="154859" y="162107"/>
                </a:lnTo>
                <a:close/>
              </a:path>
              <a:path w="303529" h="325754">
                <a:moveTo>
                  <a:pt x="303235" y="325739"/>
                </a:moveTo>
                <a:lnTo>
                  <a:pt x="265855" y="325739"/>
                </a:lnTo>
                <a:lnTo>
                  <a:pt x="265855" y="258226"/>
                </a:lnTo>
                <a:lnTo>
                  <a:pt x="15638" y="258226"/>
                </a:lnTo>
                <a:lnTo>
                  <a:pt x="15638" y="226186"/>
                </a:lnTo>
                <a:lnTo>
                  <a:pt x="303235" y="226186"/>
                </a:lnTo>
                <a:lnTo>
                  <a:pt x="303235" y="3257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879861" y="4698706"/>
            <a:ext cx="300355" cy="325755"/>
          </a:xfrm>
          <a:custGeom>
            <a:avLst/>
            <a:gdLst/>
            <a:ahLst/>
            <a:cxnLst/>
            <a:rect l="l" t="t" r="r" b="b"/>
            <a:pathLst>
              <a:path w="300354" h="325754">
                <a:moveTo>
                  <a:pt x="299802" y="198342"/>
                </a:moveTo>
                <a:lnTo>
                  <a:pt x="262041" y="198342"/>
                </a:lnTo>
                <a:lnTo>
                  <a:pt x="262041" y="107944"/>
                </a:lnTo>
                <a:lnTo>
                  <a:pt x="199105" y="107944"/>
                </a:lnTo>
                <a:lnTo>
                  <a:pt x="199105" y="75141"/>
                </a:lnTo>
                <a:lnTo>
                  <a:pt x="262041" y="75141"/>
                </a:lnTo>
                <a:lnTo>
                  <a:pt x="262041" y="0"/>
                </a:lnTo>
                <a:lnTo>
                  <a:pt x="299802" y="0"/>
                </a:lnTo>
                <a:lnTo>
                  <a:pt x="299802" y="198342"/>
                </a:lnTo>
                <a:close/>
              </a:path>
              <a:path w="300354" h="325754">
                <a:moveTo>
                  <a:pt x="212074" y="40812"/>
                </a:moveTo>
                <a:lnTo>
                  <a:pt x="4195" y="40812"/>
                </a:lnTo>
                <a:lnTo>
                  <a:pt x="4195" y="8391"/>
                </a:lnTo>
                <a:lnTo>
                  <a:pt x="212074" y="8391"/>
                </a:lnTo>
                <a:lnTo>
                  <a:pt x="212074" y="40812"/>
                </a:lnTo>
                <a:close/>
              </a:path>
              <a:path w="300354" h="325754">
                <a:moveTo>
                  <a:pt x="0" y="188806"/>
                </a:moveTo>
                <a:lnTo>
                  <a:pt x="0" y="154478"/>
                </a:lnTo>
                <a:lnTo>
                  <a:pt x="36837" y="142028"/>
                </a:lnTo>
                <a:lnTo>
                  <a:pt x="64985" y="117813"/>
                </a:lnTo>
                <a:lnTo>
                  <a:pt x="83622" y="83514"/>
                </a:lnTo>
                <a:lnTo>
                  <a:pt x="91924" y="40812"/>
                </a:lnTo>
                <a:lnTo>
                  <a:pt x="130067" y="40812"/>
                </a:lnTo>
                <a:lnTo>
                  <a:pt x="129077" y="53531"/>
                </a:lnTo>
                <a:lnTo>
                  <a:pt x="127301" y="65891"/>
                </a:lnTo>
                <a:lnTo>
                  <a:pt x="124810" y="77823"/>
                </a:lnTo>
                <a:lnTo>
                  <a:pt x="121675" y="89254"/>
                </a:lnTo>
                <a:lnTo>
                  <a:pt x="166949" y="120531"/>
                </a:lnTo>
                <a:lnTo>
                  <a:pt x="107944" y="120531"/>
                </a:lnTo>
                <a:lnTo>
                  <a:pt x="88288" y="146593"/>
                </a:lnTo>
                <a:lnTo>
                  <a:pt x="63412" y="167113"/>
                </a:lnTo>
                <a:lnTo>
                  <a:pt x="33815" y="181410"/>
                </a:lnTo>
                <a:lnTo>
                  <a:pt x="0" y="188806"/>
                </a:lnTo>
                <a:close/>
              </a:path>
              <a:path w="300354" h="325754">
                <a:moveTo>
                  <a:pt x="201394" y="186136"/>
                </a:moveTo>
                <a:lnTo>
                  <a:pt x="107944" y="120531"/>
                </a:lnTo>
                <a:lnTo>
                  <a:pt x="166949" y="120531"/>
                </a:lnTo>
                <a:lnTo>
                  <a:pt x="221609" y="158292"/>
                </a:lnTo>
                <a:lnTo>
                  <a:pt x="201394" y="186136"/>
                </a:lnTo>
                <a:close/>
              </a:path>
              <a:path w="300354" h="325754">
                <a:moveTo>
                  <a:pt x="299802" y="325739"/>
                </a:moveTo>
                <a:lnTo>
                  <a:pt x="261278" y="325739"/>
                </a:lnTo>
                <a:lnTo>
                  <a:pt x="261278" y="249072"/>
                </a:lnTo>
                <a:lnTo>
                  <a:pt x="19834" y="249072"/>
                </a:lnTo>
                <a:lnTo>
                  <a:pt x="19834" y="216269"/>
                </a:lnTo>
                <a:lnTo>
                  <a:pt x="299802" y="216269"/>
                </a:lnTo>
                <a:lnTo>
                  <a:pt x="299802" y="3257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4228868" y="4705572"/>
            <a:ext cx="325755" cy="303530"/>
          </a:xfrm>
          <a:custGeom>
            <a:avLst/>
            <a:gdLst/>
            <a:ahLst/>
            <a:cxnLst/>
            <a:rect l="l" t="t" r="r" b="b"/>
            <a:pathLst>
              <a:path w="325754" h="303529">
                <a:moveTo>
                  <a:pt x="162488" y="206734"/>
                </a:moveTo>
                <a:lnTo>
                  <a:pt x="102109" y="199379"/>
                </a:lnTo>
                <a:lnTo>
                  <a:pt x="55926" y="178508"/>
                </a:lnTo>
                <a:lnTo>
                  <a:pt x="26407" y="145908"/>
                </a:lnTo>
                <a:lnTo>
                  <a:pt x="16019" y="103367"/>
                </a:lnTo>
                <a:lnTo>
                  <a:pt x="26407" y="60825"/>
                </a:lnTo>
                <a:lnTo>
                  <a:pt x="55926" y="28225"/>
                </a:lnTo>
                <a:lnTo>
                  <a:pt x="102109" y="7354"/>
                </a:lnTo>
                <a:lnTo>
                  <a:pt x="162488" y="0"/>
                </a:lnTo>
                <a:lnTo>
                  <a:pt x="222867" y="7354"/>
                </a:lnTo>
                <a:lnTo>
                  <a:pt x="269049" y="28225"/>
                </a:lnTo>
                <a:lnTo>
                  <a:pt x="274575" y="34328"/>
                </a:lnTo>
                <a:lnTo>
                  <a:pt x="162488" y="34328"/>
                </a:lnTo>
                <a:lnTo>
                  <a:pt x="118767" y="39322"/>
                </a:lnTo>
                <a:lnTo>
                  <a:pt x="85058" y="53399"/>
                </a:lnTo>
                <a:lnTo>
                  <a:pt x="63364" y="75200"/>
                </a:lnTo>
                <a:lnTo>
                  <a:pt x="55688" y="103367"/>
                </a:lnTo>
                <a:lnTo>
                  <a:pt x="63364" y="131533"/>
                </a:lnTo>
                <a:lnTo>
                  <a:pt x="85058" y="153334"/>
                </a:lnTo>
                <a:lnTo>
                  <a:pt x="118767" y="167411"/>
                </a:lnTo>
                <a:lnTo>
                  <a:pt x="162488" y="172405"/>
                </a:lnTo>
                <a:lnTo>
                  <a:pt x="274575" y="172405"/>
                </a:lnTo>
                <a:lnTo>
                  <a:pt x="269049" y="178508"/>
                </a:lnTo>
                <a:lnTo>
                  <a:pt x="222867" y="199379"/>
                </a:lnTo>
                <a:lnTo>
                  <a:pt x="162488" y="206734"/>
                </a:lnTo>
                <a:close/>
              </a:path>
              <a:path w="325754" h="303529">
                <a:moveTo>
                  <a:pt x="274575" y="172405"/>
                </a:moveTo>
                <a:lnTo>
                  <a:pt x="162488" y="172405"/>
                </a:lnTo>
                <a:lnTo>
                  <a:pt x="206209" y="167411"/>
                </a:lnTo>
                <a:lnTo>
                  <a:pt x="239918" y="153334"/>
                </a:lnTo>
                <a:lnTo>
                  <a:pt x="261612" y="131533"/>
                </a:lnTo>
                <a:lnTo>
                  <a:pt x="269288" y="103367"/>
                </a:lnTo>
                <a:lnTo>
                  <a:pt x="261612" y="75200"/>
                </a:lnTo>
                <a:lnTo>
                  <a:pt x="239918" y="53399"/>
                </a:lnTo>
                <a:lnTo>
                  <a:pt x="206209" y="39322"/>
                </a:lnTo>
                <a:lnTo>
                  <a:pt x="162488" y="34328"/>
                </a:lnTo>
                <a:lnTo>
                  <a:pt x="274575" y="34328"/>
                </a:lnTo>
                <a:lnTo>
                  <a:pt x="298568" y="60825"/>
                </a:lnTo>
                <a:lnTo>
                  <a:pt x="308956" y="103367"/>
                </a:lnTo>
                <a:lnTo>
                  <a:pt x="298568" y="145908"/>
                </a:lnTo>
                <a:lnTo>
                  <a:pt x="274575" y="172405"/>
                </a:lnTo>
                <a:close/>
              </a:path>
              <a:path w="325754" h="303529">
                <a:moveTo>
                  <a:pt x="325358" y="303235"/>
                </a:moveTo>
                <a:lnTo>
                  <a:pt x="0" y="303235"/>
                </a:lnTo>
                <a:lnTo>
                  <a:pt x="0" y="267762"/>
                </a:lnTo>
                <a:lnTo>
                  <a:pt x="325358" y="267762"/>
                </a:lnTo>
                <a:lnTo>
                  <a:pt x="325358" y="30323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4606100" y="4710429"/>
            <a:ext cx="282575" cy="34290"/>
          </a:xfrm>
          <a:custGeom>
            <a:avLst/>
            <a:gdLst/>
            <a:ahLst/>
            <a:cxnLst/>
            <a:rect l="l" t="t" r="r" b="b"/>
            <a:pathLst>
              <a:path w="282575" h="34289">
                <a:moveTo>
                  <a:pt x="0" y="0"/>
                </a:moveTo>
                <a:lnTo>
                  <a:pt x="282256" y="0"/>
                </a:lnTo>
                <a:lnTo>
                  <a:pt x="282256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4850977" y="4744720"/>
            <a:ext cx="37465" cy="50800"/>
          </a:xfrm>
          <a:custGeom>
            <a:avLst/>
            <a:gdLst/>
            <a:ahLst/>
            <a:cxnLst/>
            <a:rect l="l" t="t" r="r" b="b"/>
            <a:pathLst>
              <a:path w="37464" h="50800">
                <a:moveTo>
                  <a:pt x="0" y="0"/>
                </a:moveTo>
                <a:lnTo>
                  <a:pt x="37379" y="0"/>
                </a:lnTo>
                <a:lnTo>
                  <a:pt x="37379" y="50799"/>
                </a:lnTo>
                <a:lnTo>
                  <a:pt x="0" y="5079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606100" y="4795520"/>
            <a:ext cx="282575" cy="31750"/>
          </a:xfrm>
          <a:custGeom>
            <a:avLst/>
            <a:gdLst/>
            <a:ahLst/>
            <a:cxnLst/>
            <a:rect l="l" t="t" r="r" b="b"/>
            <a:pathLst>
              <a:path w="282575" h="31750">
                <a:moveTo>
                  <a:pt x="0" y="0"/>
                </a:moveTo>
                <a:lnTo>
                  <a:pt x="282256" y="0"/>
                </a:lnTo>
                <a:lnTo>
                  <a:pt x="282256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606100" y="4827270"/>
            <a:ext cx="38100" cy="52069"/>
          </a:xfrm>
          <a:custGeom>
            <a:avLst/>
            <a:gdLst/>
            <a:ahLst/>
            <a:cxnLst/>
            <a:rect l="l" t="t" r="r" b="b"/>
            <a:pathLst>
              <a:path w="38100" h="52070">
                <a:moveTo>
                  <a:pt x="0" y="0"/>
                </a:moveTo>
                <a:lnTo>
                  <a:pt x="37761" y="0"/>
                </a:lnTo>
                <a:lnTo>
                  <a:pt x="37761" y="52069"/>
                </a:lnTo>
                <a:lnTo>
                  <a:pt x="0" y="520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606100" y="4879340"/>
            <a:ext cx="287655" cy="33020"/>
          </a:xfrm>
          <a:custGeom>
            <a:avLst/>
            <a:gdLst/>
            <a:ahLst/>
            <a:cxnLst/>
            <a:rect l="l" t="t" r="r" b="b"/>
            <a:pathLst>
              <a:path w="287654" h="33020">
                <a:moveTo>
                  <a:pt x="0" y="0"/>
                </a:moveTo>
                <a:lnTo>
                  <a:pt x="287215" y="0"/>
                </a:lnTo>
                <a:lnTo>
                  <a:pt x="287215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727013" y="4912359"/>
            <a:ext cx="38735" cy="62230"/>
          </a:xfrm>
          <a:custGeom>
            <a:avLst/>
            <a:gdLst/>
            <a:ahLst/>
            <a:cxnLst/>
            <a:rect l="l" t="t" r="r" b="b"/>
            <a:pathLst>
              <a:path w="38735" h="62229">
                <a:moveTo>
                  <a:pt x="0" y="0"/>
                </a:moveTo>
                <a:lnTo>
                  <a:pt x="38524" y="0"/>
                </a:lnTo>
                <a:lnTo>
                  <a:pt x="38524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4584359" y="4974590"/>
            <a:ext cx="325755" cy="34290"/>
          </a:xfrm>
          <a:custGeom>
            <a:avLst/>
            <a:gdLst/>
            <a:ahLst/>
            <a:cxnLst/>
            <a:rect l="l" t="t" r="r" b="b"/>
            <a:pathLst>
              <a:path w="325754" h="34289">
                <a:moveTo>
                  <a:pt x="0" y="0"/>
                </a:moveTo>
                <a:lnTo>
                  <a:pt x="325358" y="0"/>
                </a:lnTo>
                <a:lnTo>
                  <a:pt x="325358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5034689" y="4685738"/>
            <a:ext cx="325755" cy="335280"/>
          </a:xfrm>
          <a:custGeom>
            <a:avLst/>
            <a:gdLst/>
            <a:ahLst/>
            <a:cxnLst/>
            <a:rect l="l" t="t" r="r" b="b"/>
            <a:pathLst>
              <a:path w="325754" h="335279">
                <a:moveTo>
                  <a:pt x="181178" y="28225"/>
                </a:moveTo>
                <a:lnTo>
                  <a:pt x="143035" y="28225"/>
                </a:lnTo>
                <a:lnTo>
                  <a:pt x="143035" y="0"/>
                </a:lnTo>
                <a:lnTo>
                  <a:pt x="181178" y="0"/>
                </a:lnTo>
                <a:lnTo>
                  <a:pt x="181178" y="28225"/>
                </a:lnTo>
                <a:close/>
              </a:path>
              <a:path w="325754" h="335279">
                <a:moveTo>
                  <a:pt x="312008" y="55688"/>
                </a:moveTo>
                <a:lnTo>
                  <a:pt x="12968" y="55688"/>
                </a:lnTo>
                <a:lnTo>
                  <a:pt x="12968" y="28225"/>
                </a:lnTo>
                <a:lnTo>
                  <a:pt x="312008" y="28225"/>
                </a:lnTo>
                <a:lnTo>
                  <a:pt x="312008" y="55688"/>
                </a:lnTo>
                <a:close/>
              </a:path>
              <a:path w="325754" h="335279">
                <a:moveTo>
                  <a:pt x="162488" y="160581"/>
                </a:moveTo>
                <a:lnTo>
                  <a:pt x="107199" y="158060"/>
                </a:lnTo>
                <a:lnTo>
                  <a:pt x="64032" y="150139"/>
                </a:lnTo>
                <a:lnTo>
                  <a:pt x="35955" y="136283"/>
                </a:lnTo>
                <a:lnTo>
                  <a:pt x="25937" y="115954"/>
                </a:lnTo>
                <a:lnTo>
                  <a:pt x="35955" y="95625"/>
                </a:lnTo>
                <a:lnTo>
                  <a:pt x="64032" y="81768"/>
                </a:lnTo>
                <a:lnTo>
                  <a:pt x="107199" y="73848"/>
                </a:lnTo>
                <a:lnTo>
                  <a:pt x="162488" y="71327"/>
                </a:lnTo>
                <a:lnTo>
                  <a:pt x="217777" y="73848"/>
                </a:lnTo>
                <a:lnTo>
                  <a:pt x="260944" y="81768"/>
                </a:lnTo>
                <a:lnTo>
                  <a:pt x="289021" y="95625"/>
                </a:lnTo>
                <a:lnTo>
                  <a:pt x="289828" y="97264"/>
                </a:lnTo>
                <a:lnTo>
                  <a:pt x="162488" y="97264"/>
                </a:lnTo>
                <a:lnTo>
                  <a:pt x="122271" y="98462"/>
                </a:lnTo>
                <a:lnTo>
                  <a:pt x="91065" y="101984"/>
                </a:lnTo>
                <a:lnTo>
                  <a:pt x="70874" y="107723"/>
                </a:lnTo>
                <a:lnTo>
                  <a:pt x="63698" y="115572"/>
                </a:lnTo>
                <a:lnTo>
                  <a:pt x="70874" y="123642"/>
                </a:lnTo>
                <a:lnTo>
                  <a:pt x="91065" y="129494"/>
                </a:lnTo>
                <a:lnTo>
                  <a:pt x="122271" y="133058"/>
                </a:lnTo>
                <a:lnTo>
                  <a:pt x="162488" y="134262"/>
                </a:lnTo>
                <a:lnTo>
                  <a:pt x="290016" y="134262"/>
                </a:lnTo>
                <a:lnTo>
                  <a:pt x="289021" y="136283"/>
                </a:lnTo>
                <a:lnTo>
                  <a:pt x="260944" y="150139"/>
                </a:lnTo>
                <a:lnTo>
                  <a:pt x="217777" y="158060"/>
                </a:lnTo>
                <a:lnTo>
                  <a:pt x="162488" y="160581"/>
                </a:lnTo>
                <a:close/>
              </a:path>
              <a:path w="325754" h="335279">
                <a:moveTo>
                  <a:pt x="290016" y="134262"/>
                </a:moveTo>
                <a:lnTo>
                  <a:pt x="162488" y="134262"/>
                </a:lnTo>
                <a:lnTo>
                  <a:pt x="202705" y="133058"/>
                </a:lnTo>
                <a:lnTo>
                  <a:pt x="233910" y="129494"/>
                </a:lnTo>
                <a:lnTo>
                  <a:pt x="254102" y="123642"/>
                </a:lnTo>
                <a:lnTo>
                  <a:pt x="261278" y="115572"/>
                </a:lnTo>
                <a:lnTo>
                  <a:pt x="254102" y="107723"/>
                </a:lnTo>
                <a:lnTo>
                  <a:pt x="233910" y="101984"/>
                </a:lnTo>
                <a:lnTo>
                  <a:pt x="202705" y="98462"/>
                </a:lnTo>
                <a:lnTo>
                  <a:pt x="162488" y="97264"/>
                </a:lnTo>
                <a:lnTo>
                  <a:pt x="289828" y="97264"/>
                </a:lnTo>
                <a:lnTo>
                  <a:pt x="299039" y="115954"/>
                </a:lnTo>
                <a:lnTo>
                  <a:pt x="290016" y="134262"/>
                </a:lnTo>
                <a:close/>
              </a:path>
              <a:path w="325754" h="335279">
                <a:moveTo>
                  <a:pt x="325358" y="210548"/>
                </a:moveTo>
                <a:lnTo>
                  <a:pt x="0" y="210548"/>
                </a:lnTo>
                <a:lnTo>
                  <a:pt x="0" y="182322"/>
                </a:lnTo>
                <a:lnTo>
                  <a:pt x="325358" y="182322"/>
                </a:lnTo>
                <a:lnTo>
                  <a:pt x="325358" y="210548"/>
                </a:lnTo>
                <a:close/>
              </a:path>
              <a:path w="325754" h="335279">
                <a:moveTo>
                  <a:pt x="302472" y="334893"/>
                </a:moveTo>
                <a:lnTo>
                  <a:pt x="22504" y="334893"/>
                </a:lnTo>
                <a:lnTo>
                  <a:pt x="22504" y="229619"/>
                </a:lnTo>
                <a:lnTo>
                  <a:pt x="59502" y="229619"/>
                </a:lnTo>
                <a:lnTo>
                  <a:pt x="59502" y="252886"/>
                </a:lnTo>
                <a:lnTo>
                  <a:pt x="302472" y="252886"/>
                </a:lnTo>
                <a:lnTo>
                  <a:pt x="302472" y="279968"/>
                </a:lnTo>
                <a:lnTo>
                  <a:pt x="59502" y="279968"/>
                </a:lnTo>
                <a:lnTo>
                  <a:pt x="59502" y="307431"/>
                </a:lnTo>
                <a:lnTo>
                  <a:pt x="302472" y="307431"/>
                </a:lnTo>
                <a:lnTo>
                  <a:pt x="302472" y="334893"/>
                </a:lnTo>
                <a:close/>
              </a:path>
              <a:path w="325754" h="335279">
                <a:moveTo>
                  <a:pt x="302472" y="252886"/>
                </a:moveTo>
                <a:lnTo>
                  <a:pt x="265474" y="252886"/>
                </a:lnTo>
                <a:lnTo>
                  <a:pt x="265474" y="229619"/>
                </a:lnTo>
                <a:lnTo>
                  <a:pt x="302472" y="229619"/>
                </a:lnTo>
                <a:lnTo>
                  <a:pt x="302472" y="252886"/>
                </a:lnTo>
                <a:close/>
              </a:path>
              <a:path w="325754" h="335279">
                <a:moveTo>
                  <a:pt x="302472" y="307431"/>
                </a:moveTo>
                <a:lnTo>
                  <a:pt x="265474" y="307431"/>
                </a:lnTo>
                <a:lnTo>
                  <a:pt x="265474" y="279968"/>
                </a:lnTo>
                <a:lnTo>
                  <a:pt x="302472" y="279968"/>
                </a:lnTo>
                <a:lnTo>
                  <a:pt x="302472" y="30743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394758" y="4692984"/>
            <a:ext cx="336550" cy="331470"/>
          </a:xfrm>
          <a:custGeom>
            <a:avLst/>
            <a:gdLst/>
            <a:ahLst/>
            <a:cxnLst/>
            <a:rect l="l" t="t" r="r" b="b"/>
            <a:pathLst>
              <a:path w="336550" h="331470">
                <a:moveTo>
                  <a:pt x="127778" y="38905"/>
                </a:moveTo>
                <a:lnTo>
                  <a:pt x="89635" y="38905"/>
                </a:lnTo>
                <a:lnTo>
                  <a:pt x="89635" y="0"/>
                </a:lnTo>
                <a:lnTo>
                  <a:pt x="127778" y="0"/>
                </a:lnTo>
                <a:lnTo>
                  <a:pt x="127778" y="38905"/>
                </a:lnTo>
                <a:close/>
              </a:path>
              <a:path w="336550" h="331470">
                <a:moveTo>
                  <a:pt x="212836" y="70945"/>
                </a:moveTo>
                <a:lnTo>
                  <a:pt x="3432" y="70945"/>
                </a:lnTo>
                <a:lnTo>
                  <a:pt x="3432" y="38905"/>
                </a:lnTo>
                <a:lnTo>
                  <a:pt x="212836" y="38905"/>
                </a:lnTo>
                <a:lnTo>
                  <a:pt x="212836" y="70945"/>
                </a:lnTo>
                <a:close/>
              </a:path>
              <a:path w="336550" h="331470">
                <a:moveTo>
                  <a:pt x="0" y="197961"/>
                </a:moveTo>
                <a:lnTo>
                  <a:pt x="0" y="164776"/>
                </a:lnTo>
                <a:lnTo>
                  <a:pt x="34817" y="154085"/>
                </a:lnTo>
                <a:lnTo>
                  <a:pt x="61982" y="134167"/>
                </a:lnTo>
                <a:lnTo>
                  <a:pt x="80564" y="106096"/>
                </a:lnTo>
                <a:lnTo>
                  <a:pt x="89635" y="70945"/>
                </a:lnTo>
                <a:lnTo>
                  <a:pt x="128159" y="70945"/>
                </a:lnTo>
                <a:lnTo>
                  <a:pt x="127081" y="79676"/>
                </a:lnTo>
                <a:lnTo>
                  <a:pt x="125537" y="88157"/>
                </a:lnTo>
                <a:lnTo>
                  <a:pt x="123493" y="96423"/>
                </a:lnTo>
                <a:lnTo>
                  <a:pt x="120912" y="104511"/>
                </a:lnTo>
                <a:lnTo>
                  <a:pt x="169024" y="135025"/>
                </a:lnTo>
                <a:lnTo>
                  <a:pt x="106799" y="135025"/>
                </a:lnTo>
                <a:lnTo>
                  <a:pt x="87162" y="158805"/>
                </a:lnTo>
                <a:lnTo>
                  <a:pt x="62411" y="177650"/>
                </a:lnTo>
                <a:lnTo>
                  <a:pt x="33154" y="190916"/>
                </a:lnTo>
                <a:lnTo>
                  <a:pt x="0" y="197961"/>
                </a:lnTo>
                <a:close/>
              </a:path>
              <a:path w="336550" h="331470">
                <a:moveTo>
                  <a:pt x="200631" y="195291"/>
                </a:moveTo>
                <a:lnTo>
                  <a:pt x="106799" y="135025"/>
                </a:lnTo>
                <a:lnTo>
                  <a:pt x="169024" y="135025"/>
                </a:lnTo>
                <a:lnTo>
                  <a:pt x="218939" y="166684"/>
                </a:lnTo>
                <a:lnTo>
                  <a:pt x="200631" y="195291"/>
                </a:lnTo>
                <a:close/>
              </a:path>
              <a:path w="336550" h="331470">
                <a:moveTo>
                  <a:pt x="290266" y="205589"/>
                </a:moveTo>
                <a:lnTo>
                  <a:pt x="252505" y="205589"/>
                </a:lnTo>
                <a:lnTo>
                  <a:pt x="252505" y="5721"/>
                </a:lnTo>
                <a:lnTo>
                  <a:pt x="290266" y="5721"/>
                </a:lnTo>
                <a:lnTo>
                  <a:pt x="290266" y="82769"/>
                </a:lnTo>
                <a:lnTo>
                  <a:pt x="336038" y="82769"/>
                </a:lnTo>
                <a:lnTo>
                  <a:pt x="336038" y="119005"/>
                </a:lnTo>
                <a:lnTo>
                  <a:pt x="290266" y="119005"/>
                </a:lnTo>
                <a:lnTo>
                  <a:pt x="290266" y="205589"/>
                </a:lnTo>
                <a:close/>
              </a:path>
              <a:path w="336550" h="331470">
                <a:moveTo>
                  <a:pt x="290266" y="331461"/>
                </a:moveTo>
                <a:lnTo>
                  <a:pt x="252124" y="331461"/>
                </a:lnTo>
                <a:lnTo>
                  <a:pt x="252124" y="255938"/>
                </a:lnTo>
                <a:lnTo>
                  <a:pt x="14875" y="255938"/>
                </a:lnTo>
                <a:lnTo>
                  <a:pt x="14875" y="223516"/>
                </a:lnTo>
                <a:lnTo>
                  <a:pt x="290266" y="223516"/>
                </a:lnTo>
                <a:lnTo>
                  <a:pt x="290266" y="33146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738425" y="4697943"/>
            <a:ext cx="320675" cy="327025"/>
          </a:xfrm>
          <a:custGeom>
            <a:avLst/>
            <a:gdLst/>
            <a:ahLst/>
            <a:cxnLst/>
            <a:rect l="l" t="t" r="r" b="b"/>
            <a:pathLst>
              <a:path w="320675" h="327025">
                <a:moveTo>
                  <a:pt x="105655" y="51492"/>
                </a:moveTo>
                <a:lnTo>
                  <a:pt x="68275" y="51492"/>
                </a:lnTo>
                <a:lnTo>
                  <a:pt x="68275" y="0"/>
                </a:lnTo>
                <a:lnTo>
                  <a:pt x="105655" y="0"/>
                </a:lnTo>
                <a:lnTo>
                  <a:pt x="105655" y="51492"/>
                </a:lnTo>
                <a:close/>
              </a:path>
              <a:path w="320675" h="327025">
                <a:moveTo>
                  <a:pt x="173931" y="85439"/>
                </a:moveTo>
                <a:lnTo>
                  <a:pt x="0" y="85439"/>
                </a:lnTo>
                <a:lnTo>
                  <a:pt x="0" y="51492"/>
                </a:lnTo>
                <a:lnTo>
                  <a:pt x="173931" y="51492"/>
                </a:lnTo>
                <a:lnTo>
                  <a:pt x="173931" y="85439"/>
                </a:lnTo>
                <a:close/>
              </a:path>
              <a:path w="320675" h="327025">
                <a:moveTo>
                  <a:pt x="320399" y="131974"/>
                </a:moveTo>
                <a:lnTo>
                  <a:pt x="285308" y="131974"/>
                </a:lnTo>
                <a:lnTo>
                  <a:pt x="285308" y="762"/>
                </a:lnTo>
                <a:lnTo>
                  <a:pt x="320399" y="762"/>
                </a:lnTo>
                <a:lnTo>
                  <a:pt x="320399" y="131974"/>
                </a:lnTo>
                <a:close/>
              </a:path>
              <a:path w="320675" h="327025">
                <a:moveTo>
                  <a:pt x="233052" y="320781"/>
                </a:moveTo>
                <a:lnTo>
                  <a:pt x="197961" y="320781"/>
                </a:lnTo>
                <a:lnTo>
                  <a:pt x="197961" y="2670"/>
                </a:lnTo>
                <a:lnTo>
                  <a:pt x="233052" y="2670"/>
                </a:lnTo>
                <a:lnTo>
                  <a:pt x="233052" y="131974"/>
                </a:lnTo>
                <a:lnTo>
                  <a:pt x="320399" y="131974"/>
                </a:lnTo>
                <a:lnTo>
                  <a:pt x="320399" y="167446"/>
                </a:lnTo>
                <a:lnTo>
                  <a:pt x="233052" y="167446"/>
                </a:lnTo>
                <a:lnTo>
                  <a:pt x="233052" y="320781"/>
                </a:lnTo>
                <a:close/>
              </a:path>
              <a:path w="320675" h="327025">
                <a:moveTo>
                  <a:pt x="320399" y="326502"/>
                </a:moveTo>
                <a:lnTo>
                  <a:pt x="285308" y="326502"/>
                </a:lnTo>
                <a:lnTo>
                  <a:pt x="285308" y="167446"/>
                </a:lnTo>
                <a:lnTo>
                  <a:pt x="320399" y="167446"/>
                </a:lnTo>
                <a:lnTo>
                  <a:pt x="320399" y="326502"/>
                </a:lnTo>
                <a:close/>
              </a:path>
              <a:path w="320675" h="327025">
                <a:moveTo>
                  <a:pt x="88491" y="310864"/>
                </a:moveTo>
                <a:lnTo>
                  <a:pt x="58346" y="304367"/>
                </a:lnTo>
                <a:lnTo>
                  <a:pt x="34423" y="285212"/>
                </a:lnTo>
                <a:lnTo>
                  <a:pt x="18654" y="253900"/>
                </a:lnTo>
                <a:lnTo>
                  <a:pt x="12968" y="210929"/>
                </a:lnTo>
                <a:lnTo>
                  <a:pt x="18654" y="167959"/>
                </a:lnTo>
                <a:lnTo>
                  <a:pt x="34423" y="136646"/>
                </a:lnTo>
                <a:lnTo>
                  <a:pt x="58346" y="117491"/>
                </a:lnTo>
                <a:lnTo>
                  <a:pt x="88491" y="110995"/>
                </a:lnTo>
                <a:lnTo>
                  <a:pt x="118856" y="117491"/>
                </a:lnTo>
                <a:lnTo>
                  <a:pt x="142892" y="136646"/>
                </a:lnTo>
                <a:lnTo>
                  <a:pt x="146696" y="144179"/>
                </a:lnTo>
                <a:lnTo>
                  <a:pt x="88491" y="144179"/>
                </a:lnTo>
                <a:lnTo>
                  <a:pt x="72358" y="148602"/>
                </a:lnTo>
                <a:lnTo>
                  <a:pt x="59550" y="161534"/>
                </a:lnTo>
                <a:lnTo>
                  <a:pt x="51105" y="182477"/>
                </a:lnTo>
                <a:lnTo>
                  <a:pt x="48059" y="210929"/>
                </a:lnTo>
                <a:lnTo>
                  <a:pt x="51105" y="239381"/>
                </a:lnTo>
                <a:lnTo>
                  <a:pt x="59550" y="260324"/>
                </a:lnTo>
                <a:lnTo>
                  <a:pt x="72358" y="273257"/>
                </a:lnTo>
                <a:lnTo>
                  <a:pt x="88491" y="277679"/>
                </a:lnTo>
                <a:lnTo>
                  <a:pt x="146696" y="277679"/>
                </a:lnTo>
                <a:lnTo>
                  <a:pt x="142892" y="285212"/>
                </a:lnTo>
                <a:lnTo>
                  <a:pt x="118856" y="304367"/>
                </a:lnTo>
                <a:lnTo>
                  <a:pt x="88491" y="310864"/>
                </a:lnTo>
                <a:close/>
              </a:path>
              <a:path w="320675" h="327025">
                <a:moveTo>
                  <a:pt x="146696" y="277679"/>
                </a:moveTo>
                <a:lnTo>
                  <a:pt x="88491" y="277679"/>
                </a:lnTo>
                <a:lnTo>
                  <a:pt x="104904" y="273257"/>
                </a:lnTo>
                <a:lnTo>
                  <a:pt x="117956" y="260324"/>
                </a:lnTo>
                <a:lnTo>
                  <a:pt x="126574" y="239381"/>
                </a:lnTo>
                <a:lnTo>
                  <a:pt x="129685" y="210929"/>
                </a:lnTo>
                <a:lnTo>
                  <a:pt x="126574" y="182477"/>
                </a:lnTo>
                <a:lnTo>
                  <a:pt x="117956" y="161534"/>
                </a:lnTo>
                <a:lnTo>
                  <a:pt x="104904" y="148602"/>
                </a:lnTo>
                <a:lnTo>
                  <a:pt x="88491" y="144179"/>
                </a:lnTo>
                <a:lnTo>
                  <a:pt x="146696" y="144179"/>
                </a:lnTo>
                <a:lnTo>
                  <a:pt x="158703" y="167959"/>
                </a:lnTo>
                <a:lnTo>
                  <a:pt x="164395" y="210929"/>
                </a:lnTo>
                <a:lnTo>
                  <a:pt x="158703" y="253900"/>
                </a:lnTo>
                <a:lnTo>
                  <a:pt x="146696" y="27767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200431" y="4698706"/>
            <a:ext cx="309245" cy="325755"/>
          </a:xfrm>
          <a:custGeom>
            <a:avLst/>
            <a:gdLst/>
            <a:ahLst/>
            <a:cxnLst/>
            <a:rect l="l" t="t" r="r" b="b"/>
            <a:pathLst>
              <a:path w="309245" h="325754">
                <a:moveTo>
                  <a:pt x="308956" y="325739"/>
                </a:moveTo>
                <a:lnTo>
                  <a:pt x="273102" y="325739"/>
                </a:lnTo>
                <a:lnTo>
                  <a:pt x="273102" y="0"/>
                </a:lnTo>
                <a:lnTo>
                  <a:pt x="308956" y="0"/>
                </a:lnTo>
                <a:lnTo>
                  <a:pt x="308956" y="325739"/>
                </a:lnTo>
                <a:close/>
              </a:path>
              <a:path w="309245" h="325754">
                <a:moveTo>
                  <a:pt x="230001" y="135788"/>
                </a:moveTo>
                <a:lnTo>
                  <a:pt x="194528" y="135788"/>
                </a:lnTo>
                <a:lnTo>
                  <a:pt x="194528" y="1907"/>
                </a:lnTo>
                <a:lnTo>
                  <a:pt x="230001" y="1907"/>
                </a:lnTo>
                <a:lnTo>
                  <a:pt x="230001" y="135788"/>
                </a:lnTo>
                <a:close/>
              </a:path>
              <a:path w="309245" h="325754">
                <a:moveTo>
                  <a:pt x="75904" y="310482"/>
                </a:moveTo>
                <a:lnTo>
                  <a:pt x="43286" y="301626"/>
                </a:lnTo>
                <a:lnTo>
                  <a:pt x="19500" y="274246"/>
                </a:lnTo>
                <a:lnTo>
                  <a:pt x="4940" y="227128"/>
                </a:lnTo>
                <a:lnTo>
                  <a:pt x="0" y="159055"/>
                </a:lnTo>
                <a:lnTo>
                  <a:pt x="4940" y="90982"/>
                </a:lnTo>
                <a:lnTo>
                  <a:pt x="19500" y="43864"/>
                </a:lnTo>
                <a:lnTo>
                  <a:pt x="43286" y="16484"/>
                </a:lnTo>
                <a:lnTo>
                  <a:pt x="75904" y="7628"/>
                </a:lnTo>
                <a:lnTo>
                  <a:pt x="106257" y="15155"/>
                </a:lnTo>
                <a:lnTo>
                  <a:pt x="129065" y="38381"/>
                </a:lnTo>
                <a:lnTo>
                  <a:pt x="130411" y="41957"/>
                </a:lnTo>
                <a:lnTo>
                  <a:pt x="75904" y="41957"/>
                </a:lnTo>
                <a:lnTo>
                  <a:pt x="58221" y="48989"/>
                </a:lnTo>
                <a:lnTo>
                  <a:pt x="45723" y="70468"/>
                </a:lnTo>
                <a:lnTo>
                  <a:pt x="38303" y="106966"/>
                </a:lnTo>
                <a:lnTo>
                  <a:pt x="35854" y="159055"/>
                </a:lnTo>
                <a:lnTo>
                  <a:pt x="38303" y="211144"/>
                </a:lnTo>
                <a:lnTo>
                  <a:pt x="45723" y="247642"/>
                </a:lnTo>
                <a:lnTo>
                  <a:pt x="58221" y="269121"/>
                </a:lnTo>
                <a:lnTo>
                  <a:pt x="75904" y="276154"/>
                </a:lnTo>
                <a:lnTo>
                  <a:pt x="130918" y="276154"/>
                </a:lnTo>
                <a:lnTo>
                  <a:pt x="130543" y="277250"/>
                </a:lnTo>
                <a:lnTo>
                  <a:pt x="107336" y="302359"/>
                </a:lnTo>
                <a:lnTo>
                  <a:pt x="75904" y="310482"/>
                </a:lnTo>
                <a:close/>
              </a:path>
              <a:path w="309245" h="325754">
                <a:moveTo>
                  <a:pt x="130918" y="276154"/>
                </a:moveTo>
                <a:lnTo>
                  <a:pt x="75904" y="276154"/>
                </a:lnTo>
                <a:lnTo>
                  <a:pt x="93527" y="269121"/>
                </a:lnTo>
                <a:lnTo>
                  <a:pt x="105894" y="247642"/>
                </a:lnTo>
                <a:lnTo>
                  <a:pt x="113182" y="211144"/>
                </a:lnTo>
                <a:lnTo>
                  <a:pt x="115572" y="159055"/>
                </a:lnTo>
                <a:lnTo>
                  <a:pt x="113182" y="106966"/>
                </a:lnTo>
                <a:lnTo>
                  <a:pt x="105894" y="70468"/>
                </a:lnTo>
                <a:lnTo>
                  <a:pt x="93527" y="48989"/>
                </a:lnTo>
                <a:lnTo>
                  <a:pt x="75904" y="41957"/>
                </a:lnTo>
                <a:lnTo>
                  <a:pt x="130411" y="41957"/>
                </a:lnTo>
                <a:lnTo>
                  <a:pt x="144078" y="78270"/>
                </a:lnTo>
                <a:lnTo>
                  <a:pt x="151045" y="135788"/>
                </a:lnTo>
                <a:lnTo>
                  <a:pt x="230001" y="135788"/>
                </a:lnTo>
                <a:lnTo>
                  <a:pt x="230001" y="171642"/>
                </a:lnTo>
                <a:lnTo>
                  <a:pt x="151427" y="171642"/>
                </a:lnTo>
                <a:lnTo>
                  <a:pt x="145312" y="234047"/>
                </a:lnTo>
                <a:lnTo>
                  <a:pt x="130918" y="276154"/>
                </a:lnTo>
                <a:close/>
              </a:path>
              <a:path w="309245" h="325754">
                <a:moveTo>
                  <a:pt x="230001" y="320018"/>
                </a:moveTo>
                <a:lnTo>
                  <a:pt x="194528" y="320018"/>
                </a:lnTo>
                <a:lnTo>
                  <a:pt x="194528" y="171642"/>
                </a:lnTo>
                <a:lnTo>
                  <a:pt x="230001" y="171642"/>
                </a:lnTo>
                <a:lnTo>
                  <a:pt x="230001" y="3200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563169" y="4698706"/>
            <a:ext cx="329565" cy="321945"/>
          </a:xfrm>
          <a:custGeom>
            <a:avLst/>
            <a:gdLst/>
            <a:ahLst/>
            <a:cxnLst/>
            <a:rect l="l" t="t" r="r" b="b"/>
            <a:pathLst>
              <a:path w="329565" h="321945">
                <a:moveTo>
                  <a:pt x="283401" y="242969"/>
                </a:moveTo>
                <a:lnTo>
                  <a:pt x="245639" y="242969"/>
                </a:lnTo>
                <a:lnTo>
                  <a:pt x="245639" y="0"/>
                </a:lnTo>
                <a:lnTo>
                  <a:pt x="283401" y="0"/>
                </a:lnTo>
                <a:lnTo>
                  <a:pt x="283401" y="85058"/>
                </a:lnTo>
                <a:lnTo>
                  <a:pt x="329172" y="85058"/>
                </a:lnTo>
                <a:lnTo>
                  <a:pt x="329172" y="121294"/>
                </a:lnTo>
                <a:lnTo>
                  <a:pt x="283401" y="121294"/>
                </a:lnTo>
                <a:lnTo>
                  <a:pt x="283401" y="242969"/>
                </a:lnTo>
                <a:close/>
              </a:path>
              <a:path w="329565" h="321945">
                <a:moveTo>
                  <a:pt x="116335" y="197579"/>
                </a:moveTo>
                <a:lnTo>
                  <a:pt x="0" y="197579"/>
                </a:lnTo>
                <a:lnTo>
                  <a:pt x="0" y="8010"/>
                </a:lnTo>
                <a:lnTo>
                  <a:pt x="198724" y="8010"/>
                </a:lnTo>
                <a:lnTo>
                  <a:pt x="198724" y="40049"/>
                </a:lnTo>
                <a:lnTo>
                  <a:pt x="37379" y="40049"/>
                </a:lnTo>
                <a:lnTo>
                  <a:pt x="37379" y="86965"/>
                </a:lnTo>
                <a:lnTo>
                  <a:pt x="192239" y="86965"/>
                </a:lnTo>
                <a:lnTo>
                  <a:pt x="192239" y="117861"/>
                </a:lnTo>
                <a:lnTo>
                  <a:pt x="37379" y="117861"/>
                </a:lnTo>
                <a:lnTo>
                  <a:pt x="37379" y="165539"/>
                </a:lnTo>
                <a:lnTo>
                  <a:pt x="221991" y="165539"/>
                </a:lnTo>
                <a:lnTo>
                  <a:pt x="221991" y="183085"/>
                </a:lnTo>
                <a:lnTo>
                  <a:pt x="203444" y="189051"/>
                </a:lnTo>
                <a:lnTo>
                  <a:pt x="178889" y="193622"/>
                </a:lnTo>
                <a:lnTo>
                  <a:pt x="149472" y="196548"/>
                </a:lnTo>
                <a:lnTo>
                  <a:pt x="116335" y="197579"/>
                </a:lnTo>
                <a:close/>
              </a:path>
              <a:path w="329565" h="321945">
                <a:moveTo>
                  <a:pt x="221991" y="165539"/>
                </a:moveTo>
                <a:lnTo>
                  <a:pt x="119387" y="165539"/>
                </a:lnTo>
                <a:lnTo>
                  <a:pt x="151134" y="164568"/>
                </a:lnTo>
                <a:lnTo>
                  <a:pt x="179414" y="161773"/>
                </a:lnTo>
                <a:lnTo>
                  <a:pt x="203331" y="157333"/>
                </a:lnTo>
                <a:lnTo>
                  <a:pt x="221991" y="151427"/>
                </a:lnTo>
                <a:lnTo>
                  <a:pt x="221991" y="165539"/>
                </a:lnTo>
                <a:close/>
              </a:path>
              <a:path w="329565" h="321945">
                <a:moveTo>
                  <a:pt x="292174" y="321544"/>
                </a:moveTo>
                <a:lnTo>
                  <a:pt x="11061" y="321544"/>
                </a:lnTo>
                <a:lnTo>
                  <a:pt x="11061" y="227712"/>
                </a:lnTo>
                <a:lnTo>
                  <a:pt x="49204" y="227712"/>
                </a:lnTo>
                <a:lnTo>
                  <a:pt x="49204" y="287978"/>
                </a:lnTo>
                <a:lnTo>
                  <a:pt x="292174" y="287978"/>
                </a:lnTo>
                <a:lnTo>
                  <a:pt x="292174" y="32154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6907218" y="4697562"/>
            <a:ext cx="325755" cy="323215"/>
          </a:xfrm>
          <a:custGeom>
            <a:avLst/>
            <a:gdLst/>
            <a:ahLst/>
            <a:cxnLst/>
            <a:rect l="l" t="t" r="r" b="b"/>
            <a:pathLst>
              <a:path w="325754" h="323214">
                <a:moveTo>
                  <a:pt x="181178" y="140747"/>
                </a:moveTo>
                <a:lnTo>
                  <a:pt x="143798" y="140747"/>
                </a:lnTo>
                <a:lnTo>
                  <a:pt x="143798" y="118242"/>
                </a:lnTo>
                <a:lnTo>
                  <a:pt x="94921" y="113671"/>
                </a:lnTo>
                <a:lnTo>
                  <a:pt x="55450" y="102842"/>
                </a:lnTo>
                <a:lnTo>
                  <a:pt x="29066" y="84933"/>
                </a:lnTo>
                <a:lnTo>
                  <a:pt x="19452" y="59121"/>
                </a:lnTo>
                <a:lnTo>
                  <a:pt x="30752" y="31700"/>
                </a:lnTo>
                <a:lnTo>
                  <a:pt x="61505" y="13397"/>
                </a:lnTo>
                <a:lnTo>
                  <a:pt x="106990" y="3176"/>
                </a:lnTo>
                <a:lnTo>
                  <a:pt x="162488" y="0"/>
                </a:lnTo>
                <a:lnTo>
                  <a:pt x="217986" y="3176"/>
                </a:lnTo>
                <a:lnTo>
                  <a:pt x="263471" y="13397"/>
                </a:lnTo>
                <a:lnTo>
                  <a:pt x="289026" y="28607"/>
                </a:lnTo>
                <a:lnTo>
                  <a:pt x="162488" y="28607"/>
                </a:lnTo>
                <a:lnTo>
                  <a:pt x="122241" y="30371"/>
                </a:lnTo>
                <a:lnTo>
                  <a:pt x="89111" y="35854"/>
                </a:lnTo>
                <a:lnTo>
                  <a:pt x="66636" y="45342"/>
                </a:lnTo>
                <a:lnTo>
                  <a:pt x="58358" y="59121"/>
                </a:lnTo>
                <a:lnTo>
                  <a:pt x="66636" y="73061"/>
                </a:lnTo>
                <a:lnTo>
                  <a:pt x="89111" y="82531"/>
                </a:lnTo>
                <a:lnTo>
                  <a:pt x="122241" y="87925"/>
                </a:lnTo>
                <a:lnTo>
                  <a:pt x="162488" y="89635"/>
                </a:lnTo>
                <a:lnTo>
                  <a:pt x="288983" y="89635"/>
                </a:lnTo>
                <a:lnTo>
                  <a:pt x="269526" y="102842"/>
                </a:lnTo>
                <a:lnTo>
                  <a:pt x="230054" y="113671"/>
                </a:lnTo>
                <a:lnTo>
                  <a:pt x="181178" y="118242"/>
                </a:lnTo>
                <a:lnTo>
                  <a:pt x="181178" y="140747"/>
                </a:lnTo>
                <a:close/>
              </a:path>
              <a:path w="325754" h="323214">
                <a:moveTo>
                  <a:pt x="288983" y="89635"/>
                </a:moveTo>
                <a:lnTo>
                  <a:pt x="162488" y="89635"/>
                </a:lnTo>
                <a:lnTo>
                  <a:pt x="202735" y="87925"/>
                </a:lnTo>
                <a:lnTo>
                  <a:pt x="235865" y="82531"/>
                </a:lnTo>
                <a:lnTo>
                  <a:pt x="258340" y="73061"/>
                </a:lnTo>
                <a:lnTo>
                  <a:pt x="266618" y="59121"/>
                </a:lnTo>
                <a:lnTo>
                  <a:pt x="258340" y="45342"/>
                </a:lnTo>
                <a:lnTo>
                  <a:pt x="235865" y="35854"/>
                </a:lnTo>
                <a:lnTo>
                  <a:pt x="202735" y="30371"/>
                </a:lnTo>
                <a:lnTo>
                  <a:pt x="162488" y="28607"/>
                </a:lnTo>
                <a:lnTo>
                  <a:pt x="289026" y="28607"/>
                </a:lnTo>
                <a:lnTo>
                  <a:pt x="294224" y="31700"/>
                </a:lnTo>
                <a:lnTo>
                  <a:pt x="305524" y="59121"/>
                </a:lnTo>
                <a:lnTo>
                  <a:pt x="295910" y="84933"/>
                </a:lnTo>
                <a:lnTo>
                  <a:pt x="288983" y="89635"/>
                </a:lnTo>
                <a:close/>
              </a:path>
              <a:path w="325754" h="323214">
                <a:moveTo>
                  <a:pt x="325358" y="170116"/>
                </a:moveTo>
                <a:lnTo>
                  <a:pt x="0" y="170116"/>
                </a:lnTo>
                <a:lnTo>
                  <a:pt x="0" y="140747"/>
                </a:lnTo>
                <a:lnTo>
                  <a:pt x="325358" y="140747"/>
                </a:lnTo>
                <a:lnTo>
                  <a:pt x="325358" y="170116"/>
                </a:lnTo>
                <a:close/>
              </a:path>
              <a:path w="325754" h="323214">
                <a:moveTo>
                  <a:pt x="308575" y="322688"/>
                </a:moveTo>
                <a:lnTo>
                  <a:pt x="22504" y="322688"/>
                </a:lnTo>
                <a:lnTo>
                  <a:pt x="22504" y="244876"/>
                </a:lnTo>
                <a:lnTo>
                  <a:pt x="265855" y="244876"/>
                </a:lnTo>
                <a:lnTo>
                  <a:pt x="265855" y="221991"/>
                </a:lnTo>
                <a:lnTo>
                  <a:pt x="21741" y="221991"/>
                </a:lnTo>
                <a:lnTo>
                  <a:pt x="21741" y="193765"/>
                </a:lnTo>
                <a:lnTo>
                  <a:pt x="302854" y="193765"/>
                </a:lnTo>
                <a:lnTo>
                  <a:pt x="302854" y="271576"/>
                </a:lnTo>
                <a:lnTo>
                  <a:pt x="59502" y="271576"/>
                </a:lnTo>
                <a:lnTo>
                  <a:pt x="59502" y="294462"/>
                </a:lnTo>
                <a:lnTo>
                  <a:pt x="308575" y="294462"/>
                </a:lnTo>
                <a:lnTo>
                  <a:pt x="308575" y="32268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7266905" y="4698706"/>
            <a:ext cx="309245" cy="325755"/>
          </a:xfrm>
          <a:custGeom>
            <a:avLst/>
            <a:gdLst/>
            <a:ahLst/>
            <a:cxnLst/>
            <a:rect l="l" t="t" r="r" b="b"/>
            <a:pathLst>
              <a:path w="309245" h="325754">
                <a:moveTo>
                  <a:pt x="308956" y="325739"/>
                </a:moveTo>
                <a:lnTo>
                  <a:pt x="273102" y="325739"/>
                </a:lnTo>
                <a:lnTo>
                  <a:pt x="273102" y="0"/>
                </a:lnTo>
                <a:lnTo>
                  <a:pt x="308956" y="0"/>
                </a:lnTo>
                <a:lnTo>
                  <a:pt x="308956" y="325739"/>
                </a:lnTo>
                <a:close/>
              </a:path>
              <a:path w="309245" h="325754">
                <a:moveTo>
                  <a:pt x="230001" y="135788"/>
                </a:moveTo>
                <a:lnTo>
                  <a:pt x="194528" y="135788"/>
                </a:lnTo>
                <a:lnTo>
                  <a:pt x="194528" y="1907"/>
                </a:lnTo>
                <a:lnTo>
                  <a:pt x="230001" y="1907"/>
                </a:lnTo>
                <a:lnTo>
                  <a:pt x="230001" y="135788"/>
                </a:lnTo>
                <a:close/>
              </a:path>
              <a:path w="309245" h="325754">
                <a:moveTo>
                  <a:pt x="75904" y="310482"/>
                </a:moveTo>
                <a:lnTo>
                  <a:pt x="43286" y="301626"/>
                </a:lnTo>
                <a:lnTo>
                  <a:pt x="19500" y="274246"/>
                </a:lnTo>
                <a:lnTo>
                  <a:pt x="4940" y="227128"/>
                </a:lnTo>
                <a:lnTo>
                  <a:pt x="0" y="159055"/>
                </a:lnTo>
                <a:lnTo>
                  <a:pt x="4940" y="90982"/>
                </a:lnTo>
                <a:lnTo>
                  <a:pt x="19500" y="43864"/>
                </a:lnTo>
                <a:lnTo>
                  <a:pt x="43286" y="16484"/>
                </a:lnTo>
                <a:lnTo>
                  <a:pt x="75904" y="7628"/>
                </a:lnTo>
                <a:lnTo>
                  <a:pt x="106257" y="15155"/>
                </a:lnTo>
                <a:lnTo>
                  <a:pt x="129065" y="38381"/>
                </a:lnTo>
                <a:lnTo>
                  <a:pt x="130411" y="41957"/>
                </a:lnTo>
                <a:lnTo>
                  <a:pt x="75904" y="41957"/>
                </a:lnTo>
                <a:lnTo>
                  <a:pt x="58221" y="48989"/>
                </a:lnTo>
                <a:lnTo>
                  <a:pt x="45723" y="70468"/>
                </a:lnTo>
                <a:lnTo>
                  <a:pt x="38303" y="106966"/>
                </a:lnTo>
                <a:lnTo>
                  <a:pt x="35854" y="159055"/>
                </a:lnTo>
                <a:lnTo>
                  <a:pt x="38303" y="211144"/>
                </a:lnTo>
                <a:lnTo>
                  <a:pt x="45723" y="247642"/>
                </a:lnTo>
                <a:lnTo>
                  <a:pt x="58221" y="269121"/>
                </a:lnTo>
                <a:lnTo>
                  <a:pt x="75904" y="276154"/>
                </a:lnTo>
                <a:lnTo>
                  <a:pt x="130918" y="276154"/>
                </a:lnTo>
                <a:lnTo>
                  <a:pt x="130543" y="277250"/>
                </a:lnTo>
                <a:lnTo>
                  <a:pt x="107336" y="302359"/>
                </a:lnTo>
                <a:lnTo>
                  <a:pt x="75904" y="310482"/>
                </a:lnTo>
                <a:close/>
              </a:path>
              <a:path w="309245" h="325754">
                <a:moveTo>
                  <a:pt x="130918" y="276154"/>
                </a:moveTo>
                <a:lnTo>
                  <a:pt x="75904" y="276154"/>
                </a:lnTo>
                <a:lnTo>
                  <a:pt x="93527" y="269121"/>
                </a:lnTo>
                <a:lnTo>
                  <a:pt x="105894" y="247642"/>
                </a:lnTo>
                <a:lnTo>
                  <a:pt x="113182" y="211144"/>
                </a:lnTo>
                <a:lnTo>
                  <a:pt x="115572" y="159055"/>
                </a:lnTo>
                <a:lnTo>
                  <a:pt x="113182" y="106966"/>
                </a:lnTo>
                <a:lnTo>
                  <a:pt x="105894" y="70468"/>
                </a:lnTo>
                <a:lnTo>
                  <a:pt x="93527" y="48989"/>
                </a:lnTo>
                <a:lnTo>
                  <a:pt x="75904" y="41957"/>
                </a:lnTo>
                <a:lnTo>
                  <a:pt x="130411" y="41957"/>
                </a:lnTo>
                <a:lnTo>
                  <a:pt x="144078" y="78270"/>
                </a:lnTo>
                <a:lnTo>
                  <a:pt x="151045" y="135788"/>
                </a:lnTo>
                <a:lnTo>
                  <a:pt x="230001" y="135788"/>
                </a:lnTo>
                <a:lnTo>
                  <a:pt x="230001" y="171642"/>
                </a:lnTo>
                <a:lnTo>
                  <a:pt x="151427" y="171642"/>
                </a:lnTo>
                <a:lnTo>
                  <a:pt x="145312" y="234047"/>
                </a:lnTo>
                <a:lnTo>
                  <a:pt x="130918" y="276154"/>
                </a:lnTo>
                <a:close/>
              </a:path>
              <a:path w="309245" h="325754">
                <a:moveTo>
                  <a:pt x="230001" y="320018"/>
                </a:moveTo>
                <a:lnTo>
                  <a:pt x="194528" y="320018"/>
                </a:lnTo>
                <a:lnTo>
                  <a:pt x="194528" y="171642"/>
                </a:lnTo>
                <a:lnTo>
                  <a:pt x="230001" y="171642"/>
                </a:lnTo>
                <a:lnTo>
                  <a:pt x="230001" y="3200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7620870" y="4698706"/>
            <a:ext cx="304165" cy="325755"/>
          </a:xfrm>
          <a:custGeom>
            <a:avLst/>
            <a:gdLst/>
            <a:ahLst/>
            <a:cxnLst/>
            <a:rect l="l" t="t" r="r" b="b"/>
            <a:pathLst>
              <a:path w="304165" h="325754">
                <a:moveTo>
                  <a:pt x="303998" y="325739"/>
                </a:moveTo>
                <a:lnTo>
                  <a:pt x="266236" y="325739"/>
                </a:lnTo>
                <a:lnTo>
                  <a:pt x="266236" y="153334"/>
                </a:lnTo>
                <a:lnTo>
                  <a:pt x="182322" y="153334"/>
                </a:lnTo>
                <a:lnTo>
                  <a:pt x="182322" y="117861"/>
                </a:lnTo>
                <a:lnTo>
                  <a:pt x="266236" y="117861"/>
                </a:lnTo>
                <a:lnTo>
                  <a:pt x="266236" y="0"/>
                </a:lnTo>
                <a:lnTo>
                  <a:pt x="303998" y="0"/>
                </a:lnTo>
                <a:lnTo>
                  <a:pt x="303998" y="325739"/>
                </a:lnTo>
                <a:close/>
              </a:path>
              <a:path w="304165" h="325754">
                <a:moveTo>
                  <a:pt x="0" y="306286"/>
                </a:moveTo>
                <a:lnTo>
                  <a:pt x="0" y="267762"/>
                </a:lnTo>
                <a:lnTo>
                  <a:pt x="28728" y="254455"/>
                </a:lnTo>
                <a:lnTo>
                  <a:pt x="52340" y="226271"/>
                </a:lnTo>
                <a:lnTo>
                  <a:pt x="70802" y="185374"/>
                </a:lnTo>
                <a:lnTo>
                  <a:pt x="84083" y="133923"/>
                </a:lnTo>
                <a:lnTo>
                  <a:pt x="92152" y="74081"/>
                </a:lnTo>
                <a:lnTo>
                  <a:pt x="94975" y="8010"/>
                </a:lnTo>
                <a:lnTo>
                  <a:pt x="133499" y="9535"/>
                </a:lnTo>
                <a:lnTo>
                  <a:pt x="132868" y="42219"/>
                </a:lnTo>
                <a:lnTo>
                  <a:pt x="131020" y="73329"/>
                </a:lnTo>
                <a:lnTo>
                  <a:pt x="128028" y="102866"/>
                </a:lnTo>
                <a:lnTo>
                  <a:pt x="123964" y="130829"/>
                </a:lnTo>
                <a:lnTo>
                  <a:pt x="155415" y="178889"/>
                </a:lnTo>
                <a:lnTo>
                  <a:pt x="112902" y="178889"/>
                </a:lnTo>
                <a:lnTo>
                  <a:pt x="93169" y="230710"/>
                </a:lnTo>
                <a:lnTo>
                  <a:pt x="67465" y="269908"/>
                </a:lnTo>
                <a:lnTo>
                  <a:pt x="36253" y="295445"/>
                </a:lnTo>
                <a:lnTo>
                  <a:pt x="0" y="306286"/>
                </a:lnTo>
                <a:close/>
              </a:path>
              <a:path w="304165" h="325754">
                <a:moveTo>
                  <a:pt x="194146" y="307049"/>
                </a:moveTo>
                <a:lnTo>
                  <a:pt x="112902" y="178889"/>
                </a:lnTo>
                <a:lnTo>
                  <a:pt x="155415" y="178889"/>
                </a:lnTo>
                <a:lnTo>
                  <a:pt x="225805" y="286452"/>
                </a:lnTo>
                <a:lnTo>
                  <a:pt x="194146" y="3070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091675" y="4702809"/>
            <a:ext cx="278765" cy="29209"/>
          </a:xfrm>
          <a:custGeom>
            <a:avLst/>
            <a:gdLst/>
            <a:ahLst/>
            <a:cxnLst/>
            <a:rect l="l" t="t" r="r" b="b"/>
            <a:pathLst>
              <a:path w="278765" h="29210">
                <a:moveTo>
                  <a:pt x="0" y="0"/>
                </a:moveTo>
                <a:lnTo>
                  <a:pt x="278442" y="0"/>
                </a:lnTo>
                <a:lnTo>
                  <a:pt x="278442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091675" y="4732020"/>
            <a:ext cx="38100" cy="46990"/>
          </a:xfrm>
          <a:custGeom>
            <a:avLst/>
            <a:gdLst/>
            <a:ahLst/>
            <a:cxnLst/>
            <a:rect l="l" t="t" r="r" b="b"/>
            <a:pathLst>
              <a:path w="38100" h="46989">
                <a:moveTo>
                  <a:pt x="0" y="0"/>
                </a:moveTo>
                <a:lnTo>
                  <a:pt x="37761" y="0"/>
                </a:lnTo>
                <a:lnTo>
                  <a:pt x="37761" y="46989"/>
                </a:lnTo>
                <a:lnTo>
                  <a:pt x="0" y="469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091675" y="4779009"/>
            <a:ext cx="278765" cy="29209"/>
          </a:xfrm>
          <a:custGeom>
            <a:avLst/>
            <a:gdLst/>
            <a:ahLst/>
            <a:cxnLst/>
            <a:rect l="l" t="t" r="r" b="b"/>
            <a:pathLst>
              <a:path w="278765" h="29210">
                <a:moveTo>
                  <a:pt x="0" y="0"/>
                </a:moveTo>
                <a:lnTo>
                  <a:pt x="278442" y="0"/>
                </a:lnTo>
                <a:lnTo>
                  <a:pt x="278442" y="29210"/>
                </a:lnTo>
                <a:lnTo>
                  <a:pt x="0" y="2921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332738" y="4731509"/>
            <a:ext cx="37465" cy="48260"/>
          </a:xfrm>
          <a:custGeom>
            <a:avLst/>
            <a:gdLst/>
            <a:ahLst/>
            <a:cxnLst/>
            <a:rect l="l" t="t" r="r" b="b"/>
            <a:pathLst>
              <a:path w="37465" h="48260">
                <a:moveTo>
                  <a:pt x="37379" y="47678"/>
                </a:moveTo>
                <a:lnTo>
                  <a:pt x="0" y="47678"/>
                </a:lnTo>
                <a:lnTo>
                  <a:pt x="0" y="0"/>
                </a:lnTo>
                <a:lnTo>
                  <a:pt x="37379" y="0"/>
                </a:lnTo>
                <a:lnTo>
                  <a:pt x="37379" y="476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068408" y="4832969"/>
            <a:ext cx="325755" cy="29845"/>
          </a:xfrm>
          <a:custGeom>
            <a:avLst/>
            <a:gdLst/>
            <a:ahLst/>
            <a:cxnLst/>
            <a:rect l="l" t="t" r="r" b="b"/>
            <a:pathLst>
              <a:path w="325754" h="29845">
                <a:moveTo>
                  <a:pt x="325358" y="29369"/>
                </a:moveTo>
                <a:lnTo>
                  <a:pt x="0" y="29369"/>
                </a:lnTo>
                <a:lnTo>
                  <a:pt x="0" y="0"/>
                </a:lnTo>
                <a:lnTo>
                  <a:pt x="325358" y="0"/>
                </a:lnTo>
                <a:lnTo>
                  <a:pt x="325358" y="2936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212207" y="4862339"/>
            <a:ext cx="37465" cy="29845"/>
          </a:xfrm>
          <a:custGeom>
            <a:avLst/>
            <a:gdLst/>
            <a:ahLst/>
            <a:cxnLst/>
            <a:rect l="l" t="t" r="r" b="b"/>
            <a:pathLst>
              <a:path w="37465" h="29845">
                <a:moveTo>
                  <a:pt x="37379" y="29369"/>
                </a:moveTo>
                <a:lnTo>
                  <a:pt x="0" y="29369"/>
                </a:lnTo>
                <a:lnTo>
                  <a:pt x="0" y="0"/>
                </a:lnTo>
                <a:lnTo>
                  <a:pt x="37379" y="0"/>
                </a:lnTo>
                <a:lnTo>
                  <a:pt x="37379" y="2936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090150" y="4892040"/>
            <a:ext cx="281305" cy="27940"/>
          </a:xfrm>
          <a:custGeom>
            <a:avLst/>
            <a:gdLst/>
            <a:ahLst/>
            <a:cxnLst/>
            <a:rect l="l" t="t" r="r" b="b"/>
            <a:pathLst>
              <a:path w="281304" h="27939">
                <a:moveTo>
                  <a:pt x="0" y="0"/>
                </a:moveTo>
                <a:lnTo>
                  <a:pt x="281112" y="0"/>
                </a:lnTo>
                <a:lnTo>
                  <a:pt x="281112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334264" y="4919979"/>
            <a:ext cx="37465" cy="22860"/>
          </a:xfrm>
          <a:custGeom>
            <a:avLst/>
            <a:gdLst/>
            <a:ahLst/>
            <a:cxnLst/>
            <a:rect l="l" t="t" r="r" b="b"/>
            <a:pathLst>
              <a:path w="37465" h="22860">
                <a:moveTo>
                  <a:pt x="0" y="0"/>
                </a:moveTo>
                <a:lnTo>
                  <a:pt x="36998" y="0"/>
                </a:lnTo>
                <a:lnTo>
                  <a:pt x="36998" y="22859"/>
                </a:lnTo>
                <a:lnTo>
                  <a:pt x="0" y="228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090913" y="4942840"/>
            <a:ext cx="280670" cy="26670"/>
          </a:xfrm>
          <a:custGeom>
            <a:avLst/>
            <a:gdLst/>
            <a:ahLst/>
            <a:cxnLst/>
            <a:rect l="l" t="t" r="r" b="b"/>
            <a:pathLst>
              <a:path w="280670" h="26670">
                <a:moveTo>
                  <a:pt x="0" y="0"/>
                </a:moveTo>
                <a:lnTo>
                  <a:pt x="280349" y="0"/>
                </a:lnTo>
                <a:lnTo>
                  <a:pt x="280349" y="26670"/>
                </a:lnTo>
                <a:lnTo>
                  <a:pt x="0" y="266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090913" y="4969509"/>
            <a:ext cx="37465" cy="22860"/>
          </a:xfrm>
          <a:custGeom>
            <a:avLst/>
            <a:gdLst/>
            <a:ahLst/>
            <a:cxnLst/>
            <a:rect l="l" t="t" r="r" b="b"/>
            <a:pathLst>
              <a:path w="37465" h="22860">
                <a:moveTo>
                  <a:pt x="0" y="0"/>
                </a:moveTo>
                <a:lnTo>
                  <a:pt x="36998" y="0"/>
                </a:lnTo>
                <a:lnTo>
                  <a:pt x="36998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090913" y="4992370"/>
            <a:ext cx="286385" cy="27940"/>
          </a:xfrm>
          <a:custGeom>
            <a:avLst/>
            <a:gdLst/>
            <a:ahLst/>
            <a:cxnLst/>
            <a:rect l="l" t="t" r="r" b="b"/>
            <a:pathLst>
              <a:path w="286384" h="27939">
                <a:moveTo>
                  <a:pt x="0" y="0"/>
                </a:moveTo>
                <a:lnTo>
                  <a:pt x="286071" y="0"/>
                </a:lnTo>
                <a:lnTo>
                  <a:pt x="286071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521875" y="4698706"/>
            <a:ext cx="310515" cy="325755"/>
          </a:xfrm>
          <a:custGeom>
            <a:avLst/>
            <a:gdLst/>
            <a:ahLst/>
            <a:cxnLst/>
            <a:rect l="l" t="t" r="r" b="b"/>
            <a:pathLst>
              <a:path w="310515" h="325754">
                <a:moveTo>
                  <a:pt x="310482" y="325739"/>
                </a:moveTo>
                <a:lnTo>
                  <a:pt x="274628" y="325739"/>
                </a:lnTo>
                <a:lnTo>
                  <a:pt x="274628" y="0"/>
                </a:lnTo>
                <a:lnTo>
                  <a:pt x="310482" y="0"/>
                </a:lnTo>
                <a:lnTo>
                  <a:pt x="310482" y="325739"/>
                </a:lnTo>
                <a:close/>
              </a:path>
              <a:path w="310515" h="325754">
                <a:moveTo>
                  <a:pt x="226186" y="320018"/>
                </a:moveTo>
                <a:lnTo>
                  <a:pt x="190332" y="320018"/>
                </a:lnTo>
                <a:lnTo>
                  <a:pt x="190332" y="159437"/>
                </a:lnTo>
                <a:lnTo>
                  <a:pt x="138839" y="159437"/>
                </a:lnTo>
                <a:lnTo>
                  <a:pt x="138839" y="123964"/>
                </a:lnTo>
                <a:lnTo>
                  <a:pt x="190332" y="123964"/>
                </a:lnTo>
                <a:lnTo>
                  <a:pt x="190332" y="1907"/>
                </a:lnTo>
                <a:lnTo>
                  <a:pt x="226186" y="1907"/>
                </a:lnTo>
                <a:lnTo>
                  <a:pt x="226186" y="320018"/>
                </a:lnTo>
                <a:close/>
              </a:path>
              <a:path w="310515" h="325754">
                <a:moveTo>
                  <a:pt x="158674" y="46152"/>
                </a:moveTo>
                <a:lnTo>
                  <a:pt x="5339" y="46152"/>
                </a:lnTo>
                <a:lnTo>
                  <a:pt x="5339" y="11824"/>
                </a:lnTo>
                <a:lnTo>
                  <a:pt x="158674" y="11824"/>
                </a:lnTo>
                <a:lnTo>
                  <a:pt x="158674" y="46152"/>
                </a:lnTo>
                <a:close/>
              </a:path>
              <a:path w="310515" h="325754">
                <a:moveTo>
                  <a:pt x="0" y="306286"/>
                </a:moveTo>
                <a:lnTo>
                  <a:pt x="0" y="269288"/>
                </a:lnTo>
                <a:lnTo>
                  <a:pt x="23261" y="253552"/>
                </a:lnTo>
                <a:lnTo>
                  <a:pt x="41359" y="221667"/>
                </a:lnTo>
                <a:lnTo>
                  <a:pt x="54348" y="175337"/>
                </a:lnTo>
                <a:lnTo>
                  <a:pt x="62285" y="116265"/>
                </a:lnTo>
                <a:lnTo>
                  <a:pt x="65224" y="46152"/>
                </a:lnTo>
                <a:lnTo>
                  <a:pt x="101459" y="46152"/>
                </a:lnTo>
                <a:lnTo>
                  <a:pt x="100887" y="72900"/>
                </a:lnTo>
                <a:lnTo>
                  <a:pt x="99743" y="98217"/>
                </a:lnTo>
                <a:lnTo>
                  <a:pt x="98027" y="122104"/>
                </a:lnTo>
                <a:lnTo>
                  <a:pt x="95738" y="144561"/>
                </a:lnTo>
                <a:lnTo>
                  <a:pt x="125218" y="196435"/>
                </a:lnTo>
                <a:lnTo>
                  <a:pt x="86202" y="196435"/>
                </a:lnTo>
                <a:lnTo>
                  <a:pt x="71821" y="240418"/>
                </a:lnTo>
                <a:lnTo>
                  <a:pt x="52684" y="273388"/>
                </a:lnTo>
                <a:lnTo>
                  <a:pt x="28756" y="295344"/>
                </a:lnTo>
                <a:lnTo>
                  <a:pt x="0" y="306286"/>
                </a:lnTo>
                <a:close/>
              </a:path>
              <a:path w="310515" h="325754">
                <a:moveTo>
                  <a:pt x="144179" y="301709"/>
                </a:moveTo>
                <a:lnTo>
                  <a:pt x="86202" y="196435"/>
                </a:lnTo>
                <a:lnTo>
                  <a:pt x="125218" y="196435"/>
                </a:lnTo>
                <a:lnTo>
                  <a:pt x="175075" y="284164"/>
                </a:lnTo>
                <a:lnTo>
                  <a:pt x="144179" y="30170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888428" y="4698706"/>
            <a:ext cx="293370" cy="325755"/>
          </a:xfrm>
          <a:custGeom>
            <a:avLst/>
            <a:gdLst/>
            <a:ahLst/>
            <a:cxnLst/>
            <a:rect l="l" t="t" r="r" b="b"/>
            <a:pathLst>
              <a:path w="293370" h="325754">
                <a:moveTo>
                  <a:pt x="292936" y="325739"/>
                </a:moveTo>
                <a:lnTo>
                  <a:pt x="255175" y="325739"/>
                </a:lnTo>
                <a:lnTo>
                  <a:pt x="255175" y="167828"/>
                </a:lnTo>
                <a:lnTo>
                  <a:pt x="168209" y="167828"/>
                </a:lnTo>
                <a:lnTo>
                  <a:pt x="150679" y="214811"/>
                </a:lnTo>
                <a:lnTo>
                  <a:pt x="124543" y="253042"/>
                </a:lnTo>
                <a:lnTo>
                  <a:pt x="90352" y="281552"/>
                </a:lnTo>
                <a:lnTo>
                  <a:pt x="48654" y="299369"/>
                </a:lnTo>
                <a:lnTo>
                  <a:pt x="0" y="305524"/>
                </a:lnTo>
                <a:lnTo>
                  <a:pt x="0" y="269669"/>
                </a:lnTo>
                <a:lnTo>
                  <a:pt x="41010" y="263890"/>
                </a:lnTo>
                <a:lnTo>
                  <a:pt x="75325" y="247462"/>
                </a:lnTo>
                <a:lnTo>
                  <a:pt x="102604" y="221180"/>
                </a:lnTo>
                <a:lnTo>
                  <a:pt x="122509" y="185840"/>
                </a:lnTo>
                <a:lnTo>
                  <a:pt x="134700" y="142235"/>
                </a:lnTo>
                <a:lnTo>
                  <a:pt x="138839" y="91161"/>
                </a:lnTo>
                <a:lnTo>
                  <a:pt x="138839" y="46534"/>
                </a:lnTo>
                <a:lnTo>
                  <a:pt x="0" y="46534"/>
                </a:lnTo>
                <a:lnTo>
                  <a:pt x="0" y="11824"/>
                </a:lnTo>
                <a:lnTo>
                  <a:pt x="177364" y="11824"/>
                </a:lnTo>
                <a:lnTo>
                  <a:pt x="177364" y="90398"/>
                </a:lnTo>
                <a:lnTo>
                  <a:pt x="177215" y="101191"/>
                </a:lnTo>
                <a:lnTo>
                  <a:pt x="176744" y="111806"/>
                </a:lnTo>
                <a:lnTo>
                  <a:pt x="175915" y="122206"/>
                </a:lnTo>
                <a:lnTo>
                  <a:pt x="174694" y="132355"/>
                </a:lnTo>
                <a:lnTo>
                  <a:pt x="255175" y="132355"/>
                </a:lnTo>
                <a:lnTo>
                  <a:pt x="255175" y="0"/>
                </a:lnTo>
                <a:lnTo>
                  <a:pt x="292936" y="0"/>
                </a:lnTo>
                <a:lnTo>
                  <a:pt x="292936" y="3257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9747033" y="3419961"/>
            <a:ext cx="7762490" cy="52054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269678" y="5746456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276221" y="0"/>
                </a:moveTo>
                <a:lnTo>
                  <a:pt x="226571" y="4450"/>
                </a:lnTo>
                <a:lnTo>
                  <a:pt x="179839" y="17281"/>
                </a:lnTo>
                <a:lnTo>
                  <a:pt x="136808" y="37713"/>
                </a:lnTo>
                <a:lnTo>
                  <a:pt x="98256" y="64965"/>
                </a:lnTo>
                <a:lnTo>
                  <a:pt x="64964" y="98257"/>
                </a:lnTo>
                <a:lnTo>
                  <a:pt x="37712" y="136809"/>
                </a:lnTo>
                <a:lnTo>
                  <a:pt x="17280" y="179840"/>
                </a:lnTo>
                <a:lnTo>
                  <a:pt x="4449" y="226572"/>
                </a:lnTo>
                <a:lnTo>
                  <a:pt x="0" y="276212"/>
                </a:lnTo>
                <a:lnTo>
                  <a:pt x="4449" y="325873"/>
                </a:lnTo>
                <a:lnTo>
                  <a:pt x="17280" y="372604"/>
                </a:lnTo>
                <a:lnTo>
                  <a:pt x="37712" y="415636"/>
                </a:lnTo>
                <a:lnTo>
                  <a:pt x="64964" y="454188"/>
                </a:lnTo>
                <a:lnTo>
                  <a:pt x="98256" y="487480"/>
                </a:lnTo>
                <a:lnTo>
                  <a:pt x="136808" y="514732"/>
                </a:lnTo>
                <a:lnTo>
                  <a:pt x="179839" y="535164"/>
                </a:lnTo>
                <a:lnTo>
                  <a:pt x="226571" y="547995"/>
                </a:lnTo>
                <a:lnTo>
                  <a:pt x="276221" y="552445"/>
                </a:lnTo>
                <a:lnTo>
                  <a:pt x="325872" y="547995"/>
                </a:lnTo>
                <a:lnTo>
                  <a:pt x="372603" y="535164"/>
                </a:lnTo>
                <a:lnTo>
                  <a:pt x="415635" y="514732"/>
                </a:lnTo>
                <a:lnTo>
                  <a:pt x="454187" y="487480"/>
                </a:lnTo>
                <a:lnTo>
                  <a:pt x="487479" y="454188"/>
                </a:lnTo>
                <a:lnTo>
                  <a:pt x="514731" y="415636"/>
                </a:lnTo>
                <a:lnTo>
                  <a:pt x="515193" y="414664"/>
                </a:lnTo>
                <a:lnTo>
                  <a:pt x="275047" y="414664"/>
                </a:lnTo>
                <a:lnTo>
                  <a:pt x="263802" y="412602"/>
                </a:lnTo>
                <a:lnTo>
                  <a:pt x="253972" y="406134"/>
                </a:lnTo>
                <a:lnTo>
                  <a:pt x="247504" y="396305"/>
                </a:lnTo>
                <a:lnTo>
                  <a:pt x="245441" y="385061"/>
                </a:lnTo>
                <a:lnTo>
                  <a:pt x="247766" y="373762"/>
                </a:lnTo>
                <a:lnTo>
                  <a:pt x="254459" y="363769"/>
                </a:lnTo>
                <a:lnTo>
                  <a:pt x="311751" y="306488"/>
                </a:lnTo>
                <a:lnTo>
                  <a:pt x="170130" y="306488"/>
                </a:lnTo>
                <a:lnTo>
                  <a:pt x="158336" y="304161"/>
                </a:lnTo>
                <a:lnTo>
                  <a:pt x="148705" y="297815"/>
                </a:lnTo>
                <a:lnTo>
                  <a:pt x="142213" y="288405"/>
                </a:lnTo>
                <a:lnTo>
                  <a:pt x="139832" y="276883"/>
                </a:lnTo>
                <a:lnTo>
                  <a:pt x="142213" y="265361"/>
                </a:lnTo>
                <a:lnTo>
                  <a:pt x="148705" y="255951"/>
                </a:lnTo>
                <a:lnTo>
                  <a:pt x="158336" y="249606"/>
                </a:lnTo>
                <a:lnTo>
                  <a:pt x="170130" y="247279"/>
                </a:lnTo>
                <a:lnTo>
                  <a:pt x="313084" y="247279"/>
                </a:lnTo>
                <a:lnTo>
                  <a:pt x="254459" y="188665"/>
                </a:lnTo>
                <a:lnTo>
                  <a:pt x="247766" y="178676"/>
                </a:lnTo>
                <a:lnTo>
                  <a:pt x="245441" y="167377"/>
                </a:lnTo>
                <a:lnTo>
                  <a:pt x="247504" y="156131"/>
                </a:lnTo>
                <a:lnTo>
                  <a:pt x="253972" y="146300"/>
                </a:lnTo>
                <a:lnTo>
                  <a:pt x="263808" y="139842"/>
                </a:lnTo>
                <a:lnTo>
                  <a:pt x="275056" y="137779"/>
                </a:lnTo>
                <a:lnTo>
                  <a:pt x="515192" y="137779"/>
                </a:lnTo>
                <a:lnTo>
                  <a:pt x="514731" y="136809"/>
                </a:lnTo>
                <a:lnTo>
                  <a:pt x="487479" y="98257"/>
                </a:lnTo>
                <a:lnTo>
                  <a:pt x="454187" y="64965"/>
                </a:lnTo>
                <a:lnTo>
                  <a:pt x="415635" y="37713"/>
                </a:lnTo>
                <a:lnTo>
                  <a:pt x="372603" y="17281"/>
                </a:lnTo>
                <a:lnTo>
                  <a:pt x="325872" y="4450"/>
                </a:lnTo>
                <a:lnTo>
                  <a:pt x="276221" y="0"/>
                </a:lnTo>
                <a:close/>
              </a:path>
              <a:path w="552450" h="552450">
                <a:moveTo>
                  <a:pt x="515192" y="137779"/>
                </a:moveTo>
                <a:lnTo>
                  <a:pt x="275056" y="137779"/>
                </a:lnTo>
                <a:lnTo>
                  <a:pt x="286349" y="140102"/>
                </a:lnTo>
                <a:lnTo>
                  <a:pt x="296326" y="146798"/>
                </a:lnTo>
                <a:lnTo>
                  <a:pt x="409772" y="260212"/>
                </a:lnTo>
                <a:lnTo>
                  <a:pt x="412751" y="268282"/>
                </a:lnTo>
                <a:lnTo>
                  <a:pt x="412600" y="276212"/>
                </a:lnTo>
                <a:lnTo>
                  <a:pt x="412751" y="284162"/>
                </a:lnTo>
                <a:lnTo>
                  <a:pt x="409762" y="292222"/>
                </a:lnTo>
                <a:lnTo>
                  <a:pt x="296326" y="405646"/>
                </a:lnTo>
                <a:lnTo>
                  <a:pt x="286343" y="412340"/>
                </a:lnTo>
                <a:lnTo>
                  <a:pt x="275047" y="414664"/>
                </a:lnTo>
                <a:lnTo>
                  <a:pt x="515193" y="414664"/>
                </a:lnTo>
                <a:lnTo>
                  <a:pt x="535163" y="372604"/>
                </a:lnTo>
                <a:lnTo>
                  <a:pt x="547994" y="325873"/>
                </a:lnTo>
                <a:lnTo>
                  <a:pt x="552443" y="276212"/>
                </a:lnTo>
                <a:lnTo>
                  <a:pt x="547994" y="226572"/>
                </a:lnTo>
                <a:lnTo>
                  <a:pt x="535163" y="179840"/>
                </a:lnTo>
                <a:lnTo>
                  <a:pt x="515192" y="137779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2144310" y="5852898"/>
            <a:ext cx="360045" cy="377190"/>
          </a:xfrm>
          <a:custGeom>
            <a:avLst/>
            <a:gdLst/>
            <a:ahLst/>
            <a:cxnLst/>
            <a:rect l="l" t="t" r="r" b="b"/>
            <a:pathLst>
              <a:path w="360044" h="377189">
                <a:moveTo>
                  <a:pt x="350479" y="186862"/>
                </a:moveTo>
                <a:lnTo>
                  <a:pt x="306222" y="186862"/>
                </a:lnTo>
                <a:lnTo>
                  <a:pt x="306222" y="0"/>
                </a:lnTo>
                <a:lnTo>
                  <a:pt x="350479" y="0"/>
                </a:lnTo>
                <a:lnTo>
                  <a:pt x="350479" y="186862"/>
                </a:lnTo>
                <a:close/>
              </a:path>
              <a:path w="360044" h="377189">
                <a:moveTo>
                  <a:pt x="0" y="183286"/>
                </a:moveTo>
                <a:lnTo>
                  <a:pt x="0" y="143946"/>
                </a:lnTo>
                <a:lnTo>
                  <a:pt x="48929" y="126288"/>
                </a:lnTo>
                <a:lnTo>
                  <a:pt x="85999" y="94884"/>
                </a:lnTo>
                <a:lnTo>
                  <a:pt x="109573" y="52918"/>
                </a:lnTo>
                <a:lnTo>
                  <a:pt x="118018" y="3576"/>
                </a:lnTo>
                <a:lnTo>
                  <a:pt x="162275" y="6258"/>
                </a:lnTo>
                <a:lnTo>
                  <a:pt x="161360" y="24838"/>
                </a:lnTo>
                <a:lnTo>
                  <a:pt x="158643" y="42915"/>
                </a:lnTo>
                <a:lnTo>
                  <a:pt x="154165" y="60322"/>
                </a:lnTo>
                <a:lnTo>
                  <a:pt x="147970" y="76890"/>
                </a:lnTo>
                <a:lnTo>
                  <a:pt x="208137" y="109971"/>
                </a:lnTo>
                <a:lnTo>
                  <a:pt x="128747" y="109971"/>
                </a:lnTo>
                <a:lnTo>
                  <a:pt x="104355" y="136829"/>
                </a:lnTo>
                <a:lnTo>
                  <a:pt x="74432" y="158531"/>
                </a:lnTo>
                <a:lnTo>
                  <a:pt x="39479" y="174282"/>
                </a:lnTo>
                <a:lnTo>
                  <a:pt x="0" y="183286"/>
                </a:lnTo>
                <a:close/>
              </a:path>
              <a:path w="360044" h="377189">
                <a:moveTo>
                  <a:pt x="247660" y="177027"/>
                </a:moveTo>
                <a:lnTo>
                  <a:pt x="128747" y="109971"/>
                </a:lnTo>
                <a:lnTo>
                  <a:pt x="208137" y="109971"/>
                </a:lnTo>
                <a:lnTo>
                  <a:pt x="269118" y="143499"/>
                </a:lnTo>
                <a:lnTo>
                  <a:pt x="247660" y="177027"/>
                </a:lnTo>
                <a:close/>
              </a:path>
              <a:path w="360044" h="377189">
                <a:moveTo>
                  <a:pt x="359867" y="376854"/>
                </a:moveTo>
                <a:lnTo>
                  <a:pt x="27269" y="376854"/>
                </a:lnTo>
                <a:lnTo>
                  <a:pt x="27269" y="275823"/>
                </a:lnTo>
                <a:lnTo>
                  <a:pt x="306669" y="275823"/>
                </a:lnTo>
                <a:lnTo>
                  <a:pt x="306669" y="242742"/>
                </a:lnTo>
                <a:lnTo>
                  <a:pt x="26375" y="242742"/>
                </a:lnTo>
                <a:lnTo>
                  <a:pt x="26375" y="207873"/>
                </a:lnTo>
                <a:lnTo>
                  <a:pt x="350479" y="207873"/>
                </a:lnTo>
                <a:lnTo>
                  <a:pt x="350479" y="308904"/>
                </a:lnTo>
                <a:lnTo>
                  <a:pt x="71079" y="308904"/>
                </a:lnTo>
                <a:lnTo>
                  <a:pt x="71079" y="341985"/>
                </a:lnTo>
                <a:lnTo>
                  <a:pt x="359867" y="341985"/>
                </a:lnTo>
                <a:lnTo>
                  <a:pt x="359867" y="37685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2558269" y="5852898"/>
            <a:ext cx="364490" cy="382270"/>
          </a:xfrm>
          <a:custGeom>
            <a:avLst/>
            <a:gdLst/>
            <a:ahLst/>
            <a:cxnLst/>
            <a:rect l="l" t="t" r="r" b="b"/>
            <a:pathLst>
              <a:path w="364489" h="382270">
                <a:moveTo>
                  <a:pt x="363890" y="381772"/>
                </a:moveTo>
                <a:lnTo>
                  <a:pt x="321868" y="381772"/>
                </a:lnTo>
                <a:lnTo>
                  <a:pt x="321868" y="0"/>
                </a:lnTo>
                <a:lnTo>
                  <a:pt x="363890" y="0"/>
                </a:lnTo>
                <a:lnTo>
                  <a:pt x="363890" y="381772"/>
                </a:lnTo>
                <a:close/>
              </a:path>
              <a:path w="364489" h="382270">
                <a:moveTo>
                  <a:pt x="265094" y="375066"/>
                </a:moveTo>
                <a:lnTo>
                  <a:pt x="223072" y="375066"/>
                </a:lnTo>
                <a:lnTo>
                  <a:pt x="223072" y="186862"/>
                </a:lnTo>
                <a:lnTo>
                  <a:pt x="162722" y="186862"/>
                </a:lnTo>
                <a:lnTo>
                  <a:pt x="162722" y="145288"/>
                </a:lnTo>
                <a:lnTo>
                  <a:pt x="223072" y="145288"/>
                </a:lnTo>
                <a:lnTo>
                  <a:pt x="223072" y="2235"/>
                </a:lnTo>
                <a:lnTo>
                  <a:pt x="265094" y="2235"/>
                </a:lnTo>
                <a:lnTo>
                  <a:pt x="265094" y="375066"/>
                </a:lnTo>
                <a:close/>
              </a:path>
              <a:path w="364489" h="382270">
                <a:moveTo>
                  <a:pt x="185968" y="54091"/>
                </a:moveTo>
                <a:lnTo>
                  <a:pt x="6258" y="54091"/>
                </a:lnTo>
                <a:lnTo>
                  <a:pt x="6258" y="13858"/>
                </a:lnTo>
                <a:lnTo>
                  <a:pt x="185968" y="13858"/>
                </a:lnTo>
                <a:lnTo>
                  <a:pt x="185968" y="54091"/>
                </a:lnTo>
                <a:close/>
              </a:path>
              <a:path w="364489" h="382270">
                <a:moveTo>
                  <a:pt x="0" y="358973"/>
                </a:moveTo>
                <a:lnTo>
                  <a:pt x="0" y="315610"/>
                </a:lnTo>
                <a:lnTo>
                  <a:pt x="23140" y="301609"/>
                </a:lnTo>
                <a:lnTo>
                  <a:pt x="42071" y="274234"/>
                </a:lnTo>
                <a:lnTo>
                  <a:pt x="56829" y="234640"/>
                </a:lnTo>
                <a:lnTo>
                  <a:pt x="67453" y="183981"/>
                </a:lnTo>
                <a:lnTo>
                  <a:pt x="73978" y="123414"/>
                </a:lnTo>
                <a:lnTo>
                  <a:pt x="76443" y="54091"/>
                </a:lnTo>
                <a:lnTo>
                  <a:pt x="118912" y="54091"/>
                </a:lnTo>
                <a:lnTo>
                  <a:pt x="118242" y="85440"/>
                </a:lnTo>
                <a:lnTo>
                  <a:pt x="116900" y="115112"/>
                </a:lnTo>
                <a:lnTo>
                  <a:pt x="114889" y="143108"/>
                </a:lnTo>
                <a:lnTo>
                  <a:pt x="112207" y="169428"/>
                </a:lnTo>
                <a:lnTo>
                  <a:pt x="146758" y="230225"/>
                </a:lnTo>
                <a:lnTo>
                  <a:pt x="101031" y="230225"/>
                </a:lnTo>
                <a:lnTo>
                  <a:pt x="84176" y="281774"/>
                </a:lnTo>
                <a:lnTo>
                  <a:pt x="61747" y="320415"/>
                </a:lnTo>
                <a:lnTo>
                  <a:pt x="33702" y="346148"/>
                </a:lnTo>
                <a:lnTo>
                  <a:pt x="0" y="358973"/>
                </a:lnTo>
                <a:close/>
              </a:path>
              <a:path w="364489" h="382270">
                <a:moveTo>
                  <a:pt x="168981" y="353608"/>
                </a:moveTo>
                <a:lnTo>
                  <a:pt x="101031" y="230225"/>
                </a:lnTo>
                <a:lnTo>
                  <a:pt x="146758" y="230225"/>
                </a:lnTo>
                <a:lnTo>
                  <a:pt x="205191" y="333044"/>
                </a:lnTo>
                <a:lnTo>
                  <a:pt x="168981" y="35360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3083259" y="5857368"/>
            <a:ext cx="381635" cy="377825"/>
          </a:xfrm>
          <a:custGeom>
            <a:avLst/>
            <a:gdLst/>
            <a:ahLst/>
            <a:cxnLst/>
            <a:rect l="l" t="t" r="r" b="b"/>
            <a:pathLst>
              <a:path w="381635" h="377825">
                <a:moveTo>
                  <a:pt x="353161" y="129641"/>
                </a:moveTo>
                <a:lnTo>
                  <a:pt x="308904" y="129641"/>
                </a:lnTo>
                <a:lnTo>
                  <a:pt x="308904" y="37551"/>
                </a:lnTo>
                <a:lnTo>
                  <a:pt x="25481" y="37551"/>
                </a:lnTo>
                <a:lnTo>
                  <a:pt x="25481" y="0"/>
                </a:lnTo>
                <a:lnTo>
                  <a:pt x="353161" y="0"/>
                </a:lnTo>
                <a:lnTo>
                  <a:pt x="353161" y="129641"/>
                </a:lnTo>
                <a:close/>
              </a:path>
              <a:path w="381635" h="377825">
                <a:moveTo>
                  <a:pt x="187756" y="156464"/>
                </a:moveTo>
                <a:lnTo>
                  <a:pt x="143052" y="156464"/>
                </a:lnTo>
                <a:lnTo>
                  <a:pt x="143052" y="81808"/>
                </a:lnTo>
                <a:lnTo>
                  <a:pt x="187756" y="81808"/>
                </a:lnTo>
                <a:lnTo>
                  <a:pt x="187756" y="156464"/>
                </a:lnTo>
                <a:close/>
              </a:path>
              <a:path w="381635" h="377825">
                <a:moveTo>
                  <a:pt x="381325" y="193121"/>
                </a:moveTo>
                <a:lnTo>
                  <a:pt x="0" y="193121"/>
                </a:lnTo>
                <a:lnTo>
                  <a:pt x="0" y="156464"/>
                </a:lnTo>
                <a:lnTo>
                  <a:pt x="381325" y="156464"/>
                </a:lnTo>
                <a:lnTo>
                  <a:pt x="381325" y="193121"/>
                </a:lnTo>
                <a:close/>
              </a:path>
              <a:path w="381635" h="377825">
                <a:moveTo>
                  <a:pt x="190439" y="377748"/>
                </a:moveTo>
                <a:lnTo>
                  <a:pt x="125771" y="373627"/>
                </a:lnTo>
                <a:lnTo>
                  <a:pt x="72420" y="360537"/>
                </a:lnTo>
                <a:lnTo>
                  <a:pt x="36168" y="337389"/>
                </a:lnTo>
                <a:lnTo>
                  <a:pt x="22799" y="303093"/>
                </a:lnTo>
                <a:lnTo>
                  <a:pt x="36168" y="268300"/>
                </a:lnTo>
                <a:lnTo>
                  <a:pt x="72420" y="245369"/>
                </a:lnTo>
                <a:lnTo>
                  <a:pt x="125771" y="232747"/>
                </a:lnTo>
                <a:lnTo>
                  <a:pt x="190439" y="228884"/>
                </a:lnTo>
                <a:lnTo>
                  <a:pt x="255106" y="232998"/>
                </a:lnTo>
                <a:lnTo>
                  <a:pt x="308457" y="246039"/>
                </a:lnTo>
                <a:lnTo>
                  <a:pt x="337063" y="264200"/>
                </a:lnTo>
                <a:lnTo>
                  <a:pt x="190439" y="264200"/>
                </a:lnTo>
                <a:lnTo>
                  <a:pt x="145483" y="266317"/>
                </a:lnTo>
                <a:lnTo>
                  <a:pt x="106730" y="273085"/>
                </a:lnTo>
                <a:lnTo>
                  <a:pt x="79545" y="285134"/>
                </a:lnTo>
                <a:lnTo>
                  <a:pt x="69291" y="303093"/>
                </a:lnTo>
                <a:lnTo>
                  <a:pt x="79545" y="320744"/>
                </a:lnTo>
                <a:lnTo>
                  <a:pt x="106730" y="332988"/>
                </a:lnTo>
                <a:lnTo>
                  <a:pt x="145483" y="340120"/>
                </a:lnTo>
                <a:lnTo>
                  <a:pt x="190439" y="342432"/>
                </a:lnTo>
                <a:lnTo>
                  <a:pt x="336811" y="342432"/>
                </a:lnTo>
                <a:lnTo>
                  <a:pt x="308457" y="360537"/>
                </a:lnTo>
                <a:lnTo>
                  <a:pt x="255106" y="373627"/>
                </a:lnTo>
                <a:lnTo>
                  <a:pt x="190439" y="377748"/>
                </a:lnTo>
                <a:close/>
              </a:path>
              <a:path w="381635" h="377825">
                <a:moveTo>
                  <a:pt x="336811" y="342432"/>
                </a:moveTo>
                <a:lnTo>
                  <a:pt x="190439" y="342432"/>
                </a:lnTo>
                <a:lnTo>
                  <a:pt x="235394" y="340120"/>
                </a:lnTo>
                <a:lnTo>
                  <a:pt x="274147" y="332988"/>
                </a:lnTo>
                <a:lnTo>
                  <a:pt x="301332" y="320744"/>
                </a:lnTo>
                <a:lnTo>
                  <a:pt x="311586" y="303093"/>
                </a:lnTo>
                <a:lnTo>
                  <a:pt x="301332" y="285700"/>
                </a:lnTo>
                <a:lnTo>
                  <a:pt x="274147" y="273588"/>
                </a:lnTo>
                <a:lnTo>
                  <a:pt x="235394" y="266505"/>
                </a:lnTo>
                <a:lnTo>
                  <a:pt x="190439" y="264200"/>
                </a:lnTo>
                <a:lnTo>
                  <a:pt x="337063" y="264200"/>
                </a:lnTo>
                <a:lnTo>
                  <a:pt x="344709" y="269055"/>
                </a:lnTo>
                <a:lnTo>
                  <a:pt x="358079" y="303093"/>
                </a:lnTo>
                <a:lnTo>
                  <a:pt x="344709" y="337389"/>
                </a:lnTo>
                <a:lnTo>
                  <a:pt x="336811" y="34243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3507500" y="5852898"/>
            <a:ext cx="354965" cy="382270"/>
          </a:xfrm>
          <a:custGeom>
            <a:avLst/>
            <a:gdLst/>
            <a:ahLst/>
            <a:cxnLst/>
            <a:rect l="l" t="t" r="r" b="b"/>
            <a:pathLst>
              <a:path w="354964" h="382270">
                <a:moveTo>
                  <a:pt x="351820" y="214579"/>
                </a:moveTo>
                <a:lnTo>
                  <a:pt x="307563" y="214579"/>
                </a:lnTo>
                <a:lnTo>
                  <a:pt x="307563" y="110418"/>
                </a:lnTo>
                <a:lnTo>
                  <a:pt x="233354" y="110418"/>
                </a:lnTo>
                <a:lnTo>
                  <a:pt x="233354" y="71973"/>
                </a:lnTo>
                <a:lnTo>
                  <a:pt x="307563" y="71973"/>
                </a:lnTo>
                <a:lnTo>
                  <a:pt x="307563" y="0"/>
                </a:lnTo>
                <a:lnTo>
                  <a:pt x="351820" y="0"/>
                </a:lnTo>
                <a:lnTo>
                  <a:pt x="351820" y="214579"/>
                </a:lnTo>
                <a:close/>
              </a:path>
              <a:path w="354964" h="382270">
                <a:moveTo>
                  <a:pt x="248554" y="47833"/>
                </a:moveTo>
                <a:lnTo>
                  <a:pt x="4917" y="47833"/>
                </a:lnTo>
                <a:lnTo>
                  <a:pt x="4917" y="9834"/>
                </a:lnTo>
                <a:lnTo>
                  <a:pt x="248554" y="9834"/>
                </a:lnTo>
                <a:lnTo>
                  <a:pt x="248554" y="47833"/>
                </a:lnTo>
                <a:close/>
              </a:path>
              <a:path w="354964" h="382270">
                <a:moveTo>
                  <a:pt x="0" y="203403"/>
                </a:moveTo>
                <a:lnTo>
                  <a:pt x="0" y="163616"/>
                </a:lnTo>
                <a:lnTo>
                  <a:pt x="42671" y="150680"/>
                </a:lnTo>
                <a:lnTo>
                  <a:pt x="75493" y="125841"/>
                </a:lnTo>
                <a:lnTo>
                  <a:pt x="97503" y="90944"/>
                </a:lnTo>
                <a:lnTo>
                  <a:pt x="107736" y="47833"/>
                </a:lnTo>
                <a:lnTo>
                  <a:pt x="151993" y="47833"/>
                </a:lnTo>
                <a:lnTo>
                  <a:pt x="150917" y="59407"/>
                </a:lnTo>
                <a:lnTo>
                  <a:pt x="149087" y="70688"/>
                </a:lnTo>
                <a:lnTo>
                  <a:pt x="146587" y="81717"/>
                </a:lnTo>
                <a:lnTo>
                  <a:pt x="143499" y="92537"/>
                </a:lnTo>
                <a:lnTo>
                  <a:pt x="199452" y="127853"/>
                </a:lnTo>
                <a:lnTo>
                  <a:pt x="126959" y="127853"/>
                </a:lnTo>
                <a:lnTo>
                  <a:pt x="103915" y="156443"/>
                </a:lnTo>
                <a:lnTo>
                  <a:pt x="74711" y="179207"/>
                </a:lnTo>
                <a:lnTo>
                  <a:pt x="39891" y="195181"/>
                </a:lnTo>
                <a:lnTo>
                  <a:pt x="0" y="203403"/>
                </a:lnTo>
                <a:close/>
              </a:path>
              <a:path w="354964" h="382270">
                <a:moveTo>
                  <a:pt x="239166" y="199826"/>
                </a:moveTo>
                <a:lnTo>
                  <a:pt x="126959" y="127853"/>
                </a:lnTo>
                <a:lnTo>
                  <a:pt x="199452" y="127853"/>
                </a:lnTo>
                <a:lnTo>
                  <a:pt x="261071" y="166745"/>
                </a:lnTo>
                <a:lnTo>
                  <a:pt x="239166" y="199826"/>
                </a:lnTo>
                <a:close/>
              </a:path>
              <a:path w="354964" h="382270">
                <a:moveTo>
                  <a:pt x="189991" y="381772"/>
                </a:moveTo>
                <a:lnTo>
                  <a:pt x="125178" y="377546"/>
                </a:lnTo>
                <a:lnTo>
                  <a:pt x="72811" y="364058"/>
                </a:lnTo>
                <a:lnTo>
                  <a:pt x="37795" y="340092"/>
                </a:lnTo>
                <a:lnTo>
                  <a:pt x="25034" y="304434"/>
                </a:lnTo>
                <a:lnTo>
                  <a:pt x="37795" y="268775"/>
                </a:lnTo>
                <a:lnTo>
                  <a:pt x="72811" y="244810"/>
                </a:lnTo>
                <a:lnTo>
                  <a:pt x="125178" y="231322"/>
                </a:lnTo>
                <a:lnTo>
                  <a:pt x="189991" y="227096"/>
                </a:lnTo>
                <a:lnTo>
                  <a:pt x="254805" y="231322"/>
                </a:lnTo>
                <a:lnTo>
                  <a:pt x="307172" y="244810"/>
                </a:lnTo>
                <a:lnTo>
                  <a:pt x="334197" y="263306"/>
                </a:lnTo>
                <a:lnTo>
                  <a:pt x="189991" y="263306"/>
                </a:lnTo>
                <a:lnTo>
                  <a:pt x="143828" y="265772"/>
                </a:lnTo>
                <a:lnTo>
                  <a:pt x="106339" y="273309"/>
                </a:lnTo>
                <a:lnTo>
                  <a:pt x="81172" y="286126"/>
                </a:lnTo>
                <a:lnTo>
                  <a:pt x="71973" y="304434"/>
                </a:lnTo>
                <a:lnTo>
                  <a:pt x="81172" y="322741"/>
                </a:lnTo>
                <a:lnTo>
                  <a:pt x="106339" y="335559"/>
                </a:lnTo>
                <a:lnTo>
                  <a:pt x="143828" y="343096"/>
                </a:lnTo>
                <a:lnTo>
                  <a:pt x="189991" y="345561"/>
                </a:lnTo>
                <a:lnTo>
                  <a:pt x="334197" y="345561"/>
                </a:lnTo>
                <a:lnTo>
                  <a:pt x="307172" y="364058"/>
                </a:lnTo>
                <a:lnTo>
                  <a:pt x="254805" y="377546"/>
                </a:lnTo>
                <a:lnTo>
                  <a:pt x="189991" y="381772"/>
                </a:lnTo>
                <a:close/>
              </a:path>
              <a:path w="354964" h="382270">
                <a:moveTo>
                  <a:pt x="334197" y="345561"/>
                </a:moveTo>
                <a:lnTo>
                  <a:pt x="189991" y="345561"/>
                </a:lnTo>
                <a:lnTo>
                  <a:pt x="236155" y="343096"/>
                </a:lnTo>
                <a:lnTo>
                  <a:pt x="273644" y="335559"/>
                </a:lnTo>
                <a:lnTo>
                  <a:pt x="298811" y="322741"/>
                </a:lnTo>
                <a:lnTo>
                  <a:pt x="308010" y="304434"/>
                </a:lnTo>
                <a:lnTo>
                  <a:pt x="298811" y="286126"/>
                </a:lnTo>
                <a:lnTo>
                  <a:pt x="273644" y="273309"/>
                </a:lnTo>
                <a:lnTo>
                  <a:pt x="236155" y="265772"/>
                </a:lnTo>
                <a:lnTo>
                  <a:pt x="189991" y="263306"/>
                </a:lnTo>
                <a:lnTo>
                  <a:pt x="334197" y="263306"/>
                </a:lnTo>
                <a:lnTo>
                  <a:pt x="342188" y="268775"/>
                </a:lnTo>
                <a:lnTo>
                  <a:pt x="354949" y="304434"/>
                </a:lnTo>
                <a:lnTo>
                  <a:pt x="342188" y="340092"/>
                </a:lnTo>
                <a:lnTo>
                  <a:pt x="334197" y="34556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822123" y="6566839"/>
            <a:ext cx="2028189" cy="2058670"/>
          </a:xfrm>
          <a:custGeom>
            <a:avLst/>
            <a:gdLst/>
            <a:ahLst/>
            <a:cxnLst/>
            <a:rect l="l" t="t" r="r" b="b"/>
            <a:pathLst>
              <a:path w="2028189" h="2058670">
                <a:moveTo>
                  <a:pt x="1014008" y="2058558"/>
                </a:moveTo>
                <a:lnTo>
                  <a:pt x="966274" y="2057454"/>
                </a:lnTo>
                <a:lnTo>
                  <a:pt x="919108" y="2054176"/>
                </a:lnTo>
                <a:lnTo>
                  <a:pt x="872558" y="2048771"/>
                </a:lnTo>
                <a:lnTo>
                  <a:pt x="826674" y="2041288"/>
                </a:lnTo>
                <a:lnTo>
                  <a:pt x="781504" y="2031777"/>
                </a:lnTo>
                <a:lnTo>
                  <a:pt x="737097" y="2020286"/>
                </a:lnTo>
                <a:lnTo>
                  <a:pt x="693502" y="2006863"/>
                </a:lnTo>
                <a:lnTo>
                  <a:pt x="650767" y="1991558"/>
                </a:lnTo>
                <a:lnTo>
                  <a:pt x="608940" y="1974418"/>
                </a:lnTo>
                <a:lnTo>
                  <a:pt x="568072" y="1955493"/>
                </a:lnTo>
                <a:lnTo>
                  <a:pt x="528209" y="1934832"/>
                </a:lnTo>
                <a:lnTo>
                  <a:pt x="489402" y="1912482"/>
                </a:lnTo>
                <a:lnTo>
                  <a:pt x="451698" y="1888493"/>
                </a:lnTo>
                <a:lnTo>
                  <a:pt x="415147" y="1862914"/>
                </a:lnTo>
                <a:lnTo>
                  <a:pt x="379796" y="1835792"/>
                </a:lnTo>
                <a:lnTo>
                  <a:pt x="345696" y="1807178"/>
                </a:lnTo>
                <a:lnTo>
                  <a:pt x="312894" y="1777119"/>
                </a:lnTo>
                <a:lnTo>
                  <a:pt x="281439" y="1745664"/>
                </a:lnTo>
                <a:lnTo>
                  <a:pt x="251380" y="1712862"/>
                </a:lnTo>
                <a:lnTo>
                  <a:pt x="222765" y="1678761"/>
                </a:lnTo>
                <a:lnTo>
                  <a:pt x="195644" y="1643411"/>
                </a:lnTo>
                <a:lnTo>
                  <a:pt x="170064" y="1606859"/>
                </a:lnTo>
                <a:lnTo>
                  <a:pt x="146075" y="1569156"/>
                </a:lnTo>
                <a:lnTo>
                  <a:pt x="123726" y="1530348"/>
                </a:lnTo>
                <a:lnTo>
                  <a:pt x="103064" y="1490486"/>
                </a:lnTo>
                <a:lnTo>
                  <a:pt x="84139" y="1449617"/>
                </a:lnTo>
                <a:lnTo>
                  <a:pt x="67000" y="1407791"/>
                </a:lnTo>
                <a:lnTo>
                  <a:pt x="51694" y="1365055"/>
                </a:lnTo>
                <a:lnTo>
                  <a:pt x="38271" y="1321460"/>
                </a:lnTo>
                <a:lnTo>
                  <a:pt x="26780" y="1277053"/>
                </a:lnTo>
                <a:lnTo>
                  <a:pt x="17269" y="1231883"/>
                </a:lnTo>
                <a:lnTo>
                  <a:pt x="9787" y="1185999"/>
                </a:lnTo>
                <a:lnTo>
                  <a:pt x="4382" y="1139450"/>
                </a:lnTo>
                <a:lnTo>
                  <a:pt x="1103" y="1092283"/>
                </a:lnTo>
                <a:lnTo>
                  <a:pt x="0" y="1044549"/>
                </a:lnTo>
                <a:lnTo>
                  <a:pt x="0" y="1014008"/>
                </a:lnTo>
                <a:lnTo>
                  <a:pt x="1103" y="966274"/>
                </a:lnTo>
                <a:lnTo>
                  <a:pt x="4382" y="919108"/>
                </a:lnTo>
                <a:lnTo>
                  <a:pt x="9787" y="872558"/>
                </a:lnTo>
                <a:lnTo>
                  <a:pt x="17269" y="826674"/>
                </a:lnTo>
                <a:lnTo>
                  <a:pt x="26780" y="781504"/>
                </a:lnTo>
                <a:lnTo>
                  <a:pt x="38271" y="737097"/>
                </a:lnTo>
                <a:lnTo>
                  <a:pt x="51694" y="693502"/>
                </a:lnTo>
                <a:lnTo>
                  <a:pt x="67000" y="650767"/>
                </a:lnTo>
                <a:lnTo>
                  <a:pt x="84139" y="608940"/>
                </a:lnTo>
                <a:lnTo>
                  <a:pt x="103064" y="568072"/>
                </a:lnTo>
                <a:lnTo>
                  <a:pt x="123726" y="528209"/>
                </a:lnTo>
                <a:lnTo>
                  <a:pt x="146075" y="489402"/>
                </a:lnTo>
                <a:lnTo>
                  <a:pt x="170064" y="451698"/>
                </a:lnTo>
                <a:lnTo>
                  <a:pt x="195644" y="415147"/>
                </a:lnTo>
                <a:lnTo>
                  <a:pt x="222765" y="379796"/>
                </a:lnTo>
                <a:lnTo>
                  <a:pt x="251380" y="345696"/>
                </a:lnTo>
                <a:lnTo>
                  <a:pt x="281439" y="312894"/>
                </a:lnTo>
                <a:lnTo>
                  <a:pt x="312894" y="281439"/>
                </a:lnTo>
                <a:lnTo>
                  <a:pt x="345696" y="251380"/>
                </a:lnTo>
                <a:lnTo>
                  <a:pt x="379796" y="222765"/>
                </a:lnTo>
                <a:lnTo>
                  <a:pt x="415147" y="195644"/>
                </a:lnTo>
                <a:lnTo>
                  <a:pt x="451698" y="170064"/>
                </a:lnTo>
                <a:lnTo>
                  <a:pt x="489402" y="146075"/>
                </a:lnTo>
                <a:lnTo>
                  <a:pt x="528209" y="123726"/>
                </a:lnTo>
                <a:lnTo>
                  <a:pt x="568072" y="103064"/>
                </a:lnTo>
                <a:lnTo>
                  <a:pt x="608940" y="84139"/>
                </a:lnTo>
                <a:lnTo>
                  <a:pt x="650767" y="67000"/>
                </a:lnTo>
                <a:lnTo>
                  <a:pt x="693502" y="51694"/>
                </a:lnTo>
                <a:lnTo>
                  <a:pt x="737097" y="38271"/>
                </a:lnTo>
                <a:lnTo>
                  <a:pt x="781504" y="26780"/>
                </a:lnTo>
                <a:lnTo>
                  <a:pt x="826674" y="17269"/>
                </a:lnTo>
                <a:lnTo>
                  <a:pt x="872558" y="9787"/>
                </a:lnTo>
                <a:lnTo>
                  <a:pt x="919108" y="4382"/>
                </a:lnTo>
                <a:lnTo>
                  <a:pt x="966274" y="1103"/>
                </a:lnTo>
                <a:lnTo>
                  <a:pt x="1014008" y="0"/>
                </a:lnTo>
                <a:lnTo>
                  <a:pt x="1061742" y="1103"/>
                </a:lnTo>
                <a:lnTo>
                  <a:pt x="1108909" y="4382"/>
                </a:lnTo>
                <a:lnTo>
                  <a:pt x="1155458" y="9787"/>
                </a:lnTo>
                <a:lnTo>
                  <a:pt x="1201342" y="17269"/>
                </a:lnTo>
                <a:lnTo>
                  <a:pt x="1246512" y="26780"/>
                </a:lnTo>
                <a:lnTo>
                  <a:pt x="1290919" y="38271"/>
                </a:lnTo>
                <a:lnTo>
                  <a:pt x="1334514" y="51694"/>
                </a:lnTo>
                <a:lnTo>
                  <a:pt x="1377250" y="67000"/>
                </a:lnTo>
                <a:lnTo>
                  <a:pt x="1419076" y="84139"/>
                </a:lnTo>
                <a:lnTo>
                  <a:pt x="1459945" y="103064"/>
                </a:lnTo>
                <a:lnTo>
                  <a:pt x="1499807" y="123726"/>
                </a:lnTo>
                <a:lnTo>
                  <a:pt x="1538615" y="146075"/>
                </a:lnTo>
                <a:lnTo>
                  <a:pt x="1576318" y="170064"/>
                </a:lnTo>
                <a:lnTo>
                  <a:pt x="1612870" y="195644"/>
                </a:lnTo>
                <a:lnTo>
                  <a:pt x="1648220" y="222765"/>
                </a:lnTo>
                <a:lnTo>
                  <a:pt x="1682321" y="251380"/>
                </a:lnTo>
                <a:lnTo>
                  <a:pt x="1715123" y="281439"/>
                </a:lnTo>
                <a:lnTo>
                  <a:pt x="1746578" y="312894"/>
                </a:lnTo>
                <a:lnTo>
                  <a:pt x="1776637" y="345696"/>
                </a:lnTo>
                <a:lnTo>
                  <a:pt x="1805251" y="379796"/>
                </a:lnTo>
                <a:lnTo>
                  <a:pt x="1832373" y="415147"/>
                </a:lnTo>
                <a:lnTo>
                  <a:pt x="1857952" y="451698"/>
                </a:lnTo>
                <a:lnTo>
                  <a:pt x="1881941" y="489402"/>
                </a:lnTo>
                <a:lnTo>
                  <a:pt x="1904291" y="528209"/>
                </a:lnTo>
                <a:lnTo>
                  <a:pt x="1924952" y="568072"/>
                </a:lnTo>
                <a:lnTo>
                  <a:pt x="1943877" y="608940"/>
                </a:lnTo>
                <a:lnTo>
                  <a:pt x="1961017" y="650767"/>
                </a:lnTo>
                <a:lnTo>
                  <a:pt x="1976322" y="693502"/>
                </a:lnTo>
                <a:lnTo>
                  <a:pt x="1989745" y="737097"/>
                </a:lnTo>
                <a:lnTo>
                  <a:pt x="2001236" y="781504"/>
                </a:lnTo>
                <a:lnTo>
                  <a:pt x="2010747" y="826674"/>
                </a:lnTo>
                <a:lnTo>
                  <a:pt x="2018230" y="872558"/>
                </a:lnTo>
                <a:lnTo>
                  <a:pt x="2023635" y="919108"/>
                </a:lnTo>
                <a:lnTo>
                  <a:pt x="2026913" y="966274"/>
                </a:lnTo>
                <a:lnTo>
                  <a:pt x="2028017" y="1014008"/>
                </a:lnTo>
                <a:lnTo>
                  <a:pt x="2028017" y="1044549"/>
                </a:lnTo>
                <a:lnTo>
                  <a:pt x="2026913" y="1092283"/>
                </a:lnTo>
                <a:lnTo>
                  <a:pt x="2023635" y="1139450"/>
                </a:lnTo>
                <a:lnTo>
                  <a:pt x="2018230" y="1185999"/>
                </a:lnTo>
                <a:lnTo>
                  <a:pt x="2010747" y="1231883"/>
                </a:lnTo>
                <a:lnTo>
                  <a:pt x="2001236" y="1277053"/>
                </a:lnTo>
                <a:lnTo>
                  <a:pt x="1989745" y="1321460"/>
                </a:lnTo>
                <a:lnTo>
                  <a:pt x="1976322" y="1365055"/>
                </a:lnTo>
                <a:lnTo>
                  <a:pt x="1961017" y="1407791"/>
                </a:lnTo>
                <a:lnTo>
                  <a:pt x="1943877" y="1449617"/>
                </a:lnTo>
                <a:lnTo>
                  <a:pt x="1924952" y="1490486"/>
                </a:lnTo>
                <a:lnTo>
                  <a:pt x="1904291" y="1530348"/>
                </a:lnTo>
                <a:lnTo>
                  <a:pt x="1881941" y="1569156"/>
                </a:lnTo>
                <a:lnTo>
                  <a:pt x="1857952" y="1606859"/>
                </a:lnTo>
                <a:lnTo>
                  <a:pt x="1832373" y="1643411"/>
                </a:lnTo>
                <a:lnTo>
                  <a:pt x="1805251" y="1678761"/>
                </a:lnTo>
                <a:lnTo>
                  <a:pt x="1776637" y="1712862"/>
                </a:lnTo>
                <a:lnTo>
                  <a:pt x="1746578" y="1745664"/>
                </a:lnTo>
                <a:lnTo>
                  <a:pt x="1715123" y="1777119"/>
                </a:lnTo>
                <a:lnTo>
                  <a:pt x="1682321" y="1807178"/>
                </a:lnTo>
                <a:lnTo>
                  <a:pt x="1648220" y="1835792"/>
                </a:lnTo>
                <a:lnTo>
                  <a:pt x="1612870" y="1862914"/>
                </a:lnTo>
                <a:lnTo>
                  <a:pt x="1576318" y="1888493"/>
                </a:lnTo>
                <a:lnTo>
                  <a:pt x="1538615" y="1912482"/>
                </a:lnTo>
                <a:lnTo>
                  <a:pt x="1499807" y="1934832"/>
                </a:lnTo>
                <a:lnTo>
                  <a:pt x="1459945" y="1955493"/>
                </a:lnTo>
                <a:lnTo>
                  <a:pt x="1419076" y="1974418"/>
                </a:lnTo>
                <a:lnTo>
                  <a:pt x="1377250" y="1991558"/>
                </a:lnTo>
                <a:lnTo>
                  <a:pt x="1334514" y="2006863"/>
                </a:lnTo>
                <a:lnTo>
                  <a:pt x="1290919" y="2020286"/>
                </a:lnTo>
                <a:lnTo>
                  <a:pt x="1246512" y="2031777"/>
                </a:lnTo>
                <a:lnTo>
                  <a:pt x="1201342" y="2041288"/>
                </a:lnTo>
                <a:lnTo>
                  <a:pt x="1155458" y="2048771"/>
                </a:lnTo>
                <a:lnTo>
                  <a:pt x="1108909" y="2054176"/>
                </a:lnTo>
                <a:lnTo>
                  <a:pt x="1061742" y="2057454"/>
                </a:lnTo>
                <a:lnTo>
                  <a:pt x="1014008" y="20585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822123" y="6566839"/>
            <a:ext cx="2028189" cy="2058670"/>
          </a:xfrm>
          <a:custGeom>
            <a:avLst/>
            <a:gdLst/>
            <a:ahLst/>
            <a:cxnLst/>
            <a:rect l="l" t="t" r="r" b="b"/>
            <a:pathLst>
              <a:path w="2028189" h="2058670">
                <a:moveTo>
                  <a:pt x="1014008" y="2058558"/>
                </a:moveTo>
                <a:lnTo>
                  <a:pt x="966274" y="2057454"/>
                </a:lnTo>
                <a:lnTo>
                  <a:pt x="919108" y="2054176"/>
                </a:lnTo>
                <a:lnTo>
                  <a:pt x="872558" y="2048771"/>
                </a:lnTo>
                <a:lnTo>
                  <a:pt x="826674" y="2041288"/>
                </a:lnTo>
                <a:lnTo>
                  <a:pt x="781504" y="2031777"/>
                </a:lnTo>
                <a:lnTo>
                  <a:pt x="737097" y="2020286"/>
                </a:lnTo>
                <a:lnTo>
                  <a:pt x="693502" y="2006863"/>
                </a:lnTo>
                <a:lnTo>
                  <a:pt x="650767" y="1991558"/>
                </a:lnTo>
                <a:lnTo>
                  <a:pt x="608940" y="1974418"/>
                </a:lnTo>
                <a:lnTo>
                  <a:pt x="568072" y="1955493"/>
                </a:lnTo>
                <a:lnTo>
                  <a:pt x="528209" y="1934832"/>
                </a:lnTo>
                <a:lnTo>
                  <a:pt x="489402" y="1912482"/>
                </a:lnTo>
                <a:lnTo>
                  <a:pt x="451698" y="1888493"/>
                </a:lnTo>
                <a:lnTo>
                  <a:pt x="415147" y="1862914"/>
                </a:lnTo>
                <a:lnTo>
                  <a:pt x="379796" y="1835792"/>
                </a:lnTo>
                <a:lnTo>
                  <a:pt x="345696" y="1807178"/>
                </a:lnTo>
                <a:lnTo>
                  <a:pt x="312894" y="1777119"/>
                </a:lnTo>
                <a:lnTo>
                  <a:pt x="281439" y="1745664"/>
                </a:lnTo>
                <a:lnTo>
                  <a:pt x="251380" y="1712862"/>
                </a:lnTo>
                <a:lnTo>
                  <a:pt x="222765" y="1678761"/>
                </a:lnTo>
                <a:lnTo>
                  <a:pt x="195644" y="1643411"/>
                </a:lnTo>
                <a:lnTo>
                  <a:pt x="170064" y="1606859"/>
                </a:lnTo>
                <a:lnTo>
                  <a:pt x="146075" y="1569156"/>
                </a:lnTo>
                <a:lnTo>
                  <a:pt x="123726" y="1530348"/>
                </a:lnTo>
                <a:lnTo>
                  <a:pt x="103064" y="1490486"/>
                </a:lnTo>
                <a:lnTo>
                  <a:pt x="84139" y="1449617"/>
                </a:lnTo>
                <a:lnTo>
                  <a:pt x="67000" y="1407791"/>
                </a:lnTo>
                <a:lnTo>
                  <a:pt x="51694" y="1365055"/>
                </a:lnTo>
                <a:lnTo>
                  <a:pt x="38271" y="1321460"/>
                </a:lnTo>
                <a:lnTo>
                  <a:pt x="26780" y="1277053"/>
                </a:lnTo>
                <a:lnTo>
                  <a:pt x="17269" y="1231883"/>
                </a:lnTo>
                <a:lnTo>
                  <a:pt x="9787" y="1185999"/>
                </a:lnTo>
                <a:lnTo>
                  <a:pt x="4382" y="1139450"/>
                </a:lnTo>
                <a:lnTo>
                  <a:pt x="1103" y="1092283"/>
                </a:lnTo>
                <a:lnTo>
                  <a:pt x="0" y="1044549"/>
                </a:lnTo>
                <a:lnTo>
                  <a:pt x="0" y="1029279"/>
                </a:lnTo>
                <a:lnTo>
                  <a:pt x="0" y="1014008"/>
                </a:lnTo>
                <a:lnTo>
                  <a:pt x="1103" y="966274"/>
                </a:lnTo>
                <a:lnTo>
                  <a:pt x="4382" y="919108"/>
                </a:lnTo>
                <a:lnTo>
                  <a:pt x="9787" y="872558"/>
                </a:lnTo>
                <a:lnTo>
                  <a:pt x="17269" y="826674"/>
                </a:lnTo>
                <a:lnTo>
                  <a:pt x="26780" y="781504"/>
                </a:lnTo>
                <a:lnTo>
                  <a:pt x="38271" y="737097"/>
                </a:lnTo>
                <a:lnTo>
                  <a:pt x="51694" y="693502"/>
                </a:lnTo>
                <a:lnTo>
                  <a:pt x="67000" y="650767"/>
                </a:lnTo>
                <a:lnTo>
                  <a:pt x="84139" y="608940"/>
                </a:lnTo>
                <a:lnTo>
                  <a:pt x="103064" y="568072"/>
                </a:lnTo>
                <a:lnTo>
                  <a:pt x="123726" y="528209"/>
                </a:lnTo>
                <a:lnTo>
                  <a:pt x="146075" y="489402"/>
                </a:lnTo>
                <a:lnTo>
                  <a:pt x="170064" y="451698"/>
                </a:lnTo>
                <a:lnTo>
                  <a:pt x="195644" y="415147"/>
                </a:lnTo>
                <a:lnTo>
                  <a:pt x="222765" y="379796"/>
                </a:lnTo>
                <a:lnTo>
                  <a:pt x="251380" y="345696"/>
                </a:lnTo>
                <a:lnTo>
                  <a:pt x="281439" y="312894"/>
                </a:lnTo>
                <a:lnTo>
                  <a:pt x="312894" y="281439"/>
                </a:lnTo>
                <a:lnTo>
                  <a:pt x="345696" y="251380"/>
                </a:lnTo>
                <a:lnTo>
                  <a:pt x="379796" y="222765"/>
                </a:lnTo>
                <a:lnTo>
                  <a:pt x="415147" y="195644"/>
                </a:lnTo>
                <a:lnTo>
                  <a:pt x="451698" y="170064"/>
                </a:lnTo>
                <a:lnTo>
                  <a:pt x="489402" y="146075"/>
                </a:lnTo>
                <a:lnTo>
                  <a:pt x="528209" y="123726"/>
                </a:lnTo>
                <a:lnTo>
                  <a:pt x="568072" y="103064"/>
                </a:lnTo>
                <a:lnTo>
                  <a:pt x="608940" y="84139"/>
                </a:lnTo>
                <a:lnTo>
                  <a:pt x="650767" y="67000"/>
                </a:lnTo>
                <a:lnTo>
                  <a:pt x="693502" y="51694"/>
                </a:lnTo>
                <a:lnTo>
                  <a:pt x="737097" y="38271"/>
                </a:lnTo>
                <a:lnTo>
                  <a:pt x="781504" y="26780"/>
                </a:lnTo>
                <a:lnTo>
                  <a:pt x="826674" y="17269"/>
                </a:lnTo>
                <a:lnTo>
                  <a:pt x="872558" y="9787"/>
                </a:lnTo>
                <a:lnTo>
                  <a:pt x="919108" y="4382"/>
                </a:lnTo>
                <a:lnTo>
                  <a:pt x="966274" y="1103"/>
                </a:lnTo>
                <a:lnTo>
                  <a:pt x="1014008" y="0"/>
                </a:lnTo>
                <a:lnTo>
                  <a:pt x="1061742" y="1103"/>
                </a:lnTo>
                <a:lnTo>
                  <a:pt x="1108909" y="4382"/>
                </a:lnTo>
                <a:lnTo>
                  <a:pt x="1155458" y="9787"/>
                </a:lnTo>
                <a:lnTo>
                  <a:pt x="1201342" y="17269"/>
                </a:lnTo>
                <a:lnTo>
                  <a:pt x="1246512" y="26780"/>
                </a:lnTo>
                <a:lnTo>
                  <a:pt x="1290919" y="38271"/>
                </a:lnTo>
                <a:lnTo>
                  <a:pt x="1334514" y="51694"/>
                </a:lnTo>
                <a:lnTo>
                  <a:pt x="1377250" y="67000"/>
                </a:lnTo>
                <a:lnTo>
                  <a:pt x="1419076" y="84139"/>
                </a:lnTo>
                <a:lnTo>
                  <a:pt x="1459945" y="103064"/>
                </a:lnTo>
                <a:lnTo>
                  <a:pt x="1499807" y="123726"/>
                </a:lnTo>
                <a:lnTo>
                  <a:pt x="1538615" y="146075"/>
                </a:lnTo>
                <a:lnTo>
                  <a:pt x="1576318" y="170064"/>
                </a:lnTo>
                <a:lnTo>
                  <a:pt x="1612870" y="195644"/>
                </a:lnTo>
                <a:lnTo>
                  <a:pt x="1648220" y="222765"/>
                </a:lnTo>
                <a:lnTo>
                  <a:pt x="1682321" y="251380"/>
                </a:lnTo>
                <a:lnTo>
                  <a:pt x="1715123" y="281439"/>
                </a:lnTo>
                <a:lnTo>
                  <a:pt x="1746578" y="312894"/>
                </a:lnTo>
                <a:lnTo>
                  <a:pt x="1776637" y="345696"/>
                </a:lnTo>
                <a:lnTo>
                  <a:pt x="1805251" y="379796"/>
                </a:lnTo>
                <a:lnTo>
                  <a:pt x="1832373" y="415147"/>
                </a:lnTo>
                <a:lnTo>
                  <a:pt x="1857952" y="451698"/>
                </a:lnTo>
                <a:lnTo>
                  <a:pt x="1881941" y="489402"/>
                </a:lnTo>
                <a:lnTo>
                  <a:pt x="1904291" y="528209"/>
                </a:lnTo>
                <a:lnTo>
                  <a:pt x="1924952" y="568072"/>
                </a:lnTo>
                <a:lnTo>
                  <a:pt x="1943877" y="608940"/>
                </a:lnTo>
                <a:lnTo>
                  <a:pt x="1961017" y="650767"/>
                </a:lnTo>
                <a:lnTo>
                  <a:pt x="1976322" y="693502"/>
                </a:lnTo>
                <a:lnTo>
                  <a:pt x="1989745" y="737097"/>
                </a:lnTo>
                <a:lnTo>
                  <a:pt x="2001236" y="781504"/>
                </a:lnTo>
                <a:lnTo>
                  <a:pt x="2010747" y="826674"/>
                </a:lnTo>
                <a:lnTo>
                  <a:pt x="2018230" y="872558"/>
                </a:lnTo>
                <a:lnTo>
                  <a:pt x="2023635" y="919108"/>
                </a:lnTo>
                <a:lnTo>
                  <a:pt x="2026913" y="966274"/>
                </a:lnTo>
                <a:lnTo>
                  <a:pt x="2028017" y="1014008"/>
                </a:lnTo>
                <a:lnTo>
                  <a:pt x="2028017" y="1029279"/>
                </a:lnTo>
                <a:lnTo>
                  <a:pt x="2028017" y="1044549"/>
                </a:lnTo>
                <a:lnTo>
                  <a:pt x="2026913" y="1092283"/>
                </a:lnTo>
                <a:lnTo>
                  <a:pt x="2023635" y="1139450"/>
                </a:lnTo>
                <a:lnTo>
                  <a:pt x="2018230" y="1185999"/>
                </a:lnTo>
                <a:lnTo>
                  <a:pt x="2010747" y="1231883"/>
                </a:lnTo>
                <a:lnTo>
                  <a:pt x="2001236" y="1277053"/>
                </a:lnTo>
                <a:lnTo>
                  <a:pt x="1989745" y="1321460"/>
                </a:lnTo>
                <a:lnTo>
                  <a:pt x="1976322" y="1365055"/>
                </a:lnTo>
                <a:lnTo>
                  <a:pt x="1961017" y="1407791"/>
                </a:lnTo>
                <a:lnTo>
                  <a:pt x="1943877" y="1449617"/>
                </a:lnTo>
                <a:lnTo>
                  <a:pt x="1924952" y="1490486"/>
                </a:lnTo>
                <a:lnTo>
                  <a:pt x="1904291" y="1530348"/>
                </a:lnTo>
                <a:lnTo>
                  <a:pt x="1881941" y="1569156"/>
                </a:lnTo>
                <a:lnTo>
                  <a:pt x="1857952" y="1606859"/>
                </a:lnTo>
                <a:lnTo>
                  <a:pt x="1832373" y="1643411"/>
                </a:lnTo>
                <a:lnTo>
                  <a:pt x="1805251" y="1678761"/>
                </a:lnTo>
                <a:lnTo>
                  <a:pt x="1776637" y="1712862"/>
                </a:lnTo>
                <a:lnTo>
                  <a:pt x="1746578" y="1745664"/>
                </a:lnTo>
                <a:lnTo>
                  <a:pt x="1715123" y="1777119"/>
                </a:lnTo>
                <a:lnTo>
                  <a:pt x="1682321" y="1807178"/>
                </a:lnTo>
                <a:lnTo>
                  <a:pt x="1648220" y="1835792"/>
                </a:lnTo>
                <a:lnTo>
                  <a:pt x="1612870" y="1862914"/>
                </a:lnTo>
                <a:lnTo>
                  <a:pt x="1576318" y="1888493"/>
                </a:lnTo>
                <a:lnTo>
                  <a:pt x="1538615" y="1912482"/>
                </a:lnTo>
                <a:lnTo>
                  <a:pt x="1499807" y="1934832"/>
                </a:lnTo>
                <a:lnTo>
                  <a:pt x="1459945" y="1955493"/>
                </a:lnTo>
                <a:lnTo>
                  <a:pt x="1419076" y="1974418"/>
                </a:lnTo>
                <a:lnTo>
                  <a:pt x="1377250" y="1991558"/>
                </a:lnTo>
                <a:lnTo>
                  <a:pt x="1334514" y="2006863"/>
                </a:lnTo>
                <a:lnTo>
                  <a:pt x="1290919" y="2020286"/>
                </a:lnTo>
                <a:lnTo>
                  <a:pt x="1246512" y="2031777"/>
                </a:lnTo>
                <a:lnTo>
                  <a:pt x="1201342" y="2041288"/>
                </a:lnTo>
                <a:lnTo>
                  <a:pt x="1155458" y="2048771"/>
                </a:lnTo>
                <a:lnTo>
                  <a:pt x="1108909" y="2054176"/>
                </a:lnTo>
                <a:lnTo>
                  <a:pt x="1061742" y="2057454"/>
                </a:lnTo>
                <a:lnTo>
                  <a:pt x="1014008" y="2058558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2236660" y="7186975"/>
            <a:ext cx="360680" cy="380365"/>
          </a:xfrm>
          <a:custGeom>
            <a:avLst/>
            <a:gdLst/>
            <a:ahLst/>
            <a:cxnLst/>
            <a:rect l="l" t="t" r="r" b="b"/>
            <a:pathLst>
              <a:path w="360680" h="380365">
                <a:moveTo>
                  <a:pt x="360549" y="380135"/>
                </a:moveTo>
                <a:lnTo>
                  <a:pt x="318708" y="380135"/>
                </a:lnTo>
                <a:lnTo>
                  <a:pt x="318708" y="0"/>
                </a:lnTo>
                <a:lnTo>
                  <a:pt x="360549" y="0"/>
                </a:lnTo>
                <a:lnTo>
                  <a:pt x="360549" y="380135"/>
                </a:lnTo>
                <a:close/>
              </a:path>
              <a:path w="360680" h="380365">
                <a:moveTo>
                  <a:pt x="268409" y="158463"/>
                </a:moveTo>
                <a:lnTo>
                  <a:pt x="227012" y="158463"/>
                </a:lnTo>
                <a:lnTo>
                  <a:pt x="227012" y="2225"/>
                </a:lnTo>
                <a:lnTo>
                  <a:pt x="268409" y="2225"/>
                </a:lnTo>
                <a:lnTo>
                  <a:pt x="268409" y="158463"/>
                </a:lnTo>
                <a:close/>
              </a:path>
              <a:path w="360680" h="380365">
                <a:moveTo>
                  <a:pt x="88579" y="362330"/>
                </a:moveTo>
                <a:lnTo>
                  <a:pt x="32593" y="335509"/>
                </a:lnTo>
                <a:lnTo>
                  <a:pt x="14642" y="300892"/>
                </a:lnTo>
                <a:lnTo>
                  <a:pt x="3699" y="251170"/>
                </a:lnTo>
                <a:lnTo>
                  <a:pt x="0" y="185616"/>
                </a:lnTo>
                <a:lnTo>
                  <a:pt x="3699" y="120062"/>
                </a:lnTo>
                <a:lnTo>
                  <a:pt x="14642" y="70340"/>
                </a:lnTo>
                <a:lnTo>
                  <a:pt x="32593" y="35723"/>
                </a:lnTo>
                <a:lnTo>
                  <a:pt x="57317" y="15486"/>
                </a:lnTo>
                <a:lnTo>
                  <a:pt x="88579" y="8902"/>
                </a:lnTo>
                <a:lnTo>
                  <a:pt x="124001" y="17686"/>
                </a:lnTo>
                <a:lnTo>
                  <a:pt x="150618" y="44790"/>
                </a:lnTo>
                <a:lnTo>
                  <a:pt x="152189" y="48963"/>
                </a:lnTo>
                <a:lnTo>
                  <a:pt x="88579" y="48963"/>
                </a:lnTo>
                <a:lnTo>
                  <a:pt x="67943" y="57170"/>
                </a:lnTo>
                <a:lnTo>
                  <a:pt x="53359" y="82236"/>
                </a:lnTo>
                <a:lnTo>
                  <a:pt x="44700" y="124829"/>
                </a:lnTo>
                <a:lnTo>
                  <a:pt x="41841" y="185616"/>
                </a:lnTo>
                <a:lnTo>
                  <a:pt x="44700" y="246403"/>
                </a:lnTo>
                <a:lnTo>
                  <a:pt x="53359" y="288996"/>
                </a:lnTo>
                <a:lnTo>
                  <a:pt x="67943" y="314062"/>
                </a:lnTo>
                <a:lnTo>
                  <a:pt x="88579" y="322269"/>
                </a:lnTo>
                <a:lnTo>
                  <a:pt x="152780" y="322269"/>
                </a:lnTo>
                <a:lnTo>
                  <a:pt x="152343" y="323549"/>
                </a:lnTo>
                <a:lnTo>
                  <a:pt x="125260" y="352850"/>
                </a:lnTo>
                <a:lnTo>
                  <a:pt x="88579" y="362330"/>
                </a:lnTo>
                <a:close/>
              </a:path>
              <a:path w="360680" h="380365">
                <a:moveTo>
                  <a:pt x="152780" y="322269"/>
                </a:moveTo>
                <a:lnTo>
                  <a:pt x="88579" y="322269"/>
                </a:lnTo>
                <a:lnTo>
                  <a:pt x="109145" y="314062"/>
                </a:lnTo>
                <a:lnTo>
                  <a:pt x="123577" y="288996"/>
                </a:lnTo>
                <a:lnTo>
                  <a:pt x="132083" y="246403"/>
                </a:lnTo>
                <a:lnTo>
                  <a:pt x="134872" y="185616"/>
                </a:lnTo>
                <a:lnTo>
                  <a:pt x="132083" y="124829"/>
                </a:lnTo>
                <a:lnTo>
                  <a:pt x="123577" y="82236"/>
                </a:lnTo>
                <a:lnTo>
                  <a:pt x="109145" y="57170"/>
                </a:lnTo>
                <a:lnTo>
                  <a:pt x="88579" y="48963"/>
                </a:lnTo>
                <a:lnTo>
                  <a:pt x="152189" y="48963"/>
                </a:lnTo>
                <a:lnTo>
                  <a:pt x="168138" y="91340"/>
                </a:lnTo>
                <a:lnTo>
                  <a:pt x="176268" y="158463"/>
                </a:lnTo>
                <a:lnTo>
                  <a:pt x="268409" y="158463"/>
                </a:lnTo>
                <a:lnTo>
                  <a:pt x="268409" y="200305"/>
                </a:lnTo>
                <a:lnTo>
                  <a:pt x="176713" y="200305"/>
                </a:lnTo>
                <a:lnTo>
                  <a:pt x="169578" y="273131"/>
                </a:lnTo>
                <a:lnTo>
                  <a:pt x="152780" y="322269"/>
                </a:lnTo>
                <a:close/>
              </a:path>
              <a:path w="360680" h="380365">
                <a:moveTo>
                  <a:pt x="268409" y="373458"/>
                </a:moveTo>
                <a:lnTo>
                  <a:pt x="227012" y="373458"/>
                </a:lnTo>
                <a:lnTo>
                  <a:pt x="227012" y="200305"/>
                </a:lnTo>
                <a:lnTo>
                  <a:pt x="268409" y="200305"/>
                </a:lnTo>
                <a:lnTo>
                  <a:pt x="268409" y="37345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2659972" y="7186975"/>
            <a:ext cx="384175" cy="375285"/>
          </a:xfrm>
          <a:custGeom>
            <a:avLst/>
            <a:gdLst/>
            <a:ahLst/>
            <a:cxnLst/>
            <a:rect l="l" t="t" r="r" b="b"/>
            <a:pathLst>
              <a:path w="384175" h="375284">
                <a:moveTo>
                  <a:pt x="330726" y="283543"/>
                </a:moveTo>
                <a:lnTo>
                  <a:pt x="286659" y="283543"/>
                </a:lnTo>
                <a:lnTo>
                  <a:pt x="286659" y="0"/>
                </a:lnTo>
                <a:lnTo>
                  <a:pt x="330726" y="0"/>
                </a:lnTo>
                <a:lnTo>
                  <a:pt x="330726" y="99262"/>
                </a:lnTo>
                <a:lnTo>
                  <a:pt x="384141" y="99262"/>
                </a:lnTo>
                <a:lnTo>
                  <a:pt x="384141" y="141549"/>
                </a:lnTo>
                <a:lnTo>
                  <a:pt x="330726" y="141549"/>
                </a:lnTo>
                <a:lnTo>
                  <a:pt x="330726" y="283543"/>
                </a:lnTo>
                <a:close/>
              </a:path>
              <a:path w="384175" h="375284">
                <a:moveTo>
                  <a:pt x="135762" y="230573"/>
                </a:moveTo>
                <a:lnTo>
                  <a:pt x="0" y="230573"/>
                </a:lnTo>
                <a:lnTo>
                  <a:pt x="0" y="9347"/>
                </a:lnTo>
                <a:lnTo>
                  <a:pt x="231909" y="9347"/>
                </a:lnTo>
                <a:lnTo>
                  <a:pt x="231909" y="46737"/>
                </a:lnTo>
                <a:lnTo>
                  <a:pt x="43622" y="46737"/>
                </a:lnTo>
                <a:lnTo>
                  <a:pt x="43622" y="101488"/>
                </a:lnTo>
                <a:lnTo>
                  <a:pt x="224342" y="101488"/>
                </a:lnTo>
                <a:lnTo>
                  <a:pt x="224342" y="137543"/>
                </a:lnTo>
                <a:lnTo>
                  <a:pt x="43622" y="137543"/>
                </a:lnTo>
                <a:lnTo>
                  <a:pt x="43622" y="193183"/>
                </a:lnTo>
                <a:lnTo>
                  <a:pt x="259061" y="193183"/>
                </a:lnTo>
                <a:lnTo>
                  <a:pt x="259061" y="213659"/>
                </a:lnTo>
                <a:lnTo>
                  <a:pt x="237417" y="220621"/>
                </a:lnTo>
                <a:lnTo>
                  <a:pt x="208762" y="225955"/>
                </a:lnTo>
                <a:lnTo>
                  <a:pt x="174432" y="229370"/>
                </a:lnTo>
                <a:lnTo>
                  <a:pt x="135762" y="230573"/>
                </a:lnTo>
                <a:close/>
              </a:path>
              <a:path w="384175" h="375284">
                <a:moveTo>
                  <a:pt x="259061" y="193183"/>
                </a:moveTo>
                <a:lnTo>
                  <a:pt x="139323" y="193183"/>
                </a:lnTo>
                <a:lnTo>
                  <a:pt x="176373" y="192049"/>
                </a:lnTo>
                <a:lnTo>
                  <a:pt x="209374" y="188787"/>
                </a:lnTo>
                <a:lnTo>
                  <a:pt x="237285" y="183606"/>
                </a:lnTo>
                <a:lnTo>
                  <a:pt x="259061" y="176713"/>
                </a:lnTo>
                <a:lnTo>
                  <a:pt x="259061" y="193183"/>
                </a:lnTo>
                <a:close/>
              </a:path>
              <a:path w="384175" h="375284">
                <a:moveTo>
                  <a:pt x="340964" y="375239"/>
                </a:moveTo>
                <a:lnTo>
                  <a:pt x="12908" y="375239"/>
                </a:lnTo>
                <a:lnTo>
                  <a:pt x="12908" y="265738"/>
                </a:lnTo>
                <a:lnTo>
                  <a:pt x="57420" y="265738"/>
                </a:lnTo>
                <a:lnTo>
                  <a:pt x="57420" y="336068"/>
                </a:lnTo>
                <a:lnTo>
                  <a:pt x="340964" y="336068"/>
                </a:lnTo>
                <a:lnTo>
                  <a:pt x="340964" y="37523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3061473" y="7185639"/>
            <a:ext cx="379730" cy="377190"/>
          </a:xfrm>
          <a:custGeom>
            <a:avLst/>
            <a:gdLst/>
            <a:ahLst/>
            <a:cxnLst/>
            <a:rect l="l" t="t" r="r" b="b"/>
            <a:pathLst>
              <a:path w="379729" h="377190">
                <a:moveTo>
                  <a:pt x="211433" y="164250"/>
                </a:moveTo>
                <a:lnTo>
                  <a:pt x="167811" y="164250"/>
                </a:lnTo>
                <a:lnTo>
                  <a:pt x="167811" y="137988"/>
                </a:lnTo>
                <a:lnTo>
                  <a:pt x="110773" y="132653"/>
                </a:lnTo>
                <a:lnTo>
                  <a:pt x="64709" y="120016"/>
                </a:lnTo>
                <a:lnTo>
                  <a:pt x="33919" y="99116"/>
                </a:lnTo>
                <a:lnTo>
                  <a:pt x="22701" y="68994"/>
                </a:lnTo>
                <a:lnTo>
                  <a:pt x="35888" y="36993"/>
                </a:lnTo>
                <a:lnTo>
                  <a:pt x="71776" y="15634"/>
                </a:lnTo>
                <a:lnTo>
                  <a:pt x="124857" y="3707"/>
                </a:lnTo>
                <a:lnTo>
                  <a:pt x="189622" y="0"/>
                </a:lnTo>
                <a:lnTo>
                  <a:pt x="254388" y="3707"/>
                </a:lnTo>
                <a:lnTo>
                  <a:pt x="307468" y="15634"/>
                </a:lnTo>
                <a:lnTo>
                  <a:pt x="337291" y="33384"/>
                </a:lnTo>
                <a:lnTo>
                  <a:pt x="189622" y="33384"/>
                </a:lnTo>
                <a:lnTo>
                  <a:pt x="142655" y="35442"/>
                </a:lnTo>
                <a:lnTo>
                  <a:pt x="103991" y="41841"/>
                </a:lnTo>
                <a:lnTo>
                  <a:pt x="77764" y="52914"/>
                </a:lnTo>
                <a:lnTo>
                  <a:pt x="68103" y="68994"/>
                </a:lnTo>
                <a:lnTo>
                  <a:pt x="77764" y="85261"/>
                </a:lnTo>
                <a:lnTo>
                  <a:pt x="103991" y="96313"/>
                </a:lnTo>
                <a:lnTo>
                  <a:pt x="142655" y="102607"/>
                </a:lnTo>
                <a:lnTo>
                  <a:pt x="189622" y="104603"/>
                </a:lnTo>
                <a:lnTo>
                  <a:pt x="337241" y="104603"/>
                </a:lnTo>
                <a:lnTo>
                  <a:pt x="314535" y="120016"/>
                </a:lnTo>
                <a:lnTo>
                  <a:pt x="268471" y="132653"/>
                </a:lnTo>
                <a:lnTo>
                  <a:pt x="211433" y="137988"/>
                </a:lnTo>
                <a:lnTo>
                  <a:pt x="211433" y="164250"/>
                </a:lnTo>
                <a:close/>
              </a:path>
              <a:path w="379729" h="377190">
                <a:moveTo>
                  <a:pt x="337241" y="104603"/>
                </a:moveTo>
                <a:lnTo>
                  <a:pt x="189622" y="104603"/>
                </a:lnTo>
                <a:lnTo>
                  <a:pt x="236590" y="102607"/>
                </a:lnTo>
                <a:lnTo>
                  <a:pt x="275253" y="96313"/>
                </a:lnTo>
                <a:lnTo>
                  <a:pt x="301480" y="85261"/>
                </a:lnTo>
                <a:lnTo>
                  <a:pt x="311141" y="68994"/>
                </a:lnTo>
                <a:lnTo>
                  <a:pt x="301480" y="52914"/>
                </a:lnTo>
                <a:lnTo>
                  <a:pt x="275253" y="41841"/>
                </a:lnTo>
                <a:lnTo>
                  <a:pt x="236590" y="35442"/>
                </a:lnTo>
                <a:lnTo>
                  <a:pt x="189622" y="33384"/>
                </a:lnTo>
                <a:lnTo>
                  <a:pt x="337291" y="33384"/>
                </a:lnTo>
                <a:lnTo>
                  <a:pt x="343357" y="36993"/>
                </a:lnTo>
                <a:lnTo>
                  <a:pt x="356543" y="68994"/>
                </a:lnTo>
                <a:lnTo>
                  <a:pt x="345325" y="99116"/>
                </a:lnTo>
                <a:lnTo>
                  <a:pt x="337241" y="104603"/>
                </a:lnTo>
                <a:close/>
              </a:path>
              <a:path w="379729" h="377190">
                <a:moveTo>
                  <a:pt x="379690" y="198525"/>
                </a:moveTo>
                <a:lnTo>
                  <a:pt x="0" y="198525"/>
                </a:lnTo>
                <a:lnTo>
                  <a:pt x="0" y="164250"/>
                </a:lnTo>
                <a:lnTo>
                  <a:pt x="379690" y="164250"/>
                </a:lnTo>
                <a:lnTo>
                  <a:pt x="379690" y="198525"/>
                </a:lnTo>
                <a:close/>
              </a:path>
              <a:path w="379729" h="377190">
                <a:moveTo>
                  <a:pt x="360104" y="376574"/>
                </a:moveTo>
                <a:lnTo>
                  <a:pt x="26262" y="376574"/>
                </a:lnTo>
                <a:lnTo>
                  <a:pt x="26262" y="285769"/>
                </a:lnTo>
                <a:lnTo>
                  <a:pt x="310250" y="285769"/>
                </a:lnTo>
                <a:lnTo>
                  <a:pt x="310250" y="259061"/>
                </a:lnTo>
                <a:lnTo>
                  <a:pt x="25372" y="259061"/>
                </a:lnTo>
                <a:lnTo>
                  <a:pt x="25372" y="226122"/>
                </a:lnTo>
                <a:lnTo>
                  <a:pt x="353427" y="226122"/>
                </a:lnTo>
                <a:lnTo>
                  <a:pt x="353427" y="316927"/>
                </a:lnTo>
                <a:lnTo>
                  <a:pt x="69439" y="316927"/>
                </a:lnTo>
                <a:lnTo>
                  <a:pt x="69439" y="343635"/>
                </a:lnTo>
                <a:lnTo>
                  <a:pt x="360104" y="343635"/>
                </a:lnTo>
                <a:lnTo>
                  <a:pt x="360104" y="37657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439123" y="7632116"/>
            <a:ext cx="379730" cy="381635"/>
          </a:xfrm>
          <a:custGeom>
            <a:avLst/>
            <a:gdLst/>
            <a:ahLst/>
            <a:cxnLst/>
            <a:rect l="l" t="t" r="r" b="b"/>
            <a:pathLst>
              <a:path w="379730" h="381634">
                <a:moveTo>
                  <a:pt x="356988" y="133982"/>
                </a:moveTo>
                <a:lnTo>
                  <a:pt x="27152" y="133982"/>
                </a:lnTo>
                <a:lnTo>
                  <a:pt x="27152" y="0"/>
                </a:lnTo>
                <a:lnTo>
                  <a:pt x="71664" y="0"/>
                </a:lnTo>
                <a:lnTo>
                  <a:pt x="71664" y="98372"/>
                </a:lnTo>
                <a:lnTo>
                  <a:pt x="356988" y="98372"/>
                </a:lnTo>
                <a:lnTo>
                  <a:pt x="356988" y="133982"/>
                </a:lnTo>
                <a:close/>
              </a:path>
              <a:path w="379730" h="381634">
                <a:moveTo>
                  <a:pt x="211433" y="174488"/>
                </a:moveTo>
                <a:lnTo>
                  <a:pt x="167811" y="174488"/>
                </a:lnTo>
                <a:lnTo>
                  <a:pt x="167811" y="133982"/>
                </a:lnTo>
                <a:lnTo>
                  <a:pt x="211433" y="133982"/>
                </a:lnTo>
                <a:lnTo>
                  <a:pt x="211433" y="174488"/>
                </a:lnTo>
                <a:close/>
              </a:path>
              <a:path w="379730" h="381634">
                <a:moveTo>
                  <a:pt x="379690" y="210098"/>
                </a:moveTo>
                <a:lnTo>
                  <a:pt x="0" y="210098"/>
                </a:lnTo>
                <a:lnTo>
                  <a:pt x="0" y="174488"/>
                </a:lnTo>
                <a:lnTo>
                  <a:pt x="379690" y="174488"/>
                </a:lnTo>
                <a:lnTo>
                  <a:pt x="379690" y="210098"/>
                </a:lnTo>
                <a:close/>
              </a:path>
              <a:path w="379730" h="381634">
                <a:moveTo>
                  <a:pt x="189622" y="381470"/>
                </a:moveTo>
                <a:lnTo>
                  <a:pt x="125163" y="377874"/>
                </a:lnTo>
                <a:lnTo>
                  <a:pt x="71887" y="366058"/>
                </a:lnTo>
                <a:lnTo>
                  <a:pt x="35637" y="344476"/>
                </a:lnTo>
                <a:lnTo>
                  <a:pt x="22256" y="311586"/>
                </a:lnTo>
                <a:lnTo>
                  <a:pt x="35637" y="278695"/>
                </a:lnTo>
                <a:lnTo>
                  <a:pt x="71887" y="257114"/>
                </a:lnTo>
                <a:lnTo>
                  <a:pt x="125163" y="245297"/>
                </a:lnTo>
                <a:lnTo>
                  <a:pt x="189622" y="241701"/>
                </a:lnTo>
                <a:lnTo>
                  <a:pt x="254081" y="245297"/>
                </a:lnTo>
                <a:lnTo>
                  <a:pt x="307357" y="257114"/>
                </a:lnTo>
                <a:lnTo>
                  <a:pt x="340535" y="276866"/>
                </a:lnTo>
                <a:lnTo>
                  <a:pt x="189622" y="276866"/>
                </a:lnTo>
                <a:lnTo>
                  <a:pt x="144602" y="278598"/>
                </a:lnTo>
                <a:lnTo>
                  <a:pt x="105883" y="284378"/>
                </a:lnTo>
                <a:lnTo>
                  <a:pt x="78765" y="295082"/>
                </a:lnTo>
                <a:lnTo>
                  <a:pt x="68548" y="311586"/>
                </a:lnTo>
                <a:lnTo>
                  <a:pt x="78765" y="328090"/>
                </a:lnTo>
                <a:lnTo>
                  <a:pt x="105883" y="338794"/>
                </a:lnTo>
                <a:lnTo>
                  <a:pt x="144602" y="344574"/>
                </a:lnTo>
                <a:lnTo>
                  <a:pt x="189622" y="346305"/>
                </a:lnTo>
                <a:lnTo>
                  <a:pt x="340535" y="346305"/>
                </a:lnTo>
                <a:lnTo>
                  <a:pt x="307357" y="366058"/>
                </a:lnTo>
                <a:lnTo>
                  <a:pt x="254081" y="377874"/>
                </a:lnTo>
                <a:lnTo>
                  <a:pt x="189622" y="381470"/>
                </a:lnTo>
                <a:close/>
              </a:path>
              <a:path w="379730" h="381634">
                <a:moveTo>
                  <a:pt x="340535" y="346305"/>
                </a:moveTo>
                <a:lnTo>
                  <a:pt x="189622" y="346305"/>
                </a:lnTo>
                <a:lnTo>
                  <a:pt x="234642" y="344574"/>
                </a:lnTo>
                <a:lnTo>
                  <a:pt x="273361" y="338794"/>
                </a:lnTo>
                <a:lnTo>
                  <a:pt x="300479" y="328090"/>
                </a:lnTo>
                <a:lnTo>
                  <a:pt x="310696" y="311586"/>
                </a:lnTo>
                <a:lnTo>
                  <a:pt x="300479" y="295082"/>
                </a:lnTo>
                <a:lnTo>
                  <a:pt x="273361" y="284378"/>
                </a:lnTo>
                <a:lnTo>
                  <a:pt x="234642" y="278598"/>
                </a:lnTo>
                <a:lnTo>
                  <a:pt x="189622" y="276866"/>
                </a:lnTo>
                <a:lnTo>
                  <a:pt x="340535" y="276866"/>
                </a:lnTo>
                <a:lnTo>
                  <a:pt x="343607" y="278695"/>
                </a:lnTo>
                <a:lnTo>
                  <a:pt x="356988" y="311586"/>
                </a:lnTo>
                <a:lnTo>
                  <a:pt x="343607" y="344476"/>
                </a:lnTo>
                <a:lnTo>
                  <a:pt x="340535" y="34630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853978" y="7616982"/>
            <a:ext cx="379730" cy="396240"/>
          </a:xfrm>
          <a:custGeom>
            <a:avLst/>
            <a:gdLst/>
            <a:ahLst/>
            <a:cxnLst/>
            <a:rect l="l" t="t" r="r" b="b"/>
            <a:pathLst>
              <a:path w="379730" h="396240">
                <a:moveTo>
                  <a:pt x="212323" y="40061"/>
                </a:moveTo>
                <a:lnTo>
                  <a:pt x="167366" y="40061"/>
                </a:lnTo>
                <a:lnTo>
                  <a:pt x="167366" y="0"/>
                </a:lnTo>
                <a:lnTo>
                  <a:pt x="212323" y="0"/>
                </a:lnTo>
                <a:lnTo>
                  <a:pt x="212323" y="40061"/>
                </a:lnTo>
                <a:close/>
              </a:path>
              <a:path w="379730" h="396240">
                <a:moveTo>
                  <a:pt x="356988" y="75225"/>
                </a:moveTo>
                <a:lnTo>
                  <a:pt x="22256" y="75225"/>
                </a:lnTo>
                <a:lnTo>
                  <a:pt x="22256" y="40061"/>
                </a:lnTo>
                <a:lnTo>
                  <a:pt x="356988" y="40061"/>
                </a:lnTo>
                <a:lnTo>
                  <a:pt x="356988" y="75225"/>
                </a:lnTo>
                <a:close/>
              </a:path>
              <a:path w="379730" h="396240">
                <a:moveTo>
                  <a:pt x="15134" y="180720"/>
                </a:moveTo>
                <a:lnTo>
                  <a:pt x="15134" y="145110"/>
                </a:lnTo>
                <a:lnTo>
                  <a:pt x="63701" y="139699"/>
                </a:lnTo>
                <a:lnTo>
                  <a:pt x="110223" y="126192"/>
                </a:lnTo>
                <a:lnTo>
                  <a:pt x="148149" y="104673"/>
                </a:lnTo>
                <a:lnTo>
                  <a:pt x="170927" y="75225"/>
                </a:lnTo>
                <a:lnTo>
                  <a:pt x="217220" y="75225"/>
                </a:lnTo>
                <a:lnTo>
                  <a:pt x="215293" y="82076"/>
                </a:lnTo>
                <a:lnTo>
                  <a:pt x="212824" y="88635"/>
                </a:lnTo>
                <a:lnTo>
                  <a:pt x="209771" y="94943"/>
                </a:lnTo>
                <a:lnTo>
                  <a:pt x="206092" y="101043"/>
                </a:lnTo>
                <a:lnTo>
                  <a:pt x="305384" y="129530"/>
                </a:lnTo>
                <a:lnTo>
                  <a:pt x="180720" y="129530"/>
                </a:lnTo>
                <a:lnTo>
                  <a:pt x="146709" y="151049"/>
                </a:lnTo>
                <a:lnTo>
                  <a:pt x="105939" y="166809"/>
                </a:lnTo>
                <a:lnTo>
                  <a:pt x="61162" y="176727"/>
                </a:lnTo>
                <a:lnTo>
                  <a:pt x="15134" y="180720"/>
                </a:lnTo>
                <a:close/>
              </a:path>
              <a:path w="379730" h="396240">
                <a:moveTo>
                  <a:pt x="354318" y="181165"/>
                </a:moveTo>
                <a:lnTo>
                  <a:pt x="180720" y="129530"/>
                </a:lnTo>
                <a:lnTo>
                  <a:pt x="305384" y="129530"/>
                </a:lnTo>
                <a:lnTo>
                  <a:pt x="365891" y="146890"/>
                </a:lnTo>
                <a:lnTo>
                  <a:pt x="354318" y="181165"/>
                </a:lnTo>
                <a:close/>
              </a:path>
              <a:path w="379730" h="396240">
                <a:moveTo>
                  <a:pt x="379690" y="244372"/>
                </a:moveTo>
                <a:lnTo>
                  <a:pt x="0" y="244372"/>
                </a:lnTo>
                <a:lnTo>
                  <a:pt x="0" y="207872"/>
                </a:lnTo>
                <a:lnTo>
                  <a:pt x="379690" y="207872"/>
                </a:lnTo>
                <a:lnTo>
                  <a:pt x="379690" y="244372"/>
                </a:lnTo>
                <a:close/>
              </a:path>
              <a:path w="379730" h="396240">
                <a:moveTo>
                  <a:pt x="211433" y="284878"/>
                </a:moveTo>
                <a:lnTo>
                  <a:pt x="167811" y="284878"/>
                </a:lnTo>
                <a:lnTo>
                  <a:pt x="167811" y="244372"/>
                </a:lnTo>
                <a:lnTo>
                  <a:pt x="211433" y="244372"/>
                </a:lnTo>
                <a:lnTo>
                  <a:pt x="211433" y="284878"/>
                </a:lnTo>
                <a:close/>
              </a:path>
              <a:path w="379730" h="396240">
                <a:moveTo>
                  <a:pt x="352982" y="395714"/>
                </a:moveTo>
                <a:lnTo>
                  <a:pt x="308470" y="395714"/>
                </a:lnTo>
                <a:lnTo>
                  <a:pt x="308470" y="320933"/>
                </a:lnTo>
                <a:lnTo>
                  <a:pt x="23146" y="320933"/>
                </a:lnTo>
                <a:lnTo>
                  <a:pt x="23146" y="284878"/>
                </a:lnTo>
                <a:lnTo>
                  <a:pt x="352982" y="284878"/>
                </a:lnTo>
                <a:lnTo>
                  <a:pt x="352982" y="39571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4360948" y="6566839"/>
            <a:ext cx="2028189" cy="2058670"/>
          </a:xfrm>
          <a:custGeom>
            <a:avLst/>
            <a:gdLst/>
            <a:ahLst/>
            <a:cxnLst/>
            <a:rect l="l" t="t" r="r" b="b"/>
            <a:pathLst>
              <a:path w="2028189" h="2058670">
                <a:moveTo>
                  <a:pt x="1014008" y="2058558"/>
                </a:moveTo>
                <a:lnTo>
                  <a:pt x="966274" y="2057454"/>
                </a:lnTo>
                <a:lnTo>
                  <a:pt x="919108" y="2054176"/>
                </a:lnTo>
                <a:lnTo>
                  <a:pt x="872558" y="2048771"/>
                </a:lnTo>
                <a:lnTo>
                  <a:pt x="826674" y="2041288"/>
                </a:lnTo>
                <a:lnTo>
                  <a:pt x="781504" y="2031777"/>
                </a:lnTo>
                <a:lnTo>
                  <a:pt x="737097" y="2020286"/>
                </a:lnTo>
                <a:lnTo>
                  <a:pt x="693502" y="2006863"/>
                </a:lnTo>
                <a:lnTo>
                  <a:pt x="650767" y="1991558"/>
                </a:lnTo>
                <a:lnTo>
                  <a:pt x="608940" y="1974418"/>
                </a:lnTo>
                <a:lnTo>
                  <a:pt x="568072" y="1955493"/>
                </a:lnTo>
                <a:lnTo>
                  <a:pt x="528209" y="1934832"/>
                </a:lnTo>
                <a:lnTo>
                  <a:pt x="489402" y="1912482"/>
                </a:lnTo>
                <a:lnTo>
                  <a:pt x="451698" y="1888493"/>
                </a:lnTo>
                <a:lnTo>
                  <a:pt x="415147" y="1862914"/>
                </a:lnTo>
                <a:lnTo>
                  <a:pt x="379796" y="1835792"/>
                </a:lnTo>
                <a:lnTo>
                  <a:pt x="345696" y="1807178"/>
                </a:lnTo>
                <a:lnTo>
                  <a:pt x="312894" y="1777119"/>
                </a:lnTo>
                <a:lnTo>
                  <a:pt x="281439" y="1745664"/>
                </a:lnTo>
                <a:lnTo>
                  <a:pt x="251380" y="1712862"/>
                </a:lnTo>
                <a:lnTo>
                  <a:pt x="222765" y="1678761"/>
                </a:lnTo>
                <a:lnTo>
                  <a:pt x="195644" y="1643411"/>
                </a:lnTo>
                <a:lnTo>
                  <a:pt x="170064" y="1606859"/>
                </a:lnTo>
                <a:lnTo>
                  <a:pt x="146075" y="1569156"/>
                </a:lnTo>
                <a:lnTo>
                  <a:pt x="123726" y="1530348"/>
                </a:lnTo>
                <a:lnTo>
                  <a:pt x="103064" y="1490486"/>
                </a:lnTo>
                <a:lnTo>
                  <a:pt x="84139" y="1449617"/>
                </a:lnTo>
                <a:lnTo>
                  <a:pt x="67000" y="1407791"/>
                </a:lnTo>
                <a:lnTo>
                  <a:pt x="51694" y="1365055"/>
                </a:lnTo>
                <a:lnTo>
                  <a:pt x="38271" y="1321460"/>
                </a:lnTo>
                <a:lnTo>
                  <a:pt x="26780" y="1277053"/>
                </a:lnTo>
                <a:lnTo>
                  <a:pt x="17269" y="1231883"/>
                </a:lnTo>
                <a:lnTo>
                  <a:pt x="9787" y="1185999"/>
                </a:lnTo>
                <a:lnTo>
                  <a:pt x="4382" y="1139450"/>
                </a:lnTo>
                <a:lnTo>
                  <a:pt x="1103" y="1092283"/>
                </a:lnTo>
                <a:lnTo>
                  <a:pt x="0" y="1044549"/>
                </a:lnTo>
                <a:lnTo>
                  <a:pt x="0" y="1014008"/>
                </a:lnTo>
                <a:lnTo>
                  <a:pt x="1103" y="966274"/>
                </a:lnTo>
                <a:lnTo>
                  <a:pt x="4382" y="919108"/>
                </a:lnTo>
                <a:lnTo>
                  <a:pt x="9787" y="872558"/>
                </a:lnTo>
                <a:lnTo>
                  <a:pt x="17269" y="826674"/>
                </a:lnTo>
                <a:lnTo>
                  <a:pt x="26780" y="781504"/>
                </a:lnTo>
                <a:lnTo>
                  <a:pt x="38271" y="737097"/>
                </a:lnTo>
                <a:lnTo>
                  <a:pt x="51694" y="693502"/>
                </a:lnTo>
                <a:lnTo>
                  <a:pt x="67000" y="650767"/>
                </a:lnTo>
                <a:lnTo>
                  <a:pt x="84139" y="608940"/>
                </a:lnTo>
                <a:lnTo>
                  <a:pt x="103064" y="568072"/>
                </a:lnTo>
                <a:lnTo>
                  <a:pt x="123726" y="528209"/>
                </a:lnTo>
                <a:lnTo>
                  <a:pt x="146075" y="489402"/>
                </a:lnTo>
                <a:lnTo>
                  <a:pt x="170064" y="451698"/>
                </a:lnTo>
                <a:lnTo>
                  <a:pt x="195644" y="415147"/>
                </a:lnTo>
                <a:lnTo>
                  <a:pt x="222765" y="379796"/>
                </a:lnTo>
                <a:lnTo>
                  <a:pt x="251380" y="345696"/>
                </a:lnTo>
                <a:lnTo>
                  <a:pt x="281439" y="312894"/>
                </a:lnTo>
                <a:lnTo>
                  <a:pt x="312894" y="281439"/>
                </a:lnTo>
                <a:lnTo>
                  <a:pt x="345696" y="251380"/>
                </a:lnTo>
                <a:lnTo>
                  <a:pt x="379796" y="222765"/>
                </a:lnTo>
                <a:lnTo>
                  <a:pt x="415147" y="195644"/>
                </a:lnTo>
                <a:lnTo>
                  <a:pt x="451698" y="170064"/>
                </a:lnTo>
                <a:lnTo>
                  <a:pt x="489402" y="146075"/>
                </a:lnTo>
                <a:lnTo>
                  <a:pt x="528209" y="123726"/>
                </a:lnTo>
                <a:lnTo>
                  <a:pt x="568072" y="103064"/>
                </a:lnTo>
                <a:lnTo>
                  <a:pt x="608940" y="84139"/>
                </a:lnTo>
                <a:lnTo>
                  <a:pt x="650767" y="67000"/>
                </a:lnTo>
                <a:lnTo>
                  <a:pt x="693502" y="51694"/>
                </a:lnTo>
                <a:lnTo>
                  <a:pt x="737097" y="38271"/>
                </a:lnTo>
                <a:lnTo>
                  <a:pt x="781504" y="26780"/>
                </a:lnTo>
                <a:lnTo>
                  <a:pt x="826674" y="17269"/>
                </a:lnTo>
                <a:lnTo>
                  <a:pt x="872558" y="9787"/>
                </a:lnTo>
                <a:lnTo>
                  <a:pt x="919108" y="4382"/>
                </a:lnTo>
                <a:lnTo>
                  <a:pt x="966274" y="1103"/>
                </a:lnTo>
                <a:lnTo>
                  <a:pt x="1014008" y="0"/>
                </a:lnTo>
                <a:lnTo>
                  <a:pt x="1061742" y="1103"/>
                </a:lnTo>
                <a:lnTo>
                  <a:pt x="1108909" y="4382"/>
                </a:lnTo>
                <a:lnTo>
                  <a:pt x="1155458" y="9787"/>
                </a:lnTo>
                <a:lnTo>
                  <a:pt x="1201342" y="17269"/>
                </a:lnTo>
                <a:lnTo>
                  <a:pt x="1246512" y="26780"/>
                </a:lnTo>
                <a:lnTo>
                  <a:pt x="1290919" y="38271"/>
                </a:lnTo>
                <a:lnTo>
                  <a:pt x="1334514" y="51694"/>
                </a:lnTo>
                <a:lnTo>
                  <a:pt x="1377250" y="67000"/>
                </a:lnTo>
                <a:lnTo>
                  <a:pt x="1419076" y="84139"/>
                </a:lnTo>
                <a:lnTo>
                  <a:pt x="1459945" y="103064"/>
                </a:lnTo>
                <a:lnTo>
                  <a:pt x="1499807" y="123726"/>
                </a:lnTo>
                <a:lnTo>
                  <a:pt x="1538615" y="146075"/>
                </a:lnTo>
                <a:lnTo>
                  <a:pt x="1576318" y="170064"/>
                </a:lnTo>
                <a:lnTo>
                  <a:pt x="1612870" y="195644"/>
                </a:lnTo>
                <a:lnTo>
                  <a:pt x="1648220" y="222765"/>
                </a:lnTo>
                <a:lnTo>
                  <a:pt x="1682321" y="251380"/>
                </a:lnTo>
                <a:lnTo>
                  <a:pt x="1715123" y="281439"/>
                </a:lnTo>
                <a:lnTo>
                  <a:pt x="1746578" y="312894"/>
                </a:lnTo>
                <a:lnTo>
                  <a:pt x="1776637" y="345696"/>
                </a:lnTo>
                <a:lnTo>
                  <a:pt x="1805251" y="379796"/>
                </a:lnTo>
                <a:lnTo>
                  <a:pt x="1832373" y="415147"/>
                </a:lnTo>
                <a:lnTo>
                  <a:pt x="1857952" y="451698"/>
                </a:lnTo>
                <a:lnTo>
                  <a:pt x="1881941" y="489402"/>
                </a:lnTo>
                <a:lnTo>
                  <a:pt x="1904291" y="528209"/>
                </a:lnTo>
                <a:lnTo>
                  <a:pt x="1924952" y="568072"/>
                </a:lnTo>
                <a:lnTo>
                  <a:pt x="1943877" y="608940"/>
                </a:lnTo>
                <a:lnTo>
                  <a:pt x="1961017" y="650767"/>
                </a:lnTo>
                <a:lnTo>
                  <a:pt x="1976322" y="693502"/>
                </a:lnTo>
                <a:lnTo>
                  <a:pt x="1989745" y="737097"/>
                </a:lnTo>
                <a:lnTo>
                  <a:pt x="2001236" y="781504"/>
                </a:lnTo>
                <a:lnTo>
                  <a:pt x="2010747" y="826674"/>
                </a:lnTo>
                <a:lnTo>
                  <a:pt x="2018230" y="872558"/>
                </a:lnTo>
                <a:lnTo>
                  <a:pt x="2023635" y="919108"/>
                </a:lnTo>
                <a:lnTo>
                  <a:pt x="2026913" y="966274"/>
                </a:lnTo>
                <a:lnTo>
                  <a:pt x="2028017" y="1014008"/>
                </a:lnTo>
                <a:lnTo>
                  <a:pt x="2028017" y="1044549"/>
                </a:lnTo>
                <a:lnTo>
                  <a:pt x="2026913" y="1092283"/>
                </a:lnTo>
                <a:lnTo>
                  <a:pt x="2023635" y="1139450"/>
                </a:lnTo>
                <a:lnTo>
                  <a:pt x="2018230" y="1185999"/>
                </a:lnTo>
                <a:lnTo>
                  <a:pt x="2010747" y="1231883"/>
                </a:lnTo>
                <a:lnTo>
                  <a:pt x="2001236" y="1277053"/>
                </a:lnTo>
                <a:lnTo>
                  <a:pt x="1989745" y="1321460"/>
                </a:lnTo>
                <a:lnTo>
                  <a:pt x="1976322" y="1365055"/>
                </a:lnTo>
                <a:lnTo>
                  <a:pt x="1961017" y="1407791"/>
                </a:lnTo>
                <a:lnTo>
                  <a:pt x="1943877" y="1449617"/>
                </a:lnTo>
                <a:lnTo>
                  <a:pt x="1924952" y="1490486"/>
                </a:lnTo>
                <a:lnTo>
                  <a:pt x="1904291" y="1530348"/>
                </a:lnTo>
                <a:lnTo>
                  <a:pt x="1881941" y="1569156"/>
                </a:lnTo>
                <a:lnTo>
                  <a:pt x="1857952" y="1606859"/>
                </a:lnTo>
                <a:lnTo>
                  <a:pt x="1832373" y="1643411"/>
                </a:lnTo>
                <a:lnTo>
                  <a:pt x="1805251" y="1678761"/>
                </a:lnTo>
                <a:lnTo>
                  <a:pt x="1776637" y="1712862"/>
                </a:lnTo>
                <a:lnTo>
                  <a:pt x="1746578" y="1745664"/>
                </a:lnTo>
                <a:lnTo>
                  <a:pt x="1715123" y="1777119"/>
                </a:lnTo>
                <a:lnTo>
                  <a:pt x="1682321" y="1807178"/>
                </a:lnTo>
                <a:lnTo>
                  <a:pt x="1648220" y="1835792"/>
                </a:lnTo>
                <a:lnTo>
                  <a:pt x="1612870" y="1862914"/>
                </a:lnTo>
                <a:lnTo>
                  <a:pt x="1576318" y="1888493"/>
                </a:lnTo>
                <a:lnTo>
                  <a:pt x="1538615" y="1912482"/>
                </a:lnTo>
                <a:lnTo>
                  <a:pt x="1499807" y="1934832"/>
                </a:lnTo>
                <a:lnTo>
                  <a:pt x="1459945" y="1955493"/>
                </a:lnTo>
                <a:lnTo>
                  <a:pt x="1419076" y="1974418"/>
                </a:lnTo>
                <a:lnTo>
                  <a:pt x="1377250" y="1991558"/>
                </a:lnTo>
                <a:lnTo>
                  <a:pt x="1334514" y="2006863"/>
                </a:lnTo>
                <a:lnTo>
                  <a:pt x="1290919" y="2020286"/>
                </a:lnTo>
                <a:lnTo>
                  <a:pt x="1246512" y="2031777"/>
                </a:lnTo>
                <a:lnTo>
                  <a:pt x="1201342" y="2041288"/>
                </a:lnTo>
                <a:lnTo>
                  <a:pt x="1155458" y="2048771"/>
                </a:lnTo>
                <a:lnTo>
                  <a:pt x="1108909" y="2054176"/>
                </a:lnTo>
                <a:lnTo>
                  <a:pt x="1061742" y="2057454"/>
                </a:lnTo>
                <a:lnTo>
                  <a:pt x="1014008" y="20585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4360948" y="6566839"/>
            <a:ext cx="2028189" cy="2058670"/>
          </a:xfrm>
          <a:custGeom>
            <a:avLst/>
            <a:gdLst/>
            <a:ahLst/>
            <a:cxnLst/>
            <a:rect l="l" t="t" r="r" b="b"/>
            <a:pathLst>
              <a:path w="2028189" h="2058670">
                <a:moveTo>
                  <a:pt x="1014008" y="2058558"/>
                </a:moveTo>
                <a:lnTo>
                  <a:pt x="966274" y="2057454"/>
                </a:lnTo>
                <a:lnTo>
                  <a:pt x="919108" y="2054176"/>
                </a:lnTo>
                <a:lnTo>
                  <a:pt x="872558" y="2048771"/>
                </a:lnTo>
                <a:lnTo>
                  <a:pt x="826674" y="2041288"/>
                </a:lnTo>
                <a:lnTo>
                  <a:pt x="781504" y="2031777"/>
                </a:lnTo>
                <a:lnTo>
                  <a:pt x="737097" y="2020286"/>
                </a:lnTo>
                <a:lnTo>
                  <a:pt x="693502" y="2006863"/>
                </a:lnTo>
                <a:lnTo>
                  <a:pt x="650767" y="1991558"/>
                </a:lnTo>
                <a:lnTo>
                  <a:pt x="608940" y="1974418"/>
                </a:lnTo>
                <a:lnTo>
                  <a:pt x="568072" y="1955493"/>
                </a:lnTo>
                <a:lnTo>
                  <a:pt x="528209" y="1934832"/>
                </a:lnTo>
                <a:lnTo>
                  <a:pt x="489402" y="1912482"/>
                </a:lnTo>
                <a:lnTo>
                  <a:pt x="451698" y="1888493"/>
                </a:lnTo>
                <a:lnTo>
                  <a:pt x="415147" y="1862914"/>
                </a:lnTo>
                <a:lnTo>
                  <a:pt x="379796" y="1835792"/>
                </a:lnTo>
                <a:lnTo>
                  <a:pt x="345696" y="1807178"/>
                </a:lnTo>
                <a:lnTo>
                  <a:pt x="312894" y="1777119"/>
                </a:lnTo>
                <a:lnTo>
                  <a:pt x="281439" y="1745664"/>
                </a:lnTo>
                <a:lnTo>
                  <a:pt x="251380" y="1712862"/>
                </a:lnTo>
                <a:lnTo>
                  <a:pt x="222765" y="1678761"/>
                </a:lnTo>
                <a:lnTo>
                  <a:pt x="195644" y="1643411"/>
                </a:lnTo>
                <a:lnTo>
                  <a:pt x="170064" y="1606859"/>
                </a:lnTo>
                <a:lnTo>
                  <a:pt x="146075" y="1569156"/>
                </a:lnTo>
                <a:lnTo>
                  <a:pt x="123726" y="1530348"/>
                </a:lnTo>
                <a:lnTo>
                  <a:pt x="103064" y="1490486"/>
                </a:lnTo>
                <a:lnTo>
                  <a:pt x="84139" y="1449617"/>
                </a:lnTo>
                <a:lnTo>
                  <a:pt x="67000" y="1407791"/>
                </a:lnTo>
                <a:lnTo>
                  <a:pt x="51694" y="1365055"/>
                </a:lnTo>
                <a:lnTo>
                  <a:pt x="38271" y="1321460"/>
                </a:lnTo>
                <a:lnTo>
                  <a:pt x="26780" y="1277053"/>
                </a:lnTo>
                <a:lnTo>
                  <a:pt x="17269" y="1231883"/>
                </a:lnTo>
                <a:lnTo>
                  <a:pt x="9787" y="1185999"/>
                </a:lnTo>
                <a:lnTo>
                  <a:pt x="4382" y="1139450"/>
                </a:lnTo>
                <a:lnTo>
                  <a:pt x="1103" y="1092283"/>
                </a:lnTo>
                <a:lnTo>
                  <a:pt x="0" y="1044549"/>
                </a:lnTo>
                <a:lnTo>
                  <a:pt x="0" y="1029279"/>
                </a:lnTo>
                <a:lnTo>
                  <a:pt x="0" y="1014008"/>
                </a:lnTo>
                <a:lnTo>
                  <a:pt x="1103" y="966274"/>
                </a:lnTo>
                <a:lnTo>
                  <a:pt x="4382" y="919108"/>
                </a:lnTo>
                <a:lnTo>
                  <a:pt x="9787" y="872558"/>
                </a:lnTo>
                <a:lnTo>
                  <a:pt x="17269" y="826674"/>
                </a:lnTo>
                <a:lnTo>
                  <a:pt x="26780" y="781504"/>
                </a:lnTo>
                <a:lnTo>
                  <a:pt x="38271" y="737097"/>
                </a:lnTo>
                <a:lnTo>
                  <a:pt x="51694" y="693502"/>
                </a:lnTo>
                <a:lnTo>
                  <a:pt x="67000" y="650767"/>
                </a:lnTo>
                <a:lnTo>
                  <a:pt x="84139" y="608940"/>
                </a:lnTo>
                <a:lnTo>
                  <a:pt x="103064" y="568072"/>
                </a:lnTo>
                <a:lnTo>
                  <a:pt x="123726" y="528209"/>
                </a:lnTo>
                <a:lnTo>
                  <a:pt x="146075" y="489402"/>
                </a:lnTo>
                <a:lnTo>
                  <a:pt x="170064" y="451698"/>
                </a:lnTo>
                <a:lnTo>
                  <a:pt x="195644" y="415147"/>
                </a:lnTo>
                <a:lnTo>
                  <a:pt x="222765" y="379796"/>
                </a:lnTo>
                <a:lnTo>
                  <a:pt x="251380" y="345696"/>
                </a:lnTo>
                <a:lnTo>
                  <a:pt x="281439" y="312894"/>
                </a:lnTo>
                <a:lnTo>
                  <a:pt x="312894" y="281439"/>
                </a:lnTo>
                <a:lnTo>
                  <a:pt x="345696" y="251380"/>
                </a:lnTo>
                <a:lnTo>
                  <a:pt x="379796" y="222765"/>
                </a:lnTo>
                <a:lnTo>
                  <a:pt x="415147" y="195644"/>
                </a:lnTo>
                <a:lnTo>
                  <a:pt x="451698" y="170064"/>
                </a:lnTo>
                <a:lnTo>
                  <a:pt x="489402" y="146075"/>
                </a:lnTo>
                <a:lnTo>
                  <a:pt x="528209" y="123726"/>
                </a:lnTo>
                <a:lnTo>
                  <a:pt x="568072" y="103064"/>
                </a:lnTo>
                <a:lnTo>
                  <a:pt x="608940" y="84139"/>
                </a:lnTo>
                <a:lnTo>
                  <a:pt x="650767" y="67000"/>
                </a:lnTo>
                <a:lnTo>
                  <a:pt x="693502" y="51694"/>
                </a:lnTo>
                <a:lnTo>
                  <a:pt x="737097" y="38271"/>
                </a:lnTo>
                <a:lnTo>
                  <a:pt x="781504" y="26780"/>
                </a:lnTo>
                <a:lnTo>
                  <a:pt x="826674" y="17269"/>
                </a:lnTo>
                <a:lnTo>
                  <a:pt x="872558" y="9787"/>
                </a:lnTo>
                <a:lnTo>
                  <a:pt x="919108" y="4382"/>
                </a:lnTo>
                <a:lnTo>
                  <a:pt x="966274" y="1103"/>
                </a:lnTo>
                <a:lnTo>
                  <a:pt x="1014008" y="0"/>
                </a:lnTo>
                <a:lnTo>
                  <a:pt x="1061742" y="1103"/>
                </a:lnTo>
                <a:lnTo>
                  <a:pt x="1108909" y="4382"/>
                </a:lnTo>
                <a:lnTo>
                  <a:pt x="1155458" y="9787"/>
                </a:lnTo>
                <a:lnTo>
                  <a:pt x="1201342" y="17269"/>
                </a:lnTo>
                <a:lnTo>
                  <a:pt x="1246512" y="26780"/>
                </a:lnTo>
                <a:lnTo>
                  <a:pt x="1290919" y="38271"/>
                </a:lnTo>
                <a:lnTo>
                  <a:pt x="1334514" y="51694"/>
                </a:lnTo>
                <a:lnTo>
                  <a:pt x="1377250" y="67000"/>
                </a:lnTo>
                <a:lnTo>
                  <a:pt x="1419076" y="84139"/>
                </a:lnTo>
                <a:lnTo>
                  <a:pt x="1459945" y="103064"/>
                </a:lnTo>
                <a:lnTo>
                  <a:pt x="1499807" y="123726"/>
                </a:lnTo>
                <a:lnTo>
                  <a:pt x="1538615" y="146075"/>
                </a:lnTo>
                <a:lnTo>
                  <a:pt x="1576318" y="170064"/>
                </a:lnTo>
                <a:lnTo>
                  <a:pt x="1612870" y="195644"/>
                </a:lnTo>
                <a:lnTo>
                  <a:pt x="1648220" y="222765"/>
                </a:lnTo>
                <a:lnTo>
                  <a:pt x="1682321" y="251380"/>
                </a:lnTo>
                <a:lnTo>
                  <a:pt x="1715123" y="281439"/>
                </a:lnTo>
                <a:lnTo>
                  <a:pt x="1746578" y="312894"/>
                </a:lnTo>
                <a:lnTo>
                  <a:pt x="1776637" y="345696"/>
                </a:lnTo>
                <a:lnTo>
                  <a:pt x="1805251" y="379796"/>
                </a:lnTo>
                <a:lnTo>
                  <a:pt x="1832373" y="415147"/>
                </a:lnTo>
                <a:lnTo>
                  <a:pt x="1857952" y="451698"/>
                </a:lnTo>
                <a:lnTo>
                  <a:pt x="1881941" y="489402"/>
                </a:lnTo>
                <a:lnTo>
                  <a:pt x="1904291" y="528209"/>
                </a:lnTo>
                <a:lnTo>
                  <a:pt x="1924952" y="568072"/>
                </a:lnTo>
                <a:lnTo>
                  <a:pt x="1943877" y="608940"/>
                </a:lnTo>
                <a:lnTo>
                  <a:pt x="1961017" y="650767"/>
                </a:lnTo>
                <a:lnTo>
                  <a:pt x="1976322" y="693502"/>
                </a:lnTo>
                <a:lnTo>
                  <a:pt x="1989745" y="737097"/>
                </a:lnTo>
                <a:lnTo>
                  <a:pt x="2001236" y="781504"/>
                </a:lnTo>
                <a:lnTo>
                  <a:pt x="2010747" y="826674"/>
                </a:lnTo>
                <a:lnTo>
                  <a:pt x="2018230" y="872558"/>
                </a:lnTo>
                <a:lnTo>
                  <a:pt x="2023635" y="919108"/>
                </a:lnTo>
                <a:lnTo>
                  <a:pt x="2026913" y="966274"/>
                </a:lnTo>
                <a:lnTo>
                  <a:pt x="2028017" y="1014008"/>
                </a:lnTo>
                <a:lnTo>
                  <a:pt x="2028017" y="1029279"/>
                </a:lnTo>
                <a:lnTo>
                  <a:pt x="2028017" y="1044549"/>
                </a:lnTo>
                <a:lnTo>
                  <a:pt x="2026913" y="1092283"/>
                </a:lnTo>
                <a:lnTo>
                  <a:pt x="2023635" y="1139450"/>
                </a:lnTo>
                <a:lnTo>
                  <a:pt x="2018230" y="1185999"/>
                </a:lnTo>
                <a:lnTo>
                  <a:pt x="2010747" y="1231883"/>
                </a:lnTo>
                <a:lnTo>
                  <a:pt x="2001236" y="1277053"/>
                </a:lnTo>
                <a:lnTo>
                  <a:pt x="1989745" y="1321460"/>
                </a:lnTo>
                <a:lnTo>
                  <a:pt x="1976322" y="1365055"/>
                </a:lnTo>
                <a:lnTo>
                  <a:pt x="1961017" y="1407791"/>
                </a:lnTo>
                <a:lnTo>
                  <a:pt x="1943877" y="1449617"/>
                </a:lnTo>
                <a:lnTo>
                  <a:pt x="1924952" y="1490486"/>
                </a:lnTo>
                <a:lnTo>
                  <a:pt x="1904291" y="1530348"/>
                </a:lnTo>
                <a:lnTo>
                  <a:pt x="1881941" y="1569156"/>
                </a:lnTo>
                <a:lnTo>
                  <a:pt x="1857952" y="1606859"/>
                </a:lnTo>
                <a:lnTo>
                  <a:pt x="1832373" y="1643411"/>
                </a:lnTo>
                <a:lnTo>
                  <a:pt x="1805251" y="1678761"/>
                </a:lnTo>
                <a:lnTo>
                  <a:pt x="1776637" y="1712862"/>
                </a:lnTo>
                <a:lnTo>
                  <a:pt x="1746578" y="1745664"/>
                </a:lnTo>
                <a:lnTo>
                  <a:pt x="1715123" y="1777119"/>
                </a:lnTo>
                <a:lnTo>
                  <a:pt x="1682321" y="1807178"/>
                </a:lnTo>
                <a:lnTo>
                  <a:pt x="1648220" y="1835792"/>
                </a:lnTo>
                <a:lnTo>
                  <a:pt x="1612870" y="1862914"/>
                </a:lnTo>
                <a:lnTo>
                  <a:pt x="1576318" y="1888493"/>
                </a:lnTo>
                <a:lnTo>
                  <a:pt x="1538615" y="1912482"/>
                </a:lnTo>
                <a:lnTo>
                  <a:pt x="1499807" y="1934832"/>
                </a:lnTo>
                <a:lnTo>
                  <a:pt x="1459945" y="1955493"/>
                </a:lnTo>
                <a:lnTo>
                  <a:pt x="1419076" y="1974418"/>
                </a:lnTo>
                <a:lnTo>
                  <a:pt x="1377250" y="1991558"/>
                </a:lnTo>
                <a:lnTo>
                  <a:pt x="1334514" y="2006863"/>
                </a:lnTo>
                <a:lnTo>
                  <a:pt x="1290919" y="2020286"/>
                </a:lnTo>
                <a:lnTo>
                  <a:pt x="1246512" y="2031777"/>
                </a:lnTo>
                <a:lnTo>
                  <a:pt x="1201342" y="2041288"/>
                </a:lnTo>
                <a:lnTo>
                  <a:pt x="1155458" y="2048771"/>
                </a:lnTo>
                <a:lnTo>
                  <a:pt x="1108909" y="2054176"/>
                </a:lnTo>
                <a:lnTo>
                  <a:pt x="1061742" y="2057454"/>
                </a:lnTo>
                <a:lnTo>
                  <a:pt x="1014008" y="2058558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4991251" y="7409549"/>
            <a:ext cx="384175" cy="375285"/>
          </a:xfrm>
          <a:custGeom>
            <a:avLst/>
            <a:gdLst/>
            <a:ahLst/>
            <a:cxnLst/>
            <a:rect l="l" t="t" r="r" b="b"/>
            <a:pathLst>
              <a:path w="384175" h="375284">
                <a:moveTo>
                  <a:pt x="330726" y="194518"/>
                </a:moveTo>
                <a:lnTo>
                  <a:pt x="286659" y="194518"/>
                </a:lnTo>
                <a:lnTo>
                  <a:pt x="286659" y="0"/>
                </a:lnTo>
                <a:lnTo>
                  <a:pt x="330726" y="0"/>
                </a:lnTo>
                <a:lnTo>
                  <a:pt x="330726" y="71664"/>
                </a:lnTo>
                <a:lnTo>
                  <a:pt x="384141" y="71664"/>
                </a:lnTo>
                <a:lnTo>
                  <a:pt x="384141" y="109945"/>
                </a:lnTo>
                <a:lnTo>
                  <a:pt x="330726" y="109945"/>
                </a:lnTo>
                <a:lnTo>
                  <a:pt x="330726" y="194518"/>
                </a:lnTo>
                <a:close/>
              </a:path>
              <a:path w="384175" h="375284">
                <a:moveTo>
                  <a:pt x="135762" y="184281"/>
                </a:moveTo>
                <a:lnTo>
                  <a:pt x="0" y="184281"/>
                </a:lnTo>
                <a:lnTo>
                  <a:pt x="0" y="9347"/>
                </a:lnTo>
                <a:lnTo>
                  <a:pt x="231909" y="9347"/>
                </a:lnTo>
                <a:lnTo>
                  <a:pt x="231909" y="42286"/>
                </a:lnTo>
                <a:lnTo>
                  <a:pt x="43622" y="42286"/>
                </a:lnTo>
                <a:lnTo>
                  <a:pt x="43622" y="80567"/>
                </a:lnTo>
                <a:lnTo>
                  <a:pt x="224342" y="80567"/>
                </a:lnTo>
                <a:lnTo>
                  <a:pt x="224342" y="112171"/>
                </a:lnTo>
                <a:lnTo>
                  <a:pt x="43622" y="112171"/>
                </a:lnTo>
                <a:lnTo>
                  <a:pt x="43622" y="151341"/>
                </a:lnTo>
                <a:lnTo>
                  <a:pt x="259061" y="151341"/>
                </a:lnTo>
                <a:lnTo>
                  <a:pt x="259061" y="167811"/>
                </a:lnTo>
                <a:lnTo>
                  <a:pt x="237417" y="174703"/>
                </a:lnTo>
                <a:lnTo>
                  <a:pt x="208762" y="179885"/>
                </a:lnTo>
                <a:lnTo>
                  <a:pt x="174432" y="183147"/>
                </a:lnTo>
                <a:lnTo>
                  <a:pt x="135762" y="184281"/>
                </a:lnTo>
                <a:close/>
              </a:path>
              <a:path w="384175" h="375284">
                <a:moveTo>
                  <a:pt x="259061" y="151341"/>
                </a:moveTo>
                <a:lnTo>
                  <a:pt x="139323" y="151341"/>
                </a:lnTo>
                <a:lnTo>
                  <a:pt x="176373" y="150208"/>
                </a:lnTo>
                <a:lnTo>
                  <a:pt x="209374" y="146946"/>
                </a:lnTo>
                <a:lnTo>
                  <a:pt x="237285" y="141764"/>
                </a:lnTo>
                <a:lnTo>
                  <a:pt x="259061" y="134872"/>
                </a:lnTo>
                <a:lnTo>
                  <a:pt x="259061" y="151341"/>
                </a:lnTo>
                <a:close/>
              </a:path>
              <a:path w="384175" h="375284">
                <a:moveTo>
                  <a:pt x="340074" y="375238"/>
                </a:moveTo>
                <a:lnTo>
                  <a:pt x="13353" y="375238"/>
                </a:lnTo>
                <a:lnTo>
                  <a:pt x="13353" y="279537"/>
                </a:lnTo>
                <a:lnTo>
                  <a:pt x="287549" y="279537"/>
                </a:lnTo>
                <a:lnTo>
                  <a:pt x="287549" y="248378"/>
                </a:lnTo>
                <a:lnTo>
                  <a:pt x="12463" y="248378"/>
                </a:lnTo>
                <a:lnTo>
                  <a:pt x="12463" y="215439"/>
                </a:lnTo>
                <a:lnTo>
                  <a:pt x="330726" y="215439"/>
                </a:lnTo>
                <a:lnTo>
                  <a:pt x="330726" y="310696"/>
                </a:lnTo>
                <a:lnTo>
                  <a:pt x="56530" y="310696"/>
                </a:lnTo>
                <a:lnTo>
                  <a:pt x="56530" y="342299"/>
                </a:lnTo>
                <a:lnTo>
                  <a:pt x="340074" y="342299"/>
                </a:lnTo>
                <a:lnTo>
                  <a:pt x="340074" y="37523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5392753" y="7406878"/>
            <a:ext cx="379730" cy="391795"/>
          </a:xfrm>
          <a:custGeom>
            <a:avLst/>
            <a:gdLst/>
            <a:ahLst/>
            <a:cxnLst/>
            <a:rect l="l" t="t" r="r" b="b"/>
            <a:pathLst>
              <a:path w="379729" h="391795">
                <a:moveTo>
                  <a:pt x="8902" y="204311"/>
                </a:moveTo>
                <a:lnTo>
                  <a:pt x="8902" y="162470"/>
                </a:lnTo>
                <a:lnTo>
                  <a:pt x="49221" y="156833"/>
                </a:lnTo>
                <a:lnTo>
                  <a:pt x="87227" y="140527"/>
                </a:lnTo>
                <a:lnTo>
                  <a:pt x="121351" y="115120"/>
                </a:lnTo>
                <a:lnTo>
                  <a:pt x="150023" y="82182"/>
                </a:lnTo>
                <a:lnTo>
                  <a:pt x="171671" y="43286"/>
                </a:lnTo>
                <a:lnTo>
                  <a:pt x="184726" y="0"/>
                </a:lnTo>
                <a:lnTo>
                  <a:pt x="230128" y="7121"/>
                </a:lnTo>
                <a:lnTo>
                  <a:pt x="226136" y="25295"/>
                </a:lnTo>
                <a:lnTo>
                  <a:pt x="220892" y="43010"/>
                </a:lnTo>
                <a:lnTo>
                  <a:pt x="214479" y="60140"/>
                </a:lnTo>
                <a:lnTo>
                  <a:pt x="206982" y="76561"/>
                </a:lnTo>
                <a:lnTo>
                  <a:pt x="267975" y="110390"/>
                </a:lnTo>
                <a:lnTo>
                  <a:pt x="185616" y="110390"/>
                </a:lnTo>
                <a:lnTo>
                  <a:pt x="149930" y="149227"/>
                </a:lnTo>
                <a:lnTo>
                  <a:pt x="107441" y="178717"/>
                </a:lnTo>
                <a:lnTo>
                  <a:pt x="59862" y="197523"/>
                </a:lnTo>
                <a:lnTo>
                  <a:pt x="8902" y="204311"/>
                </a:lnTo>
                <a:close/>
              </a:path>
              <a:path w="379729" h="391795">
                <a:moveTo>
                  <a:pt x="349421" y="203866"/>
                </a:moveTo>
                <a:lnTo>
                  <a:pt x="185616" y="110390"/>
                </a:lnTo>
                <a:lnTo>
                  <a:pt x="267975" y="110390"/>
                </a:lnTo>
                <a:lnTo>
                  <a:pt x="369897" y="166921"/>
                </a:lnTo>
                <a:lnTo>
                  <a:pt x="349421" y="203866"/>
                </a:lnTo>
                <a:close/>
              </a:path>
              <a:path w="379729" h="391795">
                <a:moveTo>
                  <a:pt x="379690" y="285324"/>
                </a:moveTo>
                <a:lnTo>
                  <a:pt x="0" y="285324"/>
                </a:lnTo>
                <a:lnTo>
                  <a:pt x="0" y="244372"/>
                </a:lnTo>
                <a:lnTo>
                  <a:pt x="379690" y="244372"/>
                </a:lnTo>
                <a:lnTo>
                  <a:pt x="379690" y="285324"/>
                </a:lnTo>
                <a:close/>
              </a:path>
              <a:path w="379729" h="391795">
                <a:moveTo>
                  <a:pt x="211878" y="391708"/>
                </a:moveTo>
                <a:lnTo>
                  <a:pt x="166921" y="391708"/>
                </a:lnTo>
                <a:lnTo>
                  <a:pt x="166921" y="285324"/>
                </a:lnTo>
                <a:lnTo>
                  <a:pt x="211878" y="285324"/>
                </a:lnTo>
                <a:lnTo>
                  <a:pt x="211878" y="39170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968266" y="6566839"/>
            <a:ext cx="2028189" cy="2058670"/>
          </a:xfrm>
          <a:custGeom>
            <a:avLst/>
            <a:gdLst/>
            <a:ahLst/>
            <a:cxnLst/>
            <a:rect l="l" t="t" r="r" b="b"/>
            <a:pathLst>
              <a:path w="2028190" h="2058670">
                <a:moveTo>
                  <a:pt x="1014008" y="2058558"/>
                </a:moveTo>
                <a:lnTo>
                  <a:pt x="966274" y="2057454"/>
                </a:lnTo>
                <a:lnTo>
                  <a:pt x="919108" y="2054176"/>
                </a:lnTo>
                <a:lnTo>
                  <a:pt x="872558" y="2048771"/>
                </a:lnTo>
                <a:lnTo>
                  <a:pt x="826674" y="2041288"/>
                </a:lnTo>
                <a:lnTo>
                  <a:pt x="781504" y="2031777"/>
                </a:lnTo>
                <a:lnTo>
                  <a:pt x="737097" y="2020286"/>
                </a:lnTo>
                <a:lnTo>
                  <a:pt x="693502" y="2006863"/>
                </a:lnTo>
                <a:lnTo>
                  <a:pt x="650767" y="1991558"/>
                </a:lnTo>
                <a:lnTo>
                  <a:pt x="608940" y="1974418"/>
                </a:lnTo>
                <a:lnTo>
                  <a:pt x="568072" y="1955493"/>
                </a:lnTo>
                <a:lnTo>
                  <a:pt x="528209" y="1934832"/>
                </a:lnTo>
                <a:lnTo>
                  <a:pt x="489402" y="1912482"/>
                </a:lnTo>
                <a:lnTo>
                  <a:pt x="451698" y="1888493"/>
                </a:lnTo>
                <a:lnTo>
                  <a:pt x="415147" y="1862914"/>
                </a:lnTo>
                <a:lnTo>
                  <a:pt x="379796" y="1835792"/>
                </a:lnTo>
                <a:lnTo>
                  <a:pt x="345696" y="1807178"/>
                </a:lnTo>
                <a:lnTo>
                  <a:pt x="312894" y="1777119"/>
                </a:lnTo>
                <a:lnTo>
                  <a:pt x="281439" y="1745664"/>
                </a:lnTo>
                <a:lnTo>
                  <a:pt x="251380" y="1712862"/>
                </a:lnTo>
                <a:lnTo>
                  <a:pt x="222765" y="1678761"/>
                </a:lnTo>
                <a:lnTo>
                  <a:pt x="195644" y="1643411"/>
                </a:lnTo>
                <a:lnTo>
                  <a:pt x="170064" y="1606859"/>
                </a:lnTo>
                <a:lnTo>
                  <a:pt x="146075" y="1569156"/>
                </a:lnTo>
                <a:lnTo>
                  <a:pt x="123726" y="1530348"/>
                </a:lnTo>
                <a:lnTo>
                  <a:pt x="103064" y="1490486"/>
                </a:lnTo>
                <a:lnTo>
                  <a:pt x="84139" y="1449617"/>
                </a:lnTo>
                <a:lnTo>
                  <a:pt x="67000" y="1407791"/>
                </a:lnTo>
                <a:lnTo>
                  <a:pt x="51694" y="1365055"/>
                </a:lnTo>
                <a:lnTo>
                  <a:pt x="38271" y="1321460"/>
                </a:lnTo>
                <a:lnTo>
                  <a:pt x="26780" y="1277053"/>
                </a:lnTo>
                <a:lnTo>
                  <a:pt x="17269" y="1231883"/>
                </a:lnTo>
                <a:lnTo>
                  <a:pt x="9787" y="1185999"/>
                </a:lnTo>
                <a:lnTo>
                  <a:pt x="4382" y="1139450"/>
                </a:lnTo>
                <a:lnTo>
                  <a:pt x="1103" y="1092283"/>
                </a:lnTo>
                <a:lnTo>
                  <a:pt x="0" y="1044549"/>
                </a:lnTo>
                <a:lnTo>
                  <a:pt x="0" y="1014008"/>
                </a:lnTo>
                <a:lnTo>
                  <a:pt x="1103" y="966274"/>
                </a:lnTo>
                <a:lnTo>
                  <a:pt x="4382" y="919108"/>
                </a:lnTo>
                <a:lnTo>
                  <a:pt x="9787" y="872558"/>
                </a:lnTo>
                <a:lnTo>
                  <a:pt x="17269" y="826674"/>
                </a:lnTo>
                <a:lnTo>
                  <a:pt x="26780" y="781504"/>
                </a:lnTo>
                <a:lnTo>
                  <a:pt x="38271" y="737097"/>
                </a:lnTo>
                <a:lnTo>
                  <a:pt x="51694" y="693502"/>
                </a:lnTo>
                <a:lnTo>
                  <a:pt x="67000" y="650767"/>
                </a:lnTo>
                <a:lnTo>
                  <a:pt x="84139" y="608940"/>
                </a:lnTo>
                <a:lnTo>
                  <a:pt x="103064" y="568072"/>
                </a:lnTo>
                <a:lnTo>
                  <a:pt x="123726" y="528209"/>
                </a:lnTo>
                <a:lnTo>
                  <a:pt x="146075" y="489402"/>
                </a:lnTo>
                <a:lnTo>
                  <a:pt x="170064" y="451698"/>
                </a:lnTo>
                <a:lnTo>
                  <a:pt x="195644" y="415147"/>
                </a:lnTo>
                <a:lnTo>
                  <a:pt x="222765" y="379796"/>
                </a:lnTo>
                <a:lnTo>
                  <a:pt x="251380" y="345696"/>
                </a:lnTo>
                <a:lnTo>
                  <a:pt x="281439" y="312894"/>
                </a:lnTo>
                <a:lnTo>
                  <a:pt x="312894" y="281439"/>
                </a:lnTo>
                <a:lnTo>
                  <a:pt x="345696" y="251380"/>
                </a:lnTo>
                <a:lnTo>
                  <a:pt x="379796" y="222765"/>
                </a:lnTo>
                <a:lnTo>
                  <a:pt x="415147" y="195644"/>
                </a:lnTo>
                <a:lnTo>
                  <a:pt x="451698" y="170064"/>
                </a:lnTo>
                <a:lnTo>
                  <a:pt x="489402" y="146075"/>
                </a:lnTo>
                <a:lnTo>
                  <a:pt x="528209" y="123726"/>
                </a:lnTo>
                <a:lnTo>
                  <a:pt x="568072" y="103064"/>
                </a:lnTo>
                <a:lnTo>
                  <a:pt x="608940" y="84139"/>
                </a:lnTo>
                <a:lnTo>
                  <a:pt x="650767" y="67000"/>
                </a:lnTo>
                <a:lnTo>
                  <a:pt x="693502" y="51694"/>
                </a:lnTo>
                <a:lnTo>
                  <a:pt x="737097" y="38271"/>
                </a:lnTo>
                <a:lnTo>
                  <a:pt x="781504" y="26780"/>
                </a:lnTo>
                <a:lnTo>
                  <a:pt x="826674" y="17269"/>
                </a:lnTo>
                <a:lnTo>
                  <a:pt x="872558" y="9787"/>
                </a:lnTo>
                <a:lnTo>
                  <a:pt x="919108" y="4382"/>
                </a:lnTo>
                <a:lnTo>
                  <a:pt x="966274" y="1103"/>
                </a:lnTo>
                <a:lnTo>
                  <a:pt x="1014008" y="0"/>
                </a:lnTo>
                <a:lnTo>
                  <a:pt x="1061742" y="1103"/>
                </a:lnTo>
                <a:lnTo>
                  <a:pt x="1108909" y="4382"/>
                </a:lnTo>
                <a:lnTo>
                  <a:pt x="1155458" y="9787"/>
                </a:lnTo>
                <a:lnTo>
                  <a:pt x="1201342" y="17269"/>
                </a:lnTo>
                <a:lnTo>
                  <a:pt x="1246512" y="26780"/>
                </a:lnTo>
                <a:lnTo>
                  <a:pt x="1290919" y="38271"/>
                </a:lnTo>
                <a:lnTo>
                  <a:pt x="1334514" y="51694"/>
                </a:lnTo>
                <a:lnTo>
                  <a:pt x="1377250" y="67000"/>
                </a:lnTo>
                <a:lnTo>
                  <a:pt x="1419076" y="84139"/>
                </a:lnTo>
                <a:lnTo>
                  <a:pt x="1459945" y="103064"/>
                </a:lnTo>
                <a:lnTo>
                  <a:pt x="1499807" y="123726"/>
                </a:lnTo>
                <a:lnTo>
                  <a:pt x="1538615" y="146075"/>
                </a:lnTo>
                <a:lnTo>
                  <a:pt x="1576318" y="170064"/>
                </a:lnTo>
                <a:lnTo>
                  <a:pt x="1612870" y="195644"/>
                </a:lnTo>
                <a:lnTo>
                  <a:pt x="1648220" y="222765"/>
                </a:lnTo>
                <a:lnTo>
                  <a:pt x="1682321" y="251380"/>
                </a:lnTo>
                <a:lnTo>
                  <a:pt x="1715123" y="281439"/>
                </a:lnTo>
                <a:lnTo>
                  <a:pt x="1746578" y="312894"/>
                </a:lnTo>
                <a:lnTo>
                  <a:pt x="1776637" y="345696"/>
                </a:lnTo>
                <a:lnTo>
                  <a:pt x="1805251" y="379796"/>
                </a:lnTo>
                <a:lnTo>
                  <a:pt x="1832373" y="415147"/>
                </a:lnTo>
                <a:lnTo>
                  <a:pt x="1857952" y="451698"/>
                </a:lnTo>
                <a:lnTo>
                  <a:pt x="1881941" y="489402"/>
                </a:lnTo>
                <a:lnTo>
                  <a:pt x="1904291" y="528209"/>
                </a:lnTo>
                <a:lnTo>
                  <a:pt x="1924952" y="568072"/>
                </a:lnTo>
                <a:lnTo>
                  <a:pt x="1943877" y="608940"/>
                </a:lnTo>
                <a:lnTo>
                  <a:pt x="1961017" y="650767"/>
                </a:lnTo>
                <a:lnTo>
                  <a:pt x="1976322" y="693502"/>
                </a:lnTo>
                <a:lnTo>
                  <a:pt x="1989745" y="737097"/>
                </a:lnTo>
                <a:lnTo>
                  <a:pt x="2001236" y="781504"/>
                </a:lnTo>
                <a:lnTo>
                  <a:pt x="2010747" y="826674"/>
                </a:lnTo>
                <a:lnTo>
                  <a:pt x="2018230" y="872558"/>
                </a:lnTo>
                <a:lnTo>
                  <a:pt x="2023635" y="919108"/>
                </a:lnTo>
                <a:lnTo>
                  <a:pt x="2026913" y="966274"/>
                </a:lnTo>
                <a:lnTo>
                  <a:pt x="2028017" y="1014008"/>
                </a:lnTo>
                <a:lnTo>
                  <a:pt x="2028017" y="1044549"/>
                </a:lnTo>
                <a:lnTo>
                  <a:pt x="2026913" y="1092283"/>
                </a:lnTo>
                <a:lnTo>
                  <a:pt x="2023635" y="1139450"/>
                </a:lnTo>
                <a:lnTo>
                  <a:pt x="2018230" y="1185999"/>
                </a:lnTo>
                <a:lnTo>
                  <a:pt x="2010747" y="1231883"/>
                </a:lnTo>
                <a:lnTo>
                  <a:pt x="2001236" y="1277053"/>
                </a:lnTo>
                <a:lnTo>
                  <a:pt x="1989745" y="1321460"/>
                </a:lnTo>
                <a:lnTo>
                  <a:pt x="1976322" y="1365055"/>
                </a:lnTo>
                <a:lnTo>
                  <a:pt x="1961017" y="1407791"/>
                </a:lnTo>
                <a:lnTo>
                  <a:pt x="1943877" y="1449617"/>
                </a:lnTo>
                <a:lnTo>
                  <a:pt x="1924952" y="1490486"/>
                </a:lnTo>
                <a:lnTo>
                  <a:pt x="1904291" y="1530348"/>
                </a:lnTo>
                <a:lnTo>
                  <a:pt x="1881941" y="1569156"/>
                </a:lnTo>
                <a:lnTo>
                  <a:pt x="1857952" y="1606859"/>
                </a:lnTo>
                <a:lnTo>
                  <a:pt x="1832373" y="1643411"/>
                </a:lnTo>
                <a:lnTo>
                  <a:pt x="1805251" y="1678761"/>
                </a:lnTo>
                <a:lnTo>
                  <a:pt x="1776637" y="1712862"/>
                </a:lnTo>
                <a:lnTo>
                  <a:pt x="1746578" y="1745664"/>
                </a:lnTo>
                <a:lnTo>
                  <a:pt x="1715123" y="1777119"/>
                </a:lnTo>
                <a:lnTo>
                  <a:pt x="1682321" y="1807178"/>
                </a:lnTo>
                <a:lnTo>
                  <a:pt x="1648220" y="1835792"/>
                </a:lnTo>
                <a:lnTo>
                  <a:pt x="1612870" y="1862914"/>
                </a:lnTo>
                <a:lnTo>
                  <a:pt x="1576318" y="1888493"/>
                </a:lnTo>
                <a:lnTo>
                  <a:pt x="1538615" y="1912482"/>
                </a:lnTo>
                <a:lnTo>
                  <a:pt x="1499807" y="1934832"/>
                </a:lnTo>
                <a:lnTo>
                  <a:pt x="1459945" y="1955493"/>
                </a:lnTo>
                <a:lnTo>
                  <a:pt x="1419076" y="1974418"/>
                </a:lnTo>
                <a:lnTo>
                  <a:pt x="1377250" y="1991558"/>
                </a:lnTo>
                <a:lnTo>
                  <a:pt x="1334514" y="2006863"/>
                </a:lnTo>
                <a:lnTo>
                  <a:pt x="1290919" y="2020286"/>
                </a:lnTo>
                <a:lnTo>
                  <a:pt x="1246512" y="2031777"/>
                </a:lnTo>
                <a:lnTo>
                  <a:pt x="1201342" y="2041288"/>
                </a:lnTo>
                <a:lnTo>
                  <a:pt x="1155458" y="2048771"/>
                </a:lnTo>
                <a:lnTo>
                  <a:pt x="1108909" y="2054176"/>
                </a:lnTo>
                <a:lnTo>
                  <a:pt x="1061742" y="2057454"/>
                </a:lnTo>
                <a:lnTo>
                  <a:pt x="1014008" y="20585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968266" y="6566839"/>
            <a:ext cx="2028189" cy="2058670"/>
          </a:xfrm>
          <a:custGeom>
            <a:avLst/>
            <a:gdLst/>
            <a:ahLst/>
            <a:cxnLst/>
            <a:rect l="l" t="t" r="r" b="b"/>
            <a:pathLst>
              <a:path w="2028190" h="2058670">
                <a:moveTo>
                  <a:pt x="1014008" y="2058558"/>
                </a:moveTo>
                <a:lnTo>
                  <a:pt x="966274" y="2057454"/>
                </a:lnTo>
                <a:lnTo>
                  <a:pt x="919108" y="2054176"/>
                </a:lnTo>
                <a:lnTo>
                  <a:pt x="872558" y="2048771"/>
                </a:lnTo>
                <a:lnTo>
                  <a:pt x="826674" y="2041288"/>
                </a:lnTo>
                <a:lnTo>
                  <a:pt x="781504" y="2031777"/>
                </a:lnTo>
                <a:lnTo>
                  <a:pt x="737097" y="2020286"/>
                </a:lnTo>
                <a:lnTo>
                  <a:pt x="693502" y="2006863"/>
                </a:lnTo>
                <a:lnTo>
                  <a:pt x="650767" y="1991558"/>
                </a:lnTo>
                <a:lnTo>
                  <a:pt x="608940" y="1974418"/>
                </a:lnTo>
                <a:lnTo>
                  <a:pt x="568072" y="1955493"/>
                </a:lnTo>
                <a:lnTo>
                  <a:pt x="528209" y="1934832"/>
                </a:lnTo>
                <a:lnTo>
                  <a:pt x="489402" y="1912482"/>
                </a:lnTo>
                <a:lnTo>
                  <a:pt x="451698" y="1888493"/>
                </a:lnTo>
                <a:lnTo>
                  <a:pt x="415147" y="1862914"/>
                </a:lnTo>
                <a:lnTo>
                  <a:pt x="379796" y="1835792"/>
                </a:lnTo>
                <a:lnTo>
                  <a:pt x="345696" y="1807178"/>
                </a:lnTo>
                <a:lnTo>
                  <a:pt x="312894" y="1777119"/>
                </a:lnTo>
                <a:lnTo>
                  <a:pt x="281439" y="1745664"/>
                </a:lnTo>
                <a:lnTo>
                  <a:pt x="251380" y="1712862"/>
                </a:lnTo>
                <a:lnTo>
                  <a:pt x="222765" y="1678761"/>
                </a:lnTo>
                <a:lnTo>
                  <a:pt x="195644" y="1643411"/>
                </a:lnTo>
                <a:lnTo>
                  <a:pt x="170064" y="1606859"/>
                </a:lnTo>
                <a:lnTo>
                  <a:pt x="146075" y="1569156"/>
                </a:lnTo>
                <a:lnTo>
                  <a:pt x="123726" y="1530348"/>
                </a:lnTo>
                <a:lnTo>
                  <a:pt x="103064" y="1490486"/>
                </a:lnTo>
                <a:lnTo>
                  <a:pt x="84139" y="1449617"/>
                </a:lnTo>
                <a:lnTo>
                  <a:pt x="67000" y="1407791"/>
                </a:lnTo>
                <a:lnTo>
                  <a:pt x="51694" y="1365055"/>
                </a:lnTo>
                <a:lnTo>
                  <a:pt x="38271" y="1321460"/>
                </a:lnTo>
                <a:lnTo>
                  <a:pt x="26780" y="1277053"/>
                </a:lnTo>
                <a:lnTo>
                  <a:pt x="17269" y="1231883"/>
                </a:lnTo>
                <a:lnTo>
                  <a:pt x="9787" y="1185999"/>
                </a:lnTo>
                <a:lnTo>
                  <a:pt x="4382" y="1139450"/>
                </a:lnTo>
                <a:lnTo>
                  <a:pt x="1103" y="1092283"/>
                </a:lnTo>
                <a:lnTo>
                  <a:pt x="0" y="1044549"/>
                </a:lnTo>
                <a:lnTo>
                  <a:pt x="0" y="1029279"/>
                </a:lnTo>
                <a:lnTo>
                  <a:pt x="0" y="1014008"/>
                </a:lnTo>
                <a:lnTo>
                  <a:pt x="1103" y="966274"/>
                </a:lnTo>
                <a:lnTo>
                  <a:pt x="4382" y="919108"/>
                </a:lnTo>
                <a:lnTo>
                  <a:pt x="9787" y="872558"/>
                </a:lnTo>
                <a:lnTo>
                  <a:pt x="17269" y="826674"/>
                </a:lnTo>
                <a:lnTo>
                  <a:pt x="26780" y="781504"/>
                </a:lnTo>
                <a:lnTo>
                  <a:pt x="38271" y="737097"/>
                </a:lnTo>
                <a:lnTo>
                  <a:pt x="51694" y="693502"/>
                </a:lnTo>
                <a:lnTo>
                  <a:pt x="67000" y="650767"/>
                </a:lnTo>
                <a:lnTo>
                  <a:pt x="84139" y="608940"/>
                </a:lnTo>
                <a:lnTo>
                  <a:pt x="103064" y="568072"/>
                </a:lnTo>
                <a:lnTo>
                  <a:pt x="123726" y="528209"/>
                </a:lnTo>
                <a:lnTo>
                  <a:pt x="146075" y="489402"/>
                </a:lnTo>
                <a:lnTo>
                  <a:pt x="170064" y="451698"/>
                </a:lnTo>
                <a:lnTo>
                  <a:pt x="195644" y="415147"/>
                </a:lnTo>
                <a:lnTo>
                  <a:pt x="222765" y="379796"/>
                </a:lnTo>
                <a:lnTo>
                  <a:pt x="251380" y="345696"/>
                </a:lnTo>
                <a:lnTo>
                  <a:pt x="281439" y="312894"/>
                </a:lnTo>
                <a:lnTo>
                  <a:pt x="312894" y="281439"/>
                </a:lnTo>
                <a:lnTo>
                  <a:pt x="345696" y="251380"/>
                </a:lnTo>
                <a:lnTo>
                  <a:pt x="379796" y="222765"/>
                </a:lnTo>
                <a:lnTo>
                  <a:pt x="415147" y="195644"/>
                </a:lnTo>
                <a:lnTo>
                  <a:pt x="451698" y="170064"/>
                </a:lnTo>
                <a:lnTo>
                  <a:pt x="489402" y="146075"/>
                </a:lnTo>
                <a:lnTo>
                  <a:pt x="528209" y="123726"/>
                </a:lnTo>
                <a:lnTo>
                  <a:pt x="568072" y="103064"/>
                </a:lnTo>
                <a:lnTo>
                  <a:pt x="608940" y="84139"/>
                </a:lnTo>
                <a:lnTo>
                  <a:pt x="650767" y="67000"/>
                </a:lnTo>
                <a:lnTo>
                  <a:pt x="693502" y="51694"/>
                </a:lnTo>
                <a:lnTo>
                  <a:pt x="737097" y="38271"/>
                </a:lnTo>
                <a:lnTo>
                  <a:pt x="781504" y="26780"/>
                </a:lnTo>
                <a:lnTo>
                  <a:pt x="826674" y="17269"/>
                </a:lnTo>
                <a:lnTo>
                  <a:pt x="872558" y="9787"/>
                </a:lnTo>
                <a:lnTo>
                  <a:pt x="919108" y="4382"/>
                </a:lnTo>
                <a:lnTo>
                  <a:pt x="966274" y="1103"/>
                </a:lnTo>
                <a:lnTo>
                  <a:pt x="1014008" y="0"/>
                </a:lnTo>
                <a:lnTo>
                  <a:pt x="1061742" y="1103"/>
                </a:lnTo>
                <a:lnTo>
                  <a:pt x="1108909" y="4382"/>
                </a:lnTo>
                <a:lnTo>
                  <a:pt x="1155458" y="9787"/>
                </a:lnTo>
                <a:lnTo>
                  <a:pt x="1201342" y="17269"/>
                </a:lnTo>
                <a:lnTo>
                  <a:pt x="1246512" y="26780"/>
                </a:lnTo>
                <a:lnTo>
                  <a:pt x="1290919" y="38271"/>
                </a:lnTo>
                <a:lnTo>
                  <a:pt x="1334514" y="51694"/>
                </a:lnTo>
                <a:lnTo>
                  <a:pt x="1377250" y="67000"/>
                </a:lnTo>
                <a:lnTo>
                  <a:pt x="1419076" y="84139"/>
                </a:lnTo>
                <a:lnTo>
                  <a:pt x="1459945" y="103064"/>
                </a:lnTo>
                <a:lnTo>
                  <a:pt x="1499807" y="123726"/>
                </a:lnTo>
                <a:lnTo>
                  <a:pt x="1538615" y="146075"/>
                </a:lnTo>
                <a:lnTo>
                  <a:pt x="1576318" y="170064"/>
                </a:lnTo>
                <a:lnTo>
                  <a:pt x="1612870" y="195644"/>
                </a:lnTo>
                <a:lnTo>
                  <a:pt x="1648220" y="222765"/>
                </a:lnTo>
                <a:lnTo>
                  <a:pt x="1682321" y="251380"/>
                </a:lnTo>
                <a:lnTo>
                  <a:pt x="1715123" y="281439"/>
                </a:lnTo>
                <a:lnTo>
                  <a:pt x="1746578" y="312894"/>
                </a:lnTo>
                <a:lnTo>
                  <a:pt x="1776637" y="345696"/>
                </a:lnTo>
                <a:lnTo>
                  <a:pt x="1805251" y="379796"/>
                </a:lnTo>
                <a:lnTo>
                  <a:pt x="1832373" y="415147"/>
                </a:lnTo>
                <a:lnTo>
                  <a:pt x="1857952" y="451698"/>
                </a:lnTo>
                <a:lnTo>
                  <a:pt x="1881941" y="489402"/>
                </a:lnTo>
                <a:lnTo>
                  <a:pt x="1904291" y="528209"/>
                </a:lnTo>
                <a:lnTo>
                  <a:pt x="1924952" y="568072"/>
                </a:lnTo>
                <a:lnTo>
                  <a:pt x="1943877" y="608940"/>
                </a:lnTo>
                <a:lnTo>
                  <a:pt x="1961017" y="650767"/>
                </a:lnTo>
                <a:lnTo>
                  <a:pt x="1976322" y="693502"/>
                </a:lnTo>
                <a:lnTo>
                  <a:pt x="1989745" y="737097"/>
                </a:lnTo>
                <a:lnTo>
                  <a:pt x="2001236" y="781504"/>
                </a:lnTo>
                <a:lnTo>
                  <a:pt x="2010747" y="826674"/>
                </a:lnTo>
                <a:lnTo>
                  <a:pt x="2018230" y="872558"/>
                </a:lnTo>
                <a:lnTo>
                  <a:pt x="2023635" y="919108"/>
                </a:lnTo>
                <a:lnTo>
                  <a:pt x="2026913" y="966274"/>
                </a:lnTo>
                <a:lnTo>
                  <a:pt x="2028017" y="1014008"/>
                </a:lnTo>
                <a:lnTo>
                  <a:pt x="2028017" y="1029279"/>
                </a:lnTo>
                <a:lnTo>
                  <a:pt x="2028017" y="1044549"/>
                </a:lnTo>
                <a:lnTo>
                  <a:pt x="2026913" y="1092283"/>
                </a:lnTo>
                <a:lnTo>
                  <a:pt x="2023635" y="1139450"/>
                </a:lnTo>
                <a:lnTo>
                  <a:pt x="2018230" y="1185999"/>
                </a:lnTo>
                <a:lnTo>
                  <a:pt x="2010747" y="1231883"/>
                </a:lnTo>
                <a:lnTo>
                  <a:pt x="2001236" y="1277053"/>
                </a:lnTo>
                <a:lnTo>
                  <a:pt x="1989745" y="1321460"/>
                </a:lnTo>
                <a:lnTo>
                  <a:pt x="1976322" y="1365055"/>
                </a:lnTo>
                <a:lnTo>
                  <a:pt x="1961017" y="1407791"/>
                </a:lnTo>
                <a:lnTo>
                  <a:pt x="1943877" y="1449617"/>
                </a:lnTo>
                <a:lnTo>
                  <a:pt x="1924952" y="1490486"/>
                </a:lnTo>
                <a:lnTo>
                  <a:pt x="1904291" y="1530348"/>
                </a:lnTo>
                <a:lnTo>
                  <a:pt x="1881941" y="1569156"/>
                </a:lnTo>
                <a:lnTo>
                  <a:pt x="1857952" y="1606859"/>
                </a:lnTo>
                <a:lnTo>
                  <a:pt x="1832373" y="1643411"/>
                </a:lnTo>
                <a:lnTo>
                  <a:pt x="1805251" y="1678761"/>
                </a:lnTo>
                <a:lnTo>
                  <a:pt x="1776637" y="1712862"/>
                </a:lnTo>
                <a:lnTo>
                  <a:pt x="1746578" y="1745664"/>
                </a:lnTo>
                <a:lnTo>
                  <a:pt x="1715123" y="1777119"/>
                </a:lnTo>
                <a:lnTo>
                  <a:pt x="1682321" y="1807178"/>
                </a:lnTo>
                <a:lnTo>
                  <a:pt x="1648220" y="1835792"/>
                </a:lnTo>
                <a:lnTo>
                  <a:pt x="1612870" y="1862914"/>
                </a:lnTo>
                <a:lnTo>
                  <a:pt x="1576318" y="1888493"/>
                </a:lnTo>
                <a:lnTo>
                  <a:pt x="1538615" y="1912482"/>
                </a:lnTo>
                <a:lnTo>
                  <a:pt x="1499807" y="1934832"/>
                </a:lnTo>
                <a:lnTo>
                  <a:pt x="1459945" y="1955493"/>
                </a:lnTo>
                <a:lnTo>
                  <a:pt x="1419076" y="1974418"/>
                </a:lnTo>
                <a:lnTo>
                  <a:pt x="1377250" y="1991558"/>
                </a:lnTo>
                <a:lnTo>
                  <a:pt x="1334514" y="2006863"/>
                </a:lnTo>
                <a:lnTo>
                  <a:pt x="1290919" y="2020286"/>
                </a:lnTo>
                <a:lnTo>
                  <a:pt x="1246512" y="2031777"/>
                </a:lnTo>
                <a:lnTo>
                  <a:pt x="1201342" y="2041288"/>
                </a:lnTo>
                <a:lnTo>
                  <a:pt x="1155458" y="2048771"/>
                </a:lnTo>
                <a:lnTo>
                  <a:pt x="1108909" y="2054176"/>
                </a:lnTo>
                <a:lnTo>
                  <a:pt x="1061742" y="2057454"/>
                </a:lnTo>
                <a:lnTo>
                  <a:pt x="1014008" y="2058558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621463" y="6990080"/>
            <a:ext cx="326390" cy="40640"/>
          </a:xfrm>
          <a:custGeom>
            <a:avLst/>
            <a:gdLst/>
            <a:ahLst/>
            <a:cxnLst/>
            <a:rect l="l" t="t" r="r" b="b"/>
            <a:pathLst>
              <a:path w="326390" h="40640">
                <a:moveTo>
                  <a:pt x="0" y="0"/>
                </a:moveTo>
                <a:lnTo>
                  <a:pt x="326263" y="0"/>
                </a:lnTo>
                <a:lnTo>
                  <a:pt x="326263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621463" y="7030719"/>
            <a:ext cx="44450" cy="102870"/>
          </a:xfrm>
          <a:custGeom>
            <a:avLst/>
            <a:gdLst/>
            <a:ahLst/>
            <a:cxnLst/>
            <a:rect l="l" t="t" r="r" b="b"/>
            <a:pathLst>
              <a:path w="44450" h="102870">
                <a:moveTo>
                  <a:pt x="0" y="0"/>
                </a:moveTo>
                <a:lnTo>
                  <a:pt x="44005" y="0"/>
                </a:lnTo>
                <a:lnTo>
                  <a:pt x="44005" y="102869"/>
                </a:lnTo>
                <a:lnTo>
                  <a:pt x="0" y="10286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621463" y="7133590"/>
            <a:ext cx="326390" cy="40640"/>
          </a:xfrm>
          <a:custGeom>
            <a:avLst/>
            <a:gdLst/>
            <a:ahLst/>
            <a:cxnLst/>
            <a:rect l="l" t="t" r="r" b="b"/>
            <a:pathLst>
              <a:path w="326390" h="40640">
                <a:moveTo>
                  <a:pt x="0" y="0"/>
                </a:moveTo>
                <a:lnTo>
                  <a:pt x="326263" y="0"/>
                </a:lnTo>
                <a:lnTo>
                  <a:pt x="326263" y="40640"/>
                </a:lnTo>
                <a:lnTo>
                  <a:pt x="0" y="406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903720" y="7030728"/>
            <a:ext cx="44450" cy="102870"/>
          </a:xfrm>
          <a:custGeom>
            <a:avLst/>
            <a:gdLst/>
            <a:ahLst/>
            <a:cxnLst/>
            <a:rect l="l" t="t" r="r" b="b"/>
            <a:pathLst>
              <a:path w="44450" h="102870">
                <a:moveTo>
                  <a:pt x="44005" y="102679"/>
                </a:moveTo>
                <a:lnTo>
                  <a:pt x="0" y="102679"/>
                </a:lnTo>
                <a:lnTo>
                  <a:pt x="0" y="0"/>
                </a:lnTo>
                <a:lnTo>
                  <a:pt x="44005" y="0"/>
                </a:lnTo>
                <a:lnTo>
                  <a:pt x="44005" y="10267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595237" y="7219641"/>
            <a:ext cx="379730" cy="41910"/>
          </a:xfrm>
          <a:custGeom>
            <a:avLst/>
            <a:gdLst/>
            <a:ahLst/>
            <a:cxnLst/>
            <a:rect l="l" t="t" r="r" b="b"/>
            <a:pathLst>
              <a:path w="379729" h="41909">
                <a:moveTo>
                  <a:pt x="379158" y="41783"/>
                </a:moveTo>
                <a:lnTo>
                  <a:pt x="0" y="41783"/>
                </a:lnTo>
                <a:lnTo>
                  <a:pt x="0" y="0"/>
                </a:lnTo>
                <a:lnTo>
                  <a:pt x="379158" y="0"/>
                </a:lnTo>
                <a:lnTo>
                  <a:pt x="379158" y="4178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761925" y="7261424"/>
            <a:ext cx="45720" cy="106045"/>
          </a:xfrm>
          <a:custGeom>
            <a:avLst/>
            <a:gdLst/>
            <a:ahLst/>
            <a:cxnLst/>
            <a:rect l="l" t="t" r="r" b="b"/>
            <a:pathLst>
              <a:path w="45720" h="106045">
                <a:moveTo>
                  <a:pt x="45339" y="105791"/>
                </a:moveTo>
                <a:lnTo>
                  <a:pt x="0" y="105791"/>
                </a:lnTo>
                <a:lnTo>
                  <a:pt x="0" y="0"/>
                </a:lnTo>
                <a:lnTo>
                  <a:pt x="45339" y="0"/>
                </a:lnTo>
                <a:lnTo>
                  <a:pt x="45339" y="10579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009511" y="6976055"/>
            <a:ext cx="379730" cy="391160"/>
          </a:xfrm>
          <a:custGeom>
            <a:avLst/>
            <a:gdLst/>
            <a:ahLst/>
            <a:cxnLst/>
            <a:rect l="l" t="t" r="r" b="b"/>
            <a:pathLst>
              <a:path w="379729" h="391159">
                <a:moveTo>
                  <a:pt x="8889" y="204025"/>
                </a:moveTo>
                <a:lnTo>
                  <a:pt x="8889" y="162242"/>
                </a:lnTo>
                <a:lnTo>
                  <a:pt x="56977" y="154159"/>
                </a:lnTo>
                <a:lnTo>
                  <a:pt x="101289" y="131184"/>
                </a:lnTo>
                <a:lnTo>
                  <a:pt x="139114" y="96026"/>
                </a:lnTo>
                <a:lnTo>
                  <a:pt x="167743" y="51394"/>
                </a:lnTo>
                <a:lnTo>
                  <a:pt x="184467" y="0"/>
                </a:lnTo>
                <a:lnTo>
                  <a:pt x="229806" y="7112"/>
                </a:lnTo>
                <a:lnTo>
                  <a:pt x="225819" y="25260"/>
                </a:lnTo>
                <a:lnTo>
                  <a:pt x="220583" y="42949"/>
                </a:lnTo>
                <a:lnTo>
                  <a:pt x="214179" y="60056"/>
                </a:lnTo>
                <a:lnTo>
                  <a:pt x="206692" y="76454"/>
                </a:lnTo>
                <a:lnTo>
                  <a:pt x="267599" y="110236"/>
                </a:lnTo>
                <a:lnTo>
                  <a:pt x="185356" y="110236"/>
                </a:lnTo>
                <a:lnTo>
                  <a:pt x="149720" y="149018"/>
                </a:lnTo>
                <a:lnTo>
                  <a:pt x="107291" y="178466"/>
                </a:lnTo>
                <a:lnTo>
                  <a:pt x="59778" y="197246"/>
                </a:lnTo>
                <a:lnTo>
                  <a:pt x="8889" y="204025"/>
                </a:lnTo>
                <a:close/>
              </a:path>
              <a:path w="379729" h="391159">
                <a:moveTo>
                  <a:pt x="348932" y="203581"/>
                </a:moveTo>
                <a:lnTo>
                  <a:pt x="185356" y="110236"/>
                </a:lnTo>
                <a:lnTo>
                  <a:pt x="267599" y="110236"/>
                </a:lnTo>
                <a:lnTo>
                  <a:pt x="369379" y="166687"/>
                </a:lnTo>
                <a:lnTo>
                  <a:pt x="348932" y="203581"/>
                </a:lnTo>
                <a:close/>
              </a:path>
              <a:path w="379729" h="391159">
                <a:moveTo>
                  <a:pt x="379158" y="284924"/>
                </a:moveTo>
                <a:lnTo>
                  <a:pt x="0" y="284924"/>
                </a:lnTo>
                <a:lnTo>
                  <a:pt x="0" y="244030"/>
                </a:lnTo>
                <a:lnTo>
                  <a:pt x="379158" y="244030"/>
                </a:lnTo>
                <a:lnTo>
                  <a:pt x="379158" y="284924"/>
                </a:lnTo>
                <a:close/>
              </a:path>
              <a:path w="379729" h="391159">
                <a:moveTo>
                  <a:pt x="211582" y="391160"/>
                </a:moveTo>
                <a:lnTo>
                  <a:pt x="166687" y="391160"/>
                </a:lnTo>
                <a:lnTo>
                  <a:pt x="166687" y="284924"/>
                </a:lnTo>
                <a:lnTo>
                  <a:pt x="211582" y="284924"/>
                </a:lnTo>
                <a:lnTo>
                  <a:pt x="211582" y="39116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7393107" y="7423271"/>
            <a:ext cx="360045" cy="379730"/>
          </a:xfrm>
          <a:custGeom>
            <a:avLst/>
            <a:gdLst/>
            <a:ahLst/>
            <a:cxnLst/>
            <a:rect l="l" t="t" r="r" b="b"/>
            <a:pathLst>
              <a:path w="360045" h="379729">
                <a:moveTo>
                  <a:pt x="360045" y="379603"/>
                </a:moveTo>
                <a:lnTo>
                  <a:pt x="318262" y="379603"/>
                </a:lnTo>
                <a:lnTo>
                  <a:pt x="318262" y="0"/>
                </a:lnTo>
                <a:lnTo>
                  <a:pt x="360045" y="0"/>
                </a:lnTo>
                <a:lnTo>
                  <a:pt x="360045" y="379603"/>
                </a:lnTo>
                <a:close/>
              </a:path>
              <a:path w="360045" h="379729">
                <a:moveTo>
                  <a:pt x="268033" y="158242"/>
                </a:moveTo>
                <a:lnTo>
                  <a:pt x="226695" y="158242"/>
                </a:lnTo>
                <a:lnTo>
                  <a:pt x="226695" y="2222"/>
                </a:lnTo>
                <a:lnTo>
                  <a:pt x="268033" y="2222"/>
                </a:lnTo>
                <a:lnTo>
                  <a:pt x="268033" y="158242"/>
                </a:lnTo>
                <a:close/>
              </a:path>
              <a:path w="360045" h="379729">
                <a:moveTo>
                  <a:pt x="88455" y="361823"/>
                </a:moveTo>
                <a:lnTo>
                  <a:pt x="32548" y="335039"/>
                </a:lnTo>
                <a:lnTo>
                  <a:pt x="14622" y="300471"/>
                </a:lnTo>
                <a:lnTo>
                  <a:pt x="3694" y="250818"/>
                </a:lnTo>
                <a:lnTo>
                  <a:pt x="0" y="185356"/>
                </a:lnTo>
                <a:lnTo>
                  <a:pt x="3694" y="119894"/>
                </a:lnTo>
                <a:lnTo>
                  <a:pt x="14622" y="70241"/>
                </a:lnTo>
                <a:lnTo>
                  <a:pt x="32548" y="35673"/>
                </a:lnTo>
                <a:lnTo>
                  <a:pt x="57237" y="15465"/>
                </a:lnTo>
                <a:lnTo>
                  <a:pt x="88455" y="8889"/>
                </a:lnTo>
                <a:lnTo>
                  <a:pt x="123827" y="17661"/>
                </a:lnTo>
                <a:lnTo>
                  <a:pt x="150407" y="44727"/>
                </a:lnTo>
                <a:lnTo>
                  <a:pt x="151976" y="48894"/>
                </a:lnTo>
                <a:lnTo>
                  <a:pt x="88455" y="48894"/>
                </a:lnTo>
                <a:lnTo>
                  <a:pt x="67848" y="57090"/>
                </a:lnTo>
                <a:lnTo>
                  <a:pt x="53284" y="82121"/>
                </a:lnTo>
                <a:lnTo>
                  <a:pt x="44637" y="124654"/>
                </a:lnTo>
                <a:lnTo>
                  <a:pt x="41782" y="185356"/>
                </a:lnTo>
                <a:lnTo>
                  <a:pt x="44637" y="246058"/>
                </a:lnTo>
                <a:lnTo>
                  <a:pt x="53284" y="288591"/>
                </a:lnTo>
                <a:lnTo>
                  <a:pt x="67848" y="313622"/>
                </a:lnTo>
                <a:lnTo>
                  <a:pt x="88455" y="321818"/>
                </a:lnTo>
                <a:lnTo>
                  <a:pt x="152566" y="321818"/>
                </a:lnTo>
                <a:lnTo>
                  <a:pt x="152130" y="323095"/>
                </a:lnTo>
                <a:lnTo>
                  <a:pt x="125085" y="352356"/>
                </a:lnTo>
                <a:lnTo>
                  <a:pt x="88455" y="361823"/>
                </a:lnTo>
                <a:close/>
              </a:path>
              <a:path w="360045" h="379729">
                <a:moveTo>
                  <a:pt x="152566" y="321818"/>
                </a:moveTo>
                <a:lnTo>
                  <a:pt x="88455" y="321818"/>
                </a:lnTo>
                <a:lnTo>
                  <a:pt x="108992" y="313622"/>
                </a:lnTo>
                <a:lnTo>
                  <a:pt x="123404" y="288591"/>
                </a:lnTo>
                <a:lnTo>
                  <a:pt x="131898" y="246058"/>
                </a:lnTo>
                <a:lnTo>
                  <a:pt x="134683" y="185356"/>
                </a:lnTo>
                <a:lnTo>
                  <a:pt x="131898" y="124654"/>
                </a:lnTo>
                <a:lnTo>
                  <a:pt x="123404" y="82121"/>
                </a:lnTo>
                <a:lnTo>
                  <a:pt x="108992" y="57090"/>
                </a:lnTo>
                <a:lnTo>
                  <a:pt x="88455" y="48894"/>
                </a:lnTo>
                <a:lnTo>
                  <a:pt x="151976" y="48894"/>
                </a:lnTo>
                <a:lnTo>
                  <a:pt x="167902" y="91212"/>
                </a:lnTo>
                <a:lnTo>
                  <a:pt x="176022" y="158242"/>
                </a:lnTo>
                <a:lnTo>
                  <a:pt x="268033" y="158242"/>
                </a:lnTo>
                <a:lnTo>
                  <a:pt x="268033" y="200025"/>
                </a:lnTo>
                <a:lnTo>
                  <a:pt x="176466" y="200025"/>
                </a:lnTo>
                <a:lnTo>
                  <a:pt x="169340" y="272749"/>
                </a:lnTo>
                <a:lnTo>
                  <a:pt x="152566" y="321818"/>
                </a:lnTo>
                <a:close/>
              </a:path>
              <a:path w="360045" h="379729">
                <a:moveTo>
                  <a:pt x="268033" y="372935"/>
                </a:moveTo>
                <a:lnTo>
                  <a:pt x="226695" y="372935"/>
                </a:lnTo>
                <a:lnTo>
                  <a:pt x="226695" y="200025"/>
                </a:lnTo>
                <a:lnTo>
                  <a:pt x="268033" y="200025"/>
                </a:lnTo>
                <a:lnTo>
                  <a:pt x="268033" y="37293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7815826" y="7423271"/>
            <a:ext cx="384175" cy="375285"/>
          </a:xfrm>
          <a:custGeom>
            <a:avLst/>
            <a:gdLst/>
            <a:ahLst/>
            <a:cxnLst/>
            <a:rect l="l" t="t" r="r" b="b"/>
            <a:pathLst>
              <a:path w="384175" h="375284">
                <a:moveTo>
                  <a:pt x="330263" y="283146"/>
                </a:moveTo>
                <a:lnTo>
                  <a:pt x="286258" y="283146"/>
                </a:lnTo>
                <a:lnTo>
                  <a:pt x="286258" y="0"/>
                </a:lnTo>
                <a:lnTo>
                  <a:pt x="330263" y="0"/>
                </a:lnTo>
                <a:lnTo>
                  <a:pt x="330263" y="99123"/>
                </a:lnTo>
                <a:lnTo>
                  <a:pt x="383603" y="99123"/>
                </a:lnTo>
                <a:lnTo>
                  <a:pt x="383603" y="141351"/>
                </a:lnTo>
                <a:lnTo>
                  <a:pt x="330263" y="141351"/>
                </a:lnTo>
                <a:lnTo>
                  <a:pt x="330263" y="283146"/>
                </a:lnTo>
                <a:close/>
              </a:path>
              <a:path w="384175" h="375284">
                <a:moveTo>
                  <a:pt x="135572" y="230251"/>
                </a:moveTo>
                <a:lnTo>
                  <a:pt x="0" y="230251"/>
                </a:lnTo>
                <a:lnTo>
                  <a:pt x="0" y="9334"/>
                </a:lnTo>
                <a:lnTo>
                  <a:pt x="231584" y="9334"/>
                </a:lnTo>
                <a:lnTo>
                  <a:pt x="231584" y="46672"/>
                </a:lnTo>
                <a:lnTo>
                  <a:pt x="43560" y="46672"/>
                </a:lnTo>
                <a:lnTo>
                  <a:pt x="43560" y="101346"/>
                </a:lnTo>
                <a:lnTo>
                  <a:pt x="224028" y="101346"/>
                </a:lnTo>
                <a:lnTo>
                  <a:pt x="224028" y="137350"/>
                </a:lnTo>
                <a:lnTo>
                  <a:pt x="43560" y="137350"/>
                </a:lnTo>
                <a:lnTo>
                  <a:pt x="43560" y="192913"/>
                </a:lnTo>
                <a:lnTo>
                  <a:pt x="258699" y="192913"/>
                </a:lnTo>
                <a:lnTo>
                  <a:pt x="258699" y="213360"/>
                </a:lnTo>
                <a:lnTo>
                  <a:pt x="237085" y="220312"/>
                </a:lnTo>
                <a:lnTo>
                  <a:pt x="208470" y="225639"/>
                </a:lnTo>
                <a:lnTo>
                  <a:pt x="174188" y="229049"/>
                </a:lnTo>
                <a:lnTo>
                  <a:pt x="135572" y="230251"/>
                </a:lnTo>
                <a:close/>
              </a:path>
              <a:path w="384175" h="375284">
                <a:moveTo>
                  <a:pt x="258699" y="192913"/>
                </a:moveTo>
                <a:lnTo>
                  <a:pt x="139128" y="192913"/>
                </a:lnTo>
                <a:lnTo>
                  <a:pt x="176126" y="191780"/>
                </a:lnTo>
                <a:lnTo>
                  <a:pt x="209081" y="188523"/>
                </a:lnTo>
                <a:lnTo>
                  <a:pt x="236953" y="183349"/>
                </a:lnTo>
                <a:lnTo>
                  <a:pt x="258699" y="176466"/>
                </a:lnTo>
                <a:lnTo>
                  <a:pt x="258699" y="192913"/>
                </a:lnTo>
                <a:close/>
              </a:path>
              <a:path w="384175" h="375284">
                <a:moveTo>
                  <a:pt x="340487" y="374713"/>
                </a:moveTo>
                <a:lnTo>
                  <a:pt x="12890" y="374713"/>
                </a:lnTo>
                <a:lnTo>
                  <a:pt x="12890" y="265366"/>
                </a:lnTo>
                <a:lnTo>
                  <a:pt x="57340" y="265366"/>
                </a:lnTo>
                <a:lnTo>
                  <a:pt x="57340" y="335597"/>
                </a:lnTo>
                <a:lnTo>
                  <a:pt x="340487" y="335597"/>
                </a:lnTo>
                <a:lnTo>
                  <a:pt x="340487" y="37471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216765" y="7421938"/>
            <a:ext cx="379730" cy="376555"/>
          </a:xfrm>
          <a:custGeom>
            <a:avLst/>
            <a:gdLst/>
            <a:ahLst/>
            <a:cxnLst/>
            <a:rect l="l" t="t" r="r" b="b"/>
            <a:pathLst>
              <a:path w="379729" h="376554">
                <a:moveTo>
                  <a:pt x="211137" y="164020"/>
                </a:moveTo>
                <a:lnTo>
                  <a:pt x="167576" y="164020"/>
                </a:lnTo>
                <a:lnTo>
                  <a:pt x="167576" y="137795"/>
                </a:lnTo>
                <a:lnTo>
                  <a:pt x="110617" y="132467"/>
                </a:lnTo>
                <a:lnTo>
                  <a:pt x="64619" y="119848"/>
                </a:lnTo>
                <a:lnTo>
                  <a:pt x="33872" y="98977"/>
                </a:lnTo>
                <a:lnTo>
                  <a:pt x="22669" y="68897"/>
                </a:lnTo>
                <a:lnTo>
                  <a:pt x="35837" y="36942"/>
                </a:lnTo>
                <a:lnTo>
                  <a:pt x="71675" y="15613"/>
                </a:lnTo>
                <a:lnTo>
                  <a:pt x="124682" y="3701"/>
                </a:lnTo>
                <a:lnTo>
                  <a:pt x="189357" y="0"/>
                </a:lnTo>
                <a:lnTo>
                  <a:pt x="254031" y="3701"/>
                </a:lnTo>
                <a:lnTo>
                  <a:pt x="307038" y="15613"/>
                </a:lnTo>
                <a:lnTo>
                  <a:pt x="336819" y="33337"/>
                </a:lnTo>
                <a:lnTo>
                  <a:pt x="189357" y="33337"/>
                </a:lnTo>
                <a:lnTo>
                  <a:pt x="142455" y="35393"/>
                </a:lnTo>
                <a:lnTo>
                  <a:pt x="103846" y="41783"/>
                </a:lnTo>
                <a:lnTo>
                  <a:pt x="77655" y="52839"/>
                </a:lnTo>
                <a:lnTo>
                  <a:pt x="68008" y="68897"/>
                </a:lnTo>
                <a:lnTo>
                  <a:pt x="77655" y="85142"/>
                </a:lnTo>
                <a:lnTo>
                  <a:pt x="103846" y="96178"/>
                </a:lnTo>
                <a:lnTo>
                  <a:pt x="142455" y="102464"/>
                </a:lnTo>
                <a:lnTo>
                  <a:pt x="189357" y="104457"/>
                </a:lnTo>
                <a:lnTo>
                  <a:pt x="336768" y="104457"/>
                </a:lnTo>
                <a:lnTo>
                  <a:pt x="314094" y="119848"/>
                </a:lnTo>
                <a:lnTo>
                  <a:pt x="268096" y="132467"/>
                </a:lnTo>
                <a:lnTo>
                  <a:pt x="211137" y="137795"/>
                </a:lnTo>
                <a:lnTo>
                  <a:pt x="211137" y="164020"/>
                </a:lnTo>
                <a:close/>
              </a:path>
              <a:path w="379729" h="376554">
                <a:moveTo>
                  <a:pt x="336768" y="104457"/>
                </a:moveTo>
                <a:lnTo>
                  <a:pt x="189357" y="104457"/>
                </a:lnTo>
                <a:lnTo>
                  <a:pt x="236258" y="102464"/>
                </a:lnTo>
                <a:lnTo>
                  <a:pt x="274867" y="96178"/>
                </a:lnTo>
                <a:lnTo>
                  <a:pt x="301058" y="85142"/>
                </a:lnTo>
                <a:lnTo>
                  <a:pt x="310705" y="68897"/>
                </a:lnTo>
                <a:lnTo>
                  <a:pt x="301058" y="52839"/>
                </a:lnTo>
                <a:lnTo>
                  <a:pt x="274867" y="41783"/>
                </a:lnTo>
                <a:lnTo>
                  <a:pt x="236258" y="35393"/>
                </a:lnTo>
                <a:lnTo>
                  <a:pt x="189357" y="33337"/>
                </a:lnTo>
                <a:lnTo>
                  <a:pt x="336819" y="33337"/>
                </a:lnTo>
                <a:lnTo>
                  <a:pt x="342876" y="36942"/>
                </a:lnTo>
                <a:lnTo>
                  <a:pt x="356044" y="68897"/>
                </a:lnTo>
                <a:lnTo>
                  <a:pt x="344841" y="98977"/>
                </a:lnTo>
                <a:lnTo>
                  <a:pt x="336768" y="104457"/>
                </a:lnTo>
                <a:close/>
              </a:path>
              <a:path w="379729" h="376554">
                <a:moveTo>
                  <a:pt x="379158" y="198247"/>
                </a:moveTo>
                <a:lnTo>
                  <a:pt x="0" y="198247"/>
                </a:lnTo>
                <a:lnTo>
                  <a:pt x="0" y="164020"/>
                </a:lnTo>
                <a:lnTo>
                  <a:pt x="379158" y="164020"/>
                </a:lnTo>
                <a:lnTo>
                  <a:pt x="379158" y="198247"/>
                </a:lnTo>
                <a:close/>
              </a:path>
              <a:path w="379729" h="376554">
                <a:moveTo>
                  <a:pt x="359600" y="376047"/>
                </a:moveTo>
                <a:lnTo>
                  <a:pt x="26225" y="376047"/>
                </a:lnTo>
                <a:lnTo>
                  <a:pt x="26225" y="285369"/>
                </a:lnTo>
                <a:lnTo>
                  <a:pt x="309816" y="285369"/>
                </a:lnTo>
                <a:lnTo>
                  <a:pt x="309816" y="258699"/>
                </a:lnTo>
                <a:lnTo>
                  <a:pt x="25336" y="258699"/>
                </a:lnTo>
                <a:lnTo>
                  <a:pt x="25336" y="225806"/>
                </a:lnTo>
                <a:lnTo>
                  <a:pt x="352933" y="225806"/>
                </a:lnTo>
                <a:lnTo>
                  <a:pt x="352933" y="316484"/>
                </a:lnTo>
                <a:lnTo>
                  <a:pt x="69342" y="316484"/>
                </a:lnTo>
                <a:lnTo>
                  <a:pt x="69342" y="343154"/>
                </a:lnTo>
                <a:lnTo>
                  <a:pt x="359600" y="343154"/>
                </a:lnTo>
                <a:lnTo>
                  <a:pt x="359600" y="37604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7595237" y="7867821"/>
            <a:ext cx="370840" cy="379730"/>
          </a:xfrm>
          <a:custGeom>
            <a:avLst/>
            <a:gdLst/>
            <a:ahLst/>
            <a:cxnLst/>
            <a:rect l="l" t="t" r="r" b="b"/>
            <a:pathLst>
              <a:path w="370840" h="379729">
                <a:moveTo>
                  <a:pt x="364934" y="71564"/>
                </a:moveTo>
                <a:lnTo>
                  <a:pt x="323151" y="71564"/>
                </a:lnTo>
                <a:lnTo>
                  <a:pt x="323151" y="0"/>
                </a:lnTo>
                <a:lnTo>
                  <a:pt x="364934" y="0"/>
                </a:lnTo>
                <a:lnTo>
                  <a:pt x="364934" y="71564"/>
                </a:lnTo>
                <a:close/>
              </a:path>
              <a:path w="370840" h="379729">
                <a:moveTo>
                  <a:pt x="258699" y="209359"/>
                </a:moveTo>
                <a:lnTo>
                  <a:pt x="216916" y="209359"/>
                </a:lnTo>
                <a:lnTo>
                  <a:pt x="216916" y="2222"/>
                </a:lnTo>
                <a:lnTo>
                  <a:pt x="258699" y="2222"/>
                </a:lnTo>
                <a:lnTo>
                  <a:pt x="258699" y="71564"/>
                </a:lnTo>
                <a:lnTo>
                  <a:pt x="364934" y="71564"/>
                </a:lnTo>
                <a:lnTo>
                  <a:pt x="364934" y="112014"/>
                </a:lnTo>
                <a:lnTo>
                  <a:pt x="258699" y="112014"/>
                </a:lnTo>
                <a:lnTo>
                  <a:pt x="258699" y="209359"/>
                </a:lnTo>
                <a:close/>
              </a:path>
              <a:path w="370840" h="379729">
                <a:moveTo>
                  <a:pt x="364934" y="221805"/>
                </a:moveTo>
                <a:lnTo>
                  <a:pt x="323151" y="221805"/>
                </a:lnTo>
                <a:lnTo>
                  <a:pt x="323151" y="112014"/>
                </a:lnTo>
                <a:lnTo>
                  <a:pt x="364934" y="112014"/>
                </a:lnTo>
                <a:lnTo>
                  <a:pt x="364934" y="221805"/>
                </a:lnTo>
                <a:close/>
              </a:path>
              <a:path w="370840" h="379729">
                <a:moveTo>
                  <a:pt x="0" y="210693"/>
                </a:moveTo>
                <a:lnTo>
                  <a:pt x="0" y="170688"/>
                </a:lnTo>
                <a:lnTo>
                  <a:pt x="38164" y="149400"/>
                </a:lnTo>
                <a:lnTo>
                  <a:pt x="63619" y="112736"/>
                </a:lnTo>
                <a:lnTo>
                  <a:pt x="77822" y="63487"/>
                </a:lnTo>
                <a:lnTo>
                  <a:pt x="82232" y="4445"/>
                </a:lnTo>
                <a:lnTo>
                  <a:pt x="124460" y="5778"/>
                </a:lnTo>
                <a:lnTo>
                  <a:pt x="123952" y="27357"/>
                </a:lnTo>
                <a:lnTo>
                  <a:pt x="122404" y="48061"/>
                </a:lnTo>
                <a:lnTo>
                  <a:pt x="119771" y="67848"/>
                </a:lnTo>
                <a:lnTo>
                  <a:pt x="116014" y="86677"/>
                </a:lnTo>
                <a:lnTo>
                  <a:pt x="159937" y="127571"/>
                </a:lnTo>
                <a:lnTo>
                  <a:pt x="102235" y="127571"/>
                </a:lnTo>
                <a:lnTo>
                  <a:pt x="84948" y="158061"/>
                </a:lnTo>
                <a:lnTo>
                  <a:pt x="62285" y="182467"/>
                </a:lnTo>
                <a:lnTo>
                  <a:pt x="34038" y="200205"/>
                </a:lnTo>
                <a:lnTo>
                  <a:pt x="0" y="210693"/>
                </a:lnTo>
                <a:close/>
              </a:path>
              <a:path w="370840" h="379729">
                <a:moveTo>
                  <a:pt x="177355" y="199580"/>
                </a:moveTo>
                <a:lnTo>
                  <a:pt x="102235" y="127571"/>
                </a:lnTo>
                <a:lnTo>
                  <a:pt x="159937" y="127571"/>
                </a:lnTo>
                <a:lnTo>
                  <a:pt x="206248" y="170688"/>
                </a:lnTo>
                <a:lnTo>
                  <a:pt x="177355" y="199580"/>
                </a:lnTo>
                <a:close/>
              </a:path>
              <a:path w="370840" h="379729">
                <a:moveTo>
                  <a:pt x="202247" y="379603"/>
                </a:moveTo>
                <a:lnTo>
                  <a:pt x="137669" y="375741"/>
                </a:lnTo>
                <a:lnTo>
                  <a:pt x="84010" y="363045"/>
                </a:lnTo>
                <a:lnTo>
                  <a:pt x="47353" y="339848"/>
                </a:lnTo>
                <a:lnTo>
                  <a:pt x="33782" y="304482"/>
                </a:lnTo>
                <a:lnTo>
                  <a:pt x="47353" y="269116"/>
                </a:lnTo>
                <a:lnTo>
                  <a:pt x="84010" y="245919"/>
                </a:lnTo>
                <a:lnTo>
                  <a:pt x="137669" y="233223"/>
                </a:lnTo>
                <a:lnTo>
                  <a:pt x="202247" y="229362"/>
                </a:lnTo>
                <a:lnTo>
                  <a:pt x="266825" y="233223"/>
                </a:lnTo>
                <a:lnTo>
                  <a:pt x="320484" y="245919"/>
                </a:lnTo>
                <a:lnTo>
                  <a:pt x="351215" y="265366"/>
                </a:lnTo>
                <a:lnTo>
                  <a:pt x="202247" y="265366"/>
                </a:lnTo>
                <a:lnTo>
                  <a:pt x="156964" y="267415"/>
                </a:lnTo>
                <a:lnTo>
                  <a:pt x="118014" y="274089"/>
                </a:lnTo>
                <a:lnTo>
                  <a:pt x="90733" y="286181"/>
                </a:lnTo>
                <a:lnTo>
                  <a:pt x="80454" y="304482"/>
                </a:lnTo>
                <a:lnTo>
                  <a:pt x="90733" y="322783"/>
                </a:lnTo>
                <a:lnTo>
                  <a:pt x="118014" y="334875"/>
                </a:lnTo>
                <a:lnTo>
                  <a:pt x="156964" y="341549"/>
                </a:lnTo>
                <a:lnTo>
                  <a:pt x="202247" y="343598"/>
                </a:lnTo>
                <a:lnTo>
                  <a:pt x="351215" y="343598"/>
                </a:lnTo>
                <a:lnTo>
                  <a:pt x="320484" y="363045"/>
                </a:lnTo>
                <a:lnTo>
                  <a:pt x="266825" y="375741"/>
                </a:lnTo>
                <a:lnTo>
                  <a:pt x="202247" y="379603"/>
                </a:lnTo>
                <a:close/>
              </a:path>
              <a:path w="370840" h="379729">
                <a:moveTo>
                  <a:pt x="351215" y="343598"/>
                </a:moveTo>
                <a:lnTo>
                  <a:pt x="202247" y="343598"/>
                </a:lnTo>
                <a:lnTo>
                  <a:pt x="247530" y="341549"/>
                </a:lnTo>
                <a:lnTo>
                  <a:pt x="286480" y="334875"/>
                </a:lnTo>
                <a:lnTo>
                  <a:pt x="313761" y="322783"/>
                </a:lnTo>
                <a:lnTo>
                  <a:pt x="324040" y="304482"/>
                </a:lnTo>
                <a:lnTo>
                  <a:pt x="313761" y="286181"/>
                </a:lnTo>
                <a:lnTo>
                  <a:pt x="286480" y="274089"/>
                </a:lnTo>
                <a:lnTo>
                  <a:pt x="247530" y="267415"/>
                </a:lnTo>
                <a:lnTo>
                  <a:pt x="202247" y="265366"/>
                </a:lnTo>
                <a:lnTo>
                  <a:pt x="351215" y="265366"/>
                </a:lnTo>
                <a:lnTo>
                  <a:pt x="357141" y="269116"/>
                </a:lnTo>
                <a:lnTo>
                  <a:pt x="370713" y="304482"/>
                </a:lnTo>
                <a:lnTo>
                  <a:pt x="357141" y="339848"/>
                </a:lnTo>
                <a:lnTo>
                  <a:pt x="351215" y="34359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8010400" y="7867821"/>
            <a:ext cx="396240" cy="375285"/>
          </a:xfrm>
          <a:custGeom>
            <a:avLst/>
            <a:gdLst/>
            <a:ahLst/>
            <a:cxnLst/>
            <a:rect l="l" t="t" r="r" b="b"/>
            <a:pathLst>
              <a:path w="396240" h="375284">
                <a:moveTo>
                  <a:pt x="342709" y="281813"/>
                </a:moveTo>
                <a:lnTo>
                  <a:pt x="298704" y="281813"/>
                </a:lnTo>
                <a:lnTo>
                  <a:pt x="298704" y="0"/>
                </a:lnTo>
                <a:lnTo>
                  <a:pt x="342709" y="0"/>
                </a:lnTo>
                <a:lnTo>
                  <a:pt x="342709" y="86232"/>
                </a:lnTo>
                <a:lnTo>
                  <a:pt x="396049" y="86232"/>
                </a:lnTo>
                <a:lnTo>
                  <a:pt x="396049" y="128460"/>
                </a:lnTo>
                <a:lnTo>
                  <a:pt x="342709" y="128460"/>
                </a:lnTo>
                <a:lnTo>
                  <a:pt x="342709" y="281813"/>
                </a:lnTo>
                <a:close/>
              </a:path>
              <a:path w="396240" h="375284">
                <a:moveTo>
                  <a:pt x="0" y="224472"/>
                </a:moveTo>
                <a:lnTo>
                  <a:pt x="0" y="183134"/>
                </a:lnTo>
                <a:lnTo>
                  <a:pt x="39539" y="167999"/>
                </a:lnTo>
                <a:lnTo>
                  <a:pt x="71376" y="139829"/>
                </a:lnTo>
                <a:lnTo>
                  <a:pt x="94955" y="101267"/>
                </a:lnTo>
                <a:lnTo>
                  <a:pt x="109723" y="54961"/>
                </a:lnTo>
                <a:lnTo>
                  <a:pt x="115125" y="3555"/>
                </a:lnTo>
                <a:lnTo>
                  <a:pt x="159131" y="6222"/>
                </a:lnTo>
                <a:lnTo>
                  <a:pt x="158137" y="30288"/>
                </a:lnTo>
                <a:lnTo>
                  <a:pt x="155186" y="53728"/>
                </a:lnTo>
                <a:lnTo>
                  <a:pt x="150317" y="76419"/>
                </a:lnTo>
                <a:lnTo>
                  <a:pt x="143573" y="98234"/>
                </a:lnTo>
                <a:lnTo>
                  <a:pt x="192403" y="135128"/>
                </a:lnTo>
                <a:lnTo>
                  <a:pt x="126238" y="135128"/>
                </a:lnTo>
                <a:lnTo>
                  <a:pt x="102637" y="168340"/>
                </a:lnTo>
                <a:lnTo>
                  <a:pt x="73453" y="195135"/>
                </a:lnTo>
                <a:lnTo>
                  <a:pt x="39102" y="214262"/>
                </a:lnTo>
                <a:lnTo>
                  <a:pt x="0" y="224472"/>
                </a:lnTo>
                <a:close/>
              </a:path>
              <a:path w="396240" h="375284">
                <a:moveTo>
                  <a:pt x="236918" y="220472"/>
                </a:moveTo>
                <a:lnTo>
                  <a:pt x="126238" y="135128"/>
                </a:lnTo>
                <a:lnTo>
                  <a:pt x="192403" y="135128"/>
                </a:lnTo>
                <a:lnTo>
                  <a:pt x="263588" y="188912"/>
                </a:lnTo>
                <a:lnTo>
                  <a:pt x="236918" y="220472"/>
                </a:lnTo>
                <a:close/>
              </a:path>
              <a:path w="396240" h="375284">
                <a:moveTo>
                  <a:pt x="352933" y="374713"/>
                </a:moveTo>
                <a:lnTo>
                  <a:pt x="25336" y="374713"/>
                </a:lnTo>
                <a:lnTo>
                  <a:pt x="25336" y="253809"/>
                </a:lnTo>
                <a:lnTo>
                  <a:pt x="69786" y="253809"/>
                </a:lnTo>
                <a:lnTo>
                  <a:pt x="69786" y="334708"/>
                </a:lnTo>
                <a:lnTo>
                  <a:pt x="352933" y="334708"/>
                </a:lnTo>
                <a:lnTo>
                  <a:pt x="352933" y="37471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1273835" y="8673901"/>
            <a:ext cx="2766093" cy="1298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4052057" y="8736292"/>
            <a:ext cx="45720" cy="9525"/>
          </a:xfrm>
          <a:custGeom>
            <a:avLst/>
            <a:gdLst/>
            <a:ahLst/>
            <a:cxnLst/>
            <a:rect l="l" t="t" r="r" b="b"/>
            <a:pathLst>
              <a:path w="45719" h="9525">
                <a:moveTo>
                  <a:pt x="45601" y="9480"/>
                </a:moveTo>
                <a:lnTo>
                  <a:pt x="0" y="9480"/>
                </a:lnTo>
                <a:lnTo>
                  <a:pt x="0" y="0"/>
                </a:lnTo>
                <a:lnTo>
                  <a:pt x="45601" y="0"/>
                </a:lnTo>
                <a:lnTo>
                  <a:pt x="45601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4114341" y="8704991"/>
            <a:ext cx="60960" cy="84455"/>
          </a:xfrm>
          <a:custGeom>
            <a:avLst/>
            <a:gdLst/>
            <a:ahLst/>
            <a:cxnLst/>
            <a:rect l="l" t="t" r="r" b="b"/>
            <a:pathLst>
              <a:path w="60959" h="84454">
                <a:moveTo>
                  <a:pt x="30029" y="84158"/>
                </a:moveTo>
                <a:lnTo>
                  <a:pt x="18351" y="82684"/>
                </a:lnTo>
                <a:lnTo>
                  <a:pt x="9334" y="78365"/>
                </a:lnTo>
                <a:lnTo>
                  <a:pt x="3157" y="71355"/>
                </a:lnTo>
                <a:lnTo>
                  <a:pt x="0" y="61807"/>
                </a:lnTo>
                <a:lnTo>
                  <a:pt x="10698" y="61807"/>
                </a:lnTo>
                <a:lnTo>
                  <a:pt x="12287" y="70652"/>
                </a:lnTo>
                <a:lnTo>
                  <a:pt x="18854" y="75154"/>
                </a:lnTo>
                <a:lnTo>
                  <a:pt x="42211" y="75154"/>
                </a:lnTo>
                <a:lnTo>
                  <a:pt x="50102" y="69540"/>
                </a:lnTo>
                <a:lnTo>
                  <a:pt x="50102" y="54445"/>
                </a:lnTo>
                <a:lnTo>
                  <a:pt x="45706" y="49944"/>
                </a:lnTo>
                <a:lnTo>
                  <a:pt x="23727" y="44753"/>
                </a:lnTo>
                <a:lnTo>
                  <a:pt x="14663" y="41527"/>
                </a:lnTo>
                <a:lnTo>
                  <a:pt x="8096" y="36776"/>
                </a:lnTo>
                <a:lnTo>
                  <a:pt x="4102" y="30624"/>
                </a:lnTo>
                <a:lnTo>
                  <a:pt x="2754" y="23197"/>
                </a:lnTo>
                <a:lnTo>
                  <a:pt x="4841" y="13845"/>
                </a:lnTo>
                <a:lnTo>
                  <a:pt x="10711" y="6494"/>
                </a:lnTo>
                <a:lnTo>
                  <a:pt x="19779" y="1695"/>
                </a:lnTo>
                <a:lnTo>
                  <a:pt x="31459" y="0"/>
                </a:lnTo>
                <a:lnTo>
                  <a:pt x="42323" y="1554"/>
                </a:lnTo>
                <a:lnTo>
                  <a:pt x="50764" y="5918"/>
                </a:lnTo>
                <a:lnTo>
                  <a:pt x="56544" y="12646"/>
                </a:lnTo>
                <a:lnTo>
                  <a:pt x="59424" y="21291"/>
                </a:lnTo>
                <a:lnTo>
                  <a:pt x="49255" y="21291"/>
                </a:lnTo>
                <a:lnTo>
                  <a:pt x="47507" y="13717"/>
                </a:lnTo>
                <a:lnTo>
                  <a:pt x="41469" y="8897"/>
                </a:lnTo>
                <a:lnTo>
                  <a:pt x="20602" y="8844"/>
                </a:lnTo>
                <a:lnTo>
                  <a:pt x="12975" y="14829"/>
                </a:lnTo>
                <a:lnTo>
                  <a:pt x="12975" y="28917"/>
                </a:lnTo>
                <a:lnTo>
                  <a:pt x="17636" y="33260"/>
                </a:lnTo>
                <a:lnTo>
                  <a:pt x="39934" y="38768"/>
                </a:lnTo>
                <a:lnTo>
                  <a:pt x="48993" y="42002"/>
                </a:lnTo>
                <a:lnTo>
                  <a:pt x="55445" y="46686"/>
                </a:lnTo>
                <a:lnTo>
                  <a:pt x="59306" y="52800"/>
                </a:lnTo>
                <a:lnTo>
                  <a:pt x="60589" y="60324"/>
                </a:lnTo>
                <a:lnTo>
                  <a:pt x="58525" y="69880"/>
                </a:lnTo>
                <a:lnTo>
                  <a:pt x="52539" y="77425"/>
                </a:lnTo>
                <a:lnTo>
                  <a:pt x="42938" y="82378"/>
                </a:lnTo>
                <a:lnTo>
                  <a:pt x="30029" y="8415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4190608" y="8678033"/>
            <a:ext cx="15240" cy="109855"/>
          </a:xfrm>
          <a:custGeom>
            <a:avLst/>
            <a:gdLst/>
            <a:ahLst/>
            <a:cxnLst/>
            <a:rect l="l" t="t" r="r" b="b"/>
            <a:pathLst>
              <a:path w="15240" h="109854">
                <a:moveTo>
                  <a:pt x="11492" y="14247"/>
                </a:moveTo>
                <a:lnTo>
                  <a:pt x="3389" y="14247"/>
                </a:lnTo>
                <a:lnTo>
                  <a:pt x="0" y="11069"/>
                </a:lnTo>
                <a:lnTo>
                  <a:pt x="0" y="3177"/>
                </a:lnTo>
                <a:lnTo>
                  <a:pt x="3389" y="0"/>
                </a:lnTo>
                <a:lnTo>
                  <a:pt x="11492" y="0"/>
                </a:lnTo>
                <a:lnTo>
                  <a:pt x="14935" y="3177"/>
                </a:lnTo>
                <a:lnTo>
                  <a:pt x="14935" y="11069"/>
                </a:lnTo>
                <a:lnTo>
                  <a:pt x="11492" y="14247"/>
                </a:lnTo>
                <a:close/>
              </a:path>
              <a:path w="15240" h="109854">
                <a:moveTo>
                  <a:pt x="12552" y="109421"/>
                </a:moveTo>
                <a:lnTo>
                  <a:pt x="2277" y="109421"/>
                </a:lnTo>
                <a:lnTo>
                  <a:pt x="2277" y="28070"/>
                </a:lnTo>
                <a:lnTo>
                  <a:pt x="12552" y="28070"/>
                </a:lnTo>
                <a:lnTo>
                  <a:pt x="12552" y="10942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4221062" y="8704991"/>
            <a:ext cx="71120" cy="84455"/>
          </a:xfrm>
          <a:custGeom>
            <a:avLst/>
            <a:gdLst/>
            <a:ahLst/>
            <a:cxnLst/>
            <a:rect l="l" t="t" r="r" b="b"/>
            <a:pathLst>
              <a:path w="71119" h="84454">
                <a:moveTo>
                  <a:pt x="37285" y="84158"/>
                </a:moveTo>
                <a:lnTo>
                  <a:pt x="21807" y="81091"/>
                </a:lnTo>
                <a:lnTo>
                  <a:pt x="10062" y="72492"/>
                </a:lnTo>
                <a:lnTo>
                  <a:pt x="2608" y="59267"/>
                </a:lnTo>
                <a:lnTo>
                  <a:pt x="0" y="42317"/>
                </a:lnTo>
                <a:lnTo>
                  <a:pt x="2624" y="25270"/>
                </a:lnTo>
                <a:lnTo>
                  <a:pt x="9990" y="11883"/>
                </a:lnTo>
                <a:lnTo>
                  <a:pt x="21338" y="3133"/>
                </a:lnTo>
                <a:lnTo>
                  <a:pt x="35908" y="0"/>
                </a:lnTo>
                <a:lnTo>
                  <a:pt x="48761" y="2376"/>
                </a:lnTo>
                <a:lnTo>
                  <a:pt x="59057" y="9162"/>
                </a:lnTo>
                <a:lnTo>
                  <a:pt x="35961" y="9162"/>
                </a:lnTo>
                <a:lnTo>
                  <a:pt x="25916" y="11295"/>
                </a:lnTo>
                <a:lnTo>
                  <a:pt x="18000" y="17087"/>
                </a:lnTo>
                <a:lnTo>
                  <a:pt x="12657" y="25629"/>
                </a:lnTo>
                <a:lnTo>
                  <a:pt x="10327" y="36014"/>
                </a:lnTo>
                <a:lnTo>
                  <a:pt x="69879" y="36014"/>
                </a:lnTo>
                <a:lnTo>
                  <a:pt x="70546" y="40092"/>
                </a:lnTo>
                <a:lnTo>
                  <a:pt x="70546" y="44912"/>
                </a:lnTo>
                <a:lnTo>
                  <a:pt x="10274" y="44912"/>
                </a:lnTo>
                <a:lnTo>
                  <a:pt x="12432" y="57343"/>
                </a:lnTo>
                <a:lnTo>
                  <a:pt x="17921" y="66825"/>
                </a:lnTo>
                <a:lnTo>
                  <a:pt x="26339" y="72871"/>
                </a:lnTo>
                <a:lnTo>
                  <a:pt x="37285" y="74995"/>
                </a:lnTo>
                <a:lnTo>
                  <a:pt x="61478" y="74995"/>
                </a:lnTo>
                <a:lnTo>
                  <a:pt x="57928" y="78305"/>
                </a:lnTo>
                <a:lnTo>
                  <a:pt x="48669" y="82592"/>
                </a:lnTo>
                <a:lnTo>
                  <a:pt x="37285" y="84158"/>
                </a:lnTo>
                <a:close/>
              </a:path>
              <a:path w="71119" h="84454">
                <a:moveTo>
                  <a:pt x="69879" y="36014"/>
                </a:moveTo>
                <a:lnTo>
                  <a:pt x="60165" y="36014"/>
                </a:lnTo>
                <a:lnTo>
                  <a:pt x="58424" y="25629"/>
                </a:lnTo>
                <a:lnTo>
                  <a:pt x="58308" y="25270"/>
                </a:lnTo>
                <a:lnTo>
                  <a:pt x="53406" y="16888"/>
                </a:lnTo>
                <a:lnTo>
                  <a:pt x="45754" y="11220"/>
                </a:lnTo>
                <a:lnTo>
                  <a:pt x="35961" y="9162"/>
                </a:lnTo>
                <a:lnTo>
                  <a:pt x="59057" y="9162"/>
                </a:lnTo>
                <a:lnTo>
                  <a:pt x="59841" y="9678"/>
                </a:lnTo>
                <a:lnTo>
                  <a:pt x="67614" y="22164"/>
                </a:lnTo>
                <a:lnTo>
                  <a:pt x="69879" y="36014"/>
                </a:lnTo>
                <a:close/>
              </a:path>
              <a:path w="71119" h="84454">
                <a:moveTo>
                  <a:pt x="61478" y="74995"/>
                </a:moveTo>
                <a:lnTo>
                  <a:pt x="48514" y="74995"/>
                </a:lnTo>
                <a:lnTo>
                  <a:pt x="55134" y="69222"/>
                </a:lnTo>
                <a:lnTo>
                  <a:pt x="57994" y="64032"/>
                </a:lnTo>
                <a:lnTo>
                  <a:pt x="68957" y="64032"/>
                </a:lnTo>
                <a:lnTo>
                  <a:pt x="64783" y="71913"/>
                </a:lnTo>
                <a:lnTo>
                  <a:pt x="61478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4302942" y="8706103"/>
            <a:ext cx="70485" cy="81915"/>
          </a:xfrm>
          <a:custGeom>
            <a:avLst/>
            <a:gdLst/>
            <a:ahLst/>
            <a:cxnLst/>
            <a:rect l="l" t="t" r="r" b="b"/>
            <a:pathLst>
              <a:path w="70484" h="81915">
                <a:moveTo>
                  <a:pt x="40516" y="81351"/>
                </a:moveTo>
                <a:lnTo>
                  <a:pt x="29712" y="81351"/>
                </a:lnTo>
                <a:lnTo>
                  <a:pt x="0" y="0"/>
                </a:lnTo>
                <a:lnTo>
                  <a:pt x="11016" y="0"/>
                </a:lnTo>
                <a:lnTo>
                  <a:pt x="34796" y="68057"/>
                </a:lnTo>
                <a:lnTo>
                  <a:pt x="35485" y="68057"/>
                </a:lnTo>
                <a:lnTo>
                  <a:pt x="59265" y="0"/>
                </a:lnTo>
                <a:lnTo>
                  <a:pt x="70281" y="0"/>
                </a:lnTo>
                <a:lnTo>
                  <a:pt x="40516" y="813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4384559" y="8704991"/>
            <a:ext cx="71120" cy="84455"/>
          </a:xfrm>
          <a:custGeom>
            <a:avLst/>
            <a:gdLst/>
            <a:ahLst/>
            <a:cxnLst/>
            <a:rect l="l" t="t" r="r" b="b"/>
            <a:pathLst>
              <a:path w="71119" h="84454">
                <a:moveTo>
                  <a:pt x="37285" y="84158"/>
                </a:moveTo>
                <a:lnTo>
                  <a:pt x="21807" y="81091"/>
                </a:lnTo>
                <a:lnTo>
                  <a:pt x="10062" y="72492"/>
                </a:lnTo>
                <a:lnTo>
                  <a:pt x="2608" y="59267"/>
                </a:lnTo>
                <a:lnTo>
                  <a:pt x="0" y="42317"/>
                </a:lnTo>
                <a:lnTo>
                  <a:pt x="2624" y="25270"/>
                </a:lnTo>
                <a:lnTo>
                  <a:pt x="9990" y="11883"/>
                </a:lnTo>
                <a:lnTo>
                  <a:pt x="21338" y="3133"/>
                </a:lnTo>
                <a:lnTo>
                  <a:pt x="35908" y="0"/>
                </a:lnTo>
                <a:lnTo>
                  <a:pt x="48761" y="2376"/>
                </a:lnTo>
                <a:lnTo>
                  <a:pt x="59057" y="9162"/>
                </a:lnTo>
                <a:lnTo>
                  <a:pt x="35961" y="9162"/>
                </a:lnTo>
                <a:lnTo>
                  <a:pt x="25916" y="11295"/>
                </a:lnTo>
                <a:lnTo>
                  <a:pt x="18000" y="17087"/>
                </a:lnTo>
                <a:lnTo>
                  <a:pt x="12657" y="25629"/>
                </a:lnTo>
                <a:lnTo>
                  <a:pt x="10327" y="36014"/>
                </a:lnTo>
                <a:lnTo>
                  <a:pt x="69879" y="36014"/>
                </a:lnTo>
                <a:lnTo>
                  <a:pt x="70546" y="40092"/>
                </a:lnTo>
                <a:lnTo>
                  <a:pt x="70546" y="44912"/>
                </a:lnTo>
                <a:lnTo>
                  <a:pt x="10274" y="44912"/>
                </a:lnTo>
                <a:lnTo>
                  <a:pt x="12432" y="57343"/>
                </a:lnTo>
                <a:lnTo>
                  <a:pt x="17921" y="66825"/>
                </a:lnTo>
                <a:lnTo>
                  <a:pt x="26339" y="72871"/>
                </a:lnTo>
                <a:lnTo>
                  <a:pt x="37285" y="74995"/>
                </a:lnTo>
                <a:lnTo>
                  <a:pt x="61478" y="74995"/>
                </a:lnTo>
                <a:lnTo>
                  <a:pt x="57928" y="78305"/>
                </a:lnTo>
                <a:lnTo>
                  <a:pt x="48669" y="82592"/>
                </a:lnTo>
                <a:lnTo>
                  <a:pt x="37285" y="84158"/>
                </a:lnTo>
                <a:close/>
              </a:path>
              <a:path w="71119" h="84454">
                <a:moveTo>
                  <a:pt x="69879" y="36014"/>
                </a:moveTo>
                <a:lnTo>
                  <a:pt x="60165" y="36014"/>
                </a:lnTo>
                <a:lnTo>
                  <a:pt x="58424" y="25629"/>
                </a:lnTo>
                <a:lnTo>
                  <a:pt x="58308" y="25270"/>
                </a:lnTo>
                <a:lnTo>
                  <a:pt x="53406" y="16888"/>
                </a:lnTo>
                <a:lnTo>
                  <a:pt x="45754" y="11220"/>
                </a:lnTo>
                <a:lnTo>
                  <a:pt x="35961" y="9162"/>
                </a:lnTo>
                <a:lnTo>
                  <a:pt x="59057" y="9162"/>
                </a:lnTo>
                <a:lnTo>
                  <a:pt x="59841" y="9678"/>
                </a:lnTo>
                <a:lnTo>
                  <a:pt x="67614" y="22164"/>
                </a:lnTo>
                <a:lnTo>
                  <a:pt x="69879" y="36014"/>
                </a:lnTo>
                <a:close/>
              </a:path>
              <a:path w="71119" h="84454">
                <a:moveTo>
                  <a:pt x="61478" y="74995"/>
                </a:moveTo>
                <a:lnTo>
                  <a:pt x="48514" y="74995"/>
                </a:lnTo>
                <a:lnTo>
                  <a:pt x="55134" y="69222"/>
                </a:lnTo>
                <a:lnTo>
                  <a:pt x="57994" y="64032"/>
                </a:lnTo>
                <a:lnTo>
                  <a:pt x="68957" y="64032"/>
                </a:lnTo>
                <a:lnTo>
                  <a:pt x="64783" y="71913"/>
                </a:lnTo>
                <a:lnTo>
                  <a:pt x="61478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4471735" y="8736292"/>
            <a:ext cx="45720" cy="9525"/>
          </a:xfrm>
          <a:custGeom>
            <a:avLst/>
            <a:gdLst/>
            <a:ahLst/>
            <a:cxnLst/>
            <a:rect l="l" t="t" r="r" b="b"/>
            <a:pathLst>
              <a:path w="45719" h="9525">
                <a:moveTo>
                  <a:pt x="45601" y="9480"/>
                </a:moveTo>
                <a:lnTo>
                  <a:pt x="0" y="9480"/>
                </a:lnTo>
                <a:lnTo>
                  <a:pt x="0" y="0"/>
                </a:lnTo>
                <a:lnTo>
                  <a:pt x="45601" y="0"/>
                </a:lnTo>
                <a:lnTo>
                  <a:pt x="45601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4531424" y="8673955"/>
            <a:ext cx="42545" cy="113664"/>
          </a:xfrm>
          <a:custGeom>
            <a:avLst/>
            <a:gdLst/>
            <a:ahLst/>
            <a:cxnLst/>
            <a:rect l="l" t="t" r="r" b="b"/>
            <a:pathLst>
              <a:path w="42544" h="113665">
                <a:moveTo>
                  <a:pt x="22827" y="113499"/>
                </a:moveTo>
                <a:lnTo>
                  <a:pt x="12605" y="113499"/>
                </a:lnTo>
                <a:lnTo>
                  <a:pt x="12605" y="40887"/>
                </a:lnTo>
                <a:lnTo>
                  <a:pt x="0" y="40887"/>
                </a:lnTo>
                <a:lnTo>
                  <a:pt x="0" y="32148"/>
                </a:lnTo>
                <a:lnTo>
                  <a:pt x="12605" y="32148"/>
                </a:lnTo>
                <a:lnTo>
                  <a:pt x="12605" y="20496"/>
                </a:lnTo>
                <a:lnTo>
                  <a:pt x="14061" y="11909"/>
                </a:lnTo>
                <a:lnTo>
                  <a:pt x="18258" y="5461"/>
                </a:lnTo>
                <a:lnTo>
                  <a:pt x="24938" y="1407"/>
                </a:lnTo>
                <a:lnTo>
                  <a:pt x="33843" y="0"/>
                </a:lnTo>
                <a:lnTo>
                  <a:pt x="36650" y="0"/>
                </a:lnTo>
                <a:lnTo>
                  <a:pt x="39986" y="370"/>
                </a:lnTo>
                <a:lnTo>
                  <a:pt x="42317" y="847"/>
                </a:lnTo>
                <a:lnTo>
                  <a:pt x="42317" y="10009"/>
                </a:lnTo>
                <a:lnTo>
                  <a:pt x="39934" y="9586"/>
                </a:lnTo>
                <a:lnTo>
                  <a:pt x="27011" y="9480"/>
                </a:lnTo>
                <a:lnTo>
                  <a:pt x="22827" y="13770"/>
                </a:lnTo>
                <a:lnTo>
                  <a:pt x="22827" y="32148"/>
                </a:lnTo>
                <a:lnTo>
                  <a:pt x="40728" y="32148"/>
                </a:lnTo>
                <a:lnTo>
                  <a:pt x="40728" y="40887"/>
                </a:lnTo>
                <a:lnTo>
                  <a:pt x="22827" y="4088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4584071" y="8704991"/>
            <a:ext cx="72390" cy="84455"/>
          </a:xfrm>
          <a:custGeom>
            <a:avLst/>
            <a:gdLst/>
            <a:ahLst/>
            <a:cxnLst/>
            <a:rect l="l" t="t" r="r" b="b"/>
            <a:pathLst>
              <a:path w="72390" h="84454">
                <a:moveTo>
                  <a:pt x="36120" y="84158"/>
                </a:moveTo>
                <a:lnTo>
                  <a:pt x="21494" y="81088"/>
                </a:lnTo>
                <a:lnTo>
                  <a:pt x="10076" y="72473"/>
                </a:lnTo>
                <a:lnTo>
                  <a:pt x="2649" y="59200"/>
                </a:lnTo>
                <a:lnTo>
                  <a:pt x="0" y="42158"/>
                </a:lnTo>
                <a:lnTo>
                  <a:pt x="2649" y="25002"/>
                </a:lnTo>
                <a:lnTo>
                  <a:pt x="10076" y="11684"/>
                </a:lnTo>
                <a:lnTo>
                  <a:pt x="21494" y="3064"/>
                </a:lnTo>
                <a:lnTo>
                  <a:pt x="36120" y="0"/>
                </a:lnTo>
                <a:lnTo>
                  <a:pt x="50738" y="3071"/>
                </a:lnTo>
                <a:lnTo>
                  <a:pt x="58781" y="9162"/>
                </a:lnTo>
                <a:lnTo>
                  <a:pt x="36120" y="9162"/>
                </a:lnTo>
                <a:lnTo>
                  <a:pt x="25044" y="11808"/>
                </a:lnTo>
                <a:lnTo>
                  <a:pt x="16941" y="18967"/>
                </a:lnTo>
                <a:lnTo>
                  <a:pt x="11967" y="29473"/>
                </a:lnTo>
                <a:lnTo>
                  <a:pt x="10274" y="42158"/>
                </a:lnTo>
                <a:lnTo>
                  <a:pt x="11959" y="54819"/>
                </a:lnTo>
                <a:lnTo>
                  <a:pt x="16921" y="65270"/>
                </a:lnTo>
                <a:lnTo>
                  <a:pt x="25021" y="72374"/>
                </a:lnTo>
                <a:lnTo>
                  <a:pt x="36120" y="74995"/>
                </a:lnTo>
                <a:lnTo>
                  <a:pt x="58821" y="74995"/>
                </a:lnTo>
                <a:lnTo>
                  <a:pt x="50760" y="81088"/>
                </a:lnTo>
                <a:lnTo>
                  <a:pt x="36120" y="84158"/>
                </a:lnTo>
                <a:close/>
              </a:path>
              <a:path w="72390" h="84454">
                <a:moveTo>
                  <a:pt x="58821" y="74995"/>
                </a:moveTo>
                <a:lnTo>
                  <a:pt x="36120" y="74995"/>
                </a:lnTo>
                <a:lnTo>
                  <a:pt x="47197" y="72374"/>
                </a:lnTo>
                <a:lnTo>
                  <a:pt x="55299" y="65270"/>
                </a:lnTo>
                <a:lnTo>
                  <a:pt x="60274" y="54819"/>
                </a:lnTo>
                <a:lnTo>
                  <a:pt x="61966" y="42158"/>
                </a:lnTo>
                <a:lnTo>
                  <a:pt x="60274" y="29473"/>
                </a:lnTo>
                <a:lnTo>
                  <a:pt x="55299" y="18967"/>
                </a:lnTo>
                <a:lnTo>
                  <a:pt x="47197" y="11808"/>
                </a:lnTo>
                <a:lnTo>
                  <a:pt x="36120" y="9162"/>
                </a:lnTo>
                <a:lnTo>
                  <a:pt x="58781" y="9162"/>
                </a:lnTo>
                <a:lnTo>
                  <a:pt x="62112" y="11684"/>
                </a:lnTo>
                <a:lnTo>
                  <a:pt x="69546" y="25024"/>
                </a:lnTo>
                <a:lnTo>
                  <a:pt x="72188" y="42158"/>
                </a:lnTo>
                <a:lnTo>
                  <a:pt x="69554" y="59200"/>
                </a:lnTo>
                <a:lnTo>
                  <a:pt x="62158" y="72473"/>
                </a:lnTo>
                <a:lnTo>
                  <a:pt x="58821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4674054" y="8704884"/>
            <a:ext cx="38100" cy="83185"/>
          </a:xfrm>
          <a:custGeom>
            <a:avLst/>
            <a:gdLst/>
            <a:ahLst/>
            <a:cxnLst/>
            <a:rect l="l" t="t" r="r" b="b"/>
            <a:pathLst>
              <a:path w="38100" h="83184">
                <a:moveTo>
                  <a:pt x="10221" y="82569"/>
                </a:moveTo>
                <a:lnTo>
                  <a:pt x="0" y="82569"/>
                </a:lnTo>
                <a:lnTo>
                  <a:pt x="0" y="1218"/>
                </a:lnTo>
                <a:lnTo>
                  <a:pt x="9957" y="1218"/>
                </a:lnTo>
                <a:lnTo>
                  <a:pt x="9957" y="13770"/>
                </a:lnTo>
                <a:lnTo>
                  <a:pt x="10645" y="13770"/>
                </a:lnTo>
                <a:lnTo>
                  <a:pt x="14028" y="8133"/>
                </a:lnTo>
                <a:lnTo>
                  <a:pt x="19079" y="3786"/>
                </a:lnTo>
                <a:lnTo>
                  <a:pt x="25422" y="989"/>
                </a:lnTo>
                <a:lnTo>
                  <a:pt x="32678" y="0"/>
                </a:lnTo>
                <a:lnTo>
                  <a:pt x="37921" y="158"/>
                </a:lnTo>
                <a:lnTo>
                  <a:pt x="37921" y="10486"/>
                </a:lnTo>
                <a:lnTo>
                  <a:pt x="34478" y="9851"/>
                </a:lnTo>
                <a:lnTo>
                  <a:pt x="31883" y="9851"/>
                </a:lnTo>
                <a:lnTo>
                  <a:pt x="23225" y="11392"/>
                </a:lnTo>
                <a:lnTo>
                  <a:pt x="16365" y="15670"/>
                </a:lnTo>
                <a:lnTo>
                  <a:pt x="11848" y="22162"/>
                </a:lnTo>
                <a:lnTo>
                  <a:pt x="10221" y="30347"/>
                </a:lnTo>
                <a:lnTo>
                  <a:pt x="10221" y="8256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4724104" y="8736292"/>
            <a:ext cx="45720" cy="9525"/>
          </a:xfrm>
          <a:custGeom>
            <a:avLst/>
            <a:gdLst/>
            <a:ahLst/>
            <a:cxnLst/>
            <a:rect l="l" t="t" r="r" b="b"/>
            <a:pathLst>
              <a:path w="45719" h="9525">
                <a:moveTo>
                  <a:pt x="45601" y="9480"/>
                </a:moveTo>
                <a:lnTo>
                  <a:pt x="0" y="9480"/>
                </a:lnTo>
                <a:lnTo>
                  <a:pt x="0" y="0"/>
                </a:lnTo>
                <a:lnTo>
                  <a:pt x="45601" y="0"/>
                </a:lnTo>
                <a:lnTo>
                  <a:pt x="45601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4786336" y="8704991"/>
            <a:ext cx="71120" cy="84455"/>
          </a:xfrm>
          <a:custGeom>
            <a:avLst/>
            <a:gdLst/>
            <a:ahLst/>
            <a:cxnLst/>
            <a:rect l="l" t="t" r="r" b="b"/>
            <a:pathLst>
              <a:path w="71119" h="84454">
                <a:moveTo>
                  <a:pt x="37285" y="84158"/>
                </a:moveTo>
                <a:lnTo>
                  <a:pt x="21807" y="81091"/>
                </a:lnTo>
                <a:lnTo>
                  <a:pt x="10062" y="72492"/>
                </a:lnTo>
                <a:lnTo>
                  <a:pt x="2608" y="59267"/>
                </a:lnTo>
                <a:lnTo>
                  <a:pt x="0" y="42317"/>
                </a:lnTo>
                <a:lnTo>
                  <a:pt x="2624" y="25270"/>
                </a:lnTo>
                <a:lnTo>
                  <a:pt x="9990" y="11883"/>
                </a:lnTo>
                <a:lnTo>
                  <a:pt x="21338" y="3133"/>
                </a:lnTo>
                <a:lnTo>
                  <a:pt x="35908" y="0"/>
                </a:lnTo>
                <a:lnTo>
                  <a:pt x="48761" y="2376"/>
                </a:lnTo>
                <a:lnTo>
                  <a:pt x="59057" y="9162"/>
                </a:lnTo>
                <a:lnTo>
                  <a:pt x="35961" y="9162"/>
                </a:lnTo>
                <a:lnTo>
                  <a:pt x="25916" y="11295"/>
                </a:lnTo>
                <a:lnTo>
                  <a:pt x="18000" y="17087"/>
                </a:lnTo>
                <a:lnTo>
                  <a:pt x="12657" y="25629"/>
                </a:lnTo>
                <a:lnTo>
                  <a:pt x="10327" y="36014"/>
                </a:lnTo>
                <a:lnTo>
                  <a:pt x="69879" y="36014"/>
                </a:lnTo>
                <a:lnTo>
                  <a:pt x="70546" y="40092"/>
                </a:lnTo>
                <a:lnTo>
                  <a:pt x="70546" y="44912"/>
                </a:lnTo>
                <a:lnTo>
                  <a:pt x="10274" y="44912"/>
                </a:lnTo>
                <a:lnTo>
                  <a:pt x="12432" y="57343"/>
                </a:lnTo>
                <a:lnTo>
                  <a:pt x="17921" y="66825"/>
                </a:lnTo>
                <a:lnTo>
                  <a:pt x="26339" y="72871"/>
                </a:lnTo>
                <a:lnTo>
                  <a:pt x="37285" y="74995"/>
                </a:lnTo>
                <a:lnTo>
                  <a:pt x="61478" y="74995"/>
                </a:lnTo>
                <a:lnTo>
                  <a:pt x="57928" y="78305"/>
                </a:lnTo>
                <a:lnTo>
                  <a:pt x="48669" y="82592"/>
                </a:lnTo>
                <a:lnTo>
                  <a:pt x="37285" y="84158"/>
                </a:lnTo>
                <a:close/>
              </a:path>
              <a:path w="71119" h="84454">
                <a:moveTo>
                  <a:pt x="69879" y="36014"/>
                </a:moveTo>
                <a:lnTo>
                  <a:pt x="60165" y="36014"/>
                </a:lnTo>
                <a:lnTo>
                  <a:pt x="58424" y="25629"/>
                </a:lnTo>
                <a:lnTo>
                  <a:pt x="58308" y="25270"/>
                </a:lnTo>
                <a:lnTo>
                  <a:pt x="53406" y="16888"/>
                </a:lnTo>
                <a:lnTo>
                  <a:pt x="45754" y="11220"/>
                </a:lnTo>
                <a:lnTo>
                  <a:pt x="35961" y="9162"/>
                </a:lnTo>
                <a:lnTo>
                  <a:pt x="59057" y="9162"/>
                </a:lnTo>
                <a:lnTo>
                  <a:pt x="59841" y="9678"/>
                </a:lnTo>
                <a:lnTo>
                  <a:pt x="67614" y="22164"/>
                </a:lnTo>
                <a:lnTo>
                  <a:pt x="69879" y="36014"/>
                </a:lnTo>
                <a:close/>
              </a:path>
              <a:path w="71119" h="84454">
                <a:moveTo>
                  <a:pt x="61478" y="74995"/>
                </a:moveTo>
                <a:lnTo>
                  <a:pt x="48514" y="74995"/>
                </a:lnTo>
                <a:lnTo>
                  <a:pt x="55134" y="69222"/>
                </a:lnTo>
                <a:lnTo>
                  <a:pt x="57994" y="64032"/>
                </a:lnTo>
                <a:lnTo>
                  <a:pt x="68957" y="64032"/>
                </a:lnTo>
                <a:lnTo>
                  <a:pt x="64783" y="71913"/>
                </a:lnTo>
                <a:lnTo>
                  <a:pt x="61478" y="749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4867898" y="8686613"/>
            <a:ext cx="41275" cy="102235"/>
          </a:xfrm>
          <a:custGeom>
            <a:avLst/>
            <a:gdLst/>
            <a:ahLst/>
            <a:cxnLst/>
            <a:rect l="l" t="t" r="r" b="b"/>
            <a:pathLst>
              <a:path w="41275" h="102234">
                <a:moveTo>
                  <a:pt x="36862" y="102006"/>
                </a:moveTo>
                <a:lnTo>
                  <a:pt x="33419" y="102006"/>
                </a:lnTo>
                <a:lnTo>
                  <a:pt x="25632" y="100719"/>
                </a:lnTo>
                <a:lnTo>
                  <a:pt x="18828" y="96875"/>
                </a:lnTo>
                <a:lnTo>
                  <a:pt x="14010" y="90499"/>
                </a:lnTo>
                <a:lnTo>
                  <a:pt x="12181" y="81615"/>
                </a:lnTo>
                <a:lnTo>
                  <a:pt x="12181" y="28229"/>
                </a:lnTo>
                <a:lnTo>
                  <a:pt x="0" y="28229"/>
                </a:lnTo>
                <a:lnTo>
                  <a:pt x="0" y="19490"/>
                </a:lnTo>
                <a:lnTo>
                  <a:pt x="12181" y="19490"/>
                </a:lnTo>
                <a:lnTo>
                  <a:pt x="12181" y="0"/>
                </a:lnTo>
                <a:lnTo>
                  <a:pt x="22403" y="0"/>
                </a:lnTo>
                <a:lnTo>
                  <a:pt x="22403" y="19490"/>
                </a:lnTo>
                <a:lnTo>
                  <a:pt x="39510" y="19490"/>
                </a:lnTo>
                <a:lnTo>
                  <a:pt x="39510" y="28229"/>
                </a:lnTo>
                <a:lnTo>
                  <a:pt x="22403" y="28229"/>
                </a:lnTo>
                <a:lnTo>
                  <a:pt x="22403" y="89401"/>
                </a:lnTo>
                <a:lnTo>
                  <a:pt x="28123" y="92261"/>
                </a:lnTo>
                <a:lnTo>
                  <a:pt x="34372" y="92261"/>
                </a:lnTo>
                <a:lnTo>
                  <a:pt x="41099" y="91996"/>
                </a:lnTo>
                <a:lnTo>
                  <a:pt x="41099" y="101529"/>
                </a:lnTo>
                <a:lnTo>
                  <a:pt x="36862" y="1020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4925786" y="8678986"/>
            <a:ext cx="63500" cy="108585"/>
          </a:xfrm>
          <a:custGeom>
            <a:avLst/>
            <a:gdLst/>
            <a:ahLst/>
            <a:cxnLst/>
            <a:rect l="l" t="t" r="r" b="b"/>
            <a:pathLst>
              <a:path w="63500" h="108584">
                <a:moveTo>
                  <a:pt x="62919" y="108468"/>
                </a:moveTo>
                <a:lnTo>
                  <a:pt x="52698" y="108468"/>
                </a:lnTo>
                <a:lnTo>
                  <a:pt x="52698" y="56617"/>
                </a:lnTo>
                <a:lnTo>
                  <a:pt x="51278" y="47704"/>
                </a:lnTo>
                <a:lnTo>
                  <a:pt x="47223" y="41006"/>
                </a:lnTo>
                <a:lnTo>
                  <a:pt x="40833" y="36791"/>
                </a:lnTo>
                <a:lnTo>
                  <a:pt x="32413" y="35326"/>
                </a:lnTo>
                <a:lnTo>
                  <a:pt x="23561" y="36879"/>
                </a:lnTo>
                <a:lnTo>
                  <a:pt x="16531" y="41357"/>
                </a:lnTo>
                <a:lnTo>
                  <a:pt x="11894" y="48486"/>
                </a:lnTo>
                <a:lnTo>
                  <a:pt x="10221" y="57994"/>
                </a:lnTo>
                <a:lnTo>
                  <a:pt x="10221" y="108468"/>
                </a:lnTo>
                <a:lnTo>
                  <a:pt x="0" y="108468"/>
                </a:lnTo>
                <a:lnTo>
                  <a:pt x="0" y="0"/>
                </a:lnTo>
                <a:lnTo>
                  <a:pt x="10221" y="0"/>
                </a:lnTo>
                <a:lnTo>
                  <a:pt x="10221" y="39986"/>
                </a:lnTo>
                <a:lnTo>
                  <a:pt x="11122" y="39986"/>
                </a:lnTo>
                <a:lnTo>
                  <a:pt x="14752" y="34235"/>
                </a:lnTo>
                <a:lnTo>
                  <a:pt x="19947" y="29844"/>
                </a:lnTo>
                <a:lnTo>
                  <a:pt x="26740" y="27042"/>
                </a:lnTo>
                <a:lnTo>
                  <a:pt x="35167" y="26057"/>
                </a:lnTo>
                <a:lnTo>
                  <a:pt x="46474" y="27969"/>
                </a:lnTo>
                <a:lnTo>
                  <a:pt x="55240" y="33644"/>
                </a:lnTo>
                <a:lnTo>
                  <a:pt x="60907" y="42994"/>
                </a:lnTo>
                <a:lnTo>
                  <a:pt x="62919" y="55928"/>
                </a:lnTo>
                <a:lnTo>
                  <a:pt x="62919" y="1084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5006662" y="8704991"/>
            <a:ext cx="62865" cy="84455"/>
          </a:xfrm>
          <a:custGeom>
            <a:avLst/>
            <a:gdLst/>
            <a:ahLst/>
            <a:cxnLst/>
            <a:rect l="l" t="t" r="r" b="b"/>
            <a:pathLst>
              <a:path w="62865" h="84454">
                <a:moveTo>
                  <a:pt x="12869" y="21291"/>
                </a:moveTo>
                <a:lnTo>
                  <a:pt x="2277" y="21291"/>
                </a:lnTo>
                <a:lnTo>
                  <a:pt x="5486" y="12579"/>
                </a:lnTo>
                <a:lnTo>
                  <a:pt x="12102" y="5859"/>
                </a:lnTo>
                <a:lnTo>
                  <a:pt x="21537" y="1531"/>
                </a:lnTo>
                <a:lnTo>
                  <a:pt x="33207" y="0"/>
                </a:lnTo>
                <a:lnTo>
                  <a:pt x="42970" y="1159"/>
                </a:lnTo>
                <a:lnTo>
                  <a:pt x="52519" y="5382"/>
                </a:lnTo>
                <a:lnTo>
                  <a:pt x="55645" y="9003"/>
                </a:lnTo>
                <a:lnTo>
                  <a:pt x="22085" y="9003"/>
                </a:lnTo>
                <a:lnTo>
                  <a:pt x="14882" y="13982"/>
                </a:lnTo>
                <a:lnTo>
                  <a:pt x="12869" y="21291"/>
                </a:lnTo>
                <a:close/>
              </a:path>
              <a:path w="62865" h="84454">
                <a:moveTo>
                  <a:pt x="26905" y="84316"/>
                </a:moveTo>
                <a:lnTo>
                  <a:pt x="16422" y="82673"/>
                </a:lnTo>
                <a:lnTo>
                  <a:pt x="7871" y="77881"/>
                </a:lnTo>
                <a:lnTo>
                  <a:pt x="2111" y="70151"/>
                </a:lnTo>
                <a:lnTo>
                  <a:pt x="0" y="59689"/>
                </a:lnTo>
                <a:lnTo>
                  <a:pt x="2351" y="49139"/>
                </a:lnTo>
                <a:lnTo>
                  <a:pt x="48884" y="34372"/>
                </a:lnTo>
                <a:lnTo>
                  <a:pt x="52539" y="34214"/>
                </a:lnTo>
                <a:lnTo>
                  <a:pt x="52539" y="26587"/>
                </a:lnTo>
                <a:lnTo>
                  <a:pt x="51239" y="19237"/>
                </a:lnTo>
                <a:lnTo>
                  <a:pt x="47428" y="13704"/>
                </a:lnTo>
                <a:lnTo>
                  <a:pt x="41233" y="10216"/>
                </a:lnTo>
                <a:lnTo>
                  <a:pt x="32784" y="9003"/>
                </a:lnTo>
                <a:lnTo>
                  <a:pt x="55645" y="9003"/>
                </a:lnTo>
                <a:lnTo>
                  <a:pt x="59703" y="13704"/>
                </a:lnTo>
                <a:lnTo>
                  <a:pt x="59815" y="13982"/>
                </a:lnTo>
                <a:lnTo>
                  <a:pt x="62655" y="27487"/>
                </a:lnTo>
                <a:lnTo>
                  <a:pt x="62655" y="42741"/>
                </a:lnTo>
                <a:lnTo>
                  <a:pt x="52539" y="42741"/>
                </a:lnTo>
                <a:lnTo>
                  <a:pt x="48566" y="43005"/>
                </a:lnTo>
                <a:lnTo>
                  <a:pt x="35538" y="44012"/>
                </a:lnTo>
                <a:lnTo>
                  <a:pt x="31459" y="44276"/>
                </a:lnTo>
                <a:lnTo>
                  <a:pt x="22108" y="45865"/>
                </a:lnTo>
                <a:lnTo>
                  <a:pt x="15478" y="49076"/>
                </a:lnTo>
                <a:lnTo>
                  <a:pt x="11529" y="53847"/>
                </a:lnTo>
                <a:lnTo>
                  <a:pt x="10310" y="59689"/>
                </a:lnTo>
                <a:lnTo>
                  <a:pt x="10221" y="69752"/>
                </a:lnTo>
                <a:lnTo>
                  <a:pt x="17954" y="75154"/>
                </a:lnTo>
                <a:lnTo>
                  <a:pt x="48492" y="75154"/>
                </a:lnTo>
                <a:lnTo>
                  <a:pt x="43264" y="79735"/>
                </a:lnTo>
                <a:lnTo>
                  <a:pt x="36070" y="83049"/>
                </a:lnTo>
                <a:lnTo>
                  <a:pt x="26905" y="84316"/>
                </a:lnTo>
                <a:close/>
              </a:path>
              <a:path w="62865" h="84454">
                <a:moveTo>
                  <a:pt x="48492" y="75154"/>
                </a:moveTo>
                <a:lnTo>
                  <a:pt x="28441" y="75154"/>
                </a:lnTo>
                <a:lnTo>
                  <a:pt x="38462" y="73273"/>
                </a:lnTo>
                <a:lnTo>
                  <a:pt x="46051" y="68169"/>
                </a:lnTo>
                <a:lnTo>
                  <a:pt x="50859" y="60653"/>
                </a:lnTo>
                <a:lnTo>
                  <a:pt x="52539" y="51532"/>
                </a:lnTo>
                <a:lnTo>
                  <a:pt x="52539" y="42741"/>
                </a:lnTo>
                <a:lnTo>
                  <a:pt x="62655" y="42741"/>
                </a:lnTo>
                <a:lnTo>
                  <a:pt x="62655" y="69911"/>
                </a:lnTo>
                <a:lnTo>
                  <a:pt x="51956" y="69911"/>
                </a:lnTo>
                <a:lnTo>
                  <a:pt x="48541" y="75111"/>
                </a:lnTo>
                <a:close/>
              </a:path>
              <a:path w="62865" h="84454">
                <a:moveTo>
                  <a:pt x="62655" y="82463"/>
                </a:moveTo>
                <a:lnTo>
                  <a:pt x="52539" y="82463"/>
                </a:lnTo>
                <a:lnTo>
                  <a:pt x="52539" y="69911"/>
                </a:lnTo>
                <a:lnTo>
                  <a:pt x="62655" y="69911"/>
                </a:lnTo>
                <a:lnTo>
                  <a:pt x="62655" y="8246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5091401" y="8678986"/>
            <a:ext cx="180338" cy="1101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5292502" y="8736292"/>
            <a:ext cx="45720" cy="9525"/>
          </a:xfrm>
          <a:custGeom>
            <a:avLst/>
            <a:gdLst/>
            <a:ahLst/>
            <a:cxnLst/>
            <a:rect l="l" t="t" r="r" b="b"/>
            <a:pathLst>
              <a:path w="45719" h="9525">
                <a:moveTo>
                  <a:pt x="45601" y="9480"/>
                </a:moveTo>
                <a:lnTo>
                  <a:pt x="0" y="9480"/>
                </a:lnTo>
                <a:lnTo>
                  <a:pt x="0" y="0"/>
                </a:lnTo>
                <a:lnTo>
                  <a:pt x="45601" y="0"/>
                </a:lnTo>
                <a:lnTo>
                  <a:pt x="45601" y="948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5354734" y="8678986"/>
            <a:ext cx="69850" cy="110489"/>
          </a:xfrm>
          <a:custGeom>
            <a:avLst/>
            <a:gdLst/>
            <a:ahLst/>
            <a:cxnLst/>
            <a:rect l="l" t="t" r="r" b="b"/>
            <a:pathLst>
              <a:path w="69850" h="110490">
                <a:moveTo>
                  <a:pt x="69487" y="42264"/>
                </a:moveTo>
                <a:lnTo>
                  <a:pt x="59265" y="42264"/>
                </a:lnTo>
                <a:lnTo>
                  <a:pt x="59265" y="0"/>
                </a:lnTo>
                <a:lnTo>
                  <a:pt x="69487" y="0"/>
                </a:lnTo>
                <a:lnTo>
                  <a:pt x="69487" y="42264"/>
                </a:lnTo>
                <a:close/>
              </a:path>
              <a:path w="69850" h="110490">
                <a:moveTo>
                  <a:pt x="33631" y="110162"/>
                </a:moveTo>
                <a:lnTo>
                  <a:pt x="19952" y="107135"/>
                </a:lnTo>
                <a:lnTo>
                  <a:pt x="9328" y="98577"/>
                </a:lnTo>
                <a:lnTo>
                  <a:pt x="2447" y="85271"/>
                </a:lnTo>
                <a:lnTo>
                  <a:pt x="0" y="68004"/>
                </a:lnTo>
                <a:lnTo>
                  <a:pt x="2464" y="50806"/>
                </a:lnTo>
                <a:lnTo>
                  <a:pt x="9387" y="37550"/>
                </a:lnTo>
                <a:lnTo>
                  <a:pt x="20064" y="29022"/>
                </a:lnTo>
                <a:lnTo>
                  <a:pt x="33790" y="26004"/>
                </a:lnTo>
                <a:lnTo>
                  <a:pt x="43523" y="27569"/>
                </a:lnTo>
                <a:lnTo>
                  <a:pt x="50559" y="31532"/>
                </a:lnTo>
                <a:lnTo>
                  <a:pt x="53937" y="35220"/>
                </a:lnTo>
                <a:lnTo>
                  <a:pt x="35008" y="35220"/>
                </a:lnTo>
                <a:lnTo>
                  <a:pt x="24359" y="37726"/>
                </a:lnTo>
                <a:lnTo>
                  <a:pt x="16630" y="44621"/>
                </a:lnTo>
                <a:lnTo>
                  <a:pt x="11919" y="54972"/>
                </a:lnTo>
                <a:lnTo>
                  <a:pt x="10327" y="67845"/>
                </a:lnTo>
                <a:lnTo>
                  <a:pt x="11942" y="80852"/>
                </a:lnTo>
                <a:lnTo>
                  <a:pt x="16689" y="91341"/>
                </a:lnTo>
                <a:lnTo>
                  <a:pt x="24426" y="98344"/>
                </a:lnTo>
                <a:lnTo>
                  <a:pt x="35008" y="100894"/>
                </a:lnTo>
                <a:lnTo>
                  <a:pt x="53809" y="100894"/>
                </a:lnTo>
                <a:lnTo>
                  <a:pt x="50380" y="104614"/>
                </a:lnTo>
                <a:lnTo>
                  <a:pt x="43322" y="108595"/>
                </a:lnTo>
                <a:lnTo>
                  <a:pt x="33631" y="110162"/>
                </a:lnTo>
                <a:close/>
              </a:path>
              <a:path w="69850" h="110490">
                <a:moveTo>
                  <a:pt x="53809" y="100894"/>
                </a:moveTo>
                <a:lnTo>
                  <a:pt x="35008" y="100894"/>
                </a:lnTo>
                <a:lnTo>
                  <a:pt x="45378" y="98441"/>
                </a:lnTo>
                <a:lnTo>
                  <a:pt x="53062" y="91599"/>
                </a:lnTo>
                <a:lnTo>
                  <a:pt x="57836" y="81142"/>
                </a:lnTo>
                <a:lnTo>
                  <a:pt x="59477" y="67845"/>
                </a:lnTo>
                <a:lnTo>
                  <a:pt x="57858" y="54637"/>
                </a:lnTo>
                <a:lnTo>
                  <a:pt x="53121" y="44323"/>
                </a:lnTo>
                <a:lnTo>
                  <a:pt x="45445" y="37614"/>
                </a:lnTo>
                <a:lnTo>
                  <a:pt x="35008" y="35220"/>
                </a:lnTo>
                <a:lnTo>
                  <a:pt x="53937" y="35220"/>
                </a:lnTo>
                <a:lnTo>
                  <a:pt x="55381" y="36796"/>
                </a:lnTo>
                <a:lnTo>
                  <a:pt x="58471" y="42264"/>
                </a:lnTo>
                <a:lnTo>
                  <a:pt x="69487" y="42264"/>
                </a:lnTo>
                <a:lnTo>
                  <a:pt x="69487" y="93744"/>
                </a:lnTo>
                <a:lnTo>
                  <a:pt x="58471" y="93744"/>
                </a:lnTo>
                <a:lnTo>
                  <a:pt x="55275" y="99303"/>
                </a:lnTo>
                <a:lnTo>
                  <a:pt x="53809" y="100894"/>
                </a:lnTo>
                <a:close/>
              </a:path>
              <a:path w="69850" h="110490">
                <a:moveTo>
                  <a:pt x="69487" y="108468"/>
                </a:moveTo>
                <a:lnTo>
                  <a:pt x="59583" y="108468"/>
                </a:lnTo>
                <a:lnTo>
                  <a:pt x="59583" y="93744"/>
                </a:lnTo>
                <a:lnTo>
                  <a:pt x="69487" y="93744"/>
                </a:lnTo>
                <a:lnTo>
                  <a:pt x="69487" y="1084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5443976" y="8678986"/>
            <a:ext cx="317830" cy="1389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5785692" y="8678033"/>
            <a:ext cx="363696" cy="1112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3908" y="1806458"/>
            <a:ext cx="406400" cy="131445"/>
          </a:xfrm>
          <a:custGeom>
            <a:avLst/>
            <a:gdLst/>
            <a:ahLst/>
            <a:cxnLst/>
            <a:rect l="l" t="t" r="r" b="b"/>
            <a:pathLst>
              <a:path w="406400" h="131444">
                <a:moveTo>
                  <a:pt x="405864" y="72923"/>
                </a:moveTo>
                <a:lnTo>
                  <a:pt x="248233" y="72923"/>
                </a:lnTo>
                <a:lnTo>
                  <a:pt x="248233" y="0"/>
                </a:lnTo>
                <a:lnTo>
                  <a:pt x="174573" y="0"/>
                </a:lnTo>
                <a:lnTo>
                  <a:pt x="174573" y="72923"/>
                </a:lnTo>
                <a:lnTo>
                  <a:pt x="0" y="72923"/>
                </a:lnTo>
                <a:lnTo>
                  <a:pt x="0" y="131114"/>
                </a:lnTo>
                <a:lnTo>
                  <a:pt x="405864" y="131114"/>
                </a:lnTo>
                <a:lnTo>
                  <a:pt x="405864" y="7292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77451" y="1817507"/>
            <a:ext cx="167640" cy="471170"/>
          </a:xfrm>
          <a:custGeom>
            <a:avLst/>
            <a:gdLst/>
            <a:ahLst/>
            <a:cxnLst/>
            <a:rect l="l" t="t" r="r" b="b"/>
            <a:pathLst>
              <a:path w="167640" h="471169">
                <a:moveTo>
                  <a:pt x="95020" y="470685"/>
                </a:moveTo>
                <a:lnTo>
                  <a:pt x="167207" y="470685"/>
                </a:lnTo>
                <a:lnTo>
                  <a:pt x="167207" y="0"/>
                </a:lnTo>
                <a:lnTo>
                  <a:pt x="95020" y="0"/>
                </a:lnTo>
                <a:lnTo>
                  <a:pt x="95020" y="142163"/>
                </a:lnTo>
                <a:lnTo>
                  <a:pt x="0" y="142163"/>
                </a:lnTo>
                <a:lnTo>
                  <a:pt x="0" y="204037"/>
                </a:lnTo>
                <a:lnTo>
                  <a:pt x="95020" y="204037"/>
                </a:lnTo>
                <a:lnTo>
                  <a:pt x="95020" y="289482"/>
                </a:lnTo>
                <a:lnTo>
                  <a:pt x="0" y="289482"/>
                </a:lnTo>
                <a:lnTo>
                  <a:pt x="0" y="351356"/>
                </a:lnTo>
                <a:lnTo>
                  <a:pt x="95020" y="351356"/>
                </a:lnTo>
                <a:lnTo>
                  <a:pt x="95020" y="47068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82636" y="1975139"/>
            <a:ext cx="365125" cy="255270"/>
          </a:xfrm>
          <a:custGeom>
            <a:avLst/>
            <a:gdLst/>
            <a:ahLst/>
            <a:cxnLst/>
            <a:rect l="l" t="t" r="r" b="b"/>
            <a:pathLst>
              <a:path w="365125" h="255269">
                <a:moveTo>
                  <a:pt x="182676" y="254862"/>
                </a:moveTo>
                <a:lnTo>
                  <a:pt x="241197" y="249529"/>
                </a:lnTo>
                <a:lnTo>
                  <a:pt x="291268" y="233766"/>
                </a:lnTo>
                <a:lnTo>
                  <a:pt x="330272" y="207926"/>
                </a:lnTo>
                <a:lnTo>
                  <a:pt x="355593" y="172363"/>
                </a:lnTo>
                <a:lnTo>
                  <a:pt x="364615" y="127431"/>
                </a:lnTo>
                <a:lnTo>
                  <a:pt x="355593" y="82781"/>
                </a:lnTo>
                <a:lnTo>
                  <a:pt x="330272" y="47254"/>
                </a:lnTo>
                <a:lnTo>
                  <a:pt x="291268" y="21308"/>
                </a:lnTo>
                <a:lnTo>
                  <a:pt x="241197" y="5403"/>
                </a:lnTo>
                <a:lnTo>
                  <a:pt x="182676" y="0"/>
                </a:lnTo>
                <a:lnTo>
                  <a:pt x="124078" y="5403"/>
                </a:lnTo>
                <a:lnTo>
                  <a:pt x="73824" y="21308"/>
                </a:lnTo>
                <a:lnTo>
                  <a:pt x="34602" y="47254"/>
                </a:lnTo>
                <a:lnTo>
                  <a:pt x="9098" y="82781"/>
                </a:lnTo>
                <a:lnTo>
                  <a:pt x="0" y="127431"/>
                </a:lnTo>
                <a:lnTo>
                  <a:pt x="9098" y="172363"/>
                </a:lnTo>
                <a:lnTo>
                  <a:pt x="34602" y="207926"/>
                </a:lnTo>
                <a:lnTo>
                  <a:pt x="73824" y="233766"/>
                </a:lnTo>
                <a:lnTo>
                  <a:pt x="124078" y="249529"/>
                </a:lnTo>
                <a:lnTo>
                  <a:pt x="182676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5246" y="2023754"/>
            <a:ext cx="239393" cy="158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09153" y="2259465"/>
            <a:ext cx="550545" cy="179070"/>
          </a:xfrm>
          <a:custGeom>
            <a:avLst/>
            <a:gdLst/>
            <a:ahLst/>
            <a:cxnLst/>
            <a:rect l="l" t="t" r="r" b="b"/>
            <a:pathLst>
              <a:path w="550545" h="179069">
                <a:moveTo>
                  <a:pt x="73659" y="114172"/>
                </a:moveTo>
                <a:lnTo>
                  <a:pt x="73659" y="0"/>
                </a:lnTo>
                <a:lnTo>
                  <a:pt x="0" y="0"/>
                </a:lnTo>
                <a:lnTo>
                  <a:pt x="0" y="178993"/>
                </a:lnTo>
                <a:lnTo>
                  <a:pt x="550237" y="178993"/>
                </a:lnTo>
                <a:lnTo>
                  <a:pt x="550237" y="114172"/>
                </a:lnTo>
                <a:lnTo>
                  <a:pt x="73659" y="11417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75186" y="1817507"/>
            <a:ext cx="73025" cy="307975"/>
          </a:xfrm>
          <a:custGeom>
            <a:avLst/>
            <a:gdLst/>
            <a:ahLst/>
            <a:cxnLst/>
            <a:rect l="l" t="t" r="r" b="b"/>
            <a:pathLst>
              <a:path w="73025" h="307975">
                <a:moveTo>
                  <a:pt x="72923" y="0"/>
                </a:moveTo>
                <a:lnTo>
                  <a:pt x="0" y="0"/>
                </a:lnTo>
                <a:lnTo>
                  <a:pt x="0" y="307897"/>
                </a:lnTo>
                <a:lnTo>
                  <a:pt x="72923" y="307897"/>
                </a:lnTo>
                <a:lnTo>
                  <a:pt x="729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70617" y="1823400"/>
            <a:ext cx="443865" cy="296545"/>
          </a:xfrm>
          <a:custGeom>
            <a:avLst/>
            <a:gdLst/>
            <a:ahLst/>
            <a:cxnLst/>
            <a:rect l="l" t="t" r="r" b="b"/>
            <a:pathLst>
              <a:path w="443865" h="296544">
                <a:moveTo>
                  <a:pt x="212139" y="175310"/>
                </a:moveTo>
                <a:lnTo>
                  <a:pt x="408074" y="285799"/>
                </a:lnTo>
                <a:lnTo>
                  <a:pt x="443431" y="230554"/>
                </a:lnTo>
                <a:lnTo>
                  <a:pt x="243813" y="120801"/>
                </a:lnTo>
                <a:lnTo>
                  <a:pt x="254022" y="93501"/>
                </a:lnTo>
                <a:lnTo>
                  <a:pt x="261399" y="64820"/>
                </a:lnTo>
                <a:lnTo>
                  <a:pt x="265876" y="35034"/>
                </a:lnTo>
                <a:lnTo>
                  <a:pt x="267384" y="4419"/>
                </a:lnTo>
                <a:lnTo>
                  <a:pt x="194461" y="0"/>
                </a:lnTo>
                <a:lnTo>
                  <a:pt x="189719" y="47640"/>
                </a:lnTo>
                <a:lnTo>
                  <a:pt x="176461" y="92046"/>
                </a:lnTo>
                <a:lnTo>
                  <a:pt x="155187" y="132239"/>
                </a:lnTo>
                <a:lnTo>
                  <a:pt x="126402" y="167239"/>
                </a:lnTo>
                <a:lnTo>
                  <a:pt x="90607" y="196067"/>
                </a:lnTo>
                <a:lnTo>
                  <a:pt x="48306" y="217744"/>
                </a:lnTo>
                <a:lnTo>
                  <a:pt x="0" y="231291"/>
                </a:lnTo>
                <a:lnTo>
                  <a:pt x="0" y="296111"/>
                </a:lnTo>
                <a:lnTo>
                  <a:pt x="52610" y="285174"/>
                </a:lnTo>
                <a:lnTo>
                  <a:pt x="100554" y="266954"/>
                </a:lnTo>
                <a:lnTo>
                  <a:pt x="143406" y="242122"/>
                </a:lnTo>
                <a:lnTo>
                  <a:pt x="180743" y="211350"/>
                </a:lnTo>
                <a:lnTo>
                  <a:pt x="212139" y="1753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14077" y="2160025"/>
            <a:ext cx="549910" cy="278765"/>
          </a:xfrm>
          <a:custGeom>
            <a:avLst/>
            <a:gdLst/>
            <a:ahLst/>
            <a:cxnLst/>
            <a:rect l="l" t="t" r="r" b="b"/>
            <a:pathLst>
              <a:path w="549909" h="278764">
                <a:moveTo>
                  <a:pt x="73659" y="220979"/>
                </a:moveTo>
                <a:lnTo>
                  <a:pt x="73659" y="166470"/>
                </a:lnTo>
                <a:lnTo>
                  <a:pt x="534032" y="166470"/>
                </a:lnTo>
                <a:lnTo>
                  <a:pt x="534032" y="0"/>
                </a:lnTo>
                <a:lnTo>
                  <a:pt x="0" y="0"/>
                </a:lnTo>
                <a:lnTo>
                  <a:pt x="0" y="57454"/>
                </a:lnTo>
                <a:lnTo>
                  <a:pt x="461846" y="57454"/>
                </a:lnTo>
                <a:lnTo>
                  <a:pt x="461846" y="111962"/>
                </a:lnTo>
                <a:lnTo>
                  <a:pt x="1473" y="111962"/>
                </a:lnTo>
                <a:lnTo>
                  <a:pt x="1473" y="278433"/>
                </a:lnTo>
                <a:lnTo>
                  <a:pt x="549501" y="278433"/>
                </a:lnTo>
                <a:lnTo>
                  <a:pt x="549501" y="220979"/>
                </a:lnTo>
                <a:lnTo>
                  <a:pt x="73659" y="2209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89848" y="1817507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05167" y="1840342"/>
            <a:ext cx="349250" cy="567690"/>
          </a:xfrm>
          <a:custGeom>
            <a:avLst/>
            <a:gdLst/>
            <a:ahLst/>
            <a:cxnLst/>
            <a:rect l="l" t="t" r="r" b="b"/>
            <a:pathLst>
              <a:path w="349250" h="567689">
                <a:moveTo>
                  <a:pt x="0" y="567179"/>
                </a:moveTo>
                <a:lnTo>
                  <a:pt x="48172" y="564310"/>
                </a:lnTo>
                <a:lnTo>
                  <a:pt x="93324" y="555841"/>
                </a:lnTo>
                <a:lnTo>
                  <a:pt x="135309" y="541977"/>
                </a:lnTo>
                <a:lnTo>
                  <a:pt x="173983" y="522923"/>
                </a:lnTo>
                <a:lnTo>
                  <a:pt x="209200" y="498884"/>
                </a:lnTo>
                <a:lnTo>
                  <a:pt x="240817" y="470065"/>
                </a:lnTo>
                <a:lnTo>
                  <a:pt x="268689" y="436672"/>
                </a:lnTo>
                <a:lnTo>
                  <a:pt x="292670" y="398909"/>
                </a:lnTo>
                <a:lnTo>
                  <a:pt x="312615" y="356982"/>
                </a:lnTo>
                <a:lnTo>
                  <a:pt x="328380" y="311097"/>
                </a:lnTo>
                <a:lnTo>
                  <a:pt x="339820" y="261458"/>
                </a:lnTo>
                <a:lnTo>
                  <a:pt x="346791" y="208270"/>
                </a:lnTo>
                <a:lnTo>
                  <a:pt x="349146" y="151738"/>
                </a:lnTo>
                <a:lnTo>
                  <a:pt x="349146" y="0"/>
                </a:lnTo>
                <a:lnTo>
                  <a:pt x="0" y="0"/>
                </a:lnTo>
                <a:lnTo>
                  <a:pt x="0" y="67030"/>
                </a:lnTo>
                <a:lnTo>
                  <a:pt x="274750" y="67030"/>
                </a:lnTo>
                <a:lnTo>
                  <a:pt x="274750" y="153212"/>
                </a:lnTo>
                <a:lnTo>
                  <a:pt x="272219" y="208707"/>
                </a:lnTo>
                <a:lnTo>
                  <a:pt x="264731" y="260118"/>
                </a:lnTo>
                <a:lnTo>
                  <a:pt x="252441" y="307196"/>
                </a:lnTo>
                <a:lnTo>
                  <a:pt x="235506" y="349692"/>
                </a:lnTo>
                <a:lnTo>
                  <a:pt x="214082" y="387356"/>
                </a:lnTo>
                <a:lnTo>
                  <a:pt x="188324" y="419940"/>
                </a:lnTo>
                <a:lnTo>
                  <a:pt x="158389" y="447195"/>
                </a:lnTo>
                <a:lnTo>
                  <a:pt x="124433" y="468871"/>
                </a:lnTo>
                <a:lnTo>
                  <a:pt x="86612" y="484720"/>
                </a:lnTo>
                <a:lnTo>
                  <a:pt x="45082" y="494492"/>
                </a:lnTo>
                <a:lnTo>
                  <a:pt x="0" y="497939"/>
                </a:lnTo>
                <a:lnTo>
                  <a:pt x="0" y="5671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90202" y="1817507"/>
            <a:ext cx="586740" cy="323215"/>
          </a:xfrm>
          <a:custGeom>
            <a:avLst/>
            <a:gdLst/>
            <a:ahLst/>
            <a:cxnLst/>
            <a:rect l="l" t="t" r="r" b="b"/>
            <a:pathLst>
              <a:path w="586740" h="323214">
                <a:moveTo>
                  <a:pt x="513407" y="0"/>
                </a:moveTo>
                <a:lnTo>
                  <a:pt x="513407" y="125958"/>
                </a:lnTo>
                <a:lnTo>
                  <a:pt x="383766" y="125958"/>
                </a:lnTo>
                <a:lnTo>
                  <a:pt x="367049" y="86187"/>
                </a:lnTo>
                <a:lnTo>
                  <a:pt x="338769" y="53347"/>
                </a:lnTo>
                <a:lnTo>
                  <a:pt x="299918" y="28532"/>
                </a:lnTo>
                <a:lnTo>
                  <a:pt x="251485" y="12840"/>
                </a:lnTo>
                <a:lnTo>
                  <a:pt x="194461" y="7365"/>
                </a:lnTo>
                <a:lnTo>
                  <a:pt x="138623" y="12535"/>
                </a:lnTo>
                <a:lnTo>
                  <a:pt x="91010" y="27363"/>
                </a:lnTo>
                <a:lnTo>
                  <a:pt x="52482" y="50825"/>
                </a:lnTo>
                <a:lnTo>
                  <a:pt x="23898" y="81898"/>
                </a:lnTo>
                <a:lnTo>
                  <a:pt x="6117" y="119560"/>
                </a:lnTo>
                <a:lnTo>
                  <a:pt x="0" y="162787"/>
                </a:lnTo>
                <a:lnTo>
                  <a:pt x="6117" y="206015"/>
                </a:lnTo>
                <a:lnTo>
                  <a:pt x="23898" y="243677"/>
                </a:lnTo>
                <a:lnTo>
                  <a:pt x="52482" y="274750"/>
                </a:lnTo>
                <a:lnTo>
                  <a:pt x="91010" y="298212"/>
                </a:lnTo>
                <a:lnTo>
                  <a:pt x="138623" y="313040"/>
                </a:lnTo>
                <a:lnTo>
                  <a:pt x="194461" y="318209"/>
                </a:lnTo>
                <a:lnTo>
                  <a:pt x="252982" y="312405"/>
                </a:lnTo>
                <a:lnTo>
                  <a:pt x="302346" y="295817"/>
                </a:lnTo>
                <a:lnTo>
                  <a:pt x="341527" y="269682"/>
                </a:lnTo>
                <a:lnTo>
                  <a:pt x="369500" y="235239"/>
                </a:lnTo>
                <a:lnTo>
                  <a:pt x="385240" y="193724"/>
                </a:lnTo>
                <a:lnTo>
                  <a:pt x="513407" y="193724"/>
                </a:lnTo>
                <a:lnTo>
                  <a:pt x="513407" y="322629"/>
                </a:lnTo>
                <a:lnTo>
                  <a:pt x="586331" y="322629"/>
                </a:lnTo>
                <a:lnTo>
                  <a:pt x="586331" y="0"/>
                </a:lnTo>
                <a:lnTo>
                  <a:pt x="51340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63126" y="1885274"/>
            <a:ext cx="242570" cy="190500"/>
          </a:xfrm>
          <a:custGeom>
            <a:avLst/>
            <a:gdLst/>
            <a:ahLst/>
            <a:cxnLst/>
            <a:rect l="l" t="t" r="r" b="b"/>
            <a:pathLst>
              <a:path w="242570" h="190500">
                <a:moveTo>
                  <a:pt x="121538" y="190041"/>
                </a:moveTo>
                <a:lnTo>
                  <a:pt x="72094" y="183481"/>
                </a:lnTo>
                <a:lnTo>
                  <a:pt x="33699" y="164629"/>
                </a:lnTo>
                <a:lnTo>
                  <a:pt x="8839" y="134728"/>
                </a:lnTo>
                <a:lnTo>
                  <a:pt x="0" y="95020"/>
                </a:lnTo>
                <a:lnTo>
                  <a:pt x="8839" y="55313"/>
                </a:lnTo>
                <a:lnTo>
                  <a:pt x="33699" y="25412"/>
                </a:lnTo>
                <a:lnTo>
                  <a:pt x="72094" y="6560"/>
                </a:lnTo>
                <a:lnTo>
                  <a:pt x="121538" y="0"/>
                </a:lnTo>
                <a:lnTo>
                  <a:pt x="170867" y="6560"/>
                </a:lnTo>
                <a:lnTo>
                  <a:pt x="209009" y="25412"/>
                </a:lnTo>
                <a:lnTo>
                  <a:pt x="233616" y="55313"/>
                </a:lnTo>
                <a:lnTo>
                  <a:pt x="242340" y="95020"/>
                </a:lnTo>
                <a:lnTo>
                  <a:pt x="233616" y="134728"/>
                </a:lnTo>
                <a:lnTo>
                  <a:pt x="209009" y="164629"/>
                </a:lnTo>
                <a:lnTo>
                  <a:pt x="170867" y="183481"/>
                </a:lnTo>
                <a:lnTo>
                  <a:pt x="121538" y="19004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248394" y="2174757"/>
            <a:ext cx="528320" cy="264160"/>
          </a:xfrm>
          <a:custGeom>
            <a:avLst/>
            <a:gdLst/>
            <a:ahLst/>
            <a:cxnLst/>
            <a:rect l="l" t="t" r="r" b="b"/>
            <a:pathLst>
              <a:path w="528320" h="264160">
                <a:moveTo>
                  <a:pt x="455953" y="66293"/>
                </a:moveTo>
                <a:lnTo>
                  <a:pt x="71449" y="66293"/>
                </a:lnTo>
                <a:lnTo>
                  <a:pt x="71449" y="0"/>
                </a:lnTo>
                <a:lnTo>
                  <a:pt x="0" y="0"/>
                </a:lnTo>
                <a:lnTo>
                  <a:pt x="0" y="263701"/>
                </a:lnTo>
                <a:lnTo>
                  <a:pt x="528139" y="263701"/>
                </a:lnTo>
                <a:lnTo>
                  <a:pt x="528139" y="0"/>
                </a:lnTo>
                <a:lnTo>
                  <a:pt x="455953" y="0"/>
                </a:lnTo>
                <a:lnTo>
                  <a:pt x="455953" y="6629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319844" y="2299242"/>
            <a:ext cx="384810" cy="80010"/>
          </a:xfrm>
          <a:custGeom>
            <a:avLst/>
            <a:gdLst/>
            <a:ahLst/>
            <a:cxnLst/>
            <a:rect l="l" t="t" r="r" b="b"/>
            <a:pathLst>
              <a:path w="384809" h="80010">
                <a:moveTo>
                  <a:pt x="0" y="79552"/>
                </a:moveTo>
                <a:lnTo>
                  <a:pt x="0" y="0"/>
                </a:lnTo>
                <a:lnTo>
                  <a:pt x="384503" y="0"/>
                </a:lnTo>
                <a:lnTo>
                  <a:pt x="384503" y="79552"/>
                </a:lnTo>
                <a:lnTo>
                  <a:pt x="0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595587" y="1817507"/>
            <a:ext cx="161925" cy="629285"/>
          </a:xfrm>
          <a:custGeom>
            <a:avLst/>
            <a:gdLst/>
            <a:ahLst/>
            <a:cxnLst/>
            <a:rect l="l" t="t" r="r" b="b"/>
            <a:pathLst>
              <a:path w="161925" h="629285">
                <a:moveTo>
                  <a:pt x="161314" y="254862"/>
                </a:moveTo>
                <a:lnTo>
                  <a:pt x="72923" y="254862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24839"/>
                </a:lnTo>
                <a:lnTo>
                  <a:pt x="161314" y="324839"/>
                </a:lnTo>
                <a:lnTo>
                  <a:pt x="161314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104277" y="1832976"/>
            <a:ext cx="440055" cy="576580"/>
          </a:xfrm>
          <a:custGeom>
            <a:avLst/>
            <a:gdLst/>
            <a:ahLst/>
            <a:cxnLst/>
            <a:rect l="l" t="t" r="r" b="b"/>
            <a:pathLst>
              <a:path w="440054" h="576580">
                <a:moveTo>
                  <a:pt x="266648" y="2946"/>
                </a:moveTo>
                <a:lnTo>
                  <a:pt x="192251" y="0"/>
                </a:lnTo>
                <a:lnTo>
                  <a:pt x="190719" y="65054"/>
                </a:lnTo>
                <a:lnTo>
                  <a:pt x="186502" y="127649"/>
                </a:lnTo>
                <a:lnTo>
                  <a:pt x="179614" y="187256"/>
                </a:lnTo>
                <a:lnTo>
                  <a:pt x="170072" y="243349"/>
                </a:lnTo>
                <a:lnTo>
                  <a:pt x="157890" y="295401"/>
                </a:lnTo>
                <a:lnTo>
                  <a:pt x="143083" y="342885"/>
                </a:lnTo>
                <a:lnTo>
                  <a:pt x="125669" y="385275"/>
                </a:lnTo>
                <a:lnTo>
                  <a:pt x="105660" y="422042"/>
                </a:lnTo>
                <a:lnTo>
                  <a:pt x="57925" y="476605"/>
                </a:lnTo>
                <a:lnTo>
                  <a:pt x="0" y="502359"/>
                </a:lnTo>
                <a:lnTo>
                  <a:pt x="0" y="576018"/>
                </a:lnTo>
                <a:lnTo>
                  <a:pt x="40607" y="568362"/>
                </a:lnTo>
                <a:lnTo>
                  <a:pt x="78354" y="551932"/>
                </a:lnTo>
                <a:lnTo>
                  <a:pt x="113085" y="527061"/>
                </a:lnTo>
                <a:lnTo>
                  <a:pt x="144647" y="494086"/>
                </a:lnTo>
                <a:lnTo>
                  <a:pt x="172885" y="453342"/>
                </a:lnTo>
                <a:lnTo>
                  <a:pt x="197644" y="405162"/>
                </a:lnTo>
                <a:lnTo>
                  <a:pt x="218769" y="349883"/>
                </a:lnTo>
                <a:lnTo>
                  <a:pt x="380820" y="574545"/>
                </a:lnTo>
                <a:lnTo>
                  <a:pt x="439748" y="532559"/>
                </a:lnTo>
                <a:lnTo>
                  <a:pt x="241603" y="264438"/>
                </a:lnTo>
                <a:lnTo>
                  <a:pt x="250360" y="217514"/>
                </a:lnTo>
                <a:lnTo>
                  <a:pt x="257207" y="167832"/>
                </a:lnTo>
                <a:lnTo>
                  <a:pt x="262181" y="115463"/>
                </a:lnTo>
                <a:lnTo>
                  <a:pt x="265316" y="60477"/>
                </a:lnTo>
                <a:lnTo>
                  <a:pt x="266648" y="294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343969" y="1817507"/>
            <a:ext cx="68580" cy="629285"/>
          </a:xfrm>
          <a:custGeom>
            <a:avLst/>
            <a:gdLst/>
            <a:ahLst/>
            <a:cxnLst/>
            <a:rect l="l" t="t" r="r" b="b"/>
            <a:pathLst>
              <a:path w="68579" h="629285">
                <a:moveTo>
                  <a:pt x="0" y="0"/>
                </a:moveTo>
                <a:lnTo>
                  <a:pt x="0" y="629053"/>
                </a:lnTo>
                <a:lnTo>
                  <a:pt x="68503" y="629053"/>
                </a:lnTo>
                <a:lnTo>
                  <a:pt x="6850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109731" y="1821190"/>
            <a:ext cx="151765" cy="614680"/>
          </a:xfrm>
          <a:custGeom>
            <a:avLst/>
            <a:gdLst/>
            <a:ahLst/>
            <a:cxnLst/>
            <a:rect l="l" t="t" r="r" b="b"/>
            <a:pathLst>
              <a:path w="151765" h="614680">
                <a:moveTo>
                  <a:pt x="83235" y="143636"/>
                </a:moveTo>
                <a:lnTo>
                  <a:pt x="0" y="143636"/>
                </a:lnTo>
                <a:lnTo>
                  <a:pt x="0" y="210666"/>
                </a:lnTo>
                <a:lnTo>
                  <a:pt x="83235" y="210666"/>
                </a:lnTo>
                <a:lnTo>
                  <a:pt x="83235" y="326312"/>
                </a:lnTo>
                <a:lnTo>
                  <a:pt x="0" y="326312"/>
                </a:lnTo>
                <a:lnTo>
                  <a:pt x="0" y="393342"/>
                </a:lnTo>
                <a:lnTo>
                  <a:pt x="83235" y="393342"/>
                </a:lnTo>
                <a:lnTo>
                  <a:pt x="83235" y="614321"/>
                </a:lnTo>
                <a:lnTo>
                  <a:pt x="151738" y="614321"/>
                </a:lnTo>
                <a:lnTo>
                  <a:pt x="151738" y="0"/>
                </a:lnTo>
                <a:lnTo>
                  <a:pt x="83235" y="0"/>
                </a:lnTo>
                <a:lnTo>
                  <a:pt x="83235" y="14363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826878" y="1840342"/>
            <a:ext cx="306705" cy="568960"/>
          </a:xfrm>
          <a:custGeom>
            <a:avLst/>
            <a:gdLst/>
            <a:ahLst/>
            <a:cxnLst/>
            <a:rect l="l" t="t" r="r" b="b"/>
            <a:pathLst>
              <a:path w="306704" h="568960">
                <a:moveTo>
                  <a:pt x="67766" y="503832"/>
                </a:moveTo>
                <a:lnTo>
                  <a:pt x="67766" y="311580"/>
                </a:lnTo>
                <a:lnTo>
                  <a:pt x="243813" y="311580"/>
                </a:lnTo>
                <a:lnTo>
                  <a:pt x="243813" y="0"/>
                </a:lnTo>
                <a:lnTo>
                  <a:pt x="0" y="0"/>
                </a:lnTo>
                <a:lnTo>
                  <a:pt x="0" y="64820"/>
                </a:lnTo>
                <a:lnTo>
                  <a:pt x="176046" y="64820"/>
                </a:lnTo>
                <a:lnTo>
                  <a:pt x="176046" y="246759"/>
                </a:lnTo>
                <a:lnTo>
                  <a:pt x="0" y="246759"/>
                </a:lnTo>
                <a:lnTo>
                  <a:pt x="0" y="568652"/>
                </a:lnTo>
                <a:lnTo>
                  <a:pt x="120801" y="568652"/>
                </a:lnTo>
                <a:lnTo>
                  <a:pt x="176944" y="566753"/>
                </a:lnTo>
                <a:lnTo>
                  <a:pt x="227424" y="561194"/>
                </a:lnTo>
                <a:lnTo>
                  <a:pt x="270998" y="552182"/>
                </a:lnTo>
                <a:lnTo>
                  <a:pt x="306424" y="539925"/>
                </a:lnTo>
                <a:lnTo>
                  <a:pt x="306424" y="474368"/>
                </a:lnTo>
                <a:lnTo>
                  <a:pt x="269088" y="487362"/>
                </a:lnTo>
                <a:lnTo>
                  <a:pt x="226503" y="496558"/>
                </a:lnTo>
                <a:lnTo>
                  <a:pt x="178394" y="502025"/>
                </a:lnTo>
                <a:lnTo>
                  <a:pt x="124484" y="503832"/>
                </a:lnTo>
                <a:lnTo>
                  <a:pt x="67766" y="50383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53908" y="1806458"/>
            <a:ext cx="605790" cy="632460"/>
          </a:xfrm>
          <a:custGeom>
            <a:avLst/>
            <a:gdLst/>
            <a:ahLst/>
            <a:cxnLst/>
            <a:rect l="l" t="t" r="r" b="b"/>
            <a:pathLst>
              <a:path w="605790" h="632460">
                <a:moveTo>
                  <a:pt x="248233" y="72923"/>
                </a:moveTo>
                <a:lnTo>
                  <a:pt x="174573" y="72923"/>
                </a:lnTo>
                <a:lnTo>
                  <a:pt x="174573" y="0"/>
                </a:lnTo>
                <a:lnTo>
                  <a:pt x="248233" y="0"/>
                </a:lnTo>
                <a:lnTo>
                  <a:pt x="248233" y="72923"/>
                </a:lnTo>
                <a:close/>
              </a:path>
              <a:path w="605790" h="632460">
                <a:moveTo>
                  <a:pt x="405864" y="131114"/>
                </a:moveTo>
                <a:lnTo>
                  <a:pt x="0" y="131114"/>
                </a:lnTo>
                <a:lnTo>
                  <a:pt x="0" y="72923"/>
                </a:lnTo>
                <a:lnTo>
                  <a:pt x="405864" y="72923"/>
                </a:lnTo>
                <a:lnTo>
                  <a:pt x="405864" y="131114"/>
                </a:lnTo>
                <a:close/>
              </a:path>
              <a:path w="605790" h="632460">
                <a:moveTo>
                  <a:pt x="590750" y="481734"/>
                </a:moveTo>
                <a:lnTo>
                  <a:pt x="518564" y="481734"/>
                </a:lnTo>
                <a:lnTo>
                  <a:pt x="518564" y="362405"/>
                </a:lnTo>
                <a:lnTo>
                  <a:pt x="423543" y="362405"/>
                </a:lnTo>
                <a:lnTo>
                  <a:pt x="423543" y="300531"/>
                </a:lnTo>
                <a:lnTo>
                  <a:pt x="518564" y="300531"/>
                </a:lnTo>
                <a:lnTo>
                  <a:pt x="518564" y="215086"/>
                </a:lnTo>
                <a:lnTo>
                  <a:pt x="423543" y="215086"/>
                </a:lnTo>
                <a:lnTo>
                  <a:pt x="423543" y="153212"/>
                </a:lnTo>
                <a:lnTo>
                  <a:pt x="518564" y="153212"/>
                </a:lnTo>
                <a:lnTo>
                  <a:pt x="518564" y="11048"/>
                </a:lnTo>
                <a:lnTo>
                  <a:pt x="590750" y="11048"/>
                </a:lnTo>
                <a:lnTo>
                  <a:pt x="590750" y="481734"/>
                </a:lnTo>
                <a:close/>
              </a:path>
              <a:path w="605790" h="632460">
                <a:moveTo>
                  <a:pt x="211403" y="423543"/>
                </a:moveTo>
                <a:lnTo>
                  <a:pt x="152805" y="418210"/>
                </a:lnTo>
                <a:lnTo>
                  <a:pt x="102551" y="402447"/>
                </a:lnTo>
                <a:lnTo>
                  <a:pt x="63329" y="376607"/>
                </a:lnTo>
                <a:lnTo>
                  <a:pt x="37825" y="341044"/>
                </a:lnTo>
                <a:lnTo>
                  <a:pt x="28727" y="296111"/>
                </a:lnTo>
                <a:lnTo>
                  <a:pt x="37825" y="251462"/>
                </a:lnTo>
                <a:lnTo>
                  <a:pt x="63329" y="215934"/>
                </a:lnTo>
                <a:lnTo>
                  <a:pt x="102551" y="189988"/>
                </a:lnTo>
                <a:lnTo>
                  <a:pt x="152805" y="174084"/>
                </a:lnTo>
                <a:lnTo>
                  <a:pt x="211403" y="168680"/>
                </a:lnTo>
                <a:lnTo>
                  <a:pt x="269924" y="174084"/>
                </a:lnTo>
                <a:lnTo>
                  <a:pt x="319995" y="189988"/>
                </a:lnTo>
                <a:lnTo>
                  <a:pt x="358999" y="215934"/>
                </a:lnTo>
                <a:lnTo>
                  <a:pt x="365219" y="224662"/>
                </a:lnTo>
                <a:lnTo>
                  <a:pt x="211403" y="224662"/>
                </a:lnTo>
                <a:lnTo>
                  <a:pt x="163961" y="230128"/>
                </a:lnTo>
                <a:lnTo>
                  <a:pt x="128536" y="245194"/>
                </a:lnTo>
                <a:lnTo>
                  <a:pt x="106369" y="267856"/>
                </a:lnTo>
                <a:lnTo>
                  <a:pt x="98703" y="296111"/>
                </a:lnTo>
                <a:lnTo>
                  <a:pt x="106369" y="324793"/>
                </a:lnTo>
                <a:lnTo>
                  <a:pt x="128536" y="347673"/>
                </a:lnTo>
                <a:lnTo>
                  <a:pt x="163961" y="362819"/>
                </a:lnTo>
                <a:lnTo>
                  <a:pt x="211403" y="368298"/>
                </a:lnTo>
                <a:lnTo>
                  <a:pt x="364915" y="368298"/>
                </a:lnTo>
                <a:lnTo>
                  <a:pt x="358999" y="376607"/>
                </a:lnTo>
                <a:lnTo>
                  <a:pt x="319995" y="402447"/>
                </a:lnTo>
                <a:lnTo>
                  <a:pt x="269924" y="418210"/>
                </a:lnTo>
                <a:lnTo>
                  <a:pt x="211403" y="423543"/>
                </a:lnTo>
                <a:close/>
              </a:path>
              <a:path w="605790" h="632460">
                <a:moveTo>
                  <a:pt x="364915" y="368298"/>
                </a:moveTo>
                <a:lnTo>
                  <a:pt x="211403" y="368298"/>
                </a:lnTo>
                <a:lnTo>
                  <a:pt x="258418" y="362819"/>
                </a:lnTo>
                <a:lnTo>
                  <a:pt x="293625" y="347673"/>
                </a:lnTo>
                <a:lnTo>
                  <a:pt x="315712" y="324793"/>
                </a:lnTo>
                <a:lnTo>
                  <a:pt x="323366" y="296111"/>
                </a:lnTo>
                <a:lnTo>
                  <a:pt x="315712" y="267856"/>
                </a:lnTo>
                <a:lnTo>
                  <a:pt x="293625" y="245194"/>
                </a:lnTo>
                <a:lnTo>
                  <a:pt x="258418" y="230128"/>
                </a:lnTo>
                <a:lnTo>
                  <a:pt x="211403" y="224662"/>
                </a:lnTo>
                <a:lnTo>
                  <a:pt x="365219" y="224662"/>
                </a:lnTo>
                <a:lnTo>
                  <a:pt x="384320" y="251462"/>
                </a:lnTo>
                <a:lnTo>
                  <a:pt x="393342" y="296111"/>
                </a:lnTo>
                <a:lnTo>
                  <a:pt x="384320" y="341044"/>
                </a:lnTo>
                <a:lnTo>
                  <a:pt x="364915" y="368298"/>
                </a:lnTo>
                <a:close/>
              </a:path>
              <a:path w="605790" h="632460">
                <a:moveTo>
                  <a:pt x="605482" y="632000"/>
                </a:moveTo>
                <a:lnTo>
                  <a:pt x="55244" y="632000"/>
                </a:lnTo>
                <a:lnTo>
                  <a:pt x="55244" y="453007"/>
                </a:lnTo>
                <a:lnTo>
                  <a:pt x="128904" y="453007"/>
                </a:lnTo>
                <a:lnTo>
                  <a:pt x="128904" y="567179"/>
                </a:lnTo>
                <a:lnTo>
                  <a:pt x="605482" y="567179"/>
                </a:lnTo>
                <a:lnTo>
                  <a:pt x="605482" y="632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53908" y="1806458"/>
            <a:ext cx="406400" cy="131445"/>
          </a:xfrm>
          <a:custGeom>
            <a:avLst/>
            <a:gdLst/>
            <a:ahLst/>
            <a:cxnLst/>
            <a:rect l="l" t="t" r="r" b="b"/>
            <a:pathLst>
              <a:path w="406400" h="131444">
                <a:moveTo>
                  <a:pt x="405864" y="72923"/>
                </a:moveTo>
                <a:lnTo>
                  <a:pt x="248233" y="72923"/>
                </a:lnTo>
                <a:lnTo>
                  <a:pt x="248233" y="0"/>
                </a:lnTo>
                <a:lnTo>
                  <a:pt x="174573" y="0"/>
                </a:lnTo>
                <a:lnTo>
                  <a:pt x="174573" y="72923"/>
                </a:lnTo>
                <a:lnTo>
                  <a:pt x="0" y="72923"/>
                </a:lnTo>
                <a:lnTo>
                  <a:pt x="0" y="131114"/>
                </a:lnTo>
                <a:lnTo>
                  <a:pt x="405864" y="131114"/>
                </a:lnTo>
                <a:lnTo>
                  <a:pt x="405864" y="7292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7451" y="1817507"/>
            <a:ext cx="167640" cy="471170"/>
          </a:xfrm>
          <a:custGeom>
            <a:avLst/>
            <a:gdLst/>
            <a:ahLst/>
            <a:cxnLst/>
            <a:rect l="l" t="t" r="r" b="b"/>
            <a:pathLst>
              <a:path w="167640" h="471169">
                <a:moveTo>
                  <a:pt x="95020" y="470685"/>
                </a:moveTo>
                <a:lnTo>
                  <a:pt x="167207" y="470685"/>
                </a:lnTo>
                <a:lnTo>
                  <a:pt x="167207" y="0"/>
                </a:lnTo>
                <a:lnTo>
                  <a:pt x="95020" y="0"/>
                </a:lnTo>
                <a:lnTo>
                  <a:pt x="95020" y="142163"/>
                </a:lnTo>
                <a:lnTo>
                  <a:pt x="0" y="142163"/>
                </a:lnTo>
                <a:lnTo>
                  <a:pt x="0" y="204037"/>
                </a:lnTo>
                <a:lnTo>
                  <a:pt x="95020" y="204037"/>
                </a:lnTo>
                <a:lnTo>
                  <a:pt x="95020" y="289482"/>
                </a:lnTo>
                <a:lnTo>
                  <a:pt x="0" y="289482"/>
                </a:lnTo>
                <a:lnTo>
                  <a:pt x="0" y="351356"/>
                </a:lnTo>
                <a:lnTo>
                  <a:pt x="95020" y="351356"/>
                </a:lnTo>
                <a:lnTo>
                  <a:pt x="95020" y="470685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82636" y="1975139"/>
            <a:ext cx="365125" cy="255270"/>
          </a:xfrm>
          <a:custGeom>
            <a:avLst/>
            <a:gdLst/>
            <a:ahLst/>
            <a:cxnLst/>
            <a:rect l="l" t="t" r="r" b="b"/>
            <a:pathLst>
              <a:path w="365125" h="255269">
                <a:moveTo>
                  <a:pt x="182676" y="254862"/>
                </a:moveTo>
                <a:lnTo>
                  <a:pt x="241197" y="249529"/>
                </a:lnTo>
                <a:lnTo>
                  <a:pt x="291268" y="233766"/>
                </a:lnTo>
                <a:lnTo>
                  <a:pt x="330272" y="207926"/>
                </a:lnTo>
                <a:lnTo>
                  <a:pt x="355593" y="172363"/>
                </a:lnTo>
                <a:lnTo>
                  <a:pt x="364615" y="127431"/>
                </a:lnTo>
                <a:lnTo>
                  <a:pt x="355593" y="82781"/>
                </a:lnTo>
                <a:lnTo>
                  <a:pt x="330272" y="47254"/>
                </a:lnTo>
                <a:lnTo>
                  <a:pt x="291268" y="21308"/>
                </a:lnTo>
                <a:lnTo>
                  <a:pt x="241197" y="5403"/>
                </a:lnTo>
                <a:lnTo>
                  <a:pt x="182676" y="0"/>
                </a:lnTo>
                <a:lnTo>
                  <a:pt x="124078" y="5403"/>
                </a:lnTo>
                <a:lnTo>
                  <a:pt x="73824" y="21308"/>
                </a:lnTo>
                <a:lnTo>
                  <a:pt x="34602" y="47254"/>
                </a:lnTo>
                <a:lnTo>
                  <a:pt x="9098" y="82781"/>
                </a:lnTo>
                <a:lnTo>
                  <a:pt x="0" y="127431"/>
                </a:lnTo>
                <a:lnTo>
                  <a:pt x="9098" y="172363"/>
                </a:lnTo>
                <a:lnTo>
                  <a:pt x="34602" y="207926"/>
                </a:lnTo>
                <a:lnTo>
                  <a:pt x="73824" y="233766"/>
                </a:lnTo>
                <a:lnTo>
                  <a:pt x="124078" y="249529"/>
                </a:lnTo>
                <a:lnTo>
                  <a:pt x="182676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45246" y="2023754"/>
            <a:ext cx="239393" cy="1583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09153" y="2259465"/>
            <a:ext cx="550545" cy="179070"/>
          </a:xfrm>
          <a:custGeom>
            <a:avLst/>
            <a:gdLst/>
            <a:ahLst/>
            <a:cxnLst/>
            <a:rect l="l" t="t" r="r" b="b"/>
            <a:pathLst>
              <a:path w="550545" h="179069">
                <a:moveTo>
                  <a:pt x="73659" y="114172"/>
                </a:moveTo>
                <a:lnTo>
                  <a:pt x="73659" y="0"/>
                </a:lnTo>
                <a:lnTo>
                  <a:pt x="0" y="0"/>
                </a:lnTo>
                <a:lnTo>
                  <a:pt x="0" y="178993"/>
                </a:lnTo>
                <a:lnTo>
                  <a:pt x="550237" y="178993"/>
                </a:lnTo>
                <a:lnTo>
                  <a:pt x="550237" y="114172"/>
                </a:lnTo>
                <a:lnTo>
                  <a:pt x="73659" y="11417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70617" y="1817507"/>
            <a:ext cx="593090" cy="621030"/>
          </a:xfrm>
          <a:custGeom>
            <a:avLst/>
            <a:gdLst/>
            <a:ahLst/>
            <a:cxnLst/>
            <a:rect l="l" t="t" r="r" b="b"/>
            <a:pathLst>
              <a:path w="593090" h="621030">
                <a:moveTo>
                  <a:pt x="577491" y="307897"/>
                </a:moveTo>
                <a:lnTo>
                  <a:pt x="504568" y="307897"/>
                </a:lnTo>
                <a:lnTo>
                  <a:pt x="504568" y="0"/>
                </a:lnTo>
                <a:lnTo>
                  <a:pt x="577491" y="0"/>
                </a:lnTo>
                <a:lnTo>
                  <a:pt x="577491" y="307897"/>
                </a:lnTo>
                <a:close/>
              </a:path>
              <a:path w="593090" h="621030">
                <a:moveTo>
                  <a:pt x="0" y="302004"/>
                </a:moveTo>
                <a:lnTo>
                  <a:pt x="0" y="237184"/>
                </a:lnTo>
                <a:lnTo>
                  <a:pt x="48306" y="223637"/>
                </a:lnTo>
                <a:lnTo>
                  <a:pt x="90607" y="201960"/>
                </a:lnTo>
                <a:lnTo>
                  <a:pt x="126402" y="173132"/>
                </a:lnTo>
                <a:lnTo>
                  <a:pt x="155187" y="138132"/>
                </a:lnTo>
                <a:lnTo>
                  <a:pt x="176461" y="97939"/>
                </a:lnTo>
                <a:lnTo>
                  <a:pt x="189719" y="53533"/>
                </a:lnTo>
                <a:lnTo>
                  <a:pt x="194461" y="5892"/>
                </a:lnTo>
                <a:lnTo>
                  <a:pt x="267384" y="10312"/>
                </a:lnTo>
                <a:lnTo>
                  <a:pt x="265876" y="40927"/>
                </a:lnTo>
                <a:lnTo>
                  <a:pt x="261399" y="70713"/>
                </a:lnTo>
                <a:lnTo>
                  <a:pt x="254022" y="99394"/>
                </a:lnTo>
                <a:lnTo>
                  <a:pt x="243813" y="126694"/>
                </a:lnTo>
                <a:lnTo>
                  <a:pt x="342952" y="181202"/>
                </a:lnTo>
                <a:lnTo>
                  <a:pt x="212139" y="181202"/>
                </a:lnTo>
                <a:lnTo>
                  <a:pt x="180743" y="217243"/>
                </a:lnTo>
                <a:lnTo>
                  <a:pt x="143406" y="248015"/>
                </a:lnTo>
                <a:lnTo>
                  <a:pt x="100554" y="272847"/>
                </a:lnTo>
                <a:lnTo>
                  <a:pt x="52610" y="291067"/>
                </a:lnTo>
                <a:lnTo>
                  <a:pt x="0" y="302004"/>
                </a:lnTo>
                <a:close/>
              </a:path>
              <a:path w="593090" h="621030">
                <a:moveTo>
                  <a:pt x="408074" y="291692"/>
                </a:moveTo>
                <a:lnTo>
                  <a:pt x="212139" y="181202"/>
                </a:lnTo>
                <a:lnTo>
                  <a:pt x="342952" y="181202"/>
                </a:lnTo>
                <a:lnTo>
                  <a:pt x="443431" y="236447"/>
                </a:lnTo>
                <a:lnTo>
                  <a:pt x="408074" y="291692"/>
                </a:lnTo>
                <a:close/>
              </a:path>
              <a:path w="593090" h="621030">
                <a:moveTo>
                  <a:pt x="592960" y="620951"/>
                </a:moveTo>
                <a:lnTo>
                  <a:pt x="44932" y="620951"/>
                </a:lnTo>
                <a:lnTo>
                  <a:pt x="44932" y="454480"/>
                </a:lnTo>
                <a:lnTo>
                  <a:pt x="505305" y="454480"/>
                </a:lnTo>
                <a:lnTo>
                  <a:pt x="505305" y="399972"/>
                </a:lnTo>
                <a:lnTo>
                  <a:pt x="43459" y="399972"/>
                </a:lnTo>
                <a:lnTo>
                  <a:pt x="43459" y="342517"/>
                </a:lnTo>
                <a:lnTo>
                  <a:pt x="577491" y="342517"/>
                </a:lnTo>
                <a:lnTo>
                  <a:pt x="577491" y="508988"/>
                </a:lnTo>
                <a:lnTo>
                  <a:pt x="117118" y="508988"/>
                </a:lnTo>
                <a:lnTo>
                  <a:pt x="117118" y="563496"/>
                </a:lnTo>
                <a:lnTo>
                  <a:pt x="592960" y="563496"/>
                </a:lnTo>
                <a:lnTo>
                  <a:pt x="592960" y="620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75186" y="1817507"/>
            <a:ext cx="73025" cy="307975"/>
          </a:xfrm>
          <a:custGeom>
            <a:avLst/>
            <a:gdLst/>
            <a:ahLst/>
            <a:cxnLst/>
            <a:rect l="l" t="t" r="r" b="b"/>
            <a:pathLst>
              <a:path w="73025" h="307975">
                <a:moveTo>
                  <a:pt x="72923" y="0"/>
                </a:moveTo>
                <a:lnTo>
                  <a:pt x="0" y="0"/>
                </a:lnTo>
                <a:lnTo>
                  <a:pt x="0" y="307897"/>
                </a:lnTo>
                <a:lnTo>
                  <a:pt x="72923" y="307897"/>
                </a:lnTo>
                <a:lnTo>
                  <a:pt x="72923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70617" y="1823400"/>
            <a:ext cx="443865" cy="296545"/>
          </a:xfrm>
          <a:custGeom>
            <a:avLst/>
            <a:gdLst/>
            <a:ahLst/>
            <a:cxnLst/>
            <a:rect l="l" t="t" r="r" b="b"/>
            <a:pathLst>
              <a:path w="443865" h="296544">
                <a:moveTo>
                  <a:pt x="212139" y="175310"/>
                </a:moveTo>
                <a:lnTo>
                  <a:pt x="408074" y="285799"/>
                </a:lnTo>
                <a:lnTo>
                  <a:pt x="443431" y="230554"/>
                </a:lnTo>
                <a:lnTo>
                  <a:pt x="243813" y="120801"/>
                </a:lnTo>
                <a:lnTo>
                  <a:pt x="254022" y="93501"/>
                </a:lnTo>
                <a:lnTo>
                  <a:pt x="261399" y="64820"/>
                </a:lnTo>
                <a:lnTo>
                  <a:pt x="265876" y="35034"/>
                </a:lnTo>
                <a:lnTo>
                  <a:pt x="267384" y="4419"/>
                </a:lnTo>
                <a:lnTo>
                  <a:pt x="194461" y="0"/>
                </a:lnTo>
                <a:lnTo>
                  <a:pt x="189719" y="47640"/>
                </a:lnTo>
                <a:lnTo>
                  <a:pt x="176461" y="92046"/>
                </a:lnTo>
                <a:lnTo>
                  <a:pt x="155187" y="132239"/>
                </a:lnTo>
                <a:lnTo>
                  <a:pt x="126402" y="167239"/>
                </a:lnTo>
                <a:lnTo>
                  <a:pt x="90607" y="196067"/>
                </a:lnTo>
                <a:lnTo>
                  <a:pt x="48306" y="217744"/>
                </a:lnTo>
                <a:lnTo>
                  <a:pt x="0" y="231291"/>
                </a:lnTo>
                <a:lnTo>
                  <a:pt x="0" y="296111"/>
                </a:lnTo>
                <a:lnTo>
                  <a:pt x="52610" y="285174"/>
                </a:lnTo>
                <a:lnTo>
                  <a:pt x="100554" y="266954"/>
                </a:lnTo>
                <a:lnTo>
                  <a:pt x="143406" y="242122"/>
                </a:lnTo>
                <a:lnTo>
                  <a:pt x="180743" y="211350"/>
                </a:lnTo>
                <a:lnTo>
                  <a:pt x="212139" y="17531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14077" y="2160025"/>
            <a:ext cx="549910" cy="278765"/>
          </a:xfrm>
          <a:custGeom>
            <a:avLst/>
            <a:gdLst/>
            <a:ahLst/>
            <a:cxnLst/>
            <a:rect l="l" t="t" r="r" b="b"/>
            <a:pathLst>
              <a:path w="549909" h="278764">
                <a:moveTo>
                  <a:pt x="73659" y="220979"/>
                </a:moveTo>
                <a:lnTo>
                  <a:pt x="73659" y="166470"/>
                </a:lnTo>
                <a:lnTo>
                  <a:pt x="534032" y="166470"/>
                </a:lnTo>
                <a:lnTo>
                  <a:pt x="534032" y="0"/>
                </a:lnTo>
                <a:lnTo>
                  <a:pt x="0" y="0"/>
                </a:lnTo>
                <a:lnTo>
                  <a:pt x="0" y="57454"/>
                </a:lnTo>
                <a:lnTo>
                  <a:pt x="461846" y="57454"/>
                </a:lnTo>
                <a:lnTo>
                  <a:pt x="461846" y="111962"/>
                </a:lnTo>
                <a:lnTo>
                  <a:pt x="1473" y="111962"/>
                </a:lnTo>
                <a:lnTo>
                  <a:pt x="1473" y="278433"/>
                </a:lnTo>
                <a:lnTo>
                  <a:pt x="549501" y="278433"/>
                </a:lnTo>
                <a:lnTo>
                  <a:pt x="549501" y="220979"/>
                </a:lnTo>
                <a:lnTo>
                  <a:pt x="73659" y="2209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05168" y="1817507"/>
            <a:ext cx="558165" cy="629285"/>
          </a:xfrm>
          <a:custGeom>
            <a:avLst/>
            <a:gdLst/>
            <a:ahLst/>
            <a:cxnLst/>
            <a:rect l="l" t="t" r="r" b="b"/>
            <a:pathLst>
              <a:path w="558165" h="629285">
                <a:moveTo>
                  <a:pt x="557603" y="629053"/>
                </a:moveTo>
                <a:lnTo>
                  <a:pt x="484680" y="629053"/>
                </a:lnTo>
                <a:lnTo>
                  <a:pt x="484680" y="0"/>
                </a:lnTo>
                <a:lnTo>
                  <a:pt x="557603" y="0"/>
                </a:lnTo>
                <a:lnTo>
                  <a:pt x="557603" y="629053"/>
                </a:lnTo>
                <a:close/>
              </a:path>
              <a:path w="558165" h="629285">
                <a:moveTo>
                  <a:pt x="0" y="590014"/>
                </a:moveTo>
                <a:lnTo>
                  <a:pt x="0" y="520773"/>
                </a:lnTo>
                <a:lnTo>
                  <a:pt x="45082" y="517327"/>
                </a:lnTo>
                <a:lnTo>
                  <a:pt x="86612" y="507555"/>
                </a:lnTo>
                <a:lnTo>
                  <a:pt x="124433" y="491706"/>
                </a:lnTo>
                <a:lnTo>
                  <a:pt x="158389" y="470030"/>
                </a:lnTo>
                <a:lnTo>
                  <a:pt x="188324" y="442775"/>
                </a:lnTo>
                <a:lnTo>
                  <a:pt x="214082" y="410191"/>
                </a:lnTo>
                <a:lnTo>
                  <a:pt x="235506" y="372527"/>
                </a:lnTo>
                <a:lnTo>
                  <a:pt x="252441" y="330031"/>
                </a:lnTo>
                <a:lnTo>
                  <a:pt x="264731" y="282953"/>
                </a:lnTo>
                <a:lnTo>
                  <a:pt x="272219" y="231542"/>
                </a:lnTo>
                <a:lnTo>
                  <a:pt x="274750" y="176046"/>
                </a:lnTo>
                <a:lnTo>
                  <a:pt x="274750" y="89864"/>
                </a:lnTo>
                <a:lnTo>
                  <a:pt x="0" y="89864"/>
                </a:lnTo>
                <a:lnTo>
                  <a:pt x="0" y="22834"/>
                </a:lnTo>
                <a:lnTo>
                  <a:pt x="349146" y="22834"/>
                </a:lnTo>
                <a:lnTo>
                  <a:pt x="349085" y="176046"/>
                </a:lnTo>
                <a:lnTo>
                  <a:pt x="346791" y="231104"/>
                </a:lnTo>
                <a:lnTo>
                  <a:pt x="339820" y="284292"/>
                </a:lnTo>
                <a:lnTo>
                  <a:pt x="328380" y="333931"/>
                </a:lnTo>
                <a:lnTo>
                  <a:pt x="312615" y="379817"/>
                </a:lnTo>
                <a:lnTo>
                  <a:pt x="292670" y="421744"/>
                </a:lnTo>
                <a:lnTo>
                  <a:pt x="268689" y="459506"/>
                </a:lnTo>
                <a:lnTo>
                  <a:pt x="240817" y="492899"/>
                </a:lnTo>
                <a:lnTo>
                  <a:pt x="209200" y="521718"/>
                </a:lnTo>
                <a:lnTo>
                  <a:pt x="173983" y="545757"/>
                </a:lnTo>
                <a:lnTo>
                  <a:pt x="135309" y="564812"/>
                </a:lnTo>
                <a:lnTo>
                  <a:pt x="93324" y="578676"/>
                </a:lnTo>
                <a:lnTo>
                  <a:pt x="48172" y="587145"/>
                </a:lnTo>
                <a:lnTo>
                  <a:pt x="0" y="59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89848" y="1817507"/>
            <a:ext cx="73025" cy="629285"/>
          </a:xfrm>
          <a:custGeom>
            <a:avLst/>
            <a:gdLst/>
            <a:ahLst/>
            <a:cxnLst/>
            <a:rect l="l" t="t" r="r" b="b"/>
            <a:pathLst>
              <a:path w="73025" h="629285">
                <a:moveTo>
                  <a:pt x="0" y="629053"/>
                </a:moveTo>
                <a:lnTo>
                  <a:pt x="72923" y="629053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505167" y="1840342"/>
            <a:ext cx="349250" cy="567690"/>
          </a:xfrm>
          <a:custGeom>
            <a:avLst/>
            <a:gdLst/>
            <a:ahLst/>
            <a:cxnLst/>
            <a:rect l="l" t="t" r="r" b="b"/>
            <a:pathLst>
              <a:path w="349250" h="567689">
                <a:moveTo>
                  <a:pt x="0" y="567179"/>
                </a:moveTo>
                <a:lnTo>
                  <a:pt x="48172" y="564310"/>
                </a:lnTo>
                <a:lnTo>
                  <a:pt x="93324" y="555841"/>
                </a:lnTo>
                <a:lnTo>
                  <a:pt x="135309" y="541977"/>
                </a:lnTo>
                <a:lnTo>
                  <a:pt x="173983" y="522923"/>
                </a:lnTo>
                <a:lnTo>
                  <a:pt x="209200" y="498884"/>
                </a:lnTo>
                <a:lnTo>
                  <a:pt x="240817" y="470065"/>
                </a:lnTo>
                <a:lnTo>
                  <a:pt x="268689" y="436672"/>
                </a:lnTo>
                <a:lnTo>
                  <a:pt x="292670" y="398909"/>
                </a:lnTo>
                <a:lnTo>
                  <a:pt x="312615" y="356982"/>
                </a:lnTo>
                <a:lnTo>
                  <a:pt x="328380" y="311097"/>
                </a:lnTo>
                <a:lnTo>
                  <a:pt x="339820" y="261458"/>
                </a:lnTo>
                <a:lnTo>
                  <a:pt x="346791" y="208270"/>
                </a:lnTo>
                <a:lnTo>
                  <a:pt x="349146" y="151738"/>
                </a:lnTo>
                <a:lnTo>
                  <a:pt x="349146" y="0"/>
                </a:lnTo>
                <a:lnTo>
                  <a:pt x="0" y="0"/>
                </a:lnTo>
                <a:lnTo>
                  <a:pt x="0" y="67030"/>
                </a:lnTo>
                <a:lnTo>
                  <a:pt x="274750" y="67030"/>
                </a:lnTo>
                <a:lnTo>
                  <a:pt x="274750" y="153212"/>
                </a:lnTo>
                <a:lnTo>
                  <a:pt x="272219" y="208707"/>
                </a:lnTo>
                <a:lnTo>
                  <a:pt x="264731" y="260118"/>
                </a:lnTo>
                <a:lnTo>
                  <a:pt x="252441" y="307196"/>
                </a:lnTo>
                <a:lnTo>
                  <a:pt x="235506" y="349692"/>
                </a:lnTo>
                <a:lnTo>
                  <a:pt x="214082" y="387356"/>
                </a:lnTo>
                <a:lnTo>
                  <a:pt x="188324" y="419940"/>
                </a:lnTo>
                <a:lnTo>
                  <a:pt x="158389" y="447195"/>
                </a:lnTo>
                <a:lnTo>
                  <a:pt x="124433" y="468871"/>
                </a:lnTo>
                <a:lnTo>
                  <a:pt x="86612" y="484720"/>
                </a:lnTo>
                <a:lnTo>
                  <a:pt x="45082" y="494492"/>
                </a:lnTo>
                <a:lnTo>
                  <a:pt x="0" y="497939"/>
                </a:lnTo>
                <a:lnTo>
                  <a:pt x="0" y="567179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190203" y="1817507"/>
            <a:ext cx="586740" cy="621030"/>
          </a:xfrm>
          <a:custGeom>
            <a:avLst/>
            <a:gdLst/>
            <a:ahLst/>
            <a:cxnLst/>
            <a:rect l="l" t="t" r="r" b="b"/>
            <a:pathLst>
              <a:path w="586740" h="621030">
                <a:moveTo>
                  <a:pt x="586331" y="125958"/>
                </a:moveTo>
                <a:lnTo>
                  <a:pt x="513408" y="125958"/>
                </a:lnTo>
                <a:lnTo>
                  <a:pt x="513408" y="0"/>
                </a:lnTo>
                <a:lnTo>
                  <a:pt x="586331" y="0"/>
                </a:lnTo>
                <a:lnTo>
                  <a:pt x="586331" y="125958"/>
                </a:lnTo>
                <a:close/>
              </a:path>
              <a:path w="586740" h="621030">
                <a:moveTo>
                  <a:pt x="194461" y="318209"/>
                </a:moveTo>
                <a:lnTo>
                  <a:pt x="138623" y="313040"/>
                </a:lnTo>
                <a:lnTo>
                  <a:pt x="91010" y="298212"/>
                </a:lnTo>
                <a:lnTo>
                  <a:pt x="52482" y="274750"/>
                </a:lnTo>
                <a:lnTo>
                  <a:pt x="23898" y="243677"/>
                </a:lnTo>
                <a:lnTo>
                  <a:pt x="6117" y="206015"/>
                </a:lnTo>
                <a:lnTo>
                  <a:pt x="0" y="162787"/>
                </a:lnTo>
                <a:lnTo>
                  <a:pt x="6117" y="119560"/>
                </a:lnTo>
                <a:lnTo>
                  <a:pt x="23898" y="81898"/>
                </a:lnTo>
                <a:lnTo>
                  <a:pt x="52482" y="50825"/>
                </a:lnTo>
                <a:lnTo>
                  <a:pt x="91010" y="27363"/>
                </a:lnTo>
                <a:lnTo>
                  <a:pt x="138623" y="12535"/>
                </a:lnTo>
                <a:lnTo>
                  <a:pt x="194461" y="7365"/>
                </a:lnTo>
                <a:lnTo>
                  <a:pt x="251485" y="12840"/>
                </a:lnTo>
                <a:lnTo>
                  <a:pt x="299918" y="28532"/>
                </a:lnTo>
                <a:lnTo>
                  <a:pt x="338769" y="53347"/>
                </a:lnTo>
                <a:lnTo>
                  <a:pt x="351186" y="67766"/>
                </a:lnTo>
                <a:lnTo>
                  <a:pt x="194461" y="67766"/>
                </a:lnTo>
                <a:lnTo>
                  <a:pt x="145017" y="74327"/>
                </a:lnTo>
                <a:lnTo>
                  <a:pt x="106622" y="93179"/>
                </a:lnTo>
                <a:lnTo>
                  <a:pt x="81762" y="123080"/>
                </a:lnTo>
                <a:lnTo>
                  <a:pt x="72923" y="162787"/>
                </a:lnTo>
                <a:lnTo>
                  <a:pt x="81762" y="202495"/>
                </a:lnTo>
                <a:lnTo>
                  <a:pt x="106622" y="232396"/>
                </a:lnTo>
                <a:lnTo>
                  <a:pt x="145017" y="251248"/>
                </a:lnTo>
                <a:lnTo>
                  <a:pt x="194461" y="257808"/>
                </a:lnTo>
                <a:lnTo>
                  <a:pt x="351170" y="257808"/>
                </a:lnTo>
                <a:lnTo>
                  <a:pt x="341527" y="269682"/>
                </a:lnTo>
                <a:lnTo>
                  <a:pt x="302346" y="295817"/>
                </a:lnTo>
                <a:lnTo>
                  <a:pt x="252982" y="312405"/>
                </a:lnTo>
                <a:lnTo>
                  <a:pt x="194461" y="318209"/>
                </a:lnTo>
                <a:close/>
              </a:path>
              <a:path w="586740" h="621030">
                <a:moveTo>
                  <a:pt x="351170" y="257808"/>
                </a:moveTo>
                <a:lnTo>
                  <a:pt x="194461" y="257808"/>
                </a:lnTo>
                <a:lnTo>
                  <a:pt x="243790" y="251248"/>
                </a:lnTo>
                <a:lnTo>
                  <a:pt x="281932" y="232396"/>
                </a:lnTo>
                <a:lnTo>
                  <a:pt x="306539" y="202495"/>
                </a:lnTo>
                <a:lnTo>
                  <a:pt x="315263" y="162787"/>
                </a:lnTo>
                <a:lnTo>
                  <a:pt x="306539" y="123080"/>
                </a:lnTo>
                <a:lnTo>
                  <a:pt x="281932" y="93179"/>
                </a:lnTo>
                <a:lnTo>
                  <a:pt x="243790" y="74327"/>
                </a:lnTo>
                <a:lnTo>
                  <a:pt x="194461" y="67766"/>
                </a:lnTo>
                <a:lnTo>
                  <a:pt x="351186" y="67766"/>
                </a:lnTo>
                <a:lnTo>
                  <a:pt x="367049" y="86187"/>
                </a:lnTo>
                <a:lnTo>
                  <a:pt x="383766" y="125958"/>
                </a:lnTo>
                <a:lnTo>
                  <a:pt x="586331" y="125958"/>
                </a:lnTo>
                <a:lnTo>
                  <a:pt x="586331" y="193724"/>
                </a:lnTo>
                <a:lnTo>
                  <a:pt x="385240" y="193724"/>
                </a:lnTo>
                <a:lnTo>
                  <a:pt x="369500" y="235239"/>
                </a:lnTo>
                <a:lnTo>
                  <a:pt x="351170" y="257808"/>
                </a:lnTo>
                <a:close/>
              </a:path>
              <a:path w="586740" h="621030">
                <a:moveTo>
                  <a:pt x="586331" y="322629"/>
                </a:moveTo>
                <a:lnTo>
                  <a:pt x="513408" y="322629"/>
                </a:lnTo>
                <a:lnTo>
                  <a:pt x="513408" y="193724"/>
                </a:lnTo>
                <a:lnTo>
                  <a:pt x="586331" y="193724"/>
                </a:lnTo>
                <a:lnTo>
                  <a:pt x="586331" y="322629"/>
                </a:lnTo>
                <a:close/>
              </a:path>
              <a:path w="586740" h="621030">
                <a:moveTo>
                  <a:pt x="586331" y="620951"/>
                </a:moveTo>
                <a:lnTo>
                  <a:pt x="58191" y="620951"/>
                </a:lnTo>
                <a:lnTo>
                  <a:pt x="58191" y="357249"/>
                </a:lnTo>
                <a:lnTo>
                  <a:pt x="129641" y="357249"/>
                </a:lnTo>
                <a:lnTo>
                  <a:pt x="129641" y="423543"/>
                </a:lnTo>
                <a:lnTo>
                  <a:pt x="586331" y="423543"/>
                </a:lnTo>
                <a:lnTo>
                  <a:pt x="586331" y="481734"/>
                </a:lnTo>
                <a:lnTo>
                  <a:pt x="129641" y="481734"/>
                </a:lnTo>
                <a:lnTo>
                  <a:pt x="129641" y="561286"/>
                </a:lnTo>
                <a:lnTo>
                  <a:pt x="586331" y="561286"/>
                </a:lnTo>
                <a:lnTo>
                  <a:pt x="586331" y="620951"/>
                </a:lnTo>
                <a:close/>
              </a:path>
              <a:path w="586740" h="621030">
                <a:moveTo>
                  <a:pt x="586331" y="423543"/>
                </a:moveTo>
                <a:lnTo>
                  <a:pt x="514144" y="423543"/>
                </a:lnTo>
                <a:lnTo>
                  <a:pt x="514144" y="357249"/>
                </a:lnTo>
                <a:lnTo>
                  <a:pt x="586331" y="357249"/>
                </a:lnTo>
                <a:lnTo>
                  <a:pt x="586331" y="423543"/>
                </a:lnTo>
                <a:close/>
              </a:path>
              <a:path w="586740" h="621030">
                <a:moveTo>
                  <a:pt x="586331" y="561286"/>
                </a:moveTo>
                <a:lnTo>
                  <a:pt x="514144" y="561286"/>
                </a:lnTo>
                <a:lnTo>
                  <a:pt x="514144" y="481734"/>
                </a:lnTo>
                <a:lnTo>
                  <a:pt x="586331" y="481734"/>
                </a:lnTo>
                <a:lnTo>
                  <a:pt x="586331" y="561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190202" y="1817507"/>
            <a:ext cx="586740" cy="323215"/>
          </a:xfrm>
          <a:custGeom>
            <a:avLst/>
            <a:gdLst/>
            <a:ahLst/>
            <a:cxnLst/>
            <a:rect l="l" t="t" r="r" b="b"/>
            <a:pathLst>
              <a:path w="586740" h="323214">
                <a:moveTo>
                  <a:pt x="513407" y="0"/>
                </a:moveTo>
                <a:lnTo>
                  <a:pt x="513407" y="125958"/>
                </a:lnTo>
                <a:lnTo>
                  <a:pt x="383766" y="125958"/>
                </a:lnTo>
                <a:lnTo>
                  <a:pt x="367049" y="86187"/>
                </a:lnTo>
                <a:lnTo>
                  <a:pt x="338769" y="53347"/>
                </a:lnTo>
                <a:lnTo>
                  <a:pt x="299918" y="28532"/>
                </a:lnTo>
                <a:lnTo>
                  <a:pt x="251485" y="12840"/>
                </a:lnTo>
                <a:lnTo>
                  <a:pt x="194461" y="7365"/>
                </a:lnTo>
                <a:lnTo>
                  <a:pt x="138623" y="12535"/>
                </a:lnTo>
                <a:lnTo>
                  <a:pt x="91010" y="27363"/>
                </a:lnTo>
                <a:lnTo>
                  <a:pt x="52482" y="50825"/>
                </a:lnTo>
                <a:lnTo>
                  <a:pt x="23898" y="81898"/>
                </a:lnTo>
                <a:lnTo>
                  <a:pt x="6117" y="119560"/>
                </a:lnTo>
                <a:lnTo>
                  <a:pt x="0" y="162787"/>
                </a:lnTo>
                <a:lnTo>
                  <a:pt x="6117" y="206015"/>
                </a:lnTo>
                <a:lnTo>
                  <a:pt x="23898" y="243677"/>
                </a:lnTo>
                <a:lnTo>
                  <a:pt x="52482" y="274750"/>
                </a:lnTo>
                <a:lnTo>
                  <a:pt x="91010" y="298212"/>
                </a:lnTo>
                <a:lnTo>
                  <a:pt x="138623" y="313040"/>
                </a:lnTo>
                <a:lnTo>
                  <a:pt x="194461" y="318209"/>
                </a:lnTo>
                <a:lnTo>
                  <a:pt x="252982" y="312405"/>
                </a:lnTo>
                <a:lnTo>
                  <a:pt x="302346" y="295817"/>
                </a:lnTo>
                <a:lnTo>
                  <a:pt x="341527" y="269682"/>
                </a:lnTo>
                <a:lnTo>
                  <a:pt x="369500" y="235239"/>
                </a:lnTo>
                <a:lnTo>
                  <a:pt x="385240" y="193724"/>
                </a:lnTo>
                <a:lnTo>
                  <a:pt x="513407" y="193724"/>
                </a:lnTo>
                <a:lnTo>
                  <a:pt x="513407" y="322629"/>
                </a:lnTo>
                <a:lnTo>
                  <a:pt x="586331" y="322629"/>
                </a:lnTo>
                <a:lnTo>
                  <a:pt x="586331" y="0"/>
                </a:lnTo>
                <a:lnTo>
                  <a:pt x="51340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263126" y="1885274"/>
            <a:ext cx="242570" cy="190500"/>
          </a:xfrm>
          <a:custGeom>
            <a:avLst/>
            <a:gdLst/>
            <a:ahLst/>
            <a:cxnLst/>
            <a:rect l="l" t="t" r="r" b="b"/>
            <a:pathLst>
              <a:path w="242570" h="190500">
                <a:moveTo>
                  <a:pt x="121538" y="190041"/>
                </a:moveTo>
                <a:lnTo>
                  <a:pt x="72094" y="183481"/>
                </a:lnTo>
                <a:lnTo>
                  <a:pt x="33699" y="164629"/>
                </a:lnTo>
                <a:lnTo>
                  <a:pt x="8839" y="134728"/>
                </a:lnTo>
                <a:lnTo>
                  <a:pt x="0" y="95020"/>
                </a:lnTo>
                <a:lnTo>
                  <a:pt x="8839" y="55313"/>
                </a:lnTo>
                <a:lnTo>
                  <a:pt x="33699" y="25412"/>
                </a:lnTo>
                <a:lnTo>
                  <a:pt x="72094" y="6560"/>
                </a:lnTo>
                <a:lnTo>
                  <a:pt x="121538" y="0"/>
                </a:lnTo>
                <a:lnTo>
                  <a:pt x="170867" y="6560"/>
                </a:lnTo>
                <a:lnTo>
                  <a:pt x="209009" y="25412"/>
                </a:lnTo>
                <a:lnTo>
                  <a:pt x="233616" y="55313"/>
                </a:lnTo>
                <a:lnTo>
                  <a:pt x="242340" y="95020"/>
                </a:lnTo>
                <a:lnTo>
                  <a:pt x="233616" y="134728"/>
                </a:lnTo>
                <a:lnTo>
                  <a:pt x="209009" y="164629"/>
                </a:lnTo>
                <a:lnTo>
                  <a:pt x="170867" y="183481"/>
                </a:lnTo>
                <a:lnTo>
                  <a:pt x="121538" y="19004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48394" y="2174757"/>
            <a:ext cx="528320" cy="264160"/>
          </a:xfrm>
          <a:custGeom>
            <a:avLst/>
            <a:gdLst/>
            <a:ahLst/>
            <a:cxnLst/>
            <a:rect l="l" t="t" r="r" b="b"/>
            <a:pathLst>
              <a:path w="528320" h="264160">
                <a:moveTo>
                  <a:pt x="455953" y="66293"/>
                </a:moveTo>
                <a:lnTo>
                  <a:pt x="71449" y="66293"/>
                </a:lnTo>
                <a:lnTo>
                  <a:pt x="71449" y="0"/>
                </a:lnTo>
                <a:lnTo>
                  <a:pt x="0" y="0"/>
                </a:lnTo>
                <a:lnTo>
                  <a:pt x="0" y="263701"/>
                </a:lnTo>
                <a:lnTo>
                  <a:pt x="528139" y="263701"/>
                </a:lnTo>
                <a:lnTo>
                  <a:pt x="528139" y="0"/>
                </a:lnTo>
                <a:lnTo>
                  <a:pt x="455953" y="0"/>
                </a:lnTo>
                <a:lnTo>
                  <a:pt x="455953" y="66293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19844" y="2299242"/>
            <a:ext cx="384810" cy="80010"/>
          </a:xfrm>
          <a:custGeom>
            <a:avLst/>
            <a:gdLst/>
            <a:ahLst/>
            <a:cxnLst/>
            <a:rect l="l" t="t" r="r" b="b"/>
            <a:pathLst>
              <a:path w="384809" h="80010">
                <a:moveTo>
                  <a:pt x="0" y="79552"/>
                </a:moveTo>
                <a:lnTo>
                  <a:pt x="0" y="0"/>
                </a:lnTo>
                <a:lnTo>
                  <a:pt x="384503" y="0"/>
                </a:lnTo>
                <a:lnTo>
                  <a:pt x="384503" y="79552"/>
                </a:lnTo>
                <a:lnTo>
                  <a:pt x="0" y="7955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104277" y="1817507"/>
            <a:ext cx="652780" cy="629285"/>
          </a:xfrm>
          <a:custGeom>
            <a:avLst/>
            <a:gdLst/>
            <a:ahLst/>
            <a:cxnLst/>
            <a:rect l="l" t="t" r="r" b="b"/>
            <a:pathLst>
              <a:path w="652779" h="629285">
                <a:moveTo>
                  <a:pt x="564233" y="629053"/>
                </a:moveTo>
                <a:lnTo>
                  <a:pt x="491310" y="629053"/>
                </a:lnTo>
                <a:lnTo>
                  <a:pt x="491310" y="0"/>
                </a:lnTo>
                <a:lnTo>
                  <a:pt x="564233" y="0"/>
                </a:lnTo>
                <a:lnTo>
                  <a:pt x="564233" y="254862"/>
                </a:lnTo>
                <a:lnTo>
                  <a:pt x="652624" y="254862"/>
                </a:lnTo>
                <a:lnTo>
                  <a:pt x="652624" y="324839"/>
                </a:lnTo>
                <a:lnTo>
                  <a:pt x="564233" y="324839"/>
                </a:lnTo>
                <a:lnTo>
                  <a:pt x="564233" y="629053"/>
                </a:lnTo>
                <a:close/>
              </a:path>
              <a:path w="652779" h="629285">
                <a:moveTo>
                  <a:pt x="0" y="591487"/>
                </a:moveTo>
                <a:lnTo>
                  <a:pt x="0" y="517827"/>
                </a:lnTo>
                <a:lnTo>
                  <a:pt x="30228" y="508815"/>
                </a:lnTo>
                <a:lnTo>
                  <a:pt x="57925" y="492073"/>
                </a:lnTo>
                <a:lnTo>
                  <a:pt x="105660" y="437511"/>
                </a:lnTo>
                <a:lnTo>
                  <a:pt x="125669" y="400743"/>
                </a:lnTo>
                <a:lnTo>
                  <a:pt x="143083" y="358354"/>
                </a:lnTo>
                <a:lnTo>
                  <a:pt x="157890" y="310870"/>
                </a:lnTo>
                <a:lnTo>
                  <a:pt x="170072" y="258818"/>
                </a:lnTo>
                <a:lnTo>
                  <a:pt x="179614" y="202725"/>
                </a:lnTo>
                <a:lnTo>
                  <a:pt x="186502" y="143118"/>
                </a:lnTo>
                <a:lnTo>
                  <a:pt x="190719" y="80523"/>
                </a:lnTo>
                <a:lnTo>
                  <a:pt x="192251" y="15468"/>
                </a:lnTo>
                <a:lnTo>
                  <a:pt x="266648" y="18414"/>
                </a:lnTo>
                <a:lnTo>
                  <a:pt x="265316" y="75946"/>
                </a:lnTo>
                <a:lnTo>
                  <a:pt x="262181" y="130931"/>
                </a:lnTo>
                <a:lnTo>
                  <a:pt x="257207" y="183300"/>
                </a:lnTo>
                <a:lnTo>
                  <a:pt x="250360" y="232982"/>
                </a:lnTo>
                <a:lnTo>
                  <a:pt x="241603" y="279906"/>
                </a:lnTo>
                <a:lnTo>
                  <a:pt x="304748" y="365352"/>
                </a:lnTo>
                <a:lnTo>
                  <a:pt x="218769" y="365352"/>
                </a:lnTo>
                <a:lnTo>
                  <a:pt x="197644" y="420631"/>
                </a:lnTo>
                <a:lnTo>
                  <a:pt x="172885" y="468810"/>
                </a:lnTo>
                <a:lnTo>
                  <a:pt x="144647" y="509555"/>
                </a:lnTo>
                <a:lnTo>
                  <a:pt x="113085" y="542530"/>
                </a:lnTo>
                <a:lnTo>
                  <a:pt x="78354" y="567400"/>
                </a:lnTo>
                <a:lnTo>
                  <a:pt x="40607" y="583831"/>
                </a:lnTo>
                <a:lnTo>
                  <a:pt x="0" y="591487"/>
                </a:lnTo>
                <a:close/>
              </a:path>
              <a:path w="652779" h="629285">
                <a:moveTo>
                  <a:pt x="380820" y="590014"/>
                </a:moveTo>
                <a:lnTo>
                  <a:pt x="218769" y="365352"/>
                </a:lnTo>
                <a:lnTo>
                  <a:pt x="304748" y="365352"/>
                </a:lnTo>
                <a:lnTo>
                  <a:pt x="439748" y="548028"/>
                </a:lnTo>
                <a:lnTo>
                  <a:pt x="380820" y="59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595587" y="1817507"/>
            <a:ext cx="161925" cy="629285"/>
          </a:xfrm>
          <a:custGeom>
            <a:avLst/>
            <a:gdLst/>
            <a:ahLst/>
            <a:cxnLst/>
            <a:rect l="l" t="t" r="r" b="b"/>
            <a:pathLst>
              <a:path w="161925" h="629285">
                <a:moveTo>
                  <a:pt x="161314" y="254862"/>
                </a:moveTo>
                <a:lnTo>
                  <a:pt x="72923" y="254862"/>
                </a:lnTo>
                <a:lnTo>
                  <a:pt x="72923" y="0"/>
                </a:lnTo>
                <a:lnTo>
                  <a:pt x="0" y="0"/>
                </a:lnTo>
                <a:lnTo>
                  <a:pt x="0" y="629053"/>
                </a:lnTo>
                <a:lnTo>
                  <a:pt x="72923" y="629053"/>
                </a:lnTo>
                <a:lnTo>
                  <a:pt x="72923" y="324839"/>
                </a:lnTo>
                <a:lnTo>
                  <a:pt x="161314" y="324839"/>
                </a:lnTo>
                <a:lnTo>
                  <a:pt x="161314" y="25486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104277" y="1832976"/>
            <a:ext cx="440055" cy="576580"/>
          </a:xfrm>
          <a:custGeom>
            <a:avLst/>
            <a:gdLst/>
            <a:ahLst/>
            <a:cxnLst/>
            <a:rect l="l" t="t" r="r" b="b"/>
            <a:pathLst>
              <a:path w="440054" h="576580">
                <a:moveTo>
                  <a:pt x="266648" y="2946"/>
                </a:moveTo>
                <a:lnTo>
                  <a:pt x="192251" y="0"/>
                </a:lnTo>
                <a:lnTo>
                  <a:pt x="190719" y="65054"/>
                </a:lnTo>
                <a:lnTo>
                  <a:pt x="186502" y="127649"/>
                </a:lnTo>
                <a:lnTo>
                  <a:pt x="179614" y="187256"/>
                </a:lnTo>
                <a:lnTo>
                  <a:pt x="170072" y="243349"/>
                </a:lnTo>
                <a:lnTo>
                  <a:pt x="157890" y="295401"/>
                </a:lnTo>
                <a:lnTo>
                  <a:pt x="143083" y="342885"/>
                </a:lnTo>
                <a:lnTo>
                  <a:pt x="125669" y="385275"/>
                </a:lnTo>
                <a:lnTo>
                  <a:pt x="105660" y="422042"/>
                </a:lnTo>
                <a:lnTo>
                  <a:pt x="57925" y="476605"/>
                </a:lnTo>
                <a:lnTo>
                  <a:pt x="0" y="502359"/>
                </a:lnTo>
                <a:lnTo>
                  <a:pt x="0" y="576018"/>
                </a:lnTo>
                <a:lnTo>
                  <a:pt x="40607" y="568362"/>
                </a:lnTo>
                <a:lnTo>
                  <a:pt x="78354" y="551932"/>
                </a:lnTo>
                <a:lnTo>
                  <a:pt x="113085" y="527061"/>
                </a:lnTo>
                <a:lnTo>
                  <a:pt x="144647" y="494086"/>
                </a:lnTo>
                <a:lnTo>
                  <a:pt x="172885" y="453342"/>
                </a:lnTo>
                <a:lnTo>
                  <a:pt x="197644" y="405162"/>
                </a:lnTo>
                <a:lnTo>
                  <a:pt x="218769" y="349883"/>
                </a:lnTo>
                <a:lnTo>
                  <a:pt x="380820" y="574545"/>
                </a:lnTo>
                <a:lnTo>
                  <a:pt x="439748" y="532559"/>
                </a:lnTo>
                <a:lnTo>
                  <a:pt x="241603" y="264438"/>
                </a:lnTo>
                <a:lnTo>
                  <a:pt x="250360" y="217514"/>
                </a:lnTo>
                <a:lnTo>
                  <a:pt x="257207" y="167832"/>
                </a:lnTo>
                <a:lnTo>
                  <a:pt x="262181" y="115463"/>
                </a:lnTo>
                <a:lnTo>
                  <a:pt x="265316" y="60477"/>
                </a:lnTo>
                <a:lnTo>
                  <a:pt x="266648" y="294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826879" y="1817507"/>
            <a:ext cx="586105" cy="629285"/>
          </a:xfrm>
          <a:custGeom>
            <a:avLst/>
            <a:gdLst/>
            <a:ahLst/>
            <a:cxnLst/>
            <a:rect l="l" t="t" r="r" b="b"/>
            <a:pathLst>
              <a:path w="586104" h="629285">
                <a:moveTo>
                  <a:pt x="585594" y="629053"/>
                </a:moveTo>
                <a:lnTo>
                  <a:pt x="517090" y="629053"/>
                </a:lnTo>
                <a:lnTo>
                  <a:pt x="517090" y="0"/>
                </a:lnTo>
                <a:lnTo>
                  <a:pt x="585594" y="0"/>
                </a:lnTo>
                <a:lnTo>
                  <a:pt x="585594" y="629053"/>
                </a:lnTo>
                <a:close/>
              </a:path>
              <a:path w="586104" h="629285">
                <a:moveTo>
                  <a:pt x="434592" y="618004"/>
                </a:moveTo>
                <a:lnTo>
                  <a:pt x="366088" y="618004"/>
                </a:lnTo>
                <a:lnTo>
                  <a:pt x="366088" y="397025"/>
                </a:lnTo>
                <a:lnTo>
                  <a:pt x="282853" y="397025"/>
                </a:lnTo>
                <a:lnTo>
                  <a:pt x="282853" y="329995"/>
                </a:lnTo>
                <a:lnTo>
                  <a:pt x="366088" y="329995"/>
                </a:lnTo>
                <a:lnTo>
                  <a:pt x="366088" y="214349"/>
                </a:lnTo>
                <a:lnTo>
                  <a:pt x="282853" y="214349"/>
                </a:lnTo>
                <a:lnTo>
                  <a:pt x="282853" y="147319"/>
                </a:lnTo>
                <a:lnTo>
                  <a:pt x="366088" y="147319"/>
                </a:lnTo>
                <a:lnTo>
                  <a:pt x="366088" y="3682"/>
                </a:lnTo>
                <a:lnTo>
                  <a:pt x="434592" y="3682"/>
                </a:lnTo>
                <a:lnTo>
                  <a:pt x="434592" y="618004"/>
                </a:lnTo>
                <a:close/>
              </a:path>
              <a:path w="586104" h="629285">
                <a:moveTo>
                  <a:pt x="120801" y="591487"/>
                </a:moveTo>
                <a:lnTo>
                  <a:pt x="0" y="591487"/>
                </a:lnTo>
                <a:lnTo>
                  <a:pt x="0" y="269594"/>
                </a:lnTo>
                <a:lnTo>
                  <a:pt x="176046" y="269594"/>
                </a:lnTo>
                <a:lnTo>
                  <a:pt x="176046" y="87655"/>
                </a:lnTo>
                <a:lnTo>
                  <a:pt x="0" y="87655"/>
                </a:lnTo>
                <a:lnTo>
                  <a:pt x="0" y="22834"/>
                </a:lnTo>
                <a:lnTo>
                  <a:pt x="243813" y="22834"/>
                </a:lnTo>
                <a:lnTo>
                  <a:pt x="243813" y="334414"/>
                </a:lnTo>
                <a:lnTo>
                  <a:pt x="67766" y="334414"/>
                </a:lnTo>
                <a:lnTo>
                  <a:pt x="67766" y="526666"/>
                </a:lnTo>
                <a:lnTo>
                  <a:pt x="306424" y="526666"/>
                </a:lnTo>
                <a:lnTo>
                  <a:pt x="306424" y="562759"/>
                </a:lnTo>
                <a:lnTo>
                  <a:pt x="270998" y="575017"/>
                </a:lnTo>
                <a:lnTo>
                  <a:pt x="227424" y="584029"/>
                </a:lnTo>
                <a:lnTo>
                  <a:pt x="176944" y="589588"/>
                </a:lnTo>
                <a:lnTo>
                  <a:pt x="120801" y="591487"/>
                </a:lnTo>
                <a:close/>
              </a:path>
              <a:path w="586104" h="629285">
                <a:moveTo>
                  <a:pt x="306424" y="526666"/>
                </a:moveTo>
                <a:lnTo>
                  <a:pt x="124484" y="526666"/>
                </a:lnTo>
                <a:lnTo>
                  <a:pt x="178394" y="524859"/>
                </a:lnTo>
                <a:lnTo>
                  <a:pt x="226503" y="519392"/>
                </a:lnTo>
                <a:lnTo>
                  <a:pt x="269088" y="510196"/>
                </a:lnTo>
                <a:lnTo>
                  <a:pt x="306424" y="497202"/>
                </a:lnTo>
                <a:lnTo>
                  <a:pt x="306424" y="526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343969" y="1817507"/>
            <a:ext cx="68580" cy="629285"/>
          </a:xfrm>
          <a:custGeom>
            <a:avLst/>
            <a:gdLst/>
            <a:ahLst/>
            <a:cxnLst/>
            <a:rect l="l" t="t" r="r" b="b"/>
            <a:pathLst>
              <a:path w="68579" h="629285">
                <a:moveTo>
                  <a:pt x="0" y="0"/>
                </a:moveTo>
                <a:lnTo>
                  <a:pt x="0" y="629053"/>
                </a:lnTo>
                <a:lnTo>
                  <a:pt x="68503" y="629053"/>
                </a:lnTo>
                <a:lnTo>
                  <a:pt x="68503" y="0"/>
                </a:lnTo>
                <a:lnTo>
                  <a:pt x="0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109731" y="1821190"/>
            <a:ext cx="151765" cy="614680"/>
          </a:xfrm>
          <a:custGeom>
            <a:avLst/>
            <a:gdLst/>
            <a:ahLst/>
            <a:cxnLst/>
            <a:rect l="l" t="t" r="r" b="b"/>
            <a:pathLst>
              <a:path w="151765" h="614680">
                <a:moveTo>
                  <a:pt x="83235" y="143636"/>
                </a:moveTo>
                <a:lnTo>
                  <a:pt x="0" y="143636"/>
                </a:lnTo>
                <a:lnTo>
                  <a:pt x="0" y="210666"/>
                </a:lnTo>
                <a:lnTo>
                  <a:pt x="83235" y="210666"/>
                </a:lnTo>
                <a:lnTo>
                  <a:pt x="83235" y="326312"/>
                </a:lnTo>
                <a:lnTo>
                  <a:pt x="0" y="326312"/>
                </a:lnTo>
                <a:lnTo>
                  <a:pt x="0" y="393342"/>
                </a:lnTo>
                <a:lnTo>
                  <a:pt x="83235" y="393342"/>
                </a:lnTo>
                <a:lnTo>
                  <a:pt x="83235" y="614321"/>
                </a:lnTo>
                <a:lnTo>
                  <a:pt x="151738" y="614321"/>
                </a:lnTo>
                <a:lnTo>
                  <a:pt x="151738" y="0"/>
                </a:lnTo>
                <a:lnTo>
                  <a:pt x="83235" y="0"/>
                </a:lnTo>
                <a:lnTo>
                  <a:pt x="83235" y="143636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826878" y="1840342"/>
            <a:ext cx="306705" cy="568960"/>
          </a:xfrm>
          <a:custGeom>
            <a:avLst/>
            <a:gdLst/>
            <a:ahLst/>
            <a:cxnLst/>
            <a:rect l="l" t="t" r="r" b="b"/>
            <a:pathLst>
              <a:path w="306704" h="568960">
                <a:moveTo>
                  <a:pt x="67766" y="503832"/>
                </a:moveTo>
                <a:lnTo>
                  <a:pt x="67766" y="311580"/>
                </a:lnTo>
                <a:lnTo>
                  <a:pt x="243813" y="311580"/>
                </a:lnTo>
                <a:lnTo>
                  <a:pt x="243813" y="0"/>
                </a:lnTo>
                <a:lnTo>
                  <a:pt x="0" y="0"/>
                </a:lnTo>
                <a:lnTo>
                  <a:pt x="0" y="64820"/>
                </a:lnTo>
                <a:lnTo>
                  <a:pt x="176046" y="64820"/>
                </a:lnTo>
                <a:lnTo>
                  <a:pt x="176046" y="246759"/>
                </a:lnTo>
                <a:lnTo>
                  <a:pt x="0" y="246759"/>
                </a:lnTo>
                <a:lnTo>
                  <a:pt x="0" y="568652"/>
                </a:lnTo>
                <a:lnTo>
                  <a:pt x="120801" y="568652"/>
                </a:lnTo>
                <a:lnTo>
                  <a:pt x="176944" y="566753"/>
                </a:lnTo>
                <a:lnTo>
                  <a:pt x="227424" y="561194"/>
                </a:lnTo>
                <a:lnTo>
                  <a:pt x="270998" y="552182"/>
                </a:lnTo>
                <a:lnTo>
                  <a:pt x="306424" y="539925"/>
                </a:lnTo>
                <a:lnTo>
                  <a:pt x="306424" y="474368"/>
                </a:lnTo>
                <a:lnTo>
                  <a:pt x="269088" y="487362"/>
                </a:lnTo>
                <a:lnTo>
                  <a:pt x="226503" y="496558"/>
                </a:lnTo>
                <a:lnTo>
                  <a:pt x="178394" y="502025"/>
                </a:lnTo>
                <a:lnTo>
                  <a:pt x="124484" y="503832"/>
                </a:lnTo>
                <a:lnTo>
                  <a:pt x="67766" y="503832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171646" y="3437387"/>
            <a:ext cx="1195070" cy="820419"/>
          </a:xfrm>
          <a:custGeom>
            <a:avLst/>
            <a:gdLst/>
            <a:ahLst/>
            <a:cxnLst/>
            <a:rect l="l" t="t" r="r" b="b"/>
            <a:pathLst>
              <a:path w="1195069" h="820420">
                <a:moveTo>
                  <a:pt x="872338" y="820232"/>
                </a:moveTo>
                <a:lnTo>
                  <a:pt x="833077" y="788946"/>
                </a:lnTo>
                <a:lnTo>
                  <a:pt x="792813" y="759206"/>
                </a:lnTo>
                <a:lnTo>
                  <a:pt x="751594" y="731026"/>
                </a:lnTo>
                <a:lnTo>
                  <a:pt x="709465" y="704425"/>
                </a:lnTo>
                <a:lnTo>
                  <a:pt x="666473" y="679419"/>
                </a:lnTo>
                <a:lnTo>
                  <a:pt x="622664" y="656025"/>
                </a:lnTo>
                <a:lnTo>
                  <a:pt x="578086" y="634259"/>
                </a:lnTo>
                <a:lnTo>
                  <a:pt x="532783" y="614138"/>
                </a:lnTo>
                <a:lnTo>
                  <a:pt x="486804" y="595678"/>
                </a:lnTo>
                <a:lnTo>
                  <a:pt x="440194" y="578898"/>
                </a:lnTo>
                <a:lnTo>
                  <a:pt x="393000" y="563813"/>
                </a:lnTo>
                <a:lnTo>
                  <a:pt x="345269" y="550439"/>
                </a:lnTo>
                <a:lnTo>
                  <a:pt x="297046" y="538795"/>
                </a:lnTo>
                <a:lnTo>
                  <a:pt x="248379" y="528896"/>
                </a:lnTo>
                <a:lnTo>
                  <a:pt x="199313" y="520759"/>
                </a:lnTo>
                <a:lnTo>
                  <a:pt x="149896" y="514402"/>
                </a:lnTo>
                <a:lnTo>
                  <a:pt x="100174" y="509840"/>
                </a:lnTo>
                <a:lnTo>
                  <a:pt x="50193" y="507091"/>
                </a:lnTo>
                <a:lnTo>
                  <a:pt x="0" y="506170"/>
                </a:lnTo>
                <a:lnTo>
                  <a:pt x="0" y="0"/>
                </a:lnTo>
                <a:lnTo>
                  <a:pt x="50271" y="673"/>
                </a:lnTo>
                <a:lnTo>
                  <a:pt x="100397" y="2688"/>
                </a:lnTo>
                <a:lnTo>
                  <a:pt x="150352" y="6036"/>
                </a:lnTo>
                <a:lnTo>
                  <a:pt x="200112" y="10707"/>
                </a:lnTo>
                <a:lnTo>
                  <a:pt x="249650" y="16693"/>
                </a:lnTo>
                <a:lnTo>
                  <a:pt x="298943" y="23984"/>
                </a:lnTo>
                <a:lnTo>
                  <a:pt x="347966" y="32572"/>
                </a:lnTo>
                <a:lnTo>
                  <a:pt x="396694" y="42448"/>
                </a:lnTo>
                <a:lnTo>
                  <a:pt x="445101" y="53603"/>
                </a:lnTo>
                <a:lnTo>
                  <a:pt x="493164" y="66027"/>
                </a:lnTo>
                <a:lnTo>
                  <a:pt x="540857" y="79713"/>
                </a:lnTo>
                <a:lnTo>
                  <a:pt x="588155" y="94650"/>
                </a:lnTo>
                <a:lnTo>
                  <a:pt x="635034" y="110831"/>
                </a:lnTo>
                <a:lnTo>
                  <a:pt x="681469" y="128245"/>
                </a:lnTo>
                <a:lnTo>
                  <a:pt x="727434" y="146885"/>
                </a:lnTo>
                <a:lnTo>
                  <a:pt x="772906" y="166741"/>
                </a:lnTo>
                <a:lnTo>
                  <a:pt x="817858" y="187804"/>
                </a:lnTo>
                <a:lnTo>
                  <a:pt x="862267" y="210065"/>
                </a:lnTo>
                <a:lnTo>
                  <a:pt x="906107" y="233516"/>
                </a:lnTo>
                <a:lnTo>
                  <a:pt x="949354" y="258147"/>
                </a:lnTo>
                <a:lnTo>
                  <a:pt x="991983" y="283949"/>
                </a:lnTo>
                <a:lnTo>
                  <a:pt x="1033969" y="310914"/>
                </a:lnTo>
                <a:lnTo>
                  <a:pt x="1075286" y="339033"/>
                </a:lnTo>
                <a:lnTo>
                  <a:pt x="1115911" y="368296"/>
                </a:lnTo>
                <a:lnTo>
                  <a:pt x="1155818" y="398694"/>
                </a:lnTo>
                <a:lnTo>
                  <a:pt x="1194983" y="430220"/>
                </a:lnTo>
                <a:lnTo>
                  <a:pt x="872338" y="820232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208063" y="3684330"/>
            <a:ext cx="3749675" cy="3749675"/>
          </a:xfrm>
          <a:custGeom>
            <a:avLst/>
            <a:gdLst/>
            <a:ahLst/>
            <a:cxnLst/>
            <a:rect l="l" t="t" r="r" b="b"/>
            <a:pathLst>
              <a:path w="3749675" h="3749675">
                <a:moveTo>
                  <a:pt x="1859721" y="3749367"/>
                </a:moveTo>
                <a:lnTo>
                  <a:pt x="1811507" y="3748365"/>
                </a:lnTo>
                <a:lnTo>
                  <a:pt x="1763290" y="3746121"/>
                </a:lnTo>
                <a:lnTo>
                  <a:pt x="1715094" y="3742631"/>
                </a:lnTo>
                <a:lnTo>
                  <a:pt x="1666944" y="3737893"/>
                </a:lnTo>
                <a:lnTo>
                  <a:pt x="1618864" y="3731904"/>
                </a:lnTo>
                <a:lnTo>
                  <a:pt x="1570878" y="3724660"/>
                </a:lnTo>
                <a:lnTo>
                  <a:pt x="1523010" y="3716159"/>
                </a:lnTo>
                <a:lnTo>
                  <a:pt x="1475285" y="3706397"/>
                </a:lnTo>
                <a:lnTo>
                  <a:pt x="1427726" y="3695373"/>
                </a:lnTo>
                <a:lnTo>
                  <a:pt x="1380358" y="3683082"/>
                </a:lnTo>
                <a:lnTo>
                  <a:pt x="1333206" y="3669523"/>
                </a:lnTo>
                <a:lnTo>
                  <a:pt x="1286292" y="3654692"/>
                </a:lnTo>
                <a:lnTo>
                  <a:pt x="1239643" y="3638585"/>
                </a:lnTo>
                <a:lnTo>
                  <a:pt x="1193432" y="3621260"/>
                </a:lnTo>
                <a:lnTo>
                  <a:pt x="1147831" y="3602784"/>
                </a:lnTo>
                <a:lnTo>
                  <a:pt x="1102856" y="3583175"/>
                </a:lnTo>
                <a:lnTo>
                  <a:pt x="1058524" y="3562452"/>
                </a:lnTo>
                <a:lnTo>
                  <a:pt x="1014852" y="3540631"/>
                </a:lnTo>
                <a:lnTo>
                  <a:pt x="971857" y="3517731"/>
                </a:lnTo>
                <a:lnTo>
                  <a:pt x="929555" y="3493769"/>
                </a:lnTo>
                <a:lnTo>
                  <a:pt x="887964" y="3468763"/>
                </a:lnTo>
                <a:lnTo>
                  <a:pt x="847100" y="3442731"/>
                </a:lnTo>
                <a:lnTo>
                  <a:pt x="806979" y="3415690"/>
                </a:lnTo>
                <a:lnTo>
                  <a:pt x="767620" y="3387658"/>
                </a:lnTo>
                <a:lnTo>
                  <a:pt x="729037" y="3358652"/>
                </a:lnTo>
                <a:lnTo>
                  <a:pt x="691249" y="3328692"/>
                </a:lnTo>
                <a:lnTo>
                  <a:pt x="654273" y="3297793"/>
                </a:lnTo>
                <a:lnTo>
                  <a:pt x="618124" y="3265974"/>
                </a:lnTo>
                <a:lnTo>
                  <a:pt x="582819" y="3233252"/>
                </a:lnTo>
                <a:lnTo>
                  <a:pt x="548376" y="3199646"/>
                </a:lnTo>
                <a:lnTo>
                  <a:pt x="514812" y="3165172"/>
                </a:lnTo>
                <a:lnTo>
                  <a:pt x="482142" y="3129850"/>
                </a:lnTo>
                <a:lnTo>
                  <a:pt x="450385" y="3093695"/>
                </a:lnTo>
                <a:lnTo>
                  <a:pt x="419556" y="3056727"/>
                </a:lnTo>
                <a:lnTo>
                  <a:pt x="389672" y="3018962"/>
                </a:lnTo>
                <a:lnTo>
                  <a:pt x="360751" y="2980419"/>
                </a:lnTo>
                <a:lnTo>
                  <a:pt x="332809" y="2941115"/>
                </a:lnTo>
                <a:lnTo>
                  <a:pt x="305862" y="2901067"/>
                </a:lnTo>
                <a:lnTo>
                  <a:pt x="279929" y="2860294"/>
                </a:lnTo>
                <a:lnTo>
                  <a:pt x="255024" y="2818814"/>
                </a:lnTo>
                <a:lnTo>
                  <a:pt x="231166" y="2776643"/>
                </a:lnTo>
                <a:lnTo>
                  <a:pt x="208371" y="2733800"/>
                </a:lnTo>
                <a:lnTo>
                  <a:pt x="186656" y="2690302"/>
                </a:lnTo>
                <a:lnTo>
                  <a:pt x="166037" y="2646167"/>
                </a:lnTo>
                <a:lnTo>
                  <a:pt x="146532" y="2601413"/>
                </a:lnTo>
                <a:lnTo>
                  <a:pt x="128158" y="2556058"/>
                </a:lnTo>
                <a:lnTo>
                  <a:pt x="110930" y="2510118"/>
                </a:lnTo>
                <a:lnTo>
                  <a:pt x="94866" y="2463613"/>
                </a:lnTo>
                <a:lnTo>
                  <a:pt x="79982" y="2416559"/>
                </a:lnTo>
                <a:lnTo>
                  <a:pt x="66340" y="2369130"/>
                </a:lnTo>
                <a:lnTo>
                  <a:pt x="53984" y="2321505"/>
                </a:lnTo>
                <a:lnTo>
                  <a:pt x="42911" y="2273707"/>
                </a:lnTo>
                <a:lnTo>
                  <a:pt x="33116" y="2225761"/>
                </a:lnTo>
                <a:lnTo>
                  <a:pt x="24596" y="2177690"/>
                </a:lnTo>
                <a:lnTo>
                  <a:pt x="17346" y="2129519"/>
                </a:lnTo>
                <a:lnTo>
                  <a:pt x="11361" y="2081272"/>
                </a:lnTo>
                <a:lnTo>
                  <a:pt x="6639" y="2032973"/>
                </a:lnTo>
                <a:lnTo>
                  <a:pt x="3174" y="1984645"/>
                </a:lnTo>
                <a:lnTo>
                  <a:pt x="962" y="1936313"/>
                </a:lnTo>
                <a:lnTo>
                  <a:pt x="0" y="1888001"/>
                </a:lnTo>
                <a:lnTo>
                  <a:pt x="282" y="1839733"/>
                </a:lnTo>
                <a:lnTo>
                  <a:pt x="1805" y="1791532"/>
                </a:lnTo>
                <a:lnTo>
                  <a:pt x="4564" y="1743424"/>
                </a:lnTo>
                <a:lnTo>
                  <a:pt x="8556" y="1695432"/>
                </a:lnTo>
                <a:lnTo>
                  <a:pt x="13777" y="1647580"/>
                </a:lnTo>
                <a:lnTo>
                  <a:pt x="20221" y="1599891"/>
                </a:lnTo>
                <a:lnTo>
                  <a:pt x="27884" y="1552391"/>
                </a:lnTo>
                <a:lnTo>
                  <a:pt x="36764" y="1505103"/>
                </a:lnTo>
                <a:lnTo>
                  <a:pt x="46854" y="1458051"/>
                </a:lnTo>
                <a:lnTo>
                  <a:pt x="58152" y="1411260"/>
                </a:lnTo>
                <a:lnTo>
                  <a:pt x="70653" y="1364753"/>
                </a:lnTo>
                <a:lnTo>
                  <a:pt x="84353" y="1318554"/>
                </a:lnTo>
                <a:lnTo>
                  <a:pt x="99247" y="1272687"/>
                </a:lnTo>
                <a:lnTo>
                  <a:pt x="115332" y="1227177"/>
                </a:lnTo>
                <a:lnTo>
                  <a:pt x="132603" y="1182047"/>
                </a:lnTo>
                <a:lnTo>
                  <a:pt x="151055" y="1137321"/>
                </a:lnTo>
                <a:lnTo>
                  <a:pt x="170686" y="1093025"/>
                </a:lnTo>
                <a:lnTo>
                  <a:pt x="191490" y="1049180"/>
                </a:lnTo>
                <a:lnTo>
                  <a:pt x="213464" y="1005812"/>
                </a:lnTo>
                <a:lnTo>
                  <a:pt x="236603" y="962945"/>
                </a:lnTo>
                <a:lnTo>
                  <a:pt x="260903" y="920603"/>
                </a:lnTo>
                <a:lnTo>
                  <a:pt x="286359" y="878809"/>
                </a:lnTo>
                <a:lnTo>
                  <a:pt x="312969" y="837588"/>
                </a:lnTo>
                <a:lnTo>
                  <a:pt x="340727" y="796964"/>
                </a:lnTo>
                <a:lnTo>
                  <a:pt x="369629" y="756960"/>
                </a:lnTo>
                <a:lnTo>
                  <a:pt x="399571" y="717729"/>
                </a:lnTo>
                <a:lnTo>
                  <a:pt x="430439" y="679415"/>
                </a:lnTo>
                <a:lnTo>
                  <a:pt x="462209" y="642027"/>
                </a:lnTo>
                <a:lnTo>
                  <a:pt x="494862" y="605577"/>
                </a:lnTo>
                <a:lnTo>
                  <a:pt x="528373" y="570076"/>
                </a:lnTo>
                <a:lnTo>
                  <a:pt x="562723" y="535535"/>
                </a:lnTo>
                <a:lnTo>
                  <a:pt x="597889" y="501964"/>
                </a:lnTo>
                <a:lnTo>
                  <a:pt x="633849" y="469375"/>
                </a:lnTo>
                <a:lnTo>
                  <a:pt x="670581" y="437779"/>
                </a:lnTo>
                <a:lnTo>
                  <a:pt x="708064" y="407187"/>
                </a:lnTo>
                <a:lnTo>
                  <a:pt x="746276" y="377609"/>
                </a:lnTo>
                <a:lnTo>
                  <a:pt x="785195" y="349057"/>
                </a:lnTo>
                <a:lnTo>
                  <a:pt x="824799" y="321542"/>
                </a:lnTo>
                <a:lnTo>
                  <a:pt x="865067" y="295074"/>
                </a:lnTo>
                <a:lnTo>
                  <a:pt x="905976" y="269665"/>
                </a:lnTo>
                <a:lnTo>
                  <a:pt x="947505" y="245325"/>
                </a:lnTo>
                <a:lnTo>
                  <a:pt x="989632" y="222065"/>
                </a:lnTo>
                <a:lnTo>
                  <a:pt x="1032335" y="199897"/>
                </a:lnTo>
                <a:lnTo>
                  <a:pt x="1075593" y="178831"/>
                </a:lnTo>
                <a:lnTo>
                  <a:pt x="1119383" y="158879"/>
                </a:lnTo>
                <a:lnTo>
                  <a:pt x="1163684" y="140051"/>
                </a:lnTo>
                <a:lnTo>
                  <a:pt x="1208475" y="122358"/>
                </a:lnTo>
                <a:lnTo>
                  <a:pt x="1253732" y="105811"/>
                </a:lnTo>
                <a:lnTo>
                  <a:pt x="1299435" y="90422"/>
                </a:lnTo>
                <a:lnTo>
                  <a:pt x="1345561" y="76200"/>
                </a:lnTo>
                <a:lnTo>
                  <a:pt x="1392090" y="63158"/>
                </a:lnTo>
                <a:lnTo>
                  <a:pt x="1438998" y="51306"/>
                </a:lnTo>
                <a:lnTo>
                  <a:pt x="1486265" y="40655"/>
                </a:lnTo>
                <a:lnTo>
                  <a:pt x="1533868" y="31216"/>
                </a:lnTo>
                <a:lnTo>
                  <a:pt x="1581785" y="23000"/>
                </a:lnTo>
                <a:lnTo>
                  <a:pt x="1629996" y="16018"/>
                </a:lnTo>
                <a:lnTo>
                  <a:pt x="1678477" y="10280"/>
                </a:lnTo>
                <a:lnTo>
                  <a:pt x="1727208" y="5799"/>
                </a:lnTo>
                <a:lnTo>
                  <a:pt x="1776166" y="2584"/>
                </a:lnTo>
                <a:lnTo>
                  <a:pt x="1825330" y="648"/>
                </a:lnTo>
                <a:lnTo>
                  <a:pt x="1874677" y="0"/>
                </a:lnTo>
                <a:lnTo>
                  <a:pt x="1874677" y="506170"/>
                </a:lnTo>
                <a:lnTo>
                  <a:pt x="1824833" y="507076"/>
                </a:lnTo>
                <a:lnTo>
                  <a:pt x="1775258" y="509780"/>
                </a:lnTo>
                <a:lnTo>
                  <a:pt x="1725994" y="514260"/>
                </a:lnTo>
                <a:lnTo>
                  <a:pt x="1677084" y="520496"/>
                </a:lnTo>
                <a:lnTo>
                  <a:pt x="1628569" y="528465"/>
                </a:lnTo>
                <a:lnTo>
                  <a:pt x="1580493" y="538147"/>
                </a:lnTo>
                <a:lnTo>
                  <a:pt x="1532896" y="549521"/>
                </a:lnTo>
                <a:lnTo>
                  <a:pt x="1485822" y="562565"/>
                </a:lnTo>
                <a:lnTo>
                  <a:pt x="1439313" y="577258"/>
                </a:lnTo>
                <a:lnTo>
                  <a:pt x="1393411" y="593579"/>
                </a:lnTo>
                <a:lnTo>
                  <a:pt x="1348157" y="611506"/>
                </a:lnTo>
                <a:lnTo>
                  <a:pt x="1303596" y="631019"/>
                </a:lnTo>
                <a:lnTo>
                  <a:pt x="1259768" y="652095"/>
                </a:lnTo>
                <a:lnTo>
                  <a:pt x="1216716" y="674715"/>
                </a:lnTo>
                <a:lnTo>
                  <a:pt x="1174482" y="698856"/>
                </a:lnTo>
                <a:lnTo>
                  <a:pt x="1133109" y="724497"/>
                </a:lnTo>
                <a:lnTo>
                  <a:pt x="1092638" y="751617"/>
                </a:lnTo>
                <a:lnTo>
                  <a:pt x="1053112" y="780195"/>
                </a:lnTo>
                <a:lnTo>
                  <a:pt x="1014573" y="810210"/>
                </a:lnTo>
                <a:lnTo>
                  <a:pt x="977064" y="841640"/>
                </a:lnTo>
                <a:lnTo>
                  <a:pt x="940627" y="874464"/>
                </a:lnTo>
                <a:lnTo>
                  <a:pt x="905303" y="908661"/>
                </a:lnTo>
                <a:lnTo>
                  <a:pt x="871135" y="944209"/>
                </a:lnTo>
                <a:lnTo>
                  <a:pt x="838166" y="981088"/>
                </a:lnTo>
                <a:lnTo>
                  <a:pt x="806438" y="1019275"/>
                </a:lnTo>
                <a:lnTo>
                  <a:pt x="775992" y="1058751"/>
                </a:lnTo>
                <a:lnTo>
                  <a:pt x="747001" y="1099307"/>
                </a:lnTo>
                <a:lnTo>
                  <a:pt x="719614" y="1140719"/>
                </a:lnTo>
                <a:lnTo>
                  <a:pt x="693838" y="1182940"/>
                </a:lnTo>
                <a:lnTo>
                  <a:pt x="669682" y="1225924"/>
                </a:lnTo>
                <a:lnTo>
                  <a:pt x="647155" y="1269624"/>
                </a:lnTo>
                <a:lnTo>
                  <a:pt x="626263" y="1313993"/>
                </a:lnTo>
                <a:lnTo>
                  <a:pt x="607016" y="1358986"/>
                </a:lnTo>
                <a:lnTo>
                  <a:pt x="589421" y="1404555"/>
                </a:lnTo>
                <a:lnTo>
                  <a:pt x="573487" y="1450654"/>
                </a:lnTo>
                <a:lnTo>
                  <a:pt x="559222" y="1497236"/>
                </a:lnTo>
                <a:lnTo>
                  <a:pt x="546633" y="1544254"/>
                </a:lnTo>
                <a:lnTo>
                  <a:pt x="535729" y="1591663"/>
                </a:lnTo>
                <a:lnTo>
                  <a:pt x="526519" y="1639415"/>
                </a:lnTo>
                <a:lnTo>
                  <a:pt x="519009" y="1687464"/>
                </a:lnTo>
                <a:lnTo>
                  <a:pt x="513209" y="1735764"/>
                </a:lnTo>
                <a:lnTo>
                  <a:pt x="509126" y="1784267"/>
                </a:lnTo>
                <a:lnTo>
                  <a:pt x="506769" y="1832928"/>
                </a:lnTo>
                <a:lnTo>
                  <a:pt x="506146" y="1881699"/>
                </a:lnTo>
                <a:lnTo>
                  <a:pt x="507265" y="1930534"/>
                </a:lnTo>
                <a:lnTo>
                  <a:pt x="510133" y="1979386"/>
                </a:lnTo>
                <a:lnTo>
                  <a:pt x="514760" y="2028209"/>
                </a:lnTo>
                <a:lnTo>
                  <a:pt x="521153" y="2076957"/>
                </a:lnTo>
                <a:lnTo>
                  <a:pt x="529320" y="2125582"/>
                </a:lnTo>
                <a:lnTo>
                  <a:pt x="539270" y="2174038"/>
                </a:lnTo>
                <a:lnTo>
                  <a:pt x="551010" y="2222279"/>
                </a:lnTo>
                <a:lnTo>
                  <a:pt x="564550" y="2270257"/>
                </a:lnTo>
                <a:lnTo>
                  <a:pt x="579824" y="2317712"/>
                </a:lnTo>
                <a:lnTo>
                  <a:pt x="596741" y="2364390"/>
                </a:lnTo>
                <a:lnTo>
                  <a:pt x="615268" y="2410256"/>
                </a:lnTo>
                <a:lnTo>
                  <a:pt x="635374" y="2455277"/>
                </a:lnTo>
                <a:lnTo>
                  <a:pt x="657026" y="2499418"/>
                </a:lnTo>
                <a:lnTo>
                  <a:pt x="680191" y="2542644"/>
                </a:lnTo>
                <a:lnTo>
                  <a:pt x="704836" y="2584922"/>
                </a:lnTo>
                <a:lnTo>
                  <a:pt x="730929" y="2626216"/>
                </a:lnTo>
                <a:lnTo>
                  <a:pt x="758438" y="2666494"/>
                </a:lnTo>
                <a:lnTo>
                  <a:pt x="787329" y="2705720"/>
                </a:lnTo>
                <a:lnTo>
                  <a:pt x="817571" y="2743860"/>
                </a:lnTo>
                <a:lnTo>
                  <a:pt x="849130" y="2780880"/>
                </a:lnTo>
                <a:lnTo>
                  <a:pt x="881975" y="2816745"/>
                </a:lnTo>
                <a:lnTo>
                  <a:pt x="916072" y="2851422"/>
                </a:lnTo>
                <a:lnTo>
                  <a:pt x="951390" y="2884876"/>
                </a:lnTo>
                <a:lnTo>
                  <a:pt x="987895" y="2917072"/>
                </a:lnTo>
                <a:lnTo>
                  <a:pt x="1025555" y="2947977"/>
                </a:lnTo>
                <a:lnTo>
                  <a:pt x="1064338" y="2977556"/>
                </a:lnTo>
                <a:lnTo>
                  <a:pt x="1104210" y="3005775"/>
                </a:lnTo>
                <a:lnTo>
                  <a:pt x="1145140" y="3032599"/>
                </a:lnTo>
                <a:lnTo>
                  <a:pt x="1187095" y="3057994"/>
                </a:lnTo>
                <a:lnTo>
                  <a:pt x="1230042" y="3081926"/>
                </a:lnTo>
                <a:lnTo>
                  <a:pt x="1273948" y="3104361"/>
                </a:lnTo>
                <a:lnTo>
                  <a:pt x="1318782" y="3125264"/>
                </a:lnTo>
                <a:lnTo>
                  <a:pt x="1364511" y="3144600"/>
                </a:lnTo>
                <a:lnTo>
                  <a:pt x="1411101" y="3162337"/>
                </a:lnTo>
                <a:lnTo>
                  <a:pt x="1458305" y="3178369"/>
                </a:lnTo>
                <a:lnTo>
                  <a:pt x="1505866" y="3192618"/>
                </a:lnTo>
                <a:lnTo>
                  <a:pt x="1553735" y="3205090"/>
                </a:lnTo>
                <a:lnTo>
                  <a:pt x="1601866" y="3215791"/>
                </a:lnTo>
                <a:lnTo>
                  <a:pt x="1650212" y="3224726"/>
                </a:lnTo>
                <a:lnTo>
                  <a:pt x="1698726" y="3231902"/>
                </a:lnTo>
                <a:lnTo>
                  <a:pt x="1747361" y="3237323"/>
                </a:lnTo>
                <a:lnTo>
                  <a:pt x="1796071" y="3240996"/>
                </a:lnTo>
                <a:lnTo>
                  <a:pt x="1844807" y="3242926"/>
                </a:lnTo>
                <a:lnTo>
                  <a:pt x="1893524" y="3243119"/>
                </a:lnTo>
                <a:lnTo>
                  <a:pt x="1942175" y="3241581"/>
                </a:lnTo>
                <a:lnTo>
                  <a:pt x="1990712" y="3238317"/>
                </a:lnTo>
                <a:lnTo>
                  <a:pt x="2039088" y="3233332"/>
                </a:lnTo>
                <a:lnTo>
                  <a:pt x="2087257" y="3226633"/>
                </a:lnTo>
                <a:lnTo>
                  <a:pt x="2135171" y="3218226"/>
                </a:lnTo>
                <a:lnTo>
                  <a:pt x="2182785" y="3208115"/>
                </a:lnTo>
                <a:lnTo>
                  <a:pt x="2230049" y="3196307"/>
                </a:lnTo>
                <a:lnTo>
                  <a:pt x="2276919" y="3182807"/>
                </a:lnTo>
                <a:lnTo>
                  <a:pt x="2323346" y="3167622"/>
                </a:lnTo>
                <a:lnTo>
                  <a:pt x="2369284" y="3150756"/>
                </a:lnTo>
                <a:lnTo>
                  <a:pt x="2414687" y="3132215"/>
                </a:lnTo>
                <a:lnTo>
                  <a:pt x="2459506" y="3112005"/>
                </a:lnTo>
                <a:lnTo>
                  <a:pt x="2503695" y="3090132"/>
                </a:lnTo>
                <a:lnTo>
                  <a:pt x="2547207" y="3066602"/>
                </a:lnTo>
                <a:lnTo>
                  <a:pt x="2589996" y="3041419"/>
                </a:lnTo>
                <a:lnTo>
                  <a:pt x="2632013" y="3014591"/>
                </a:lnTo>
                <a:lnTo>
                  <a:pt x="2673028" y="2986253"/>
                </a:lnTo>
                <a:lnTo>
                  <a:pt x="2712824" y="2956566"/>
                </a:lnTo>
                <a:lnTo>
                  <a:pt x="2751378" y="2925572"/>
                </a:lnTo>
                <a:lnTo>
                  <a:pt x="2788666" y="2893312"/>
                </a:lnTo>
                <a:lnTo>
                  <a:pt x="2824664" y="2859827"/>
                </a:lnTo>
                <a:lnTo>
                  <a:pt x="2859350" y="2825157"/>
                </a:lnTo>
                <a:lnTo>
                  <a:pt x="2892700" y="2789344"/>
                </a:lnTo>
                <a:lnTo>
                  <a:pt x="2924691" y="2752429"/>
                </a:lnTo>
                <a:lnTo>
                  <a:pt x="2955298" y="2714453"/>
                </a:lnTo>
                <a:lnTo>
                  <a:pt x="2984500" y="2675457"/>
                </a:lnTo>
                <a:lnTo>
                  <a:pt x="3012271" y="2635482"/>
                </a:lnTo>
                <a:lnTo>
                  <a:pt x="3038589" y="2594570"/>
                </a:lnTo>
                <a:lnTo>
                  <a:pt x="3063431" y="2552761"/>
                </a:lnTo>
                <a:lnTo>
                  <a:pt x="3086772" y="2510096"/>
                </a:lnTo>
                <a:lnTo>
                  <a:pt x="3108590" y="2466617"/>
                </a:lnTo>
                <a:lnTo>
                  <a:pt x="3128862" y="2422364"/>
                </a:lnTo>
                <a:lnTo>
                  <a:pt x="3147562" y="2377379"/>
                </a:lnTo>
                <a:lnTo>
                  <a:pt x="3164669" y="2331702"/>
                </a:lnTo>
                <a:lnTo>
                  <a:pt x="3180159" y="2285375"/>
                </a:lnTo>
                <a:lnTo>
                  <a:pt x="3194008" y="2238439"/>
                </a:lnTo>
                <a:lnTo>
                  <a:pt x="3206193" y="2190935"/>
                </a:lnTo>
                <a:lnTo>
                  <a:pt x="3216691" y="2142904"/>
                </a:lnTo>
                <a:lnTo>
                  <a:pt x="3225478" y="2094387"/>
                </a:lnTo>
                <a:lnTo>
                  <a:pt x="3232530" y="2045425"/>
                </a:lnTo>
                <a:lnTo>
                  <a:pt x="3237825" y="1996059"/>
                </a:lnTo>
                <a:lnTo>
                  <a:pt x="3241338" y="1946331"/>
                </a:lnTo>
                <a:lnTo>
                  <a:pt x="3243042" y="1896508"/>
                </a:lnTo>
                <a:lnTo>
                  <a:pt x="3242937" y="1846859"/>
                </a:lnTo>
                <a:lnTo>
                  <a:pt x="3241041" y="1797428"/>
                </a:lnTo>
                <a:lnTo>
                  <a:pt x="3237374" y="1748259"/>
                </a:lnTo>
                <a:lnTo>
                  <a:pt x="3231954" y="1699393"/>
                </a:lnTo>
                <a:lnTo>
                  <a:pt x="3224801" y="1650876"/>
                </a:lnTo>
                <a:lnTo>
                  <a:pt x="3215934" y="1602749"/>
                </a:lnTo>
                <a:lnTo>
                  <a:pt x="3205372" y="1555057"/>
                </a:lnTo>
                <a:lnTo>
                  <a:pt x="3193133" y="1507843"/>
                </a:lnTo>
                <a:lnTo>
                  <a:pt x="3179237" y="1461149"/>
                </a:lnTo>
                <a:lnTo>
                  <a:pt x="3163702" y="1415020"/>
                </a:lnTo>
                <a:lnTo>
                  <a:pt x="3146549" y="1369498"/>
                </a:lnTo>
                <a:lnTo>
                  <a:pt x="3127795" y="1324627"/>
                </a:lnTo>
                <a:lnTo>
                  <a:pt x="3107460" y="1280450"/>
                </a:lnTo>
                <a:lnTo>
                  <a:pt x="3085562" y="1237011"/>
                </a:lnTo>
                <a:lnTo>
                  <a:pt x="3062121" y="1194352"/>
                </a:lnTo>
                <a:lnTo>
                  <a:pt x="3037156" y="1152518"/>
                </a:lnTo>
                <a:lnTo>
                  <a:pt x="3010686" y="1111550"/>
                </a:lnTo>
                <a:lnTo>
                  <a:pt x="2982729" y="1071494"/>
                </a:lnTo>
                <a:lnTo>
                  <a:pt x="2953306" y="1032391"/>
                </a:lnTo>
                <a:lnTo>
                  <a:pt x="2922433" y="994285"/>
                </a:lnTo>
                <a:lnTo>
                  <a:pt x="2890132" y="957220"/>
                </a:lnTo>
                <a:lnTo>
                  <a:pt x="2856421" y="921239"/>
                </a:lnTo>
                <a:lnTo>
                  <a:pt x="2821318" y="886385"/>
                </a:lnTo>
                <a:lnTo>
                  <a:pt x="2784843" y="852701"/>
                </a:lnTo>
                <a:lnTo>
                  <a:pt x="2747015" y="820232"/>
                </a:lnTo>
                <a:lnTo>
                  <a:pt x="3069661" y="430220"/>
                </a:lnTo>
                <a:lnTo>
                  <a:pt x="3107271" y="462175"/>
                </a:lnTo>
                <a:lnTo>
                  <a:pt x="3143918" y="495005"/>
                </a:lnTo>
                <a:lnTo>
                  <a:pt x="3179592" y="528689"/>
                </a:lnTo>
                <a:lnTo>
                  <a:pt x="3214283" y="563204"/>
                </a:lnTo>
                <a:lnTo>
                  <a:pt x="3247981" y="598528"/>
                </a:lnTo>
                <a:lnTo>
                  <a:pt x="3280678" y="634638"/>
                </a:lnTo>
                <a:lnTo>
                  <a:pt x="3312362" y="671513"/>
                </a:lnTo>
                <a:lnTo>
                  <a:pt x="3343024" y="709129"/>
                </a:lnTo>
                <a:lnTo>
                  <a:pt x="3372654" y="747465"/>
                </a:lnTo>
                <a:lnTo>
                  <a:pt x="3401243" y="786497"/>
                </a:lnTo>
                <a:lnTo>
                  <a:pt x="3428780" y="826205"/>
                </a:lnTo>
                <a:lnTo>
                  <a:pt x="3455256" y="866565"/>
                </a:lnTo>
                <a:lnTo>
                  <a:pt x="3480661" y="907555"/>
                </a:lnTo>
                <a:lnTo>
                  <a:pt x="3504985" y="949152"/>
                </a:lnTo>
                <a:lnTo>
                  <a:pt x="3528219" y="991335"/>
                </a:lnTo>
                <a:lnTo>
                  <a:pt x="3550352" y="1034081"/>
                </a:lnTo>
                <a:lnTo>
                  <a:pt x="3571375" y="1077368"/>
                </a:lnTo>
                <a:lnTo>
                  <a:pt x="3591278" y="1121173"/>
                </a:lnTo>
                <a:lnTo>
                  <a:pt x="3610051" y="1165474"/>
                </a:lnTo>
                <a:lnTo>
                  <a:pt x="3627684" y="1210248"/>
                </a:lnTo>
                <a:lnTo>
                  <a:pt x="3644168" y="1255474"/>
                </a:lnTo>
                <a:lnTo>
                  <a:pt x="3659492" y="1301129"/>
                </a:lnTo>
                <a:lnTo>
                  <a:pt x="3673648" y="1347190"/>
                </a:lnTo>
                <a:lnTo>
                  <a:pt x="3686624" y="1393636"/>
                </a:lnTo>
                <a:lnTo>
                  <a:pt x="3698412" y="1440443"/>
                </a:lnTo>
                <a:lnTo>
                  <a:pt x="3709001" y="1487591"/>
                </a:lnTo>
                <a:lnTo>
                  <a:pt x="3718382" y="1535055"/>
                </a:lnTo>
                <a:lnTo>
                  <a:pt x="3726545" y="1582814"/>
                </a:lnTo>
                <a:lnTo>
                  <a:pt x="3733480" y="1630846"/>
                </a:lnTo>
                <a:lnTo>
                  <a:pt x="3739177" y="1679128"/>
                </a:lnTo>
                <a:lnTo>
                  <a:pt x="3743626" y="1727638"/>
                </a:lnTo>
                <a:lnTo>
                  <a:pt x="3746818" y="1776353"/>
                </a:lnTo>
                <a:lnTo>
                  <a:pt x="3748743" y="1825251"/>
                </a:lnTo>
                <a:lnTo>
                  <a:pt x="3749391" y="1874311"/>
                </a:lnTo>
                <a:lnTo>
                  <a:pt x="3748752" y="1923508"/>
                </a:lnTo>
                <a:lnTo>
                  <a:pt x="3746817" y="1972822"/>
                </a:lnTo>
                <a:lnTo>
                  <a:pt x="3743587" y="2022068"/>
                </a:lnTo>
                <a:lnTo>
                  <a:pt x="3739080" y="2071063"/>
                </a:lnTo>
                <a:lnTo>
                  <a:pt x="3733307" y="2119786"/>
                </a:lnTo>
                <a:lnTo>
                  <a:pt x="3726282" y="2168216"/>
                </a:lnTo>
                <a:lnTo>
                  <a:pt x="3718015" y="2216330"/>
                </a:lnTo>
                <a:lnTo>
                  <a:pt x="3708519" y="2264109"/>
                </a:lnTo>
                <a:lnTo>
                  <a:pt x="3697807" y="2311531"/>
                </a:lnTo>
                <a:lnTo>
                  <a:pt x="3685889" y="2358575"/>
                </a:lnTo>
                <a:lnTo>
                  <a:pt x="3672779" y="2405219"/>
                </a:lnTo>
                <a:lnTo>
                  <a:pt x="3658488" y="2451443"/>
                </a:lnTo>
                <a:lnTo>
                  <a:pt x="3643029" y="2497225"/>
                </a:lnTo>
                <a:lnTo>
                  <a:pt x="3626413" y="2542544"/>
                </a:lnTo>
                <a:lnTo>
                  <a:pt x="3608652" y="2587379"/>
                </a:lnTo>
                <a:lnTo>
                  <a:pt x="3589760" y="2631708"/>
                </a:lnTo>
                <a:lnTo>
                  <a:pt x="3569747" y="2675511"/>
                </a:lnTo>
                <a:lnTo>
                  <a:pt x="3548626" y="2718766"/>
                </a:lnTo>
                <a:lnTo>
                  <a:pt x="3526409" y="2761452"/>
                </a:lnTo>
                <a:lnTo>
                  <a:pt x="3503108" y="2803548"/>
                </a:lnTo>
                <a:lnTo>
                  <a:pt x="3478736" y="2845033"/>
                </a:lnTo>
                <a:lnTo>
                  <a:pt x="3453303" y="2885885"/>
                </a:lnTo>
                <a:lnTo>
                  <a:pt x="3426823" y="2926083"/>
                </a:lnTo>
                <a:lnTo>
                  <a:pt x="3399308" y="2965607"/>
                </a:lnTo>
                <a:lnTo>
                  <a:pt x="3370769" y="3004434"/>
                </a:lnTo>
                <a:lnTo>
                  <a:pt x="3341218" y="3042543"/>
                </a:lnTo>
                <a:lnTo>
                  <a:pt x="3310668" y="3079915"/>
                </a:lnTo>
                <a:lnTo>
                  <a:pt x="3279131" y="3116526"/>
                </a:lnTo>
                <a:lnTo>
                  <a:pt x="3246619" y="3152357"/>
                </a:lnTo>
                <a:lnTo>
                  <a:pt x="3213144" y="3187385"/>
                </a:lnTo>
                <a:lnTo>
                  <a:pt x="3178718" y="3221590"/>
                </a:lnTo>
                <a:lnTo>
                  <a:pt x="3143353" y="3254951"/>
                </a:lnTo>
                <a:lnTo>
                  <a:pt x="3107062" y="3287446"/>
                </a:lnTo>
                <a:lnTo>
                  <a:pt x="3069855" y="3319054"/>
                </a:lnTo>
                <a:lnTo>
                  <a:pt x="3031747" y="3349754"/>
                </a:lnTo>
                <a:lnTo>
                  <a:pt x="2992747" y="3379524"/>
                </a:lnTo>
                <a:lnTo>
                  <a:pt x="2952870" y="3408344"/>
                </a:lnTo>
                <a:lnTo>
                  <a:pt x="2912125" y="3436193"/>
                </a:lnTo>
                <a:lnTo>
                  <a:pt x="2870664" y="3462961"/>
                </a:lnTo>
                <a:lnTo>
                  <a:pt x="2828643" y="3488555"/>
                </a:lnTo>
                <a:lnTo>
                  <a:pt x="2786086" y="3512970"/>
                </a:lnTo>
                <a:lnTo>
                  <a:pt x="2743017" y="3536205"/>
                </a:lnTo>
                <a:lnTo>
                  <a:pt x="2699461" y="3558256"/>
                </a:lnTo>
                <a:lnTo>
                  <a:pt x="2655441" y="3579119"/>
                </a:lnTo>
                <a:lnTo>
                  <a:pt x="2610983" y="3598793"/>
                </a:lnTo>
                <a:lnTo>
                  <a:pt x="2566110" y="3617274"/>
                </a:lnTo>
                <a:lnTo>
                  <a:pt x="2520846" y="3634560"/>
                </a:lnTo>
                <a:lnTo>
                  <a:pt x="2475216" y="3650646"/>
                </a:lnTo>
                <a:lnTo>
                  <a:pt x="2429245" y="3665532"/>
                </a:lnTo>
                <a:lnTo>
                  <a:pt x="2382955" y="3679212"/>
                </a:lnTo>
                <a:lnTo>
                  <a:pt x="2336372" y="3691686"/>
                </a:lnTo>
                <a:lnTo>
                  <a:pt x="2289519" y="3702949"/>
                </a:lnTo>
                <a:lnTo>
                  <a:pt x="2242421" y="3712998"/>
                </a:lnTo>
                <a:lnTo>
                  <a:pt x="2195102" y="3721832"/>
                </a:lnTo>
                <a:lnTo>
                  <a:pt x="2147587" y="3729446"/>
                </a:lnTo>
                <a:lnTo>
                  <a:pt x="2099899" y="3735839"/>
                </a:lnTo>
                <a:lnTo>
                  <a:pt x="2052063" y="3741006"/>
                </a:lnTo>
                <a:lnTo>
                  <a:pt x="2004103" y="3744946"/>
                </a:lnTo>
                <a:lnTo>
                  <a:pt x="1956043" y="3747654"/>
                </a:lnTo>
                <a:lnTo>
                  <a:pt x="1907907" y="3749129"/>
                </a:lnTo>
                <a:lnTo>
                  <a:pt x="1859721" y="3749367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563699" y="2552875"/>
            <a:ext cx="35560" cy="302260"/>
          </a:xfrm>
          <a:custGeom>
            <a:avLst/>
            <a:gdLst/>
            <a:ahLst/>
            <a:cxnLst/>
            <a:rect l="l" t="t" r="r" b="b"/>
            <a:pathLst>
              <a:path w="35559" h="302260">
                <a:moveTo>
                  <a:pt x="35029" y="302172"/>
                </a:moveTo>
                <a:lnTo>
                  <a:pt x="0" y="302172"/>
                </a:lnTo>
                <a:lnTo>
                  <a:pt x="0" y="0"/>
                </a:lnTo>
                <a:lnTo>
                  <a:pt x="35029" y="0"/>
                </a:lnTo>
                <a:lnTo>
                  <a:pt x="35029" y="3021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34062" y="2564129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19">
                <a:moveTo>
                  <a:pt x="0" y="0"/>
                </a:moveTo>
                <a:lnTo>
                  <a:pt x="171254" y="0"/>
                </a:lnTo>
                <a:lnTo>
                  <a:pt x="1712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34062" y="2597150"/>
            <a:ext cx="35560" cy="207010"/>
          </a:xfrm>
          <a:custGeom>
            <a:avLst/>
            <a:gdLst/>
            <a:ahLst/>
            <a:cxnLst/>
            <a:rect l="l" t="t" r="r" b="b"/>
            <a:pathLst>
              <a:path w="35560" h="207010">
                <a:moveTo>
                  <a:pt x="0" y="0"/>
                </a:moveTo>
                <a:lnTo>
                  <a:pt x="35029" y="0"/>
                </a:lnTo>
                <a:lnTo>
                  <a:pt x="35029" y="207009"/>
                </a:lnTo>
                <a:lnTo>
                  <a:pt x="0" y="2070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334062" y="2804160"/>
            <a:ext cx="171450" cy="33020"/>
          </a:xfrm>
          <a:custGeom>
            <a:avLst/>
            <a:gdLst/>
            <a:ahLst/>
            <a:cxnLst/>
            <a:rect l="l" t="t" r="r" b="b"/>
            <a:pathLst>
              <a:path w="171450" h="33019">
                <a:moveTo>
                  <a:pt x="0" y="0"/>
                </a:moveTo>
                <a:lnTo>
                  <a:pt x="171254" y="0"/>
                </a:lnTo>
                <a:lnTo>
                  <a:pt x="171254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470288" y="2596750"/>
            <a:ext cx="35560" cy="207645"/>
          </a:xfrm>
          <a:custGeom>
            <a:avLst/>
            <a:gdLst/>
            <a:ahLst/>
            <a:cxnLst/>
            <a:rect l="l" t="t" r="r" b="b"/>
            <a:pathLst>
              <a:path w="35559" h="207644">
                <a:moveTo>
                  <a:pt x="35029" y="207345"/>
                </a:moveTo>
                <a:lnTo>
                  <a:pt x="0" y="207345"/>
                </a:lnTo>
                <a:lnTo>
                  <a:pt x="0" y="0"/>
                </a:lnTo>
                <a:lnTo>
                  <a:pt x="35029" y="0"/>
                </a:lnTo>
                <a:lnTo>
                  <a:pt x="35029" y="20734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667372" y="2556510"/>
            <a:ext cx="259079" cy="30480"/>
          </a:xfrm>
          <a:custGeom>
            <a:avLst/>
            <a:gdLst/>
            <a:ahLst/>
            <a:cxnLst/>
            <a:rect l="l" t="t" r="r" b="b"/>
            <a:pathLst>
              <a:path w="259079" h="30480">
                <a:moveTo>
                  <a:pt x="0" y="0"/>
                </a:moveTo>
                <a:lnTo>
                  <a:pt x="258650" y="0"/>
                </a:lnTo>
                <a:lnTo>
                  <a:pt x="258650" y="30480"/>
                </a:lnTo>
                <a:lnTo>
                  <a:pt x="0" y="3048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890639" y="2586989"/>
            <a:ext cx="35560" cy="72390"/>
          </a:xfrm>
          <a:custGeom>
            <a:avLst/>
            <a:gdLst/>
            <a:ahLst/>
            <a:cxnLst/>
            <a:rect l="l" t="t" r="r" b="b"/>
            <a:pathLst>
              <a:path w="35559" h="72389">
                <a:moveTo>
                  <a:pt x="0" y="0"/>
                </a:moveTo>
                <a:lnTo>
                  <a:pt x="35383" y="0"/>
                </a:lnTo>
                <a:lnTo>
                  <a:pt x="35383" y="72389"/>
                </a:lnTo>
                <a:lnTo>
                  <a:pt x="0" y="723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46496" y="2676363"/>
            <a:ext cx="302260" cy="30480"/>
          </a:xfrm>
          <a:custGeom>
            <a:avLst/>
            <a:gdLst/>
            <a:ahLst/>
            <a:cxnLst/>
            <a:rect l="l" t="t" r="r" b="b"/>
            <a:pathLst>
              <a:path w="302259" h="30480">
                <a:moveTo>
                  <a:pt x="301818" y="30075"/>
                </a:moveTo>
                <a:lnTo>
                  <a:pt x="0" y="30075"/>
                </a:lnTo>
                <a:lnTo>
                  <a:pt x="0" y="0"/>
                </a:lnTo>
                <a:lnTo>
                  <a:pt x="301818" y="0"/>
                </a:lnTo>
                <a:lnTo>
                  <a:pt x="301818" y="3007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779537" y="2706438"/>
            <a:ext cx="35560" cy="48895"/>
          </a:xfrm>
          <a:custGeom>
            <a:avLst/>
            <a:gdLst/>
            <a:ahLst/>
            <a:cxnLst/>
            <a:rect l="l" t="t" r="r" b="b"/>
            <a:pathLst>
              <a:path w="35559" h="48894">
                <a:moveTo>
                  <a:pt x="35383" y="48828"/>
                </a:moveTo>
                <a:lnTo>
                  <a:pt x="0" y="48828"/>
                </a:lnTo>
                <a:lnTo>
                  <a:pt x="0" y="0"/>
                </a:lnTo>
                <a:lnTo>
                  <a:pt x="35383" y="0"/>
                </a:lnTo>
                <a:lnTo>
                  <a:pt x="35383" y="4882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664895" y="2755900"/>
            <a:ext cx="262255" cy="29209"/>
          </a:xfrm>
          <a:custGeom>
            <a:avLst/>
            <a:gdLst/>
            <a:ahLst/>
            <a:cxnLst/>
            <a:rect l="l" t="t" r="r" b="b"/>
            <a:pathLst>
              <a:path w="262254" h="29210">
                <a:moveTo>
                  <a:pt x="0" y="0"/>
                </a:moveTo>
                <a:lnTo>
                  <a:pt x="262189" y="0"/>
                </a:lnTo>
                <a:lnTo>
                  <a:pt x="262189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891701" y="2785110"/>
            <a:ext cx="35560" cy="69850"/>
          </a:xfrm>
          <a:custGeom>
            <a:avLst/>
            <a:gdLst/>
            <a:ahLst/>
            <a:cxnLst/>
            <a:rect l="l" t="t" r="r" b="b"/>
            <a:pathLst>
              <a:path w="35559" h="69850">
                <a:moveTo>
                  <a:pt x="0" y="0"/>
                </a:moveTo>
                <a:lnTo>
                  <a:pt x="35383" y="0"/>
                </a:lnTo>
                <a:lnTo>
                  <a:pt x="35383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064455" y="2552875"/>
            <a:ext cx="283210" cy="302260"/>
          </a:xfrm>
          <a:custGeom>
            <a:avLst/>
            <a:gdLst/>
            <a:ahLst/>
            <a:cxnLst/>
            <a:rect l="l" t="t" r="r" b="b"/>
            <a:pathLst>
              <a:path w="283209" h="302260">
                <a:moveTo>
                  <a:pt x="283065" y="302172"/>
                </a:moveTo>
                <a:lnTo>
                  <a:pt x="248035" y="302172"/>
                </a:lnTo>
                <a:lnTo>
                  <a:pt x="248035" y="0"/>
                </a:lnTo>
                <a:lnTo>
                  <a:pt x="283065" y="0"/>
                </a:lnTo>
                <a:lnTo>
                  <a:pt x="283065" y="302172"/>
                </a:lnTo>
                <a:close/>
              </a:path>
              <a:path w="283209" h="302260">
                <a:moveTo>
                  <a:pt x="103672" y="160285"/>
                </a:moveTo>
                <a:lnTo>
                  <a:pt x="67443" y="154596"/>
                </a:lnTo>
                <a:lnTo>
                  <a:pt x="39142" y="138657"/>
                </a:lnTo>
                <a:lnTo>
                  <a:pt x="20726" y="114160"/>
                </a:lnTo>
                <a:lnTo>
                  <a:pt x="14153" y="82796"/>
                </a:lnTo>
                <a:lnTo>
                  <a:pt x="20726" y="51432"/>
                </a:lnTo>
                <a:lnTo>
                  <a:pt x="39142" y="26935"/>
                </a:lnTo>
                <a:lnTo>
                  <a:pt x="67443" y="10996"/>
                </a:lnTo>
                <a:lnTo>
                  <a:pt x="103672" y="5307"/>
                </a:lnTo>
                <a:lnTo>
                  <a:pt x="139752" y="10996"/>
                </a:lnTo>
                <a:lnTo>
                  <a:pt x="168070" y="26935"/>
                </a:lnTo>
                <a:lnTo>
                  <a:pt x="173647" y="34321"/>
                </a:lnTo>
                <a:lnTo>
                  <a:pt x="103672" y="34321"/>
                </a:lnTo>
                <a:lnTo>
                  <a:pt x="80607" y="38014"/>
                </a:lnTo>
                <a:lnTo>
                  <a:pt x="62982" y="48209"/>
                </a:lnTo>
                <a:lnTo>
                  <a:pt x="51725" y="63579"/>
                </a:lnTo>
                <a:lnTo>
                  <a:pt x="47767" y="82796"/>
                </a:lnTo>
                <a:lnTo>
                  <a:pt x="51725" y="102014"/>
                </a:lnTo>
                <a:lnTo>
                  <a:pt x="62982" y="117383"/>
                </a:lnTo>
                <a:lnTo>
                  <a:pt x="80607" y="127578"/>
                </a:lnTo>
                <a:lnTo>
                  <a:pt x="103672" y="131271"/>
                </a:lnTo>
                <a:lnTo>
                  <a:pt x="173647" y="131271"/>
                </a:lnTo>
                <a:lnTo>
                  <a:pt x="168070" y="138657"/>
                </a:lnTo>
                <a:lnTo>
                  <a:pt x="139752" y="154596"/>
                </a:lnTo>
                <a:lnTo>
                  <a:pt x="103672" y="160285"/>
                </a:lnTo>
                <a:close/>
              </a:path>
              <a:path w="283209" h="302260">
                <a:moveTo>
                  <a:pt x="173647" y="131271"/>
                </a:moveTo>
                <a:lnTo>
                  <a:pt x="103672" y="131271"/>
                </a:lnTo>
                <a:lnTo>
                  <a:pt x="126533" y="127578"/>
                </a:lnTo>
                <a:lnTo>
                  <a:pt x="144053" y="117383"/>
                </a:lnTo>
                <a:lnTo>
                  <a:pt x="155271" y="102014"/>
                </a:lnTo>
                <a:lnTo>
                  <a:pt x="159224" y="82796"/>
                </a:lnTo>
                <a:lnTo>
                  <a:pt x="155271" y="63579"/>
                </a:lnTo>
                <a:lnTo>
                  <a:pt x="144053" y="48209"/>
                </a:lnTo>
                <a:lnTo>
                  <a:pt x="126533" y="38014"/>
                </a:lnTo>
                <a:lnTo>
                  <a:pt x="103672" y="34321"/>
                </a:lnTo>
                <a:lnTo>
                  <a:pt x="173647" y="34321"/>
                </a:lnTo>
                <a:lnTo>
                  <a:pt x="186568" y="51432"/>
                </a:lnTo>
                <a:lnTo>
                  <a:pt x="193192" y="82796"/>
                </a:lnTo>
                <a:lnTo>
                  <a:pt x="186568" y="114160"/>
                </a:lnTo>
                <a:lnTo>
                  <a:pt x="173647" y="131271"/>
                </a:lnTo>
                <a:close/>
              </a:path>
              <a:path w="283209" h="302260">
                <a:moveTo>
                  <a:pt x="123841" y="220437"/>
                </a:moveTo>
                <a:lnTo>
                  <a:pt x="0" y="220437"/>
                </a:lnTo>
                <a:lnTo>
                  <a:pt x="0" y="188592"/>
                </a:lnTo>
                <a:lnTo>
                  <a:pt x="123487" y="188592"/>
                </a:lnTo>
                <a:lnTo>
                  <a:pt x="153098" y="187961"/>
                </a:lnTo>
                <a:lnTo>
                  <a:pt x="180188" y="185938"/>
                </a:lnTo>
                <a:lnTo>
                  <a:pt x="203696" y="182322"/>
                </a:lnTo>
                <a:lnTo>
                  <a:pt x="222560" y="176915"/>
                </a:lnTo>
                <a:lnTo>
                  <a:pt x="222560" y="208760"/>
                </a:lnTo>
                <a:lnTo>
                  <a:pt x="203851" y="214018"/>
                </a:lnTo>
                <a:lnTo>
                  <a:pt x="180631" y="217650"/>
                </a:lnTo>
                <a:lnTo>
                  <a:pt x="153695" y="219757"/>
                </a:lnTo>
                <a:lnTo>
                  <a:pt x="123841" y="220437"/>
                </a:lnTo>
                <a:close/>
              </a:path>
              <a:path w="283209" h="302260">
                <a:moveTo>
                  <a:pt x="121010" y="302172"/>
                </a:moveTo>
                <a:lnTo>
                  <a:pt x="85981" y="302172"/>
                </a:lnTo>
                <a:lnTo>
                  <a:pt x="85981" y="220437"/>
                </a:lnTo>
                <a:lnTo>
                  <a:pt x="121010" y="220437"/>
                </a:lnTo>
                <a:lnTo>
                  <a:pt x="121010" y="302172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394226" y="2554291"/>
            <a:ext cx="302260" cy="286385"/>
          </a:xfrm>
          <a:custGeom>
            <a:avLst/>
            <a:gdLst/>
            <a:ahLst/>
            <a:cxnLst/>
            <a:rect l="l" t="t" r="r" b="b"/>
            <a:pathLst>
              <a:path w="302259" h="286385">
                <a:moveTo>
                  <a:pt x="6015" y="188592"/>
                </a:moveTo>
                <a:lnTo>
                  <a:pt x="6015" y="155332"/>
                </a:lnTo>
                <a:lnTo>
                  <a:pt x="44339" y="147295"/>
                </a:lnTo>
                <a:lnTo>
                  <a:pt x="79504" y="125010"/>
                </a:lnTo>
                <a:lnTo>
                  <a:pt x="109625" y="91209"/>
                </a:lnTo>
                <a:lnTo>
                  <a:pt x="132817" y="48627"/>
                </a:lnTo>
                <a:lnTo>
                  <a:pt x="147193" y="0"/>
                </a:lnTo>
                <a:lnTo>
                  <a:pt x="183284" y="6368"/>
                </a:lnTo>
                <a:lnTo>
                  <a:pt x="179569" y="23668"/>
                </a:lnTo>
                <a:lnTo>
                  <a:pt x="174792" y="40469"/>
                </a:lnTo>
                <a:lnTo>
                  <a:pt x="168954" y="56673"/>
                </a:lnTo>
                <a:lnTo>
                  <a:pt x="162054" y="72181"/>
                </a:lnTo>
                <a:lnTo>
                  <a:pt x="203597" y="100134"/>
                </a:lnTo>
                <a:lnTo>
                  <a:pt x="146840" y="100134"/>
                </a:lnTo>
                <a:lnTo>
                  <a:pt x="118317" y="136496"/>
                </a:lnTo>
                <a:lnTo>
                  <a:pt x="84521" y="164399"/>
                </a:lnTo>
                <a:lnTo>
                  <a:pt x="46678" y="182284"/>
                </a:lnTo>
                <a:lnTo>
                  <a:pt x="6015" y="188592"/>
                </a:lnTo>
                <a:close/>
              </a:path>
              <a:path w="302259" h="286385">
                <a:moveTo>
                  <a:pt x="275988" y="189653"/>
                </a:moveTo>
                <a:lnTo>
                  <a:pt x="146840" y="100134"/>
                </a:lnTo>
                <a:lnTo>
                  <a:pt x="203597" y="100134"/>
                </a:lnTo>
                <a:lnTo>
                  <a:pt x="295095" y="161701"/>
                </a:lnTo>
                <a:lnTo>
                  <a:pt x="275988" y="189653"/>
                </a:lnTo>
                <a:close/>
              </a:path>
              <a:path w="302259" h="286385">
                <a:moveTo>
                  <a:pt x="301818" y="286249"/>
                </a:moveTo>
                <a:lnTo>
                  <a:pt x="0" y="286249"/>
                </a:lnTo>
                <a:lnTo>
                  <a:pt x="0" y="253343"/>
                </a:lnTo>
                <a:lnTo>
                  <a:pt x="301818" y="253343"/>
                </a:lnTo>
                <a:lnTo>
                  <a:pt x="301818" y="2862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744873" y="2555239"/>
            <a:ext cx="259079" cy="29209"/>
          </a:xfrm>
          <a:custGeom>
            <a:avLst/>
            <a:gdLst/>
            <a:ahLst/>
            <a:cxnLst/>
            <a:rect l="l" t="t" r="r" b="b"/>
            <a:pathLst>
              <a:path w="259079" h="29210">
                <a:moveTo>
                  <a:pt x="0" y="0"/>
                </a:moveTo>
                <a:lnTo>
                  <a:pt x="259004" y="0"/>
                </a:lnTo>
                <a:lnTo>
                  <a:pt x="259004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968849" y="2584450"/>
            <a:ext cx="35560" cy="44450"/>
          </a:xfrm>
          <a:custGeom>
            <a:avLst/>
            <a:gdLst/>
            <a:ahLst/>
            <a:cxnLst/>
            <a:rect l="l" t="t" r="r" b="b"/>
            <a:pathLst>
              <a:path w="35559" h="44450">
                <a:moveTo>
                  <a:pt x="0" y="0"/>
                </a:moveTo>
                <a:lnTo>
                  <a:pt x="35029" y="0"/>
                </a:lnTo>
                <a:lnTo>
                  <a:pt x="35029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744873" y="2628900"/>
            <a:ext cx="259079" cy="27940"/>
          </a:xfrm>
          <a:custGeom>
            <a:avLst/>
            <a:gdLst/>
            <a:ahLst/>
            <a:cxnLst/>
            <a:rect l="l" t="t" r="r" b="b"/>
            <a:pathLst>
              <a:path w="259079" h="27939">
                <a:moveTo>
                  <a:pt x="0" y="0"/>
                </a:moveTo>
                <a:lnTo>
                  <a:pt x="259004" y="0"/>
                </a:lnTo>
                <a:lnTo>
                  <a:pt x="259004" y="27939"/>
                </a:lnTo>
                <a:lnTo>
                  <a:pt x="0" y="279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968849" y="2656839"/>
            <a:ext cx="35560" cy="38100"/>
          </a:xfrm>
          <a:custGeom>
            <a:avLst/>
            <a:gdLst/>
            <a:ahLst/>
            <a:cxnLst/>
            <a:rect l="l" t="t" r="r" b="b"/>
            <a:pathLst>
              <a:path w="35559" h="38100">
                <a:moveTo>
                  <a:pt x="0" y="0"/>
                </a:moveTo>
                <a:lnTo>
                  <a:pt x="35029" y="0"/>
                </a:lnTo>
                <a:lnTo>
                  <a:pt x="35029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838285" y="2673532"/>
            <a:ext cx="35560" cy="41275"/>
          </a:xfrm>
          <a:custGeom>
            <a:avLst/>
            <a:gdLst/>
            <a:ahLst/>
            <a:cxnLst/>
            <a:rect l="l" t="t" r="r" b="b"/>
            <a:pathLst>
              <a:path w="35559" h="41275">
                <a:moveTo>
                  <a:pt x="35383" y="40690"/>
                </a:moveTo>
                <a:lnTo>
                  <a:pt x="0" y="40690"/>
                </a:lnTo>
                <a:lnTo>
                  <a:pt x="0" y="0"/>
                </a:lnTo>
                <a:lnTo>
                  <a:pt x="35383" y="0"/>
                </a:lnTo>
                <a:lnTo>
                  <a:pt x="35383" y="4069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723997" y="2714223"/>
            <a:ext cx="302260" cy="29845"/>
          </a:xfrm>
          <a:custGeom>
            <a:avLst/>
            <a:gdLst/>
            <a:ahLst/>
            <a:cxnLst/>
            <a:rect l="l" t="t" r="r" b="b"/>
            <a:pathLst>
              <a:path w="302259" h="29844">
                <a:moveTo>
                  <a:pt x="301818" y="29721"/>
                </a:moveTo>
                <a:lnTo>
                  <a:pt x="0" y="29721"/>
                </a:lnTo>
                <a:lnTo>
                  <a:pt x="0" y="0"/>
                </a:lnTo>
                <a:lnTo>
                  <a:pt x="301818" y="0"/>
                </a:lnTo>
                <a:lnTo>
                  <a:pt x="301818" y="2972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744873" y="2768600"/>
            <a:ext cx="36195" cy="53340"/>
          </a:xfrm>
          <a:custGeom>
            <a:avLst/>
            <a:gdLst/>
            <a:ahLst/>
            <a:cxnLst/>
            <a:rect l="l" t="t" r="r" b="b"/>
            <a:pathLst>
              <a:path w="36195" h="53339">
                <a:moveTo>
                  <a:pt x="0" y="0"/>
                </a:moveTo>
                <a:lnTo>
                  <a:pt x="35737" y="0"/>
                </a:lnTo>
                <a:lnTo>
                  <a:pt x="35737" y="53339"/>
                </a:lnTo>
                <a:lnTo>
                  <a:pt x="0" y="533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744873" y="2821939"/>
            <a:ext cx="265430" cy="29209"/>
          </a:xfrm>
          <a:custGeom>
            <a:avLst/>
            <a:gdLst/>
            <a:ahLst/>
            <a:cxnLst/>
            <a:rect l="l" t="t" r="r" b="b"/>
            <a:pathLst>
              <a:path w="265429" h="29210">
                <a:moveTo>
                  <a:pt x="0" y="0"/>
                </a:moveTo>
                <a:lnTo>
                  <a:pt x="265373" y="0"/>
                </a:lnTo>
                <a:lnTo>
                  <a:pt x="265373" y="29209"/>
                </a:lnTo>
                <a:lnTo>
                  <a:pt x="0" y="2920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058368" y="2552875"/>
            <a:ext cx="285750" cy="298450"/>
          </a:xfrm>
          <a:custGeom>
            <a:avLst/>
            <a:gdLst/>
            <a:ahLst/>
            <a:cxnLst/>
            <a:rect l="l" t="t" r="r" b="b"/>
            <a:pathLst>
              <a:path w="285750" h="298450">
                <a:moveTo>
                  <a:pt x="277403" y="224329"/>
                </a:moveTo>
                <a:lnTo>
                  <a:pt x="242374" y="224329"/>
                </a:lnTo>
                <a:lnTo>
                  <a:pt x="242374" y="0"/>
                </a:lnTo>
                <a:lnTo>
                  <a:pt x="277403" y="0"/>
                </a:lnTo>
                <a:lnTo>
                  <a:pt x="277403" y="224329"/>
                </a:lnTo>
                <a:close/>
              </a:path>
              <a:path w="285750" h="298450">
                <a:moveTo>
                  <a:pt x="0" y="178684"/>
                </a:moveTo>
                <a:lnTo>
                  <a:pt x="0" y="145778"/>
                </a:lnTo>
                <a:lnTo>
                  <a:pt x="38678" y="129015"/>
                </a:lnTo>
                <a:lnTo>
                  <a:pt x="67935" y="96861"/>
                </a:lnTo>
                <a:lnTo>
                  <a:pt x="86578" y="53428"/>
                </a:lnTo>
                <a:lnTo>
                  <a:pt x="93411" y="2830"/>
                </a:lnTo>
                <a:lnTo>
                  <a:pt x="128440" y="4953"/>
                </a:lnTo>
                <a:lnTo>
                  <a:pt x="127589" y="24165"/>
                </a:lnTo>
                <a:lnTo>
                  <a:pt x="125079" y="42946"/>
                </a:lnTo>
                <a:lnTo>
                  <a:pt x="120977" y="61129"/>
                </a:lnTo>
                <a:lnTo>
                  <a:pt x="115349" y="78550"/>
                </a:lnTo>
                <a:lnTo>
                  <a:pt x="155184" y="107918"/>
                </a:lnTo>
                <a:lnTo>
                  <a:pt x="101549" y="107918"/>
                </a:lnTo>
                <a:lnTo>
                  <a:pt x="82249" y="134151"/>
                </a:lnTo>
                <a:lnTo>
                  <a:pt x="58603" y="155376"/>
                </a:lnTo>
                <a:lnTo>
                  <a:pt x="31043" y="170563"/>
                </a:lnTo>
                <a:lnTo>
                  <a:pt x="0" y="178684"/>
                </a:lnTo>
                <a:close/>
              </a:path>
              <a:path w="285750" h="298450">
                <a:moveTo>
                  <a:pt x="191422" y="175500"/>
                </a:moveTo>
                <a:lnTo>
                  <a:pt x="101549" y="107918"/>
                </a:lnTo>
                <a:lnTo>
                  <a:pt x="155184" y="107918"/>
                </a:lnTo>
                <a:lnTo>
                  <a:pt x="212298" y="150024"/>
                </a:lnTo>
                <a:lnTo>
                  <a:pt x="191422" y="175500"/>
                </a:lnTo>
                <a:close/>
              </a:path>
              <a:path w="285750" h="298450">
                <a:moveTo>
                  <a:pt x="285542" y="298280"/>
                </a:moveTo>
                <a:lnTo>
                  <a:pt x="21229" y="298280"/>
                </a:lnTo>
                <a:lnTo>
                  <a:pt x="21229" y="202037"/>
                </a:lnTo>
                <a:lnTo>
                  <a:pt x="56613" y="202037"/>
                </a:lnTo>
                <a:lnTo>
                  <a:pt x="56613" y="267142"/>
                </a:lnTo>
                <a:lnTo>
                  <a:pt x="285542" y="267142"/>
                </a:lnTo>
                <a:lnTo>
                  <a:pt x="285542" y="298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710108" y="2552700"/>
            <a:ext cx="35560" cy="123189"/>
          </a:xfrm>
          <a:custGeom>
            <a:avLst/>
            <a:gdLst/>
            <a:ahLst/>
            <a:cxnLst/>
            <a:rect l="l" t="t" r="r" b="b"/>
            <a:pathLst>
              <a:path w="35559" h="123189">
                <a:moveTo>
                  <a:pt x="0" y="0"/>
                </a:moveTo>
                <a:lnTo>
                  <a:pt x="35029" y="0"/>
                </a:lnTo>
                <a:lnTo>
                  <a:pt x="35029" y="123189"/>
                </a:lnTo>
                <a:lnTo>
                  <a:pt x="0" y="1231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710108" y="2675889"/>
            <a:ext cx="78105" cy="33020"/>
          </a:xfrm>
          <a:custGeom>
            <a:avLst/>
            <a:gdLst/>
            <a:ahLst/>
            <a:cxnLst/>
            <a:rect l="l" t="t" r="r" b="b"/>
            <a:pathLst>
              <a:path w="78104" h="33019">
                <a:moveTo>
                  <a:pt x="0" y="0"/>
                </a:moveTo>
                <a:lnTo>
                  <a:pt x="77489" y="0"/>
                </a:lnTo>
                <a:lnTo>
                  <a:pt x="77489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710108" y="2708910"/>
            <a:ext cx="35560" cy="146050"/>
          </a:xfrm>
          <a:custGeom>
            <a:avLst/>
            <a:gdLst/>
            <a:ahLst/>
            <a:cxnLst/>
            <a:rect l="l" t="t" r="r" b="b"/>
            <a:pathLst>
              <a:path w="35559" h="146050">
                <a:moveTo>
                  <a:pt x="0" y="0"/>
                </a:moveTo>
                <a:lnTo>
                  <a:pt x="35029" y="0"/>
                </a:lnTo>
                <a:lnTo>
                  <a:pt x="35029" y="146050"/>
                </a:lnTo>
                <a:lnTo>
                  <a:pt x="0" y="1460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485778" y="2561589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39">
                <a:moveTo>
                  <a:pt x="0" y="0"/>
                </a:moveTo>
                <a:lnTo>
                  <a:pt x="34675" y="0"/>
                </a:lnTo>
                <a:lnTo>
                  <a:pt x="34675" y="104139"/>
                </a:lnTo>
                <a:lnTo>
                  <a:pt x="0" y="1041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485778" y="2665729"/>
            <a:ext cx="168275" cy="31750"/>
          </a:xfrm>
          <a:custGeom>
            <a:avLst/>
            <a:gdLst/>
            <a:ahLst/>
            <a:cxnLst/>
            <a:rect l="l" t="t" r="r" b="b"/>
            <a:pathLst>
              <a:path w="168275" h="31750">
                <a:moveTo>
                  <a:pt x="0" y="0"/>
                </a:moveTo>
                <a:lnTo>
                  <a:pt x="168070" y="0"/>
                </a:lnTo>
                <a:lnTo>
                  <a:pt x="16807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485778" y="2697479"/>
            <a:ext cx="34925" cy="107950"/>
          </a:xfrm>
          <a:custGeom>
            <a:avLst/>
            <a:gdLst/>
            <a:ahLst/>
            <a:cxnLst/>
            <a:rect l="l" t="t" r="r" b="b"/>
            <a:pathLst>
              <a:path w="34925" h="107950">
                <a:moveTo>
                  <a:pt x="0" y="0"/>
                </a:moveTo>
                <a:lnTo>
                  <a:pt x="34675" y="0"/>
                </a:lnTo>
                <a:lnTo>
                  <a:pt x="34675" y="107950"/>
                </a:lnTo>
                <a:lnTo>
                  <a:pt x="0" y="1079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485778" y="2805429"/>
            <a:ext cx="168275" cy="31750"/>
          </a:xfrm>
          <a:custGeom>
            <a:avLst/>
            <a:gdLst/>
            <a:ahLst/>
            <a:cxnLst/>
            <a:rect l="l" t="t" r="r" b="b"/>
            <a:pathLst>
              <a:path w="168275" h="31750">
                <a:moveTo>
                  <a:pt x="0" y="0"/>
                </a:moveTo>
                <a:lnTo>
                  <a:pt x="168070" y="0"/>
                </a:lnTo>
                <a:lnTo>
                  <a:pt x="16807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619173" y="2561721"/>
            <a:ext cx="34925" cy="104139"/>
          </a:xfrm>
          <a:custGeom>
            <a:avLst/>
            <a:gdLst/>
            <a:ahLst/>
            <a:cxnLst/>
            <a:rect l="l" t="t" r="r" b="b"/>
            <a:pathLst>
              <a:path w="34925" h="104139">
                <a:moveTo>
                  <a:pt x="34675" y="104026"/>
                </a:moveTo>
                <a:lnTo>
                  <a:pt x="0" y="104026"/>
                </a:lnTo>
                <a:lnTo>
                  <a:pt x="0" y="0"/>
                </a:lnTo>
                <a:lnTo>
                  <a:pt x="34675" y="0"/>
                </a:lnTo>
                <a:lnTo>
                  <a:pt x="34675" y="10402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619173" y="2697946"/>
            <a:ext cx="34925" cy="107314"/>
          </a:xfrm>
          <a:custGeom>
            <a:avLst/>
            <a:gdLst/>
            <a:ahLst/>
            <a:cxnLst/>
            <a:rect l="l" t="t" r="r" b="b"/>
            <a:pathLst>
              <a:path w="34925" h="107314">
                <a:moveTo>
                  <a:pt x="34675" y="106857"/>
                </a:moveTo>
                <a:lnTo>
                  <a:pt x="0" y="106857"/>
                </a:lnTo>
                <a:lnTo>
                  <a:pt x="0" y="0"/>
                </a:lnTo>
                <a:lnTo>
                  <a:pt x="34675" y="0"/>
                </a:lnTo>
                <a:lnTo>
                  <a:pt x="34675" y="1068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814134" y="2552875"/>
            <a:ext cx="269875" cy="302260"/>
          </a:xfrm>
          <a:custGeom>
            <a:avLst/>
            <a:gdLst/>
            <a:ahLst/>
            <a:cxnLst/>
            <a:rect l="l" t="t" r="r" b="b"/>
            <a:pathLst>
              <a:path w="269875" h="302260">
                <a:moveTo>
                  <a:pt x="269619" y="302172"/>
                </a:moveTo>
                <a:lnTo>
                  <a:pt x="234236" y="302172"/>
                </a:lnTo>
                <a:lnTo>
                  <a:pt x="234236" y="0"/>
                </a:lnTo>
                <a:lnTo>
                  <a:pt x="269619" y="0"/>
                </a:lnTo>
                <a:lnTo>
                  <a:pt x="269619" y="302172"/>
                </a:lnTo>
                <a:close/>
              </a:path>
              <a:path w="269875" h="302260">
                <a:moveTo>
                  <a:pt x="91642" y="288018"/>
                </a:moveTo>
                <a:lnTo>
                  <a:pt x="54633" y="279554"/>
                </a:lnTo>
                <a:lnTo>
                  <a:pt x="25652" y="253741"/>
                </a:lnTo>
                <a:lnTo>
                  <a:pt x="6755" y="209949"/>
                </a:lnTo>
                <a:lnTo>
                  <a:pt x="0" y="147547"/>
                </a:lnTo>
                <a:lnTo>
                  <a:pt x="6755" y="85146"/>
                </a:lnTo>
                <a:lnTo>
                  <a:pt x="25652" y="41354"/>
                </a:lnTo>
                <a:lnTo>
                  <a:pt x="54633" y="15540"/>
                </a:lnTo>
                <a:lnTo>
                  <a:pt x="91642" y="7076"/>
                </a:lnTo>
                <a:lnTo>
                  <a:pt x="128446" y="15540"/>
                </a:lnTo>
                <a:lnTo>
                  <a:pt x="154996" y="39275"/>
                </a:lnTo>
                <a:lnTo>
                  <a:pt x="91642" y="39275"/>
                </a:lnTo>
                <a:lnTo>
                  <a:pt x="69212" y="45445"/>
                </a:lnTo>
                <a:lnTo>
                  <a:pt x="51261" y="64751"/>
                </a:lnTo>
                <a:lnTo>
                  <a:pt x="39347" y="98387"/>
                </a:lnTo>
                <a:lnTo>
                  <a:pt x="35029" y="147547"/>
                </a:lnTo>
                <a:lnTo>
                  <a:pt x="39347" y="196857"/>
                </a:lnTo>
                <a:lnTo>
                  <a:pt x="51261" y="230477"/>
                </a:lnTo>
                <a:lnTo>
                  <a:pt x="69212" y="249700"/>
                </a:lnTo>
                <a:lnTo>
                  <a:pt x="91642" y="255820"/>
                </a:lnTo>
                <a:lnTo>
                  <a:pt x="154996" y="255820"/>
                </a:lnTo>
                <a:lnTo>
                  <a:pt x="128446" y="279554"/>
                </a:lnTo>
                <a:lnTo>
                  <a:pt x="91642" y="288018"/>
                </a:lnTo>
                <a:close/>
              </a:path>
              <a:path w="269875" h="302260">
                <a:moveTo>
                  <a:pt x="154996" y="255820"/>
                </a:moveTo>
                <a:lnTo>
                  <a:pt x="91642" y="255820"/>
                </a:lnTo>
                <a:lnTo>
                  <a:pt x="113718" y="249700"/>
                </a:lnTo>
                <a:lnTo>
                  <a:pt x="131581" y="230477"/>
                </a:lnTo>
                <a:lnTo>
                  <a:pt x="143539" y="196857"/>
                </a:lnTo>
                <a:lnTo>
                  <a:pt x="147901" y="147547"/>
                </a:lnTo>
                <a:lnTo>
                  <a:pt x="143539" y="98387"/>
                </a:lnTo>
                <a:lnTo>
                  <a:pt x="131581" y="64751"/>
                </a:lnTo>
                <a:lnTo>
                  <a:pt x="113718" y="45445"/>
                </a:lnTo>
                <a:lnTo>
                  <a:pt x="91642" y="39275"/>
                </a:lnTo>
                <a:lnTo>
                  <a:pt x="154996" y="39275"/>
                </a:lnTo>
                <a:lnTo>
                  <a:pt x="157322" y="41354"/>
                </a:lnTo>
                <a:lnTo>
                  <a:pt x="176180" y="85146"/>
                </a:lnTo>
                <a:lnTo>
                  <a:pt x="182930" y="147547"/>
                </a:lnTo>
                <a:lnTo>
                  <a:pt x="176180" y="209949"/>
                </a:lnTo>
                <a:lnTo>
                  <a:pt x="157322" y="253741"/>
                </a:lnTo>
                <a:lnTo>
                  <a:pt x="154996" y="25582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131168" y="2558183"/>
            <a:ext cx="302260" cy="282575"/>
          </a:xfrm>
          <a:custGeom>
            <a:avLst/>
            <a:gdLst/>
            <a:ahLst/>
            <a:cxnLst/>
            <a:rect l="l" t="t" r="r" b="b"/>
            <a:pathLst>
              <a:path w="302259" h="282575">
                <a:moveTo>
                  <a:pt x="168423" y="249451"/>
                </a:moveTo>
                <a:lnTo>
                  <a:pt x="132686" y="249451"/>
                </a:lnTo>
                <a:lnTo>
                  <a:pt x="132686" y="185053"/>
                </a:lnTo>
                <a:lnTo>
                  <a:pt x="83918" y="175804"/>
                </a:lnTo>
                <a:lnTo>
                  <a:pt x="46661" y="156437"/>
                </a:lnTo>
                <a:lnTo>
                  <a:pt x="22871" y="128380"/>
                </a:lnTo>
                <a:lnTo>
                  <a:pt x="14507" y="93057"/>
                </a:lnTo>
                <a:lnTo>
                  <a:pt x="24248" y="54932"/>
                </a:lnTo>
                <a:lnTo>
                  <a:pt x="51836" y="25564"/>
                </a:lnTo>
                <a:lnTo>
                  <a:pt x="94815" y="6678"/>
                </a:lnTo>
                <a:lnTo>
                  <a:pt x="150732" y="0"/>
                </a:lnTo>
                <a:lnTo>
                  <a:pt x="206648" y="6678"/>
                </a:lnTo>
                <a:lnTo>
                  <a:pt x="249628" y="25564"/>
                </a:lnTo>
                <a:lnTo>
                  <a:pt x="255528" y="31844"/>
                </a:lnTo>
                <a:lnTo>
                  <a:pt x="150732" y="31844"/>
                </a:lnTo>
                <a:lnTo>
                  <a:pt x="110174" y="36234"/>
                </a:lnTo>
                <a:lnTo>
                  <a:pt x="78904" y="48651"/>
                </a:lnTo>
                <a:lnTo>
                  <a:pt x="58780" y="67968"/>
                </a:lnTo>
                <a:lnTo>
                  <a:pt x="51659" y="93057"/>
                </a:lnTo>
                <a:lnTo>
                  <a:pt x="58780" y="117942"/>
                </a:lnTo>
                <a:lnTo>
                  <a:pt x="78904" y="137153"/>
                </a:lnTo>
                <a:lnTo>
                  <a:pt x="110174" y="149532"/>
                </a:lnTo>
                <a:lnTo>
                  <a:pt x="150732" y="153916"/>
                </a:lnTo>
                <a:lnTo>
                  <a:pt x="256899" y="153916"/>
                </a:lnTo>
                <a:lnTo>
                  <a:pt x="254758" y="156437"/>
                </a:lnTo>
                <a:lnTo>
                  <a:pt x="217396" y="175804"/>
                </a:lnTo>
                <a:lnTo>
                  <a:pt x="168423" y="185053"/>
                </a:lnTo>
                <a:lnTo>
                  <a:pt x="168423" y="249451"/>
                </a:lnTo>
                <a:close/>
              </a:path>
              <a:path w="302259" h="282575">
                <a:moveTo>
                  <a:pt x="256899" y="153916"/>
                </a:moveTo>
                <a:lnTo>
                  <a:pt x="150732" y="153916"/>
                </a:lnTo>
                <a:lnTo>
                  <a:pt x="191494" y="149532"/>
                </a:lnTo>
                <a:lnTo>
                  <a:pt x="222869" y="137153"/>
                </a:lnTo>
                <a:lnTo>
                  <a:pt x="243032" y="117942"/>
                </a:lnTo>
                <a:lnTo>
                  <a:pt x="250158" y="93057"/>
                </a:lnTo>
                <a:lnTo>
                  <a:pt x="243032" y="67968"/>
                </a:lnTo>
                <a:lnTo>
                  <a:pt x="222869" y="48651"/>
                </a:lnTo>
                <a:lnTo>
                  <a:pt x="191494" y="36234"/>
                </a:lnTo>
                <a:lnTo>
                  <a:pt x="150732" y="31844"/>
                </a:lnTo>
                <a:lnTo>
                  <a:pt x="255528" y="31844"/>
                </a:lnTo>
                <a:lnTo>
                  <a:pt x="277216" y="54932"/>
                </a:lnTo>
                <a:lnTo>
                  <a:pt x="286957" y="93057"/>
                </a:lnTo>
                <a:lnTo>
                  <a:pt x="278587" y="128380"/>
                </a:lnTo>
                <a:lnTo>
                  <a:pt x="256899" y="153916"/>
                </a:lnTo>
                <a:close/>
              </a:path>
              <a:path w="302259" h="282575">
                <a:moveTo>
                  <a:pt x="301818" y="282357"/>
                </a:moveTo>
                <a:lnTo>
                  <a:pt x="0" y="282357"/>
                </a:lnTo>
                <a:lnTo>
                  <a:pt x="0" y="249451"/>
                </a:lnTo>
                <a:lnTo>
                  <a:pt x="301818" y="249451"/>
                </a:lnTo>
                <a:lnTo>
                  <a:pt x="301818" y="28235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718175" y="2552875"/>
            <a:ext cx="33655" cy="121920"/>
          </a:xfrm>
          <a:custGeom>
            <a:avLst/>
            <a:gdLst/>
            <a:ahLst/>
            <a:cxnLst/>
            <a:rect l="l" t="t" r="r" b="b"/>
            <a:pathLst>
              <a:path w="33654" h="121919">
                <a:moveTo>
                  <a:pt x="33260" y="121718"/>
                </a:moveTo>
                <a:lnTo>
                  <a:pt x="0" y="121718"/>
                </a:lnTo>
                <a:lnTo>
                  <a:pt x="0" y="0"/>
                </a:lnTo>
                <a:lnTo>
                  <a:pt x="33260" y="0"/>
                </a:lnTo>
                <a:lnTo>
                  <a:pt x="33260" y="12171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635732" y="2555239"/>
            <a:ext cx="33655" cy="119380"/>
          </a:xfrm>
          <a:custGeom>
            <a:avLst/>
            <a:gdLst/>
            <a:ahLst/>
            <a:cxnLst/>
            <a:rect l="l" t="t" r="r" b="b"/>
            <a:pathLst>
              <a:path w="33654" h="119380">
                <a:moveTo>
                  <a:pt x="0" y="0"/>
                </a:moveTo>
                <a:lnTo>
                  <a:pt x="33260" y="0"/>
                </a:lnTo>
                <a:lnTo>
                  <a:pt x="33260" y="119379"/>
                </a:lnTo>
                <a:lnTo>
                  <a:pt x="0" y="1193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635732" y="2674620"/>
            <a:ext cx="116205" cy="33020"/>
          </a:xfrm>
          <a:custGeom>
            <a:avLst/>
            <a:gdLst/>
            <a:ahLst/>
            <a:cxnLst/>
            <a:rect l="l" t="t" r="r" b="b"/>
            <a:pathLst>
              <a:path w="116204" h="33019">
                <a:moveTo>
                  <a:pt x="0" y="0"/>
                </a:moveTo>
                <a:lnTo>
                  <a:pt x="115702" y="0"/>
                </a:lnTo>
                <a:lnTo>
                  <a:pt x="115702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635732" y="2707639"/>
            <a:ext cx="33655" cy="142240"/>
          </a:xfrm>
          <a:custGeom>
            <a:avLst/>
            <a:gdLst/>
            <a:ahLst/>
            <a:cxnLst/>
            <a:rect l="l" t="t" r="r" b="b"/>
            <a:pathLst>
              <a:path w="33654" h="142239">
                <a:moveTo>
                  <a:pt x="0" y="0"/>
                </a:moveTo>
                <a:lnTo>
                  <a:pt x="33260" y="0"/>
                </a:lnTo>
                <a:lnTo>
                  <a:pt x="33260" y="142239"/>
                </a:lnTo>
                <a:lnTo>
                  <a:pt x="0" y="14223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718175" y="2707854"/>
            <a:ext cx="33655" cy="147320"/>
          </a:xfrm>
          <a:custGeom>
            <a:avLst/>
            <a:gdLst/>
            <a:ahLst/>
            <a:cxnLst/>
            <a:rect l="l" t="t" r="r" b="b"/>
            <a:pathLst>
              <a:path w="33654" h="147319">
                <a:moveTo>
                  <a:pt x="33260" y="147193"/>
                </a:moveTo>
                <a:lnTo>
                  <a:pt x="0" y="147193"/>
                </a:lnTo>
                <a:lnTo>
                  <a:pt x="0" y="0"/>
                </a:lnTo>
                <a:lnTo>
                  <a:pt x="33260" y="0"/>
                </a:lnTo>
                <a:lnTo>
                  <a:pt x="33260" y="14719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470139" y="2564129"/>
            <a:ext cx="129539" cy="31750"/>
          </a:xfrm>
          <a:custGeom>
            <a:avLst/>
            <a:gdLst/>
            <a:ahLst/>
            <a:cxnLst/>
            <a:rect l="l" t="t" r="r" b="b"/>
            <a:pathLst>
              <a:path w="129540" h="31750">
                <a:moveTo>
                  <a:pt x="0" y="0"/>
                </a:moveTo>
                <a:lnTo>
                  <a:pt x="129502" y="0"/>
                </a:lnTo>
                <a:lnTo>
                  <a:pt x="129502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9470139" y="2595879"/>
            <a:ext cx="33655" cy="209550"/>
          </a:xfrm>
          <a:custGeom>
            <a:avLst/>
            <a:gdLst/>
            <a:ahLst/>
            <a:cxnLst/>
            <a:rect l="l" t="t" r="r" b="b"/>
            <a:pathLst>
              <a:path w="33654" h="209550">
                <a:moveTo>
                  <a:pt x="0" y="0"/>
                </a:moveTo>
                <a:lnTo>
                  <a:pt x="33260" y="0"/>
                </a:lnTo>
                <a:lnTo>
                  <a:pt x="3326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470139" y="2805429"/>
            <a:ext cx="129539" cy="31750"/>
          </a:xfrm>
          <a:custGeom>
            <a:avLst/>
            <a:gdLst/>
            <a:ahLst/>
            <a:cxnLst/>
            <a:rect l="l" t="t" r="r" b="b"/>
            <a:pathLst>
              <a:path w="129540" h="31750">
                <a:moveTo>
                  <a:pt x="0" y="0"/>
                </a:moveTo>
                <a:lnTo>
                  <a:pt x="129502" y="0"/>
                </a:lnTo>
                <a:lnTo>
                  <a:pt x="129502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566734" y="2595689"/>
            <a:ext cx="33020" cy="209550"/>
          </a:xfrm>
          <a:custGeom>
            <a:avLst/>
            <a:gdLst/>
            <a:ahLst/>
            <a:cxnLst/>
            <a:rect l="l" t="t" r="r" b="b"/>
            <a:pathLst>
              <a:path w="33020" h="209550">
                <a:moveTo>
                  <a:pt x="32906" y="209468"/>
                </a:moveTo>
                <a:lnTo>
                  <a:pt x="0" y="209468"/>
                </a:lnTo>
                <a:lnTo>
                  <a:pt x="0" y="0"/>
                </a:lnTo>
                <a:lnTo>
                  <a:pt x="32906" y="0"/>
                </a:lnTo>
                <a:lnTo>
                  <a:pt x="32906" y="2094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790710" y="2554291"/>
            <a:ext cx="302260" cy="286385"/>
          </a:xfrm>
          <a:custGeom>
            <a:avLst/>
            <a:gdLst/>
            <a:ahLst/>
            <a:cxnLst/>
            <a:rect l="l" t="t" r="r" b="b"/>
            <a:pathLst>
              <a:path w="302259" h="286385">
                <a:moveTo>
                  <a:pt x="6015" y="188592"/>
                </a:moveTo>
                <a:lnTo>
                  <a:pt x="6015" y="155332"/>
                </a:lnTo>
                <a:lnTo>
                  <a:pt x="44339" y="147295"/>
                </a:lnTo>
                <a:lnTo>
                  <a:pt x="79504" y="125010"/>
                </a:lnTo>
                <a:lnTo>
                  <a:pt x="109625" y="91209"/>
                </a:lnTo>
                <a:lnTo>
                  <a:pt x="132817" y="48627"/>
                </a:lnTo>
                <a:lnTo>
                  <a:pt x="147193" y="0"/>
                </a:lnTo>
                <a:lnTo>
                  <a:pt x="183284" y="6368"/>
                </a:lnTo>
                <a:lnTo>
                  <a:pt x="179569" y="23668"/>
                </a:lnTo>
                <a:lnTo>
                  <a:pt x="174792" y="40469"/>
                </a:lnTo>
                <a:lnTo>
                  <a:pt x="168954" y="56673"/>
                </a:lnTo>
                <a:lnTo>
                  <a:pt x="162054" y="72181"/>
                </a:lnTo>
                <a:lnTo>
                  <a:pt x="203597" y="100134"/>
                </a:lnTo>
                <a:lnTo>
                  <a:pt x="146840" y="100134"/>
                </a:lnTo>
                <a:lnTo>
                  <a:pt x="118317" y="136496"/>
                </a:lnTo>
                <a:lnTo>
                  <a:pt x="84521" y="164399"/>
                </a:lnTo>
                <a:lnTo>
                  <a:pt x="46678" y="182284"/>
                </a:lnTo>
                <a:lnTo>
                  <a:pt x="6015" y="188592"/>
                </a:lnTo>
                <a:close/>
              </a:path>
              <a:path w="302259" h="286385">
                <a:moveTo>
                  <a:pt x="275988" y="189653"/>
                </a:moveTo>
                <a:lnTo>
                  <a:pt x="146840" y="100134"/>
                </a:lnTo>
                <a:lnTo>
                  <a:pt x="203597" y="100134"/>
                </a:lnTo>
                <a:lnTo>
                  <a:pt x="295095" y="161701"/>
                </a:lnTo>
                <a:lnTo>
                  <a:pt x="275988" y="189653"/>
                </a:lnTo>
                <a:close/>
              </a:path>
              <a:path w="302259" h="286385">
                <a:moveTo>
                  <a:pt x="301818" y="286249"/>
                </a:moveTo>
                <a:lnTo>
                  <a:pt x="0" y="286249"/>
                </a:lnTo>
                <a:lnTo>
                  <a:pt x="0" y="253343"/>
                </a:lnTo>
                <a:lnTo>
                  <a:pt x="301818" y="253343"/>
                </a:lnTo>
                <a:lnTo>
                  <a:pt x="301818" y="2862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0212237" y="2552875"/>
            <a:ext cx="287020" cy="302260"/>
          </a:xfrm>
          <a:custGeom>
            <a:avLst/>
            <a:gdLst/>
            <a:ahLst/>
            <a:cxnLst/>
            <a:rect l="l" t="t" r="r" b="b"/>
            <a:pathLst>
              <a:path w="287020" h="302260">
                <a:moveTo>
                  <a:pt x="286603" y="302172"/>
                </a:moveTo>
                <a:lnTo>
                  <a:pt x="253343" y="302172"/>
                </a:lnTo>
                <a:lnTo>
                  <a:pt x="253343" y="0"/>
                </a:lnTo>
                <a:lnTo>
                  <a:pt x="286603" y="0"/>
                </a:lnTo>
                <a:lnTo>
                  <a:pt x="286603" y="302172"/>
                </a:lnTo>
                <a:close/>
              </a:path>
              <a:path w="287020" h="302260">
                <a:moveTo>
                  <a:pt x="213360" y="125964"/>
                </a:moveTo>
                <a:lnTo>
                  <a:pt x="180454" y="125964"/>
                </a:lnTo>
                <a:lnTo>
                  <a:pt x="180454" y="1769"/>
                </a:lnTo>
                <a:lnTo>
                  <a:pt x="213360" y="1769"/>
                </a:lnTo>
                <a:lnTo>
                  <a:pt x="213360" y="125964"/>
                </a:lnTo>
                <a:close/>
              </a:path>
              <a:path w="287020" h="302260">
                <a:moveTo>
                  <a:pt x="70412" y="288018"/>
                </a:moveTo>
                <a:lnTo>
                  <a:pt x="40154" y="279803"/>
                </a:lnTo>
                <a:lnTo>
                  <a:pt x="18089" y="254404"/>
                </a:lnTo>
                <a:lnTo>
                  <a:pt x="4583" y="210695"/>
                </a:lnTo>
                <a:lnTo>
                  <a:pt x="0" y="147547"/>
                </a:lnTo>
                <a:lnTo>
                  <a:pt x="4583" y="84399"/>
                </a:lnTo>
                <a:lnTo>
                  <a:pt x="18089" y="40690"/>
                </a:lnTo>
                <a:lnTo>
                  <a:pt x="40154" y="15292"/>
                </a:lnTo>
                <a:lnTo>
                  <a:pt x="70412" y="7076"/>
                </a:lnTo>
                <a:lnTo>
                  <a:pt x="98569" y="14059"/>
                </a:lnTo>
                <a:lnTo>
                  <a:pt x="119727" y="35604"/>
                </a:lnTo>
                <a:lnTo>
                  <a:pt x="120976" y="38921"/>
                </a:lnTo>
                <a:lnTo>
                  <a:pt x="70412" y="38921"/>
                </a:lnTo>
                <a:lnTo>
                  <a:pt x="54009" y="45445"/>
                </a:lnTo>
                <a:lnTo>
                  <a:pt x="42415" y="65370"/>
                </a:lnTo>
                <a:lnTo>
                  <a:pt x="35532" y="99227"/>
                </a:lnTo>
                <a:lnTo>
                  <a:pt x="33260" y="147547"/>
                </a:lnTo>
                <a:lnTo>
                  <a:pt x="35532" y="195867"/>
                </a:lnTo>
                <a:lnTo>
                  <a:pt x="42415" y="229725"/>
                </a:lnTo>
                <a:lnTo>
                  <a:pt x="54009" y="249650"/>
                </a:lnTo>
                <a:lnTo>
                  <a:pt x="70412" y="256174"/>
                </a:lnTo>
                <a:lnTo>
                  <a:pt x="121446" y="256174"/>
                </a:lnTo>
                <a:lnTo>
                  <a:pt x="121098" y="257191"/>
                </a:lnTo>
                <a:lnTo>
                  <a:pt x="99570" y="280483"/>
                </a:lnTo>
                <a:lnTo>
                  <a:pt x="70412" y="288018"/>
                </a:lnTo>
                <a:close/>
              </a:path>
              <a:path w="287020" h="302260">
                <a:moveTo>
                  <a:pt x="121446" y="256174"/>
                </a:moveTo>
                <a:lnTo>
                  <a:pt x="70412" y="256174"/>
                </a:lnTo>
                <a:lnTo>
                  <a:pt x="86760" y="249650"/>
                </a:lnTo>
                <a:lnTo>
                  <a:pt x="98232" y="229725"/>
                </a:lnTo>
                <a:lnTo>
                  <a:pt x="104993" y="195867"/>
                </a:lnTo>
                <a:lnTo>
                  <a:pt x="107210" y="147547"/>
                </a:lnTo>
                <a:lnTo>
                  <a:pt x="104993" y="99227"/>
                </a:lnTo>
                <a:lnTo>
                  <a:pt x="98232" y="65370"/>
                </a:lnTo>
                <a:lnTo>
                  <a:pt x="86760" y="45445"/>
                </a:lnTo>
                <a:lnTo>
                  <a:pt x="70412" y="38921"/>
                </a:lnTo>
                <a:lnTo>
                  <a:pt x="120976" y="38921"/>
                </a:lnTo>
                <a:lnTo>
                  <a:pt x="133654" y="72607"/>
                </a:lnTo>
                <a:lnTo>
                  <a:pt x="140117" y="125964"/>
                </a:lnTo>
                <a:lnTo>
                  <a:pt x="213360" y="125964"/>
                </a:lnTo>
                <a:lnTo>
                  <a:pt x="213360" y="159224"/>
                </a:lnTo>
                <a:lnTo>
                  <a:pt x="140471" y="159224"/>
                </a:lnTo>
                <a:lnTo>
                  <a:pt x="134798" y="217114"/>
                </a:lnTo>
                <a:lnTo>
                  <a:pt x="121446" y="256174"/>
                </a:lnTo>
                <a:close/>
              </a:path>
              <a:path w="287020" h="302260">
                <a:moveTo>
                  <a:pt x="213360" y="296864"/>
                </a:moveTo>
                <a:lnTo>
                  <a:pt x="180454" y="296864"/>
                </a:lnTo>
                <a:lnTo>
                  <a:pt x="180454" y="159224"/>
                </a:lnTo>
                <a:lnTo>
                  <a:pt x="213360" y="159224"/>
                </a:lnTo>
                <a:lnTo>
                  <a:pt x="213360" y="29686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0548731" y="2552875"/>
            <a:ext cx="305435" cy="298450"/>
          </a:xfrm>
          <a:custGeom>
            <a:avLst/>
            <a:gdLst/>
            <a:ahLst/>
            <a:cxnLst/>
            <a:rect l="l" t="t" r="r" b="b"/>
            <a:pathLst>
              <a:path w="305434" h="298450">
                <a:moveTo>
                  <a:pt x="262896" y="225390"/>
                </a:moveTo>
                <a:lnTo>
                  <a:pt x="227867" y="225390"/>
                </a:lnTo>
                <a:lnTo>
                  <a:pt x="227867" y="0"/>
                </a:lnTo>
                <a:lnTo>
                  <a:pt x="262896" y="0"/>
                </a:lnTo>
                <a:lnTo>
                  <a:pt x="262896" y="78904"/>
                </a:lnTo>
                <a:lnTo>
                  <a:pt x="305356" y="78904"/>
                </a:lnTo>
                <a:lnTo>
                  <a:pt x="305356" y="112518"/>
                </a:lnTo>
                <a:lnTo>
                  <a:pt x="262896" y="112518"/>
                </a:lnTo>
                <a:lnTo>
                  <a:pt x="262896" y="225390"/>
                </a:lnTo>
                <a:close/>
              </a:path>
              <a:path w="305434" h="298450">
                <a:moveTo>
                  <a:pt x="107918" y="183284"/>
                </a:moveTo>
                <a:lnTo>
                  <a:pt x="0" y="183284"/>
                </a:lnTo>
                <a:lnTo>
                  <a:pt x="0" y="7430"/>
                </a:lnTo>
                <a:lnTo>
                  <a:pt x="184346" y="7430"/>
                </a:lnTo>
                <a:lnTo>
                  <a:pt x="184346" y="37152"/>
                </a:lnTo>
                <a:lnTo>
                  <a:pt x="34675" y="37152"/>
                </a:lnTo>
                <a:lnTo>
                  <a:pt x="34675" y="80673"/>
                </a:lnTo>
                <a:lnTo>
                  <a:pt x="178331" y="80673"/>
                </a:lnTo>
                <a:lnTo>
                  <a:pt x="178331" y="109333"/>
                </a:lnTo>
                <a:lnTo>
                  <a:pt x="34675" y="109333"/>
                </a:lnTo>
                <a:lnTo>
                  <a:pt x="34675" y="153562"/>
                </a:lnTo>
                <a:lnTo>
                  <a:pt x="205930" y="153562"/>
                </a:lnTo>
                <a:lnTo>
                  <a:pt x="205930" y="169839"/>
                </a:lnTo>
                <a:lnTo>
                  <a:pt x="188724" y="175373"/>
                </a:lnTo>
                <a:lnTo>
                  <a:pt x="165947" y="179613"/>
                </a:lnTo>
                <a:lnTo>
                  <a:pt x="138657" y="182328"/>
                </a:lnTo>
                <a:lnTo>
                  <a:pt x="107918" y="183284"/>
                </a:lnTo>
                <a:close/>
              </a:path>
              <a:path w="305434" h="298450">
                <a:moveTo>
                  <a:pt x="205930" y="153562"/>
                </a:moveTo>
                <a:lnTo>
                  <a:pt x="110749" y="153562"/>
                </a:lnTo>
                <a:lnTo>
                  <a:pt x="140200" y="152661"/>
                </a:lnTo>
                <a:lnTo>
                  <a:pt x="166433" y="150068"/>
                </a:lnTo>
                <a:lnTo>
                  <a:pt x="188619" y="145950"/>
                </a:lnTo>
                <a:lnTo>
                  <a:pt x="205930" y="140471"/>
                </a:lnTo>
                <a:lnTo>
                  <a:pt x="205930" y="153562"/>
                </a:lnTo>
                <a:close/>
              </a:path>
              <a:path w="305434" h="298450">
                <a:moveTo>
                  <a:pt x="271035" y="298280"/>
                </a:moveTo>
                <a:lnTo>
                  <a:pt x="10261" y="298280"/>
                </a:lnTo>
                <a:lnTo>
                  <a:pt x="10261" y="211237"/>
                </a:lnTo>
                <a:lnTo>
                  <a:pt x="45644" y="211237"/>
                </a:lnTo>
                <a:lnTo>
                  <a:pt x="45644" y="267142"/>
                </a:lnTo>
                <a:lnTo>
                  <a:pt x="271035" y="267142"/>
                </a:lnTo>
                <a:lnTo>
                  <a:pt x="271035" y="2982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0867887" y="2551814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302259" h="299719">
                <a:moveTo>
                  <a:pt x="168070" y="130563"/>
                </a:moveTo>
                <a:lnTo>
                  <a:pt x="133394" y="130563"/>
                </a:lnTo>
                <a:lnTo>
                  <a:pt x="133394" y="109687"/>
                </a:lnTo>
                <a:lnTo>
                  <a:pt x="88054" y="105447"/>
                </a:lnTo>
                <a:lnTo>
                  <a:pt x="51438" y="95401"/>
                </a:lnTo>
                <a:lnTo>
                  <a:pt x="26963" y="78788"/>
                </a:lnTo>
                <a:lnTo>
                  <a:pt x="18045" y="54843"/>
                </a:lnTo>
                <a:lnTo>
                  <a:pt x="28527" y="29406"/>
                </a:lnTo>
                <a:lnTo>
                  <a:pt x="57055" y="12428"/>
                </a:lnTo>
                <a:lnTo>
                  <a:pt x="99249" y="2946"/>
                </a:lnTo>
                <a:lnTo>
                  <a:pt x="150732" y="0"/>
                </a:lnTo>
                <a:lnTo>
                  <a:pt x="202214" y="2946"/>
                </a:lnTo>
                <a:lnTo>
                  <a:pt x="244409" y="12428"/>
                </a:lnTo>
                <a:lnTo>
                  <a:pt x="268115" y="26537"/>
                </a:lnTo>
                <a:lnTo>
                  <a:pt x="150732" y="26537"/>
                </a:lnTo>
                <a:lnTo>
                  <a:pt x="113397" y="28173"/>
                </a:lnTo>
                <a:lnTo>
                  <a:pt x="82663" y="33260"/>
                </a:lnTo>
                <a:lnTo>
                  <a:pt x="61815" y="42061"/>
                </a:lnTo>
                <a:lnTo>
                  <a:pt x="54136" y="54843"/>
                </a:lnTo>
                <a:lnTo>
                  <a:pt x="61815" y="67775"/>
                </a:lnTo>
                <a:lnTo>
                  <a:pt x="82663" y="76560"/>
                </a:lnTo>
                <a:lnTo>
                  <a:pt x="113397" y="81563"/>
                </a:lnTo>
                <a:lnTo>
                  <a:pt x="150732" y="83150"/>
                </a:lnTo>
                <a:lnTo>
                  <a:pt x="268075" y="83150"/>
                </a:lnTo>
                <a:lnTo>
                  <a:pt x="250026" y="95401"/>
                </a:lnTo>
                <a:lnTo>
                  <a:pt x="213410" y="105447"/>
                </a:lnTo>
                <a:lnTo>
                  <a:pt x="168070" y="109687"/>
                </a:lnTo>
                <a:lnTo>
                  <a:pt x="168070" y="130563"/>
                </a:lnTo>
                <a:close/>
              </a:path>
              <a:path w="302259" h="299719">
                <a:moveTo>
                  <a:pt x="268075" y="83150"/>
                </a:moveTo>
                <a:lnTo>
                  <a:pt x="150732" y="83150"/>
                </a:lnTo>
                <a:lnTo>
                  <a:pt x="188067" y="81563"/>
                </a:lnTo>
                <a:lnTo>
                  <a:pt x="218800" y="76560"/>
                </a:lnTo>
                <a:lnTo>
                  <a:pt x="239649" y="67775"/>
                </a:lnTo>
                <a:lnTo>
                  <a:pt x="247328" y="54843"/>
                </a:lnTo>
                <a:lnTo>
                  <a:pt x="239649" y="42061"/>
                </a:lnTo>
                <a:lnTo>
                  <a:pt x="218800" y="33260"/>
                </a:lnTo>
                <a:lnTo>
                  <a:pt x="188067" y="28173"/>
                </a:lnTo>
                <a:lnTo>
                  <a:pt x="150732" y="26537"/>
                </a:lnTo>
                <a:lnTo>
                  <a:pt x="268115" y="26537"/>
                </a:lnTo>
                <a:lnTo>
                  <a:pt x="272936" y="29406"/>
                </a:lnTo>
                <a:lnTo>
                  <a:pt x="283419" y="54843"/>
                </a:lnTo>
                <a:lnTo>
                  <a:pt x="274501" y="78788"/>
                </a:lnTo>
                <a:lnTo>
                  <a:pt x="268075" y="83150"/>
                </a:lnTo>
                <a:close/>
              </a:path>
              <a:path w="302259" h="299719">
                <a:moveTo>
                  <a:pt x="301818" y="157808"/>
                </a:moveTo>
                <a:lnTo>
                  <a:pt x="0" y="157808"/>
                </a:lnTo>
                <a:lnTo>
                  <a:pt x="0" y="130563"/>
                </a:lnTo>
                <a:lnTo>
                  <a:pt x="301818" y="130563"/>
                </a:lnTo>
                <a:lnTo>
                  <a:pt x="301818" y="157808"/>
                </a:lnTo>
                <a:close/>
              </a:path>
              <a:path w="302259" h="299719">
                <a:moveTo>
                  <a:pt x="286249" y="299341"/>
                </a:moveTo>
                <a:lnTo>
                  <a:pt x="20876" y="299341"/>
                </a:lnTo>
                <a:lnTo>
                  <a:pt x="20876" y="227159"/>
                </a:lnTo>
                <a:lnTo>
                  <a:pt x="246620" y="227159"/>
                </a:lnTo>
                <a:lnTo>
                  <a:pt x="246620" y="205930"/>
                </a:lnTo>
                <a:lnTo>
                  <a:pt x="20168" y="205930"/>
                </a:lnTo>
                <a:lnTo>
                  <a:pt x="20168" y="179746"/>
                </a:lnTo>
                <a:lnTo>
                  <a:pt x="280942" y="179746"/>
                </a:lnTo>
                <a:lnTo>
                  <a:pt x="280942" y="251928"/>
                </a:lnTo>
                <a:lnTo>
                  <a:pt x="55197" y="251928"/>
                </a:lnTo>
                <a:lnTo>
                  <a:pt x="55197" y="273158"/>
                </a:lnTo>
                <a:lnTo>
                  <a:pt x="286249" y="273158"/>
                </a:lnTo>
                <a:lnTo>
                  <a:pt x="286249" y="299341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1285852" y="2556414"/>
            <a:ext cx="302260" cy="299085"/>
          </a:xfrm>
          <a:custGeom>
            <a:avLst/>
            <a:gdLst/>
            <a:ahLst/>
            <a:cxnLst/>
            <a:rect l="l" t="t" r="r" b="b"/>
            <a:pathLst>
              <a:path w="302259" h="299085">
                <a:moveTo>
                  <a:pt x="279526" y="102611"/>
                </a:moveTo>
                <a:lnTo>
                  <a:pt x="244497" y="102611"/>
                </a:lnTo>
                <a:lnTo>
                  <a:pt x="244497" y="29721"/>
                </a:lnTo>
                <a:lnTo>
                  <a:pt x="20168" y="29721"/>
                </a:lnTo>
                <a:lnTo>
                  <a:pt x="20168" y="0"/>
                </a:lnTo>
                <a:lnTo>
                  <a:pt x="279526" y="0"/>
                </a:lnTo>
                <a:lnTo>
                  <a:pt x="279526" y="102611"/>
                </a:lnTo>
                <a:close/>
              </a:path>
              <a:path w="302259" h="299085">
                <a:moveTo>
                  <a:pt x="148609" y="123841"/>
                </a:moveTo>
                <a:lnTo>
                  <a:pt x="113226" y="123841"/>
                </a:lnTo>
                <a:lnTo>
                  <a:pt x="113226" y="64751"/>
                </a:lnTo>
                <a:lnTo>
                  <a:pt x="148609" y="64751"/>
                </a:lnTo>
                <a:lnTo>
                  <a:pt x="148609" y="123841"/>
                </a:lnTo>
                <a:close/>
              </a:path>
              <a:path w="302259" h="299085">
                <a:moveTo>
                  <a:pt x="301818" y="152855"/>
                </a:moveTo>
                <a:lnTo>
                  <a:pt x="0" y="152855"/>
                </a:lnTo>
                <a:lnTo>
                  <a:pt x="0" y="123841"/>
                </a:lnTo>
                <a:lnTo>
                  <a:pt x="301818" y="123841"/>
                </a:lnTo>
                <a:lnTo>
                  <a:pt x="301818" y="152855"/>
                </a:lnTo>
                <a:close/>
              </a:path>
              <a:path w="302259" h="299085">
                <a:moveTo>
                  <a:pt x="150732" y="298987"/>
                </a:moveTo>
                <a:lnTo>
                  <a:pt x="99548" y="295725"/>
                </a:lnTo>
                <a:lnTo>
                  <a:pt x="57320" y="285365"/>
                </a:lnTo>
                <a:lnTo>
                  <a:pt x="28627" y="267043"/>
                </a:lnTo>
                <a:lnTo>
                  <a:pt x="18045" y="239897"/>
                </a:lnTo>
                <a:lnTo>
                  <a:pt x="28627" y="212359"/>
                </a:lnTo>
                <a:lnTo>
                  <a:pt x="57320" y="194209"/>
                </a:lnTo>
                <a:lnTo>
                  <a:pt x="99548" y="184219"/>
                </a:lnTo>
                <a:lnTo>
                  <a:pt x="150732" y="181161"/>
                </a:lnTo>
                <a:lnTo>
                  <a:pt x="201916" y="184418"/>
                </a:lnTo>
                <a:lnTo>
                  <a:pt x="244143" y="194740"/>
                </a:lnTo>
                <a:lnTo>
                  <a:pt x="266785" y="209114"/>
                </a:lnTo>
                <a:lnTo>
                  <a:pt x="150732" y="209114"/>
                </a:lnTo>
                <a:lnTo>
                  <a:pt x="115150" y="210789"/>
                </a:lnTo>
                <a:lnTo>
                  <a:pt x="84477" y="216146"/>
                </a:lnTo>
                <a:lnTo>
                  <a:pt x="62959" y="225683"/>
                </a:lnTo>
                <a:lnTo>
                  <a:pt x="54843" y="239897"/>
                </a:lnTo>
                <a:lnTo>
                  <a:pt x="62959" y="253868"/>
                </a:lnTo>
                <a:lnTo>
                  <a:pt x="84477" y="263560"/>
                </a:lnTo>
                <a:lnTo>
                  <a:pt x="115150" y="269205"/>
                </a:lnTo>
                <a:lnTo>
                  <a:pt x="150732" y="271035"/>
                </a:lnTo>
                <a:lnTo>
                  <a:pt x="266586" y="271035"/>
                </a:lnTo>
                <a:lnTo>
                  <a:pt x="244143" y="285365"/>
                </a:lnTo>
                <a:lnTo>
                  <a:pt x="201916" y="295725"/>
                </a:lnTo>
                <a:lnTo>
                  <a:pt x="150732" y="298987"/>
                </a:lnTo>
                <a:close/>
              </a:path>
              <a:path w="302259" h="299085">
                <a:moveTo>
                  <a:pt x="266586" y="271035"/>
                </a:moveTo>
                <a:lnTo>
                  <a:pt x="150732" y="271035"/>
                </a:lnTo>
                <a:lnTo>
                  <a:pt x="186314" y="269205"/>
                </a:lnTo>
                <a:lnTo>
                  <a:pt x="216987" y="263560"/>
                </a:lnTo>
                <a:lnTo>
                  <a:pt x="238504" y="253868"/>
                </a:lnTo>
                <a:lnTo>
                  <a:pt x="246620" y="239897"/>
                </a:lnTo>
                <a:lnTo>
                  <a:pt x="238504" y="226131"/>
                </a:lnTo>
                <a:lnTo>
                  <a:pt x="216987" y="216544"/>
                </a:lnTo>
                <a:lnTo>
                  <a:pt x="186314" y="210938"/>
                </a:lnTo>
                <a:lnTo>
                  <a:pt x="150732" y="209114"/>
                </a:lnTo>
                <a:lnTo>
                  <a:pt x="266785" y="209114"/>
                </a:lnTo>
                <a:lnTo>
                  <a:pt x="272837" y="212956"/>
                </a:lnTo>
                <a:lnTo>
                  <a:pt x="283419" y="239897"/>
                </a:lnTo>
                <a:lnTo>
                  <a:pt x="272837" y="267043"/>
                </a:lnTo>
                <a:lnTo>
                  <a:pt x="266586" y="27103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1619869" y="2552875"/>
            <a:ext cx="311785" cy="302260"/>
          </a:xfrm>
          <a:custGeom>
            <a:avLst/>
            <a:gdLst/>
            <a:ahLst/>
            <a:cxnLst/>
            <a:rect l="l" t="t" r="r" b="b"/>
            <a:pathLst>
              <a:path w="311784" h="302260">
                <a:moveTo>
                  <a:pt x="269265" y="167008"/>
                </a:moveTo>
                <a:lnTo>
                  <a:pt x="234236" y="167008"/>
                </a:lnTo>
                <a:lnTo>
                  <a:pt x="234236" y="0"/>
                </a:lnTo>
                <a:lnTo>
                  <a:pt x="269265" y="0"/>
                </a:lnTo>
                <a:lnTo>
                  <a:pt x="269265" y="57674"/>
                </a:lnTo>
                <a:lnTo>
                  <a:pt x="311725" y="57674"/>
                </a:lnTo>
                <a:lnTo>
                  <a:pt x="311725" y="90934"/>
                </a:lnTo>
                <a:lnTo>
                  <a:pt x="269265" y="90934"/>
                </a:lnTo>
                <a:lnTo>
                  <a:pt x="269265" y="167008"/>
                </a:lnTo>
                <a:close/>
              </a:path>
              <a:path w="311784" h="302260">
                <a:moveTo>
                  <a:pt x="196730" y="37859"/>
                </a:moveTo>
                <a:lnTo>
                  <a:pt x="3892" y="37859"/>
                </a:lnTo>
                <a:lnTo>
                  <a:pt x="3892" y="7784"/>
                </a:lnTo>
                <a:lnTo>
                  <a:pt x="196730" y="7784"/>
                </a:lnTo>
                <a:lnTo>
                  <a:pt x="196730" y="37859"/>
                </a:lnTo>
                <a:close/>
              </a:path>
              <a:path w="311784" h="302260">
                <a:moveTo>
                  <a:pt x="0" y="160993"/>
                </a:moveTo>
                <a:lnTo>
                  <a:pt x="0" y="129502"/>
                </a:lnTo>
                <a:lnTo>
                  <a:pt x="33724" y="119114"/>
                </a:lnTo>
                <a:lnTo>
                  <a:pt x="59620" y="99205"/>
                </a:lnTo>
                <a:lnTo>
                  <a:pt x="77024" y="71534"/>
                </a:lnTo>
                <a:lnTo>
                  <a:pt x="85273" y="37859"/>
                </a:lnTo>
                <a:lnTo>
                  <a:pt x="120302" y="37859"/>
                </a:lnTo>
                <a:lnTo>
                  <a:pt x="119512" y="46545"/>
                </a:lnTo>
                <a:lnTo>
                  <a:pt x="118223" y="55065"/>
                </a:lnTo>
                <a:lnTo>
                  <a:pt x="116471" y="63385"/>
                </a:lnTo>
                <a:lnTo>
                  <a:pt x="114287" y="71473"/>
                </a:lnTo>
                <a:lnTo>
                  <a:pt x="159710" y="99426"/>
                </a:lnTo>
                <a:lnTo>
                  <a:pt x="101549" y="99426"/>
                </a:lnTo>
                <a:lnTo>
                  <a:pt x="83393" y="122580"/>
                </a:lnTo>
                <a:lnTo>
                  <a:pt x="60062" y="141090"/>
                </a:lnTo>
                <a:lnTo>
                  <a:pt x="32088" y="154160"/>
                </a:lnTo>
                <a:lnTo>
                  <a:pt x="0" y="160993"/>
                </a:lnTo>
                <a:close/>
              </a:path>
              <a:path w="311784" h="302260">
                <a:moveTo>
                  <a:pt x="188946" y="154270"/>
                </a:moveTo>
                <a:lnTo>
                  <a:pt x="101549" y="99426"/>
                </a:lnTo>
                <a:lnTo>
                  <a:pt x="159710" y="99426"/>
                </a:lnTo>
                <a:lnTo>
                  <a:pt x="206283" y="128087"/>
                </a:lnTo>
                <a:lnTo>
                  <a:pt x="188946" y="154270"/>
                </a:lnTo>
                <a:close/>
              </a:path>
              <a:path w="311784" h="302260">
                <a:moveTo>
                  <a:pt x="144363" y="302172"/>
                </a:moveTo>
                <a:lnTo>
                  <a:pt x="93676" y="298755"/>
                </a:lnTo>
                <a:lnTo>
                  <a:pt x="52543" y="287842"/>
                </a:lnTo>
                <a:lnTo>
                  <a:pt x="24945" y="268436"/>
                </a:lnTo>
                <a:lnTo>
                  <a:pt x="14860" y="239544"/>
                </a:lnTo>
                <a:lnTo>
                  <a:pt x="24945" y="210651"/>
                </a:lnTo>
                <a:lnTo>
                  <a:pt x="52543" y="191245"/>
                </a:lnTo>
                <a:lnTo>
                  <a:pt x="93676" y="180332"/>
                </a:lnTo>
                <a:lnTo>
                  <a:pt x="144363" y="176915"/>
                </a:lnTo>
                <a:lnTo>
                  <a:pt x="195198" y="180332"/>
                </a:lnTo>
                <a:lnTo>
                  <a:pt x="236315" y="191245"/>
                </a:lnTo>
                <a:lnTo>
                  <a:pt x="257136" y="205930"/>
                </a:lnTo>
                <a:lnTo>
                  <a:pt x="144363" y="205930"/>
                </a:lnTo>
                <a:lnTo>
                  <a:pt x="108344" y="207947"/>
                </a:lnTo>
                <a:lnTo>
                  <a:pt x="79125" y="214112"/>
                </a:lnTo>
                <a:lnTo>
                  <a:pt x="59526" y="224589"/>
                </a:lnTo>
                <a:lnTo>
                  <a:pt x="52367" y="239544"/>
                </a:lnTo>
                <a:lnTo>
                  <a:pt x="59526" y="254648"/>
                </a:lnTo>
                <a:lnTo>
                  <a:pt x="79125" y="265108"/>
                </a:lnTo>
                <a:lnTo>
                  <a:pt x="108344" y="271189"/>
                </a:lnTo>
                <a:lnTo>
                  <a:pt x="144363" y="273158"/>
                </a:lnTo>
                <a:lnTo>
                  <a:pt x="257136" y="273158"/>
                </a:lnTo>
                <a:lnTo>
                  <a:pt x="236315" y="287842"/>
                </a:lnTo>
                <a:lnTo>
                  <a:pt x="195198" y="298755"/>
                </a:lnTo>
                <a:lnTo>
                  <a:pt x="144363" y="302172"/>
                </a:lnTo>
                <a:close/>
              </a:path>
              <a:path w="311784" h="302260">
                <a:moveTo>
                  <a:pt x="257136" y="273158"/>
                </a:moveTo>
                <a:lnTo>
                  <a:pt x="144363" y="273158"/>
                </a:lnTo>
                <a:lnTo>
                  <a:pt x="180531" y="271189"/>
                </a:lnTo>
                <a:lnTo>
                  <a:pt x="209733" y="265108"/>
                </a:lnTo>
                <a:lnTo>
                  <a:pt x="229249" y="254648"/>
                </a:lnTo>
                <a:lnTo>
                  <a:pt x="236359" y="239544"/>
                </a:lnTo>
                <a:lnTo>
                  <a:pt x="229249" y="224589"/>
                </a:lnTo>
                <a:lnTo>
                  <a:pt x="209733" y="214112"/>
                </a:lnTo>
                <a:lnTo>
                  <a:pt x="180531" y="207947"/>
                </a:lnTo>
                <a:lnTo>
                  <a:pt x="144363" y="205930"/>
                </a:lnTo>
                <a:lnTo>
                  <a:pt x="257136" y="205930"/>
                </a:lnTo>
                <a:lnTo>
                  <a:pt x="263831" y="210651"/>
                </a:lnTo>
                <a:lnTo>
                  <a:pt x="273865" y="239544"/>
                </a:lnTo>
                <a:lnTo>
                  <a:pt x="263831" y="268436"/>
                </a:lnTo>
                <a:lnTo>
                  <a:pt x="257136" y="27315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889700" y="3317731"/>
            <a:ext cx="1123315" cy="779145"/>
          </a:xfrm>
          <a:custGeom>
            <a:avLst/>
            <a:gdLst/>
            <a:ahLst/>
            <a:cxnLst/>
            <a:rect l="l" t="t" r="r" b="b"/>
            <a:pathLst>
              <a:path w="1123315" h="779145">
                <a:moveTo>
                  <a:pt x="819602" y="778740"/>
                </a:moveTo>
                <a:lnTo>
                  <a:pt x="779702" y="750004"/>
                </a:lnTo>
                <a:lnTo>
                  <a:pt x="738904" y="722789"/>
                </a:lnTo>
                <a:lnTo>
                  <a:pt x="697251" y="697109"/>
                </a:lnTo>
                <a:lnTo>
                  <a:pt x="654788" y="672979"/>
                </a:lnTo>
                <a:lnTo>
                  <a:pt x="611559" y="650415"/>
                </a:lnTo>
                <a:lnTo>
                  <a:pt x="567608" y="629430"/>
                </a:lnTo>
                <a:lnTo>
                  <a:pt x="522980" y="610039"/>
                </a:lnTo>
                <a:lnTo>
                  <a:pt x="477719" y="592257"/>
                </a:lnTo>
                <a:lnTo>
                  <a:pt x="431868" y="576099"/>
                </a:lnTo>
                <a:lnTo>
                  <a:pt x="385473" y="561580"/>
                </a:lnTo>
                <a:lnTo>
                  <a:pt x="338577" y="548713"/>
                </a:lnTo>
                <a:lnTo>
                  <a:pt x="291224" y="537515"/>
                </a:lnTo>
                <a:lnTo>
                  <a:pt x="243459" y="527998"/>
                </a:lnTo>
                <a:lnTo>
                  <a:pt x="195326" y="520180"/>
                </a:lnTo>
                <a:lnTo>
                  <a:pt x="146870" y="514073"/>
                </a:lnTo>
                <a:lnTo>
                  <a:pt x="98134" y="509692"/>
                </a:lnTo>
                <a:lnTo>
                  <a:pt x="49162" y="507053"/>
                </a:lnTo>
                <a:lnTo>
                  <a:pt x="0" y="506170"/>
                </a:lnTo>
                <a:lnTo>
                  <a:pt x="0" y="0"/>
                </a:lnTo>
                <a:lnTo>
                  <a:pt x="50531" y="680"/>
                </a:lnTo>
                <a:lnTo>
                  <a:pt x="100924" y="2717"/>
                </a:lnTo>
                <a:lnTo>
                  <a:pt x="151153" y="6101"/>
                </a:lnTo>
                <a:lnTo>
                  <a:pt x="201192" y="10825"/>
                </a:lnTo>
                <a:lnTo>
                  <a:pt x="251015" y="16878"/>
                </a:lnTo>
                <a:lnTo>
                  <a:pt x="300598" y="24254"/>
                </a:lnTo>
                <a:lnTo>
                  <a:pt x="349914" y="32943"/>
                </a:lnTo>
                <a:lnTo>
                  <a:pt x="398937" y="42937"/>
                </a:lnTo>
                <a:lnTo>
                  <a:pt x="447643" y="54227"/>
                </a:lnTo>
                <a:lnTo>
                  <a:pt x="496006" y="66806"/>
                </a:lnTo>
                <a:lnTo>
                  <a:pt x="544001" y="80664"/>
                </a:lnTo>
                <a:lnTo>
                  <a:pt x="591600" y="95793"/>
                </a:lnTo>
                <a:lnTo>
                  <a:pt x="638781" y="112184"/>
                </a:lnTo>
                <a:lnTo>
                  <a:pt x="685515" y="129829"/>
                </a:lnTo>
                <a:lnTo>
                  <a:pt x="731779" y="148720"/>
                </a:lnTo>
                <a:lnTo>
                  <a:pt x="777546" y="168848"/>
                </a:lnTo>
                <a:lnTo>
                  <a:pt x="822791" y="190204"/>
                </a:lnTo>
                <a:lnTo>
                  <a:pt x="867489" y="212781"/>
                </a:lnTo>
                <a:lnTo>
                  <a:pt x="911613" y="236569"/>
                </a:lnTo>
                <a:lnTo>
                  <a:pt x="955139" y="261559"/>
                </a:lnTo>
                <a:lnTo>
                  <a:pt x="998040" y="287745"/>
                </a:lnTo>
                <a:lnTo>
                  <a:pt x="1040291" y="315116"/>
                </a:lnTo>
                <a:lnTo>
                  <a:pt x="1081867" y="343665"/>
                </a:lnTo>
                <a:lnTo>
                  <a:pt x="1122743" y="373382"/>
                </a:lnTo>
                <a:lnTo>
                  <a:pt x="819602" y="778740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932177" y="3566779"/>
            <a:ext cx="3749675" cy="3749675"/>
          </a:xfrm>
          <a:custGeom>
            <a:avLst/>
            <a:gdLst/>
            <a:ahLst/>
            <a:cxnLst/>
            <a:rect l="l" t="t" r="r" b="b"/>
            <a:pathLst>
              <a:path w="3749675" h="3749675">
                <a:moveTo>
                  <a:pt x="1862645" y="3749392"/>
                </a:moveTo>
                <a:lnTo>
                  <a:pt x="1813967" y="3748450"/>
                </a:lnTo>
                <a:lnTo>
                  <a:pt x="1765275" y="3746241"/>
                </a:lnTo>
                <a:lnTo>
                  <a:pt x="1716596" y="3742760"/>
                </a:lnTo>
                <a:lnTo>
                  <a:pt x="1667952" y="3738005"/>
                </a:lnTo>
                <a:lnTo>
                  <a:pt x="1619371" y="3731971"/>
                </a:lnTo>
                <a:lnTo>
                  <a:pt x="1570875" y="3724655"/>
                </a:lnTo>
                <a:lnTo>
                  <a:pt x="1522490" y="3716053"/>
                </a:lnTo>
                <a:lnTo>
                  <a:pt x="1474241" y="3706162"/>
                </a:lnTo>
                <a:lnTo>
                  <a:pt x="1426152" y="3694977"/>
                </a:lnTo>
                <a:lnTo>
                  <a:pt x="1378249" y="3682494"/>
                </a:lnTo>
                <a:lnTo>
                  <a:pt x="1330555" y="3668711"/>
                </a:lnTo>
                <a:lnTo>
                  <a:pt x="1283096" y="3653623"/>
                </a:lnTo>
                <a:lnTo>
                  <a:pt x="1236054" y="3637284"/>
                </a:lnTo>
                <a:lnTo>
                  <a:pt x="1189605" y="3619758"/>
                </a:lnTo>
                <a:lnTo>
                  <a:pt x="1143767" y="3601066"/>
                </a:lnTo>
                <a:lnTo>
                  <a:pt x="1098557" y="3581223"/>
                </a:lnTo>
                <a:lnTo>
                  <a:pt x="1053994" y="3560249"/>
                </a:lnTo>
                <a:lnTo>
                  <a:pt x="1010094" y="3538160"/>
                </a:lnTo>
                <a:lnTo>
                  <a:pt x="966876" y="3514976"/>
                </a:lnTo>
                <a:lnTo>
                  <a:pt x="924356" y="3490713"/>
                </a:lnTo>
                <a:lnTo>
                  <a:pt x="882554" y="3465389"/>
                </a:lnTo>
                <a:lnTo>
                  <a:pt x="841485" y="3439022"/>
                </a:lnTo>
                <a:lnTo>
                  <a:pt x="801168" y="3411631"/>
                </a:lnTo>
                <a:lnTo>
                  <a:pt x="761621" y="3383232"/>
                </a:lnTo>
                <a:lnTo>
                  <a:pt x="722860" y="3353844"/>
                </a:lnTo>
                <a:lnTo>
                  <a:pt x="684905" y="3323484"/>
                </a:lnTo>
                <a:lnTo>
                  <a:pt x="647771" y="3292170"/>
                </a:lnTo>
                <a:lnTo>
                  <a:pt x="611478" y="3259921"/>
                </a:lnTo>
                <a:lnTo>
                  <a:pt x="576042" y="3226753"/>
                </a:lnTo>
                <a:lnTo>
                  <a:pt x="541481" y="3192685"/>
                </a:lnTo>
                <a:lnTo>
                  <a:pt x="507812" y="3157735"/>
                </a:lnTo>
                <a:lnTo>
                  <a:pt x="475054" y="3121920"/>
                </a:lnTo>
                <a:lnTo>
                  <a:pt x="443224" y="3085258"/>
                </a:lnTo>
                <a:lnTo>
                  <a:pt x="412340" y="3047767"/>
                </a:lnTo>
                <a:lnTo>
                  <a:pt x="382418" y="3009465"/>
                </a:lnTo>
                <a:lnTo>
                  <a:pt x="353478" y="2970369"/>
                </a:lnTo>
                <a:lnTo>
                  <a:pt x="325535" y="2930498"/>
                </a:lnTo>
                <a:lnTo>
                  <a:pt x="298609" y="2889869"/>
                </a:lnTo>
                <a:lnTo>
                  <a:pt x="272716" y="2848500"/>
                </a:lnTo>
                <a:lnTo>
                  <a:pt x="247875" y="2806409"/>
                </a:lnTo>
                <a:lnTo>
                  <a:pt x="224102" y="2763613"/>
                </a:lnTo>
                <a:lnTo>
                  <a:pt x="201416" y="2720131"/>
                </a:lnTo>
                <a:lnTo>
                  <a:pt x="179833" y="2675981"/>
                </a:lnTo>
                <a:lnTo>
                  <a:pt x="159373" y="2631179"/>
                </a:lnTo>
                <a:lnTo>
                  <a:pt x="140051" y="2585744"/>
                </a:lnTo>
                <a:lnTo>
                  <a:pt x="121887" y="2539694"/>
                </a:lnTo>
                <a:lnTo>
                  <a:pt x="104897" y="2493047"/>
                </a:lnTo>
                <a:lnTo>
                  <a:pt x="89099" y="2445820"/>
                </a:lnTo>
                <a:lnTo>
                  <a:pt x="74558" y="2398191"/>
                </a:lnTo>
                <a:lnTo>
                  <a:pt x="61324" y="2350342"/>
                </a:lnTo>
                <a:lnTo>
                  <a:pt x="49393" y="2302298"/>
                </a:lnTo>
                <a:lnTo>
                  <a:pt x="38762" y="2254084"/>
                </a:lnTo>
                <a:lnTo>
                  <a:pt x="29425" y="2205724"/>
                </a:lnTo>
                <a:lnTo>
                  <a:pt x="21380" y="2157244"/>
                </a:lnTo>
                <a:lnTo>
                  <a:pt x="14622" y="2108667"/>
                </a:lnTo>
                <a:lnTo>
                  <a:pt x="9147" y="2060019"/>
                </a:lnTo>
                <a:lnTo>
                  <a:pt x="4951" y="2011324"/>
                </a:lnTo>
                <a:lnTo>
                  <a:pt x="2031" y="1962608"/>
                </a:lnTo>
                <a:lnTo>
                  <a:pt x="382" y="1913894"/>
                </a:lnTo>
                <a:lnTo>
                  <a:pt x="0" y="1865208"/>
                </a:lnTo>
                <a:lnTo>
                  <a:pt x="880" y="1816574"/>
                </a:lnTo>
                <a:lnTo>
                  <a:pt x="3021" y="1768017"/>
                </a:lnTo>
                <a:lnTo>
                  <a:pt x="6416" y="1719562"/>
                </a:lnTo>
                <a:lnTo>
                  <a:pt x="11062" y="1671234"/>
                </a:lnTo>
                <a:lnTo>
                  <a:pt x="16956" y="1623056"/>
                </a:lnTo>
                <a:lnTo>
                  <a:pt x="24093" y="1575054"/>
                </a:lnTo>
                <a:lnTo>
                  <a:pt x="32468" y="1527254"/>
                </a:lnTo>
                <a:lnTo>
                  <a:pt x="42079" y="1479678"/>
                </a:lnTo>
                <a:lnTo>
                  <a:pt x="52921" y="1432353"/>
                </a:lnTo>
                <a:lnTo>
                  <a:pt x="64991" y="1385302"/>
                </a:lnTo>
                <a:lnTo>
                  <a:pt x="78283" y="1338551"/>
                </a:lnTo>
                <a:lnTo>
                  <a:pt x="92794" y="1292124"/>
                </a:lnTo>
                <a:lnTo>
                  <a:pt x="108521" y="1246046"/>
                </a:lnTo>
                <a:lnTo>
                  <a:pt x="125459" y="1200342"/>
                </a:lnTo>
                <a:lnTo>
                  <a:pt x="143603" y="1155037"/>
                </a:lnTo>
                <a:lnTo>
                  <a:pt x="162951" y="1110154"/>
                </a:lnTo>
                <a:lnTo>
                  <a:pt x="183498" y="1065720"/>
                </a:lnTo>
                <a:lnTo>
                  <a:pt x="205240" y="1021758"/>
                </a:lnTo>
                <a:lnTo>
                  <a:pt x="228173" y="978293"/>
                </a:lnTo>
                <a:lnTo>
                  <a:pt x="252293" y="935351"/>
                </a:lnTo>
                <a:lnTo>
                  <a:pt x="277597" y="892956"/>
                </a:lnTo>
                <a:lnTo>
                  <a:pt x="304079" y="851132"/>
                </a:lnTo>
                <a:lnTo>
                  <a:pt x="331736" y="809904"/>
                </a:lnTo>
                <a:lnTo>
                  <a:pt x="360565" y="769297"/>
                </a:lnTo>
                <a:lnTo>
                  <a:pt x="390459" y="729469"/>
                </a:lnTo>
                <a:lnTo>
                  <a:pt x="421301" y="690567"/>
                </a:lnTo>
                <a:lnTo>
                  <a:pt x="453070" y="652602"/>
                </a:lnTo>
                <a:lnTo>
                  <a:pt x="485742" y="615586"/>
                </a:lnTo>
                <a:lnTo>
                  <a:pt x="519295" y="579530"/>
                </a:lnTo>
                <a:lnTo>
                  <a:pt x="553707" y="544446"/>
                </a:lnTo>
                <a:lnTo>
                  <a:pt x="588956" y="510345"/>
                </a:lnTo>
                <a:lnTo>
                  <a:pt x="625019" y="477238"/>
                </a:lnTo>
                <a:lnTo>
                  <a:pt x="661874" y="445137"/>
                </a:lnTo>
                <a:lnTo>
                  <a:pt x="699498" y="414053"/>
                </a:lnTo>
                <a:lnTo>
                  <a:pt x="737870" y="383997"/>
                </a:lnTo>
                <a:lnTo>
                  <a:pt x="776966" y="354981"/>
                </a:lnTo>
                <a:lnTo>
                  <a:pt x="816766" y="327016"/>
                </a:lnTo>
                <a:lnTo>
                  <a:pt x="857245" y="300113"/>
                </a:lnTo>
                <a:lnTo>
                  <a:pt x="898383" y="274284"/>
                </a:lnTo>
                <a:lnTo>
                  <a:pt x="940156" y="249540"/>
                </a:lnTo>
                <a:lnTo>
                  <a:pt x="982542" y="225893"/>
                </a:lnTo>
                <a:lnTo>
                  <a:pt x="1025519" y="203353"/>
                </a:lnTo>
                <a:lnTo>
                  <a:pt x="1069065" y="181932"/>
                </a:lnTo>
                <a:lnTo>
                  <a:pt x="1113157" y="161642"/>
                </a:lnTo>
                <a:lnTo>
                  <a:pt x="1157773" y="142494"/>
                </a:lnTo>
                <a:lnTo>
                  <a:pt x="1202891" y="124498"/>
                </a:lnTo>
                <a:lnTo>
                  <a:pt x="1248488" y="107668"/>
                </a:lnTo>
                <a:lnTo>
                  <a:pt x="1294541" y="92013"/>
                </a:lnTo>
                <a:lnTo>
                  <a:pt x="1341030" y="77545"/>
                </a:lnTo>
                <a:lnTo>
                  <a:pt x="1387930" y="64276"/>
                </a:lnTo>
                <a:lnTo>
                  <a:pt x="1435221" y="52216"/>
                </a:lnTo>
                <a:lnTo>
                  <a:pt x="1482879" y="41378"/>
                </a:lnTo>
                <a:lnTo>
                  <a:pt x="1530883" y="31773"/>
                </a:lnTo>
                <a:lnTo>
                  <a:pt x="1579209" y="23411"/>
                </a:lnTo>
                <a:lnTo>
                  <a:pt x="1627836" y="16305"/>
                </a:lnTo>
                <a:lnTo>
                  <a:pt x="1676741" y="10465"/>
                </a:lnTo>
                <a:lnTo>
                  <a:pt x="1725903" y="5903"/>
                </a:lnTo>
                <a:lnTo>
                  <a:pt x="1775297" y="2631"/>
                </a:lnTo>
                <a:lnTo>
                  <a:pt x="1824903" y="659"/>
                </a:lnTo>
                <a:lnTo>
                  <a:pt x="1874698" y="0"/>
                </a:lnTo>
                <a:lnTo>
                  <a:pt x="1874698" y="506170"/>
                </a:lnTo>
                <a:lnTo>
                  <a:pt x="1824403" y="507093"/>
                </a:lnTo>
                <a:lnTo>
                  <a:pt x="1774384" y="509845"/>
                </a:lnTo>
                <a:lnTo>
                  <a:pt x="1724685" y="514406"/>
                </a:lnTo>
                <a:lnTo>
                  <a:pt x="1675349" y="520752"/>
                </a:lnTo>
                <a:lnTo>
                  <a:pt x="1626419" y="528863"/>
                </a:lnTo>
                <a:lnTo>
                  <a:pt x="1577938" y="538716"/>
                </a:lnTo>
                <a:lnTo>
                  <a:pt x="1529951" y="550289"/>
                </a:lnTo>
                <a:lnTo>
                  <a:pt x="1482499" y="563560"/>
                </a:lnTo>
                <a:lnTo>
                  <a:pt x="1435627" y="578507"/>
                </a:lnTo>
                <a:lnTo>
                  <a:pt x="1389378" y="595109"/>
                </a:lnTo>
                <a:lnTo>
                  <a:pt x="1343794" y="613343"/>
                </a:lnTo>
                <a:lnTo>
                  <a:pt x="1298920" y="633186"/>
                </a:lnTo>
                <a:lnTo>
                  <a:pt x="1254798" y="654618"/>
                </a:lnTo>
                <a:lnTo>
                  <a:pt x="1211472" y="677617"/>
                </a:lnTo>
                <a:lnTo>
                  <a:pt x="1168985" y="702159"/>
                </a:lnTo>
                <a:lnTo>
                  <a:pt x="1127380" y="728224"/>
                </a:lnTo>
                <a:lnTo>
                  <a:pt x="1086701" y="755789"/>
                </a:lnTo>
                <a:lnTo>
                  <a:pt x="1046991" y="784832"/>
                </a:lnTo>
                <a:lnTo>
                  <a:pt x="1008293" y="815332"/>
                </a:lnTo>
                <a:lnTo>
                  <a:pt x="970650" y="847266"/>
                </a:lnTo>
                <a:lnTo>
                  <a:pt x="934106" y="880612"/>
                </a:lnTo>
                <a:lnTo>
                  <a:pt x="898704" y="915349"/>
                </a:lnTo>
                <a:lnTo>
                  <a:pt x="864487" y="951453"/>
                </a:lnTo>
                <a:lnTo>
                  <a:pt x="831499" y="988904"/>
                </a:lnTo>
                <a:lnTo>
                  <a:pt x="799783" y="1027680"/>
                </a:lnTo>
                <a:lnTo>
                  <a:pt x="769381" y="1067758"/>
                </a:lnTo>
                <a:lnTo>
                  <a:pt x="740470" y="1108924"/>
                </a:lnTo>
                <a:lnTo>
                  <a:pt x="713200" y="1150945"/>
                </a:lnTo>
                <a:lnTo>
                  <a:pt x="687578" y="1193774"/>
                </a:lnTo>
                <a:lnTo>
                  <a:pt x="663613" y="1237364"/>
                </a:lnTo>
                <a:lnTo>
                  <a:pt x="641313" y="1281665"/>
                </a:lnTo>
                <a:lnTo>
                  <a:pt x="620684" y="1326631"/>
                </a:lnTo>
                <a:lnTo>
                  <a:pt x="601736" y="1372212"/>
                </a:lnTo>
                <a:lnTo>
                  <a:pt x="584475" y="1418362"/>
                </a:lnTo>
                <a:lnTo>
                  <a:pt x="568910" y="1465033"/>
                </a:lnTo>
                <a:lnTo>
                  <a:pt x="555047" y="1512176"/>
                </a:lnTo>
                <a:lnTo>
                  <a:pt x="542896" y="1559743"/>
                </a:lnTo>
                <a:lnTo>
                  <a:pt x="532463" y="1607687"/>
                </a:lnTo>
                <a:lnTo>
                  <a:pt x="523757" y="1655960"/>
                </a:lnTo>
                <a:lnTo>
                  <a:pt x="516785" y="1704514"/>
                </a:lnTo>
                <a:lnTo>
                  <a:pt x="511555" y="1753301"/>
                </a:lnTo>
                <a:lnTo>
                  <a:pt x="508074" y="1802272"/>
                </a:lnTo>
                <a:lnTo>
                  <a:pt x="506351" y="1851381"/>
                </a:lnTo>
                <a:lnTo>
                  <a:pt x="506394" y="1900578"/>
                </a:lnTo>
                <a:lnTo>
                  <a:pt x="508209" y="1949817"/>
                </a:lnTo>
                <a:lnTo>
                  <a:pt x="511805" y="1999050"/>
                </a:lnTo>
                <a:lnTo>
                  <a:pt x="517190" y="2048227"/>
                </a:lnTo>
                <a:lnTo>
                  <a:pt x="524370" y="2097302"/>
                </a:lnTo>
                <a:lnTo>
                  <a:pt x="533355" y="2146227"/>
                </a:lnTo>
                <a:lnTo>
                  <a:pt x="544152" y="2194953"/>
                </a:lnTo>
                <a:lnTo>
                  <a:pt x="556768" y="2243433"/>
                </a:lnTo>
                <a:lnTo>
                  <a:pt x="571212" y="2291619"/>
                </a:lnTo>
                <a:lnTo>
                  <a:pt x="587412" y="2339242"/>
                </a:lnTo>
                <a:lnTo>
                  <a:pt x="605272" y="2386045"/>
                </a:lnTo>
                <a:lnTo>
                  <a:pt x="624756" y="2431993"/>
                </a:lnTo>
                <a:lnTo>
                  <a:pt x="645830" y="2477051"/>
                </a:lnTo>
                <a:lnTo>
                  <a:pt x="668462" y="2521184"/>
                </a:lnTo>
                <a:lnTo>
                  <a:pt x="692615" y="2564358"/>
                </a:lnTo>
                <a:lnTo>
                  <a:pt x="718257" y="2606539"/>
                </a:lnTo>
                <a:lnTo>
                  <a:pt x="745353" y="2647692"/>
                </a:lnTo>
                <a:lnTo>
                  <a:pt x="773869" y="2687783"/>
                </a:lnTo>
                <a:lnTo>
                  <a:pt x="803771" y="2726777"/>
                </a:lnTo>
                <a:lnTo>
                  <a:pt x="835025" y="2764639"/>
                </a:lnTo>
                <a:lnTo>
                  <a:pt x="867596" y="2801335"/>
                </a:lnTo>
                <a:lnTo>
                  <a:pt x="901450" y="2836830"/>
                </a:lnTo>
                <a:lnTo>
                  <a:pt x="936554" y="2871091"/>
                </a:lnTo>
                <a:lnTo>
                  <a:pt x="972874" y="2904082"/>
                </a:lnTo>
                <a:lnTo>
                  <a:pt x="1010374" y="2935768"/>
                </a:lnTo>
                <a:lnTo>
                  <a:pt x="1049021" y="2966117"/>
                </a:lnTo>
                <a:lnTo>
                  <a:pt x="1088781" y="2995092"/>
                </a:lnTo>
                <a:lnTo>
                  <a:pt x="1129620" y="3022659"/>
                </a:lnTo>
                <a:lnTo>
                  <a:pt x="1171504" y="3048784"/>
                </a:lnTo>
                <a:lnTo>
                  <a:pt x="1214398" y="3073432"/>
                </a:lnTo>
                <a:lnTo>
                  <a:pt x="1258268" y="3096569"/>
                </a:lnTo>
                <a:lnTo>
                  <a:pt x="1303080" y="3118161"/>
                </a:lnTo>
                <a:lnTo>
                  <a:pt x="1348801" y="3138172"/>
                </a:lnTo>
                <a:lnTo>
                  <a:pt x="1395395" y="3156568"/>
                </a:lnTo>
                <a:lnTo>
                  <a:pt x="1442830" y="3173315"/>
                </a:lnTo>
                <a:lnTo>
                  <a:pt x="1490846" y="3188311"/>
                </a:lnTo>
                <a:lnTo>
                  <a:pt x="1539178" y="3201484"/>
                </a:lnTo>
                <a:lnTo>
                  <a:pt x="1587777" y="3212840"/>
                </a:lnTo>
                <a:lnTo>
                  <a:pt x="1636595" y="3222387"/>
                </a:lnTo>
                <a:lnTo>
                  <a:pt x="1685584" y="3230131"/>
                </a:lnTo>
                <a:lnTo>
                  <a:pt x="1734697" y="3236081"/>
                </a:lnTo>
                <a:lnTo>
                  <a:pt x="1783884" y="3240243"/>
                </a:lnTo>
                <a:lnTo>
                  <a:pt x="1833099" y="3242624"/>
                </a:lnTo>
                <a:lnTo>
                  <a:pt x="1882293" y="3243232"/>
                </a:lnTo>
                <a:lnTo>
                  <a:pt x="1931418" y="3242074"/>
                </a:lnTo>
                <a:lnTo>
                  <a:pt x="1980426" y="3239156"/>
                </a:lnTo>
                <a:lnTo>
                  <a:pt x="2029270" y="3234487"/>
                </a:lnTo>
                <a:lnTo>
                  <a:pt x="2077900" y="3228074"/>
                </a:lnTo>
                <a:lnTo>
                  <a:pt x="2126270" y="3219923"/>
                </a:lnTo>
                <a:lnTo>
                  <a:pt x="2174331" y="3210042"/>
                </a:lnTo>
                <a:lnTo>
                  <a:pt x="2222035" y="3198439"/>
                </a:lnTo>
                <a:lnTo>
                  <a:pt x="2269334" y="3185119"/>
                </a:lnTo>
                <a:lnTo>
                  <a:pt x="2316181" y="3170091"/>
                </a:lnTo>
                <a:lnTo>
                  <a:pt x="2362526" y="3153362"/>
                </a:lnTo>
                <a:lnTo>
                  <a:pt x="2408323" y="3134939"/>
                </a:lnTo>
                <a:lnTo>
                  <a:pt x="2453522" y="3114829"/>
                </a:lnTo>
                <a:lnTo>
                  <a:pt x="2498077" y="3093039"/>
                </a:lnTo>
                <a:lnTo>
                  <a:pt x="2541939" y="3069577"/>
                </a:lnTo>
                <a:lnTo>
                  <a:pt x="2585060" y="3044449"/>
                </a:lnTo>
                <a:lnTo>
                  <a:pt x="2627392" y="3017664"/>
                </a:lnTo>
                <a:lnTo>
                  <a:pt x="2668888" y="2989228"/>
                </a:lnTo>
                <a:lnTo>
                  <a:pt x="2709312" y="2959289"/>
                </a:lnTo>
                <a:lnTo>
                  <a:pt x="2748450" y="2928021"/>
                </a:lnTo>
                <a:lnTo>
                  <a:pt x="2786278" y="2895465"/>
                </a:lnTo>
                <a:lnTo>
                  <a:pt x="2822774" y="2861666"/>
                </a:lnTo>
                <a:lnTo>
                  <a:pt x="2857915" y="2826665"/>
                </a:lnTo>
                <a:lnTo>
                  <a:pt x="2891679" y="2790507"/>
                </a:lnTo>
                <a:lnTo>
                  <a:pt x="2924043" y="2753234"/>
                </a:lnTo>
                <a:lnTo>
                  <a:pt x="2954986" y="2714889"/>
                </a:lnTo>
                <a:lnTo>
                  <a:pt x="2984484" y="2675515"/>
                </a:lnTo>
                <a:lnTo>
                  <a:pt x="3012515" y="2635156"/>
                </a:lnTo>
                <a:lnTo>
                  <a:pt x="3039056" y="2593854"/>
                </a:lnTo>
                <a:lnTo>
                  <a:pt x="3064085" y="2551651"/>
                </a:lnTo>
                <a:lnTo>
                  <a:pt x="3087580" y="2508593"/>
                </a:lnTo>
                <a:lnTo>
                  <a:pt x="3109518" y="2464720"/>
                </a:lnTo>
                <a:lnTo>
                  <a:pt x="3129876" y="2420077"/>
                </a:lnTo>
                <a:lnTo>
                  <a:pt x="3148633" y="2374706"/>
                </a:lnTo>
                <a:lnTo>
                  <a:pt x="3165765" y="2328650"/>
                </a:lnTo>
                <a:lnTo>
                  <a:pt x="3181250" y="2281953"/>
                </a:lnTo>
                <a:lnTo>
                  <a:pt x="3195066" y="2234657"/>
                </a:lnTo>
                <a:lnTo>
                  <a:pt x="3207190" y="2186806"/>
                </a:lnTo>
                <a:lnTo>
                  <a:pt x="3217599" y="2138442"/>
                </a:lnTo>
                <a:lnTo>
                  <a:pt x="3226272" y="2089609"/>
                </a:lnTo>
                <a:lnTo>
                  <a:pt x="3233185" y="2040349"/>
                </a:lnTo>
                <a:lnTo>
                  <a:pt x="3238317" y="1990705"/>
                </a:lnTo>
                <a:lnTo>
                  <a:pt x="3241644" y="1940721"/>
                </a:lnTo>
                <a:lnTo>
                  <a:pt x="3243145" y="1890440"/>
                </a:lnTo>
                <a:lnTo>
                  <a:pt x="3242801" y="1840137"/>
                </a:lnTo>
                <a:lnTo>
                  <a:pt x="3240623" y="1790090"/>
                </a:lnTo>
                <a:lnTo>
                  <a:pt x="3236634" y="1740341"/>
                </a:lnTo>
                <a:lnTo>
                  <a:pt x="3230855" y="1690935"/>
                </a:lnTo>
                <a:lnTo>
                  <a:pt x="3223308" y="1641915"/>
                </a:lnTo>
                <a:lnTo>
                  <a:pt x="3214013" y="1593325"/>
                </a:lnTo>
                <a:lnTo>
                  <a:pt x="3202992" y="1545207"/>
                </a:lnTo>
                <a:lnTo>
                  <a:pt x="3190267" y="1497607"/>
                </a:lnTo>
                <a:lnTo>
                  <a:pt x="3175860" y="1450566"/>
                </a:lnTo>
                <a:lnTo>
                  <a:pt x="3159791" y="1404128"/>
                </a:lnTo>
                <a:lnTo>
                  <a:pt x="3142083" y="1358338"/>
                </a:lnTo>
                <a:lnTo>
                  <a:pt x="3122756" y="1313239"/>
                </a:lnTo>
                <a:lnTo>
                  <a:pt x="3101833" y="1268874"/>
                </a:lnTo>
                <a:lnTo>
                  <a:pt x="3079334" y="1225286"/>
                </a:lnTo>
                <a:lnTo>
                  <a:pt x="3055281" y="1182520"/>
                </a:lnTo>
                <a:lnTo>
                  <a:pt x="3029697" y="1140618"/>
                </a:lnTo>
                <a:lnTo>
                  <a:pt x="3002601" y="1099625"/>
                </a:lnTo>
                <a:lnTo>
                  <a:pt x="2974016" y="1059583"/>
                </a:lnTo>
                <a:lnTo>
                  <a:pt x="2943964" y="1020537"/>
                </a:lnTo>
                <a:lnTo>
                  <a:pt x="2912465" y="982530"/>
                </a:lnTo>
                <a:lnTo>
                  <a:pt x="2879541" y="945605"/>
                </a:lnTo>
                <a:lnTo>
                  <a:pt x="2845213" y="909806"/>
                </a:lnTo>
                <a:lnTo>
                  <a:pt x="2809504" y="875176"/>
                </a:lnTo>
                <a:lnTo>
                  <a:pt x="2772435" y="841760"/>
                </a:lnTo>
                <a:lnTo>
                  <a:pt x="2734027" y="809600"/>
                </a:lnTo>
                <a:lnTo>
                  <a:pt x="2694301" y="778740"/>
                </a:lnTo>
                <a:lnTo>
                  <a:pt x="2997442" y="373382"/>
                </a:lnTo>
                <a:lnTo>
                  <a:pt x="3036924" y="403732"/>
                </a:lnTo>
                <a:lnTo>
                  <a:pt x="3075469" y="435020"/>
                </a:lnTo>
                <a:lnTo>
                  <a:pt x="3113066" y="467223"/>
                </a:lnTo>
                <a:lnTo>
                  <a:pt x="3149704" y="500318"/>
                </a:lnTo>
                <a:lnTo>
                  <a:pt x="3185371" y="534284"/>
                </a:lnTo>
                <a:lnTo>
                  <a:pt x="3220058" y="569097"/>
                </a:lnTo>
                <a:lnTo>
                  <a:pt x="3253751" y="604735"/>
                </a:lnTo>
                <a:lnTo>
                  <a:pt x="3286441" y="641176"/>
                </a:lnTo>
                <a:lnTo>
                  <a:pt x="3318117" y="678398"/>
                </a:lnTo>
                <a:lnTo>
                  <a:pt x="3348766" y="716377"/>
                </a:lnTo>
                <a:lnTo>
                  <a:pt x="3378379" y="755092"/>
                </a:lnTo>
                <a:lnTo>
                  <a:pt x="3406944" y="794520"/>
                </a:lnTo>
                <a:lnTo>
                  <a:pt x="3434449" y="834638"/>
                </a:lnTo>
                <a:lnTo>
                  <a:pt x="3460885" y="875424"/>
                </a:lnTo>
                <a:lnTo>
                  <a:pt x="3486239" y="916855"/>
                </a:lnTo>
                <a:lnTo>
                  <a:pt x="3510502" y="958910"/>
                </a:lnTo>
                <a:lnTo>
                  <a:pt x="3533660" y="1001566"/>
                </a:lnTo>
                <a:lnTo>
                  <a:pt x="3555705" y="1044799"/>
                </a:lnTo>
                <a:lnTo>
                  <a:pt x="3576623" y="1088588"/>
                </a:lnTo>
                <a:lnTo>
                  <a:pt x="3596405" y="1132911"/>
                </a:lnTo>
                <a:lnTo>
                  <a:pt x="3615039" y="1177744"/>
                </a:lnTo>
                <a:lnTo>
                  <a:pt x="3632515" y="1223065"/>
                </a:lnTo>
                <a:lnTo>
                  <a:pt x="3648820" y="1268853"/>
                </a:lnTo>
                <a:lnTo>
                  <a:pt x="3663945" y="1315083"/>
                </a:lnTo>
                <a:lnTo>
                  <a:pt x="3677877" y="1361735"/>
                </a:lnTo>
                <a:lnTo>
                  <a:pt x="3690606" y="1408785"/>
                </a:lnTo>
                <a:lnTo>
                  <a:pt x="3702121" y="1456211"/>
                </a:lnTo>
                <a:lnTo>
                  <a:pt x="3712411" y="1503991"/>
                </a:lnTo>
                <a:lnTo>
                  <a:pt x="3721464" y="1552101"/>
                </a:lnTo>
                <a:lnTo>
                  <a:pt x="3729269" y="1600521"/>
                </a:lnTo>
                <a:lnTo>
                  <a:pt x="3735816" y="1649226"/>
                </a:lnTo>
                <a:lnTo>
                  <a:pt x="3741093" y="1698195"/>
                </a:lnTo>
                <a:lnTo>
                  <a:pt x="3745090" y="1747406"/>
                </a:lnTo>
                <a:lnTo>
                  <a:pt x="3747794" y="1796835"/>
                </a:lnTo>
                <a:lnTo>
                  <a:pt x="3749195" y="1846460"/>
                </a:lnTo>
                <a:lnTo>
                  <a:pt x="3749283" y="1896260"/>
                </a:lnTo>
                <a:lnTo>
                  <a:pt x="3748050" y="1946044"/>
                </a:lnTo>
                <a:lnTo>
                  <a:pt x="3745509" y="1995624"/>
                </a:lnTo>
                <a:lnTo>
                  <a:pt x="3741668" y="2044978"/>
                </a:lnTo>
                <a:lnTo>
                  <a:pt x="3736542" y="2094083"/>
                </a:lnTo>
                <a:lnTo>
                  <a:pt x="3730140" y="2142918"/>
                </a:lnTo>
                <a:lnTo>
                  <a:pt x="3722475" y="2191460"/>
                </a:lnTo>
                <a:lnTo>
                  <a:pt x="3713559" y="2239687"/>
                </a:lnTo>
                <a:lnTo>
                  <a:pt x="3703402" y="2287577"/>
                </a:lnTo>
                <a:lnTo>
                  <a:pt x="3692017" y="2335108"/>
                </a:lnTo>
                <a:lnTo>
                  <a:pt x="3679415" y="2382256"/>
                </a:lnTo>
                <a:lnTo>
                  <a:pt x="3665607" y="2429002"/>
                </a:lnTo>
                <a:lnTo>
                  <a:pt x="3650606" y="2475321"/>
                </a:lnTo>
                <a:lnTo>
                  <a:pt x="3634423" y="2521191"/>
                </a:lnTo>
                <a:lnTo>
                  <a:pt x="3617069" y="2566592"/>
                </a:lnTo>
                <a:lnTo>
                  <a:pt x="3598556" y="2611499"/>
                </a:lnTo>
                <a:lnTo>
                  <a:pt x="3578896" y="2655892"/>
                </a:lnTo>
                <a:lnTo>
                  <a:pt x="3558100" y="2699748"/>
                </a:lnTo>
                <a:lnTo>
                  <a:pt x="3536180" y="2743045"/>
                </a:lnTo>
                <a:lnTo>
                  <a:pt x="3513148" y="2785760"/>
                </a:lnTo>
                <a:lnTo>
                  <a:pt x="3489015" y="2827872"/>
                </a:lnTo>
                <a:lnTo>
                  <a:pt x="3463792" y="2869358"/>
                </a:lnTo>
                <a:lnTo>
                  <a:pt x="3437492" y="2910195"/>
                </a:lnTo>
                <a:lnTo>
                  <a:pt x="3410125" y="2950363"/>
                </a:lnTo>
                <a:lnTo>
                  <a:pt x="3381705" y="2989838"/>
                </a:lnTo>
                <a:lnTo>
                  <a:pt x="3352241" y="3028599"/>
                </a:lnTo>
                <a:lnTo>
                  <a:pt x="3321746" y="3066622"/>
                </a:lnTo>
                <a:lnTo>
                  <a:pt x="3290231" y="3103887"/>
                </a:lnTo>
                <a:lnTo>
                  <a:pt x="3257709" y="3140370"/>
                </a:lnTo>
                <a:lnTo>
                  <a:pt x="3224189" y="3176050"/>
                </a:lnTo>
                <a:lnTo>
                  <a:pt x="3189685" y="3210905"/>
                </a:lnTo>
                <a:lnTo>
                  <a:pt x="3154208" y="3244911"/>
                </a:lnTo>
                <a:lnTo>
                  <a:pt x="3117769" y="3278048"/>
                </a:lnTo>
                <a:lnTo>
                  <a:pt x="3080380" y="3310292"/>
                </a:lnTo>
                <a:lnTo>
                  <a:pt x="3042053" y="3341622"/>
                </a:lnTo>
                <a:lnTo>
                  <a:pt x="3002798" y="3372015"/>
                </a:lnTo>
                <a:lnTo>
                  <a:pt x="2962629" y="3401449"/>
                </a:lnTo>
                <a:lnTo>
                  <a:pt x="2921693" y="3429809"/>
                </a:lnTo>
                <a:lnTo>
                  <a:pt x="2880150" y="3456991"/>
                </a:lnTo>
                <a:lnTo>
                  <a:pt x="2838025" y="3482990"/>
                </a:lnTo>
                <a:lnTo>
                  <a:pt x="2795341" y="3507805"/>
                </a:lnTo>
                <a:lnTo>
                  <a:pt x="2752124" y="3531429"/>
                </a:lnTo>
                <a:lnTo>
                  <a:pt x="2708399" y="3553861"/>
                </a:lnTo>
                <a:lnTo>
                  <a:pt x="2664190" y="3575097"/>
                </a:lnTo>
                <a:lnTo>
                  <a:pt x="2619523" y="3595131"/>
                </a:lnTo>
                <a:lnTo>
                  <a:pt x="2574421" y="3613962"/>
                </a:lnTo>
                <a:lnTo>
                  <a:pt x="2528910" y="3631585"/>
                </a:lnTo>
                <a:lnTo>
                  <a:pt x="2483014" y="3647996"/>
                </a:lnTo>
                <a:lnTo>
                  <a:pt x="2436758" y="3663191"/>
                </a:lnTo>
                <a:lnTo>
                  <a:pt x="2390168" y="3677168"/>
                </a:lnTo>
                <a:lnTo>
                  <a:pt x="2343267" y="3689922"/>
                </a:lnTo>
                <a:lnTo>
                  <a:pt x="2296081" y="3701450"/>
                </a:lnTo>
                <a:lnTo>
                  <a:pt x="2248634" y="3711747"/>
                </a:lnTo>
                <a:lnTo>
                  <a:pt x="2200951" y="3720810"/>
                </a:lnTo>
                <a:lnTo>
                  <a:pt x="2153057" y="3728636"/>
                </a:lnTo>
                <a:lnTo>
                  <a:pt x="2104976" y="3735220"/>
                </a:lnTo>
                <a:lnTo>
                  <a:pt x="2056734" y="3740560"/>
                </a:lnTo>
                <a:lnTo>
                  <a:pt x="2008355" y="3744650"/>
                </a:lnTo>
                <a:lnTo>
                  <a:pt x="1959864" y="3747488"/>
                </a:lnTo>
                <a:lnTo>
                  <a:pt x="1911286" y="3749070"/>
                </a:lnTo>
                <a:lnTo>
                  <a:pt x="1862645" y="3749392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732059" y="4295868"/>
            <a:ext cx="2232458" cy="22324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1609324" y="4751969"/>
            <a:ext cx="1035737" cy="17704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545865" y="7768373"/>
            <a:ext cx="314325" cy="333375"/>
          </a:xfrm>
          <a:custGeom>
            <a:avLst/>
            <a:gdLst/>
            <a:ahLst/>
            <a:cxnLst/>
            <a:rect l="l" t="t" r="r" b="b"/>
            <a:pathLst>
              <a:path w="314325" h="333375">
                <a:moveTo>
                  <a:pt x="311135" y="192217"/>
                </a:moveTo>
                <a:lnTo>
                  <a:pt x="272925" y="192217"/>
                </a:lnTo>
                <a:lnTo>
                  <a:pt x="272925" y="136462"/>
                </a:lnTo>
                <a:lnTo>
                  <a:pt x="223798" y="136462"/>
                </a:lnTo>
                <a:lnTo>
                  <a:pt x="223798" y="104491"/>
                </a:lnTo>
                <a:lnTo>
                  <a:pt x="272925" y="104491"/>
                </a:lnTo>
                <a:lnTo>
                  <a:pt x="272925" y="67841"/>
                </a:lnTo>
                <a:lnTo>
                  <a:pt x="223798" y="67841"/>
                </a:lnTo>
                <a:lnTo>
                  <a:pt x="223798" y="36260"/>
                </a:lnTo>
                <a:lnTo>
                  <a:pt x="272925" y="36260"/>
                </a:lnTo>
                <a:lnTo>
                  <a:pt x="272925" y="0"/>
                </a:lnTo>
                <a:lnTo>
                  <a:pt x="311135" y="0"/>
                </a:lnTo>
                <a:lnTo>
                  <a:pt x="311135" y="192217"/>
                </a:lnTo>
                <a:close/>
              </a:path>
              <a:path w="314325" h="333375">
                <a:moveTo>
                  <a:pt x="213271" y="40159"/>
                </a:moveTo>
                <a:lnTo>
                  <a:pt x="1169" y="40159"/>
                </a:lnTo>
                <a:lnTo>
                  <a:pt x="1169" y="8187"/>
                </a:lnTo>
                <a:lnTo>
                  <a:pt x="213271" y="8187"/>
                </a:lnTo>
                <a:lnTo>
                  <a:pt x="213271" y="40159"/>
                </a:lnTo>
                <a:close/>
              </a:path>
              <a:path w="314325" h="333375">
                <a:moveTo>
                  <a:pt x="76029" y="145430"/>
                </a:moveTo>
                <a:lnTo>
                  <a:pt x="38989" y="145430"/>
                </a:lnTo>
                <a:lnTo>
                  <a:pt x="38989" y="40159"/>
                </a:lnTo>
                <a:lnTo>
                  <a:pt x="76029" y="40159"/>
                </a:lnTo>
                <a:lnTo>
                  <a:pt x="76029" y="145430"/>
                </a:lnTo>
                <a:close/>
              </a:path>
              <a:path w="314325" h="333375">
                <a:moveTo>
                  <a:pt x="114628" y="177401"/>
                </a:moveTo>
                <a:lnTo>
                  <a:pt x="0" y="177401"/>
                </a:lnTo>
                <a:lnTo>
                  <a:pt x="0" y="145430"/>
                </a:lnTo>
                <a:lnTo>
                  <a:pt x="131004" y="145430"/>
                </a:lnTo>
                <a:lnTo>
                  <a:pt x="137632" y="145040"/>
                </a:lnTo>
                <a:lnTo>
                  <a:pt x="137632" y="40159"/>
                </a:lnTo>
                <a:lnTo>
                  <a:pt x="174672" y="40159"/>
                </a:lnTo>
                <a:lnTo>
                  <a:pt x="174672" y="143090"/>
                </a:lnTo>
                <a:lnTo>
                  <a:pt x="222239" y="143090"/>
                </a:lnTo>
                <a:lnTo>
                  <a:pt x="222239" y="164924"/>
                </a:lnTo>
                <a:lnTo>
                  <a:pt x="203341" y="169999"/>
                </a:lnTo>
                <a:lnTo>
                  <a:pt x="178668" y="173941"/>
                </a:lnTo>
                <a:lnTo>
                  <a:pt x="148878" y="176493"/>
                </a:lnTo>
                <a:lnTo>
                  <a:pt x="114628" y="177401"/>
                </a:lnTo>
                <a:close/>
              </a:path>
              <a:path w="314325" h="333375">
                <a:moveTo>
                  <a:pt x="222239" y="143090"/>
                </a:moveTo>
                <a:lnTo>
                  <a:pt x="174672" y="143090"/>
                </a:lnTo>
                <a:lnTo>
                  <a:pt x="188629" y="141184"/>
                </a:lnTo>
                <a:lnTo>
                  <a:pt x="201233" y="138948"/>
                </a:lnTo>
                <a:lnTo>
                  <a:pt x="212449" y="136346"/>
                </a:lnTo>
                <a:lnTo>
                  <a:pt x="222239" y="133343"/>
                </a:lnTo>
                <a:lnTo>
                  <a:pt x="222239" y="143090"/>
                </a:lnTo>
                <a:close/>
              </a:path>
              <a:path w="314325" h="333375">
                <a:moveTo>
                  <a:pt x="169993" y="332969"/>
                </a:moveTo>
                <a:lnTo>
                  <a:pt x="113465" y="329429"/>
                </a:lnTo>
                <a:lnTo>
                  <a:pt x="67792" y="318104"/>
                </a:lnTo>
                <a:lnTo>
                  <a:pt x="37253" y="297933"/>
                </a:lnTo>
                <a:lnTo>
                  <a:pt x="26122" y="267856"/>
                </a:lnTo>
                <a:lnTo>
                  <a:pt x="37253" y="237780"/>
                </a:lnTo>
                <a:lnTo>
                  <a:pt x="67792" y="217609"/>
                </a:lnTo>
                <a:lnTo>
                  <a:pt x="113465" y="206284"/>
                </a:lnTo>
                <a:lnTo>
                  <a:pt x="169993" y="202744"/>
                </a:lnTo>
                <a:lnTo>
                  <a:pt x="226522" y="206284"/>
                </a:lnTo>
                <a:lnTo>
                  <a:pt x="272194" y="217609"/>
                </a:lnTo>
                <a:lnTo>
                  <a:pt x="296913" y="233936"/>
                </a:lnTo>
                <a:lnTo>
                  <a:pt x="169993" y="233936"/>
                </a:lnTo>
                <a:lnTo>
                  <a:pt x="129791" y="235946"/>
                </a:lnTo>
                <a:lnTo>
                  <a:pt x="97229" y="242123"/>
                </a:lnTo>
                <a:lnTo>
                  <a:pt x="75413" y="252687"/>
                </a:lnTo>
                <a:lnTo>
                  <a:pt x="67451" y="267856"/>
                </a:lnTo>
                <a:lnTo>
                  <a:pt x="75413" y="283026"/>
                </a:lnTo>
                <a:lnTo>
                  <a:pt x="97229" y="293589"/>
                </a:lnTo>
                <a:lnTo>
                  <a:pt x="129791" y="299767"/>
                </a:lnTo>
                <a:lnTo>
                  <a:pt x="169993" y="301777"/>
                </a:lnTo>
                <a:lnTo>
                  <a:pt x="296913" y="301777"/>
                </a:lnTo>
                <a:lnTo>
                  <a:pt x="272194" y="318104"/>
                </a:lnTo>
                <a:lnTo>
                  <a:pt x="226522" y="329429"/>
                </a:lnTo>
                <a:lnTo>
                  <a:pt x="169993" y="332969"/>
                </a:lnTo>
                <a:close/>
              </a:path>
              <a:path w="314325" h="333375">
                <a:moveTo>
                  <a:pt x="296913" y="301777"/>
                </a:moveTo>
                <a:lnTo>
                  <a:pt x="169993" y="301777"/>
                </a:lnTo>
                <a:lnTo>
                  <a:pt x="210195" y="299767"/>
                </a:lnTo>
                <a:lnTo>
                  <a:pt x="242757" y="293589"/>
                </a:lnTo>
                <a:lnTo>
                  <a:pt x="264573" y="283026"/>
                </a:lnTo>
                <a:lnTo>
                  <a:pt x="272535" y="267856"/>
                </a:lnTo>
                <a:lnTo>
                  <a:pt x="264573" y="252687"/>
                </a:lnTo>
                <a:lnTo>
                  <a:pt x="242757" y="242123"/>
                </a:lnTo>
                <a:lnTo>
                  <a:pt x="210195" y="235946"/>
                </a:lnTo>
                <a:lnTo>
                  <a:pt x="169993" y="233936"/>
                </a:lnTo>
                <a:lnTo>
                  <a:pt x="296913" y="233936"/>
                </a:lnTo>
                <a:lnTo>
                  <a:pt x="302734" y="237780"/>
                </a:lnTo>
                <a:lnTo>
                  <a:pt x="313864" y="267856"/>
                </a:lnTo>
                <a:lnTo>
                  <a:pt x="302734" y="297933"/>
                </a:lnTo>
                <a:lnTo>
                  <a:pt x="296913" y="30177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928741" y="7772400"/>
            <a:ext cx="287020" cy="33020"/>
          </a:xfrm>
          <a:custGeom>
            <a:avLst/>
            <a:gdLst/>
            <a:ahLst/>
            <a:cxnLst/>
            <a:rect l="l" t="t" r="r" b="b"/>
            <a:pathLst>
              <a:path w="287020" h="33020">
                <a:moveTo>
                  <a:pt x="0" y="0"/>
                </a:moveTo>
                <a:lnTo>
                  <a:pt x="286961" y="0"/>
                </a:lnTo>
                <a:lnTo>
                  <a:pt x="286961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176713" y="7805419"/>
            <a:ext cx="39370" cy="85090"/>
          </a:xfrm>
          <a:custGeom>
            <a:avLst/>
            <a:gdLst/>
            <a:ahLst/>
            <a:cxnLst/>
            <a:rect l="l" t="t" r="r" b="b"/>
            <a:pathLst>
              <a:path w="39370" h="85090">
                <a:moveTo>
                  <a:pt x="0" y="0"/>
                </a:moveTo>
                <a:lnTo>
                  <a:pt x="38989" y="0"/>
                </a:lnTo>
                <a:lnTo>
                  <a:pt x="38989" y="85089"/>
                </a:lnTo>
                <a:lnTo>
                  <a:pt x="0" y="8508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906907" y="7909514"/>
            <a:ext cx="332740" cy="33655"/>
          </a:xfrm>
          <a:custGeom>
            <a:avLst/>
            <a:gdLst/>
            <a:ahLst/>
            <a:cxnLst/>
            <a:rect l="l" t="t" r="r" b="b"/>
            <a:pathLst>
              <a:path w="332739" h="33654">
                <a:moveTo>
                  <a:pt x="332579" y="33140"/>
                </a:moveTo>
                <a:lnTo>
                  <a:pt x="0" y="33140"/>
                </a:lnTo>
                <a:lnTo>
                  <a:pt x="0" y="0"/>
                </a:lnTo>
                <a:lnTo>
                  <a:pt x="332579" y="0"/>
                </a:lnTo>
                <a:lnTo>
                  <a:pt x="332579" y="3314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021535" y="7942656"/>
            <a:ext cx="38735" cy="77470"/>
          </a:xfrm>
          <a:custGeom>
            <a:avLst/>
            <a:gdLst/>
            <a:ahLst/>
            <a:cxnLst/>
            <a:rect l="l" t="t" r="r" b="b"/>
            <a:pathLst>
              <a:path w="38735" h="77470">
                <a:moveTo>
                  <a:pt x="38599" y="77198"/>
                </a:moveTo>
                <a:lnTo>
                  <a:pt x="0" y="77198"/>
                </a:lnTo>
                <a:lnTo>
                  <a:pt x="0" y="0"/>
                </a:lnTo>
                <a:lnTo>
                  <a:pt x="38599" y="0"/>
                </a:lnTo>
                <a:lnTo>
                  <a:pt x="38599" y="7719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120568" y="7942656"/>
            <a:ext cx="38735" cy="77470"/>
          </a:xfrm>
          <a:custGeom>
            <a:avLst/>
            <a:gdLst/>
            <a:ahLst/>
            <a:cxnLst/>
            <a:rect l="l" t="t" r="r" b="b"/>
            <a:pathLst>
              <a:path w="38735" h="77470">
                <a:moveTo>
                  <a:pt x="38209" y="77198"/>
                </a:moveTo>
                <a:lnTo>
                  <a:pt x="0" y="77198"/>
                </a:lnTo>
                <a:lnTo>
                  <a:pt x="0" y="0"/>
                </a:lnTo>
                <a:lnTo>
                  <a:pt x="38209" y="0"/>
                </a:lnTo>
                <a:lnTo>
                  <a:pt x="38209" y="7719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929910" y="7983219"/>
            <a:ext cx="39370" cy="81280"/>
          </a:xfrm>
          <a:custGeom>
            <a:avLst/>
            <a:gdLst/>
            <a:ahLst/>
            <a:cxnLst/>
            <a:rect l="l" t="t" r="r" b="b"/>
            <a:pathLst>
              <a:path w="39370" h="81279">
                <a:moveTo>
                  <a:pt x="0" y="0"/>
                </a:moveTo>
                <a:lnTo>
                  <a:pt x="38989" y="0"/>
                </a:lnTo>
                <a:lnTo>
                  <a:pt x="38989" y="81279"/>
                </a:lnTo>
                <a:lnTo>
                  <a:pt x="0" y="8127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929910" y="8064500"/>
            <a:ext cx="292735" cy="33020"/>
          </a:xfrm>
          <a:custGeom>
            <a:avLst/>
            <a:gdLst/>
            <a:ahLst/>
            <a:cxnLst/>
            <a:rect l="l" t="t" r="r" b="b"/>
            <a:pathLst>
              <a:path w="292735" h="33020">
                <a:moveTo>
                  <a:pt x="0" y="0"/>
                </a:moveTo>
                <a:lnTo>
                  <a:pt x="292420" y="0"/>
                </a:lnTo>
                <a:lnTo>
                  <a:pt x="292420" y="33020"/>
                </a:lnTo>
                <a:lnTo>
                  <a:pt x="0" y="330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390490" y="7778750"/>
            <a:ext cx="286385" cy="35560"/>
          </a:xfrm>
          <a:custGeom>
            <a:avLst/>
            <a:gdLst/>
            <a:ahLst/>
            <a:cxnLst/>
            <a:rect l="l" t="t" r="r" b="b"/>
            <a:pathLst>
              <a:path w="286385" h="35559">
                <a:moveTo>
                  <a:pt x="0" y="0"/>
                </a:moveTo>
                <a:lnTo>
                  <a:pt x="286181" y="0"/>
                </a:lnTo>
                <a:lnTo>
                  <a:pt x="286181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90490" y="7814309"/>
            <a:ext cx="38735" cy="90170"/>
          </a:xfrm>
          <a:custGeom>
            <a:avLst/>
            <a:gdLst/>
            <a:ahLst/>
            <a:cxnLst/>
            <a:rect l="l" t="t" r="r" b="b"/>
            <a:pathLst>
              <a:path w="38735" h="90170">
                <a:moveTo>
                  <a:pt x="0" y="0"/>
                </a:moveTo>
                <a:lnTo>
                  <a:pt x="38599" y="0"/>
                </a:lnTo>
                <a:lnTo>
                  <a:pt x="38599" y="90170"/>
                </a:lnTo>
                <a:lnTo>
                  <a:pt x="0" y="9017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90490" y="7904480"/>
            <a:ext cx="286385" cy="35560"/>
          </a:xfrm>
          <a:custGeom>
            <a:avLst/>
            <a:gdLst/>
            <a:ahLst/>
            <a:cxnLst/>
            <a:rect l="l" t="t" r="r" b="b"/>
            <a:pathLst>
              <a:path w="286385" h="35559">
                <a:moveTo>
                  <a:pt x="0" y="0"/>
                </a:moveTo>
                <a:lnTo>
                  <a:pt x="286181" y="0"/>
                </a:lnTo>
                <a:lnTo>
                  <a:pt x="286181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638072" y="7813991"/>
            <a:ext cx="38735" cy="90170"/>
          </a:xfrm>
          <a:custGeom>
            <a:avLst/>
            <a:gdLst/>
            <a:ahLst/>
            <a:cxnLst/>
            <a:rect l="l" t="t" r="r" b="b"/>
            <a:pathLst>
              <a:path w="38735" h="90170">
                <a:moveTo>
                  <a:pt x="38599" y="90065"/>
                </a:moveTo>
                <a:lnTo>
                  <a:pt x="0" y="90065"/>
                </a:lnTo>
                <a:lnTo>
                  <a:pt x="0" y="0"/>
                </a:lnTo>
                <a:lnTo>
                  <a:pt x="38599" y="0"/>
                </a:lnTo>
                <a:lnTo>
                  <a:pt x="38599" y="90065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367487" y="7979695"/>
            <a:ext cx="332740" cy="36830"/>
          </a:xfrm>
          <a:custGeom>
            <a:avLst/>
            <a:gdLst/>
            <a:ahLst/>
            <a:cxnLst/>
            <a:rect l="l" t="t" r="r" b="b"/>
            <a:pathLst>
              <a:path w="332739" h="36829">
                <a:moveTo>
                  <a:pt x="332579" y="36649"/>
                </a:moveTo>
                <a:lnTo>
                  <a:pt x="0" y="36649"/>
                </a:lnTo>
                <a:lnTo>
                  <a:pt x="0" y="0"/>
                </a:lnTo>
                <a:lnTo>
                  <a:pt x="332579" y="0"/>
                </a:lnTo>
                <a:lnTo>
                  <a:pt x="332579" y="366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513697" y="8016346"/>
            <a:ext cx="40005" cy="93345"/>
          </a:xfrm>
          <a:custGeom>
            <a:avLst/>
            <a:gdLst/>
            <a:ahLst/>
            <a:cxnLst/>
            <a:rect l="l" t="t" r="r" b="b"/>
            <a:pathLst>
              <a:path w="40004" h="93345">
                <a:moveTo>
                  <a:pt x="39769" y="92794"/>
                </a:moveTo>
                <a:lnTo>
                  <a:pt x="0" y="92794"/>
                </a:lnTo>
                <a:lnTo>
                  <a:pt x="0" y="0"/>
                </a:lnTo>
                <a:lnTo>
                  <a:pt x="39769" y="0"/>
                </a:lnTo>
                <a:lnTo>
                  <a:pt x="39769" y="9279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730867" y="7766034"/>
            <a:ext cx="332740" cy="343535"/>
          </a:xfrm>
          <a:custGeom>
            <a:avLst/>
            <a:gdLst/>
            <a:ahLst/>
            <a:cxnLst/>
            <a:rect l="l" t="t" r="r" b="b"/>
            <a:pathLst>
              <a:path w="332739" h="343534">
                <a:moveTo>
                  <a:pt x="7797" y="178961"/>
                </a:moveTo>
                <a:lnTo>
                  <a:pt x="7797" y="142311"/>
                </a:lnTo>
                <a:lnTo>
                  <a:pt x="49978" y="135221"/>
                </a:lnTo>
                <a:lnTo>
                  <a:pt x="88845" y="115068"/>
                </a:lnTo>
                <a:lnTo>
                  <a:pt x="122024" y="84229"/>
                </a:lnTo>
                <a:lnTo>
                  <a:pt x="147136" y="45081"/>
                </a:lnTo>
                <a:lnTo>
                  <a:pt x="161805" y="0"/>
                </a:lnTo>
                <a:lnTo>
                  <a:pt x="201574" y="6238"/>
                </a:lnTo>
                <a:lnTo>
                  <a:pt x="198078" y="22156"/>
                </a:lnTo>
                <a:lnTo>
                  <a:pt x="193484" y="37673"/>
                </a:lnTo>
                <a:lnTo>
                  <a:pt x="187867" y="52678"/>
                </a:lnTo>
                <a:lnTo>
                  <a:pt x="181300" y="67061"/>
                </a:lnTo>
                <a:lnTo>
                  <a:pt x="234725" y="96693"/>
                </a:lnTo>
                <a:lnTo>
                  <a:pt x="162585" y="96693"/>
                </a:lnTo>
                <a:lnTo>
                  <a:pt x="131327" y="130711"/>
                </a:lnTo>
                <a:lnTo>
                  <a:pt x="94110" y="156542"/>
                </a:lnTo>
                <a:lnTo>
                  <a:pt x="52434" y="173015"/>
                </a:lnTo>
                <a:lnTo>
                  <a:pt x="7797" y="178961"/>
                </a:lnTo>
                <a:close/>
              </a:path>
              <a:path w="332739" h="343534">
                <a:moveTo>
                  <a:pt x="306066" y="178571"/>
                </a:moveTo>
                <a:lnTo>
                  <a:pt x="162585" y="96693"/>
                </a:lnTo>
                <a:lnTo>
                  <a:pt x="234725" y="96693"/>
                </a:lnTo>
                <a:lnTo>
                  <a:pt x="324001" y="146210"/>
                </a:lnTo>
                <a:lnTo>
                  <a:pt x="306066" y="178571"/>
                </a:lnTo>
                <a:close/>
              </a:path>
              <a:path w="332739" h="343534">
                <a:moveTo>
                  <a:pt x="332579" y="249921"/>
                </a:moveTo>
                <a:lnTo>
                  <a:pt x="0" y="249921"/>
                </a:lnTo>
                <a:lnTo>
                  <a:pt x="0" y="214051"/>
                </a:lnTo>
                <a:lnTo>
                  <a:pt x="332579" y="214051"/>
                </a:lnTo>
                <a:lnTo>
                  <a:pt x="332579" y="249921"/>
                </a:lnTo>
                <a:close/>
              </a:path>
              <a:path w="332739" h="343534">
                <a:moveTo>
                  <a:pt x="185589" y="343106"/>
                </a:moveTo>
                <a:lnTo>
                  <a:pt x="146210" y="343106"/>
                </a:lnTo>
                <a:lnTo>
                  <a:pt x="146210" y="249921"/>
                </a:lnTo>
                <a:lnTo>
                  <a:pt x="185589" y="249921"/>
                </a:lnTo>
                <a:lnTo>
                  <a:pt x="185589" y="34310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098537" y="7768373"/>
            <a:ext cx="316230" cy="333375"/>
          </a:xfrm>
          <a:custGeom>
            <a:avLst/>
            <a:gdLst/>
            <a:ahLst/>
            <a:cxnLst/>
            <a:rect l="l" t="t" r="r" b="b"/>
            <a:pathLst>
              <a:path w="316229" h="333375">
                <a:moveTo>
                  <a:pt x="315813" y="332969"/>
                </a:moveTo>
                <a:lnTo>
                  <a:pt x="279163" y="332969"/>
                </a:lnTo>
                <a:lnTo>
                  <a:pt x="279163" y="0"/>
                </a:lnTo>
                <a:lnTo>
                  <a:pt x="315813" y="0"/>
                </a:lnTo>
                <a:lnTo>
                  <a:pt x="315813" y="332969"/>
                </a:lnTo>
                <a:close/>
              </a:path>
              <a:path w="316229" h="333375">
                <a:moveTo>
                  <a:pt x="235105" y="138802"/>
                </a:moveTo>
                <a:lnTo>
                  <a:pt x="198845" y="138802"/>
                </a:lnTo>
                <a:lnTo>
                  <a:pt x="198845" y="1949"/>
                </a:lnTo>
                <a:lnTo>
                  <a:pt x="235105" y="1949"/>
                </a:lnTo>
                <a:lnTo>
                  <a:pt x="235105" y="138802"/>
                </a:lnTo>
                <a:close/>
              </a:path>
              <a:path w="316229" h="333375">
                <a:moveTo>
                  <a:pt x="77588" y="317373"/>
                </a:moveTo>
                <a:lnTo>
                  <a:pt x="44246" y="308320"/>
                </a:lnTo>
                <a:lnTo>
                  <a:pt x="19933" y="280333"/>
                </a:lnTo>
                <a:lnTo>
                  <a:pt x="5050" y="232169"/>
                </a:lnTo>
                <a:lnTo>
                  <a:pt x="0" y="162585"/>
                </a:lnTo>
                <a:lnTo>
                  <a:pt x="5050" y="93001"/>
                </a:lnTo>
                <a:lnTo>
                  <a:pt x="19933" y="44837"/>
                </a:lnTo>
                <a:lnTo>
                  <a:pt x="44246" y="16850"/>
                </a:lnTo>
                <a:lnTo>
                  <a:pt x="77588" y="7797"/>
                </a:lnTo>
                <a:lnTo>
                  <a:pt x="108615" y="15492"/>
                </a:lnTo>
                <a:lnTo>
                  <a:pt x="131930" y="39233"/>
                </a:lnTo>
                <a:lnTo>
                  <a:pt x="133305" y="42888"/>
                </a:lnTo>
                <a:lnTo>
                  <a:pt x="77588" y="42888"/>
                </a:lnTo>
                <a:lnTo>
                  <a:pt x="59513" y="50076"/>
                </a:lnTo>
                <a:lnTo>
                  <a:pt x="46738" y="72032"/>
                </a:lnTo>
                <a:lnTo>
                  <a:pt x="39153" y="109340"/>
                </a:lnTo>
                <a:lnTo>
                  <a:pt x="36649" y="162585"/>
                </a:lnTo>
                <a:lnTo>
                  <a:pt x="39153" y="215830"/>
                </a:lnTo>
                <a:lnTo>
                  <a:pt x="46738" y="253138"/>
                </a:lnTo>
                <a:lnTo>
                  <a:pt x="59513" y="275094"/>
                </a:lnTo>
                <a:lnTo>
                  <a:pt x="77588" y="282282"/>
                </a:lnTo>
                <a:lnTo>
                  <a:pt x="133824" y="282282"/>
                </a:lnTo>
                <a:lnTo>
                  <a:pt x="133441" y="283403"/>
                </a:lnTo>
                <a:lnTo>
                  <a:pt x="109718" y="309069"/>
                </a:lnTo>
                <a:lnTo>
                  <a:pt x="77588" y="317373"/>
                </a:lnTo>
                <a:close/>
              </a:path>
              <a:path w="316229" h="333375">
                <a:moveTo>
                  <a:pt x="133824" y="282282"/>
                </a:moveTo>
                <a:lnTo>
                  <a:pt x="77588" y="282282"/>
                </a:lnTo>
                <a:lnTo>
                  <a:pt x="95603" y="275094"/>
                </a:lnTo>
                <a:lnTo>
                  <a:pt x="108244" y="253138"/>
                </a:lnTo>
                <a:lnTo>
                  <a:pt x="115694" y="215830"/>
                </a:lnTo>
                <a:lnTo>
                  <a:pt x="118137" y="162585"/>
                </a:lnTo>
                <a:lnTo>
                  <a:pt x="115694" y="109340"/>
                </a:lnTo>
                <a:lnTo>
                  <a:pt x="108244" y="72032"/>
                </a:lnTo>
                <a:lnTo>
                  <a:pt x="95603" y="50076"/>
                </a:lnTo>
                <a:lnTo>
                  <a:pt x="77588" y="42888"/>
                </a:lnTo>
                <a:lnTo>
                  <a:pt x="133305" y="42888"/>
                </a:lnTo>
                <a:lnTo>
                  <a:pt x="147276" y="80007"/>
                </a:lnTo>
                <a:lnTo>
                  <a:pt x="154397" y="138802"/>
                </a:lnTo>
                <a:lnTo>
                  <a:pt x="235105" y="138802"/>
                </a:lnTo>
                <a:lnTo>
                  <a:pt x="235105" y="175452"/>
                </a:lnTo>
                <a:lnTo>
                  <a:pt x="154787" y="175452"/>
                </a:lnTo>
                <a:lnTo>
                  <a:pt x="148537" y="239242"/>
                </a:lnTo>
                <a:lnTo>
                  <a:pt x="133824" y="282282"/>
                </a:lnTo>
                <a:close/>
              </a:path>
              <a:path w="316229" h="333375">
                <a:moveTo>
                  <a:pt x="235105" y="327120"/>
                </a:moveTo>
                <a:lnTo>
                  <a:pt x="198845" y="327120"/>
                </a:lnTo>
                <a:lnTo>
                  <a:pt x="198845" y="175452"/>
                </a:lnTo>
                <a:lnTo>
                  <a:pt x="235105" y="175452"/>
                </a:lnTo>
                <a:lnTo>
                  <a:pt x="235105" y="32712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469326" y="7768373"/>
            <a:ext cx="336550" cy="328930"/>
          </a:xfrm>
          <a:custGeom>
            <a:avLst/>
            <a:gdLst/>
            <a:ahLst/>
            <a:cxnLst/>
            <a:rect l="l" t="t" r="r" b="b"/>
            <a:pathLst>
              <a:path w="336550" h="328929">
                <a:moveTo>
                  <a:pt x="289690" y="248362"/>
                </a:moveTo>
                <a:lnTo>
                  <a:pt x="251091" y="248362"/>
                </a:lnTo>
                <a:lnTo>
                  <a:pt x="251091" y="0"/>
                </a:lnTo>
                <a:lnTo>
                  <a:pt x="289690" y="0"/>
                </a:lnTo>
                <a:lnTo>
                  <a:pt x="289690" y="86946"/>
                </a:lnTo>
                <a:lnTo>
                  <a:pt x="336478" y="86946"/>
                </a:lnTo>
                <a:lnTo>
                  <a:pt x="336478" y="123986"/>
                </a:lnTo>
                <a:lnTo>
                  <a:pt x="289690" y="123986"/>
                </a:lnTo>
                <a:lnTo>
                  <a:pt x="289690" y="248362"/>
                </a:lnTo>
                <a:close/>
              </a:path>
              <a:path w="336550" h="328929">
                <a:moveTo>
                  <a:pt x="118917" y="201964"/>
                </a:moveTo>
                <a:lnTo>
                  <a:pt x="0" y="201964"/>
                </a:lnTo>
                <a:lnTo>
                  <a:pt x="0" y="8187"/>
                </a:lnTo>
                <a:lnTo>
                  <a:pt x="203134" y="8187"/>
                </a:lnTo>
                <a:lnTo>
                  <a:pt x="203134" y="40938"/>
                </a:lnTo>
                <a:lnTo>
                  <a:pt x="38209" y="40938"/>
                </a:lnTo>
                <a:lnTo>
                  <a:pt x="38209" y="88895"/>
                </a:lnTo>
                <a:lnTo>
                  <a:pt x="196506" y="88895"/>
                </a:lnTo>
                <a:lnTo>
                  <a:pt x="196506" y="120477"/>
                </a:lnTo>
                <a:lnTo>
                  <a:pt x="38209" y="120477"/>
                </a:lnTo>
                <a:lnTo>
                  <a:pt x="38209" y="169213"/>
                </a:lnTo>
                <a:lnTo>
                  <a:pt x="226918" y="169213"/>
                </a:lnTo>
                <a:lnTo>
                  <a:pt x="226918" y="187148"/>
                </a:lnTo>
                <a:lnTo>
                  <a:pt x="207959" y="193247"/>
                </a:lnTo>
                <a:lnTo>
                  <a:pt x="182860" y="197919"/>
                </a:lnTo>
                <a:lnTo>
                  <a:pt x="152789" y="200910"/>
                </a:lnTo>
                <a:lnTo>
                  <a:pt x="118917" y="201964"/>
                </a:lnTo>
                <a:close/>
              </a:path>
              <a:path w="336550" h="328929">
                <a:moveTo>
                  <a:pt x="226918" y="169213"/>
                </a:moveTo>
                <a:lnTo>
                  <a:pt x="122036" y="169213"/>
                </a:lnTo>
                <a:lnTo>
                  <a:pt x="154489" y="168220"/>
                </a:lnTo>
                <a:lnTo>
                  <a:pt x="183396" y="165363"/>
                </a:lnTo>
                <a:lnTo>
                  <a:pt x="207843" y="160824"/>
                </a:lnTo>
                <a:lnTo>
                  <a:pt x="226918" y="154787"/>
                </a:lnTo>
                <a:lnTo>
                  <a:pt x="226918" y="169213"/>
                </a:lnTo>
                <a:close/>
              </a:path>
              <a:path w="336550" h="328929">
                <a:moveTo>
                  <a:pt x="298658" y="328680"/>
                </a:moveTo>
                <a:lnTo>
                  <a:pt x="11306" y="328680"/>
                </a:lnTo>
                <a:lnTo>
                  <a:pt x="11306" y="232766"/>
                </a:lnTo>
                <a:lnTo>
                  <a:pt x="50296" y="232766"/>
                </a:lnTo>
                <a:lnTo>
                  <a:pt x="50296" y="294369"/>
                </a:lnTo>
                <a:lnTo>
                  <a:pt x="298658" y="294369"/>
                </a:lnTo>
                <a:lnTo>
                  <a:pt x="298658" y="3286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821010" y="7767204"/>
            <a:ext cx="332740" cy="330200"/>
          </a:xfrm>
          <a:custGeom>
            <a:avLst/>
            <a:gdLst/>
            <a:ahLst/>
            <a:cxnLst/>
            <a:rect l="l" t="t" r="r" b="b"/>
            <a:pathLst>
              <a:path w="332740" h="330200">
                <a:moveTo>
                  <a:pt x="185199" y="143870"/>
                </a:moveTo>
                <a:lnTo>
                  <a:pt x="146989" y="143870"/>
                </a:lnTo>
                <a:lnTo>
                  <a:pt x="146989" y="120866"/>
                </a:lnTo>
                <a:lnTo>
                  <a:pt x="97028" y="116194"/>
                </a:lnTo>
                <a:lnTo>
                  <a:pt x="56680" y="105125"/>
                </a:lnTo>
                <a:lnTo>
                  <a:pt x="29711" y="86818"/>
                </a:lnTo>
                <a:lnTo>
                  <a:pt x="19884" y="60433"/>
                </a:lnTo>
                <a:lnTo>
                  <a:pt x="31435" y="32403"/>
                </a:lnTo>
                <a:lnTo>
                  <a:pt x="62870" y="13695"/>
                </a:lnTo>
                <a:lnTo>
                  <a:pt x="109365" y="3247"/>
                </a:lnTo>
                <a:lnTo>
                  <a:pt x="166094" y="0"/>
                </a:lnTo>
                <a:lnTo>
                  <a:pt x="222824" y="3247"/>
                </a:lnTo>
                <a:lnTo>
                  <a:pt x="269318" y="13695"/>
                </a:lnTo>
                <a:lnTo>
                  <a:pt x="295441" y="29242"/>
                </a:lnTo>
                <a:lnTo>
                  <a:pt x="166094" y="29242"/>
                </a:lnTo>
                <a:lnTo>
                  <a:pt x="124954" y="31045"/>
                </a:lnTo>
                <a:lnTo>
                  <a:pt x="91088" y="36649"/>
                </a:lnTo>
                <a:lnTo>
                  <a:pt x="68115" y="46348"/>
                </a:lnTo>
                <a:lnTo>
                  <a:pt x="59653" y="60433"/>
                </a:lnTo>
                <a:lnTo>
                  <a:pt x="68115" y="74682"/>
                </a:lnTo>
                <a:lnTo>
                  <a:pt x="91088" y="84363"/>
                </a:lnTo>
                <a:lnTo>
                  <a:pt x="124954" y="89876"/>
                </a:lnTo>
                <a:lnTo>
                  <a:pt x="166094" y="91624"/>
                </a:lnTo>
                <a:lnTo>
                  <a:pt x="295396" y="91624"/>
                </a:lnTo>
                <a:lnTo>
                  <a:pt x="275508" y="105125"/>
                </a:lnTo>
                <a:lnTo>
                  <a:pt x="235160" y="116194"/>
                </a:lnTo>
                <a:lnTo>
                  <a:pt x="185199" y="120866"/>
                </a:lnTo>
                <a:lnTo>
                  <a:pt x="185199" y="143870"/>
                </a:lnTo>
                <a:close/>
              </a:path>
              <a:path w="332740" h="330200">
                <a:moveTo>
                  <a:pt x="295396" y="91624"/>
                </a:moveTo>
                <a:lnTo>
                  <a:pt x="166094" y="91624"/>
                </a:lnTo>
                <a:lnTo>
                  <a:pt x="207234" y="89876"/>
                </a:lnTo>
                <a:lnTo>
                  <a:pt x="241100" y="84363"/>
                </a:lnTo>
                <a:lnTo>
                  <a:pt x="264073" y="74682"/>
                </a:lnTo>
                <a:lnTo>
                  <a:pt x="272535" y="60433"/>
                </a:lnTo>
                <a:lnTo>
                  <a:pt x="264073" y="46348"/>
                </a:lnTo>
                <a:lnTo>
                  <a:pt x="241100" y="36649"/>
                </a:lnTo>
                <a:lnTo>
                  <a:pt x="207234" y="31045"/>
                </a:lnTo>
                <a:lnTo>
                  <a:pt x="166094" y="29242"/>
                </a:lnTo>
                <a:lnTo>
                  <a:pt x="295441" y="29242"/>
                </a:lnTo>
                <a:lnTo>
                  <a:pt x="300754" y="32403"/>
                </a:lnTo>
                <a:lnTo>
                  <a:pt x="312304" y="60433"/>
                </a:lnTo>
                <a:lnTo>
                  <a:pt x="302478" y="86818"/>
                </a:lnTo>
                <a:lnTo>
                  <a:pt x="295396" y="91624"/>
                </a:lnTo>
                <a:close/>
              </a:path>
              <a:path w="332740" h="330200">
                <a:moveTo>
                  <a:pt x="332579" y="173892"/>
                </a:moveTo>
                <a:lnTo>
                  <a:pt x="0" y="173892"/>
                </a:lnTo>
                <a:lnTo>
                  <a:pt x="0" y="143870"/>
                </a:lnTo>
                <a:lnTo>
                  <a:pt x="332579" y="143870"/>
                </a:lnTo>
                <a:lnTo>
                  <a:pt x="332579" y="173892"/>
                </a:lnTo>
                <a:close/>
              </a:path>
              <a:path w="332740" h="330200">
                <a:moveTo>
                  <a:pt x="315423" y="329849"/>
                </a:moveTo>
                <a:lnTo>
                  <a:pt x="23003" y="329849"/>
                </a:lnTo>
                <a:lnTo>
                  <a:pt x="23003" y="250311"/>
                </a:lnTo>
                <a:lnTo>
                  <a:pt x="271755" y="250311"/>
                </a:lnTo>
                <a:lnTo>
                  <a:pt x="271755" y="226918"/>
                </a:lnTo>
                <a:lnTo>
                  <a:pt x="22223" y="226918"/>
                </a:lnTo>
                <a:lnTo>
                  <a:pt x="22223" y="198065"/>
                </a:lnTo>
                <a:lnTo>
                  <a:pt x="309575" y="198065"/>
                </a:lnTo>
                <a:lnTo>
                  <a:pt x="309575" y="277604"/>
                </a:lnTo>
                <a:lnTo>
                  <a:pt x="60823" y="277604"/>
                </a:lnTo>
                <a:lnTo>
                  <a:pt x="60823" y="300997"/>
                </a:lnTo>
                <a:lnTo>
                  <a:pt x="315423" y="300997"/>
                </a:lnTo>
                <a:lnTo>
                  <a:pt x="315423" y="32984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318889" y="8158316"/>
            <a:ext cx="325755" cy="333375"/>
          </a:xfrm>
          <a:custGeom>
            <a:avLst/>
            <a:gdLst/>
            <a:ahLst/>
            <a:cxnLst/>
            <a:rect l="l" t="t" r="r" b="b"/>
            <a:pathLst>
              <a:path w="325754" h="333375">
                <a:moveTo>
                  <a:pt x="320102" y="62772"/>
                </a:moveTo>
                <a:lnTo>
                  <a:pt x="283452" y="62772"/>
                </a:lnTo>
                <a:lnTo>
                  <a:pt x="283452" y="0"/>
                </a:lnTo>
                <a:lnTo>
                  <a:pt x="320102" y="0"/>
                </a:lnTo>
                <a:lnTo>
                  <a:pt x="320102" y="62772"/>
                </a:lnTo>
                <a:close/>
              </a:path>
              <a:path w="325754" h="333375">
                <a:moveTo>
                  <a:pt x="226918" y="183639"/>
                </a:moveTo>
                <a:lnTo>
                  <a:pt x="190268" y="183639"/>
                </a:lnTo>
                <a:lnTo>
                  <a:pt x="190268" y="1949"/>
                </a:lnTo>
                <a:lnTo>
                  <a:pt x="226918" y="1949"/>
                </a:lnTo>
                <a:lnTo>
                  <a:pt x="226918" y="62772"/>
                </a:lnTo>
                <a:lnTo>
                  <a:pt x="320102" y="62772"/>
                </a:lnTo>
                <a:lnTo>
                  <a:pt x="320102" y="98253"/>
                </a:lnTo>
                <a:lnTo>
                  <a:pt x="226918" y="98253"/>
                </a:lnTo>
                <a:lnTo>
                  <a:pt x="226918" y="183639"/>
                </a:lnTo>
                <a:close/>
              </a:path>
              <a:path w="325754" h="333375">
                <a:moveTo>
                  <a:pt x="320102" y="194556"/>
                </a:moveTo>
                <a:lnTo>
                  <a:pt x="283452" y="194556"/>
                </a:lnTo>
                <a:lnTo>
                  <a:pt x="283452" y="98253"/>
                </a:lnTo>
                <a:lnTo>
                  <a:pt x="320102" y="98253"/>
                </a:lnTo>
                <a:lnTo>
                  <a:pt x="320102" y="194556"/>
                </a:lnTo>
                <a:close/>
              </a:path>
              <a:path w="325754" h="333375">
                <a:moveTo>
                  <a:pt x="0" y="184809"/>
                </a:moveTo>
                <a:lnTo>
                  <a:pt x="0" y="149719"/>
                </a:lnTo>
                <a:lnTo>
                  <a:pt x="33476" y="131046"/>
                </a:lnTo>
                <a:lnTo>
                  <a:pt x="55803" y="98886"/>
                </a:lnTo>
                <a:lnTo>
                  <a:pt x="68261" y="55687"/>
                </a:lnTo>
                <a:lnTo>
                  <a:pt x="72130" y="3898"/>
                </a:lnTo>
                <a:lnTo>
                  <a:pt x="109170" y="5068"/>
                </a:lnTo>
                <a:lnTo>
                  <a:pt x="108725" y="23996"/>
                </a:lnTo>
                <a:lnTo>
                  <a:pt x="107366" y="42157"/>
                </a:lnTo>
                <a:lnTo>
                  <a:pt x="105058" y="59513"/>
                </a:lnTo>
                <a:lnTo>
                  <a:pt x="101762" y="76029"/>
                </a:lnTo>
                <a:lnTo>
                  <a:pt x="140289" y="111899"/>
                </a:lnTo>
                <a:lnTo>
                  <a:pt x="89675" y="111899"/>
                </a:lnTo>
                <a:lnTo>
                  <a:pt x="74512" y="138643"/>
                </a:lnTo>
                <a:lnTo>
                  <a:pt x="54633" y="160051"/>
                </a:lnTo>
                <a:lnTo>
                  <a:pt x="29857" y="175610"/>
                </a:lnTo>
                <a:lnTo>
                  <a:pt x="0" y="184809"/>
                </a:lnTo>
                <a:close/>
              </a:path>
              <a:path w="325754" h="333375">
                <a:moveTo>
                  <a:pt x="155567" y="175062"/>
                </a:moveTo>
                <a:lnTo>
                  <a:pt x="89675" y="111899"/>
                </a:lnTo>
                <a:lnTo>
                  <a:pt x="140289" y="111899"/>
                </a:lnTo>
                <a:lnTo>
                  <a:pt x="180910" y="149719"/>
                </a:lnTo>
                <a:lnTo>
                  <a:pt x="155567" y="175062"/>
                </a:lnTo>
                <a:close/>
              </a:path>
              <a:path w="325754" h="333375">
                <a:moveTo>
                  <a:pt x="177401" y="332969"/>
                </a:moveTo>
                <a:lnTo>
                  <a:pt x="120757" y="329581"/>
                </a:lnTo>
                <a:lnTo>
                  <a:pt x="73689" y="318445"/>
                </a:lnTo>
                <a:lnTo>
                  <a:pt x="41535" y="298097"/>
                </a:lnTo>
                <a:lnTo>
                  <a:pt x="29631" y="267077"/>
                </a:lnTo>
                <a:lnTo>
                  <a:pt x="41535" y="236056"/>
                </a:lnTo>
                <a:lnTo>
                  <a:pt x="73689" y="215708"/>
                </a:lnTo>
                <a:lnTo>
                  <a:pt x="120757" y="204572"/>
                </a:lnTo>
                <a:lnTo>
                  <a:pt x="177401" y="201185"/>
                </a:lnTo>
                <a:lnTo>
                  <a:pt x="234045" y="204572"/>
                </a:lnTo>
                <a:lnTo>
                  <a:pt x="281113" y="215708"/>
                </a:lnTo>
                <a:lnTo>
                  <a:pt x="308068" y="232766"/>
                </a:lnTo>
                <a:lnTo>
                  <a:pt x="177401" y="232766"/>
                </a:lnTo>
                <a:lnTo>
                  <a:pt x="137681" y="234563"/>
                </a:lnTo>
                <a:lnTo>
                  <a:pt x="103516" y="240418"/>
                </a:lnTo>
                <a:lnTo>
                  <a:pt x="79587" y="251024"/>
                </a:lnTo>
                <a:lnTo>
                  <a:pt x="70570" y="267077"/>
                </a:lnTo>
                <a:lnTo>
                  <a:pt x="79587" y="283129"/>
                </a:lnTo>
                <a:lnTo>
                  <a:pt x="103516" y="293736"/>
                </a:lnTo>
                <a:lnTo>
                  <a:pt x="137681" y="299590"/>
                </a:lnTo>
                <a:lnTo>
                  <a:pt x="177401" y="301387"/>
                </a:lnTo>
                <a:lnTo>
                  <a:pt x="308068" y="301387"/>
                </a:lnTo>
                <a:lnTo>
                  <a:pt x="281113" y="318445"/>
                </a:lnTo>
                <a:lnTo>
                  <a:pt x="234045" y="329581"/>
                </a:lnTo>
                <a:lnTo>
                  <a:pt x="177401" y="332969"/>
                </a:lnTo>
                <a:close/>
              </a:path>
              <a:path w="325754" h="333375">
                <a:moveTo>
                  <a:pt x="308068" y="301387"/>
                </a:moveTo>
                <a:lnTo>
                  <a:pt x="177401" y="301387"/>
                </a:lnTo>
                <a:lnTo>
                  <a:pt x="217121" y="299590"/>
                </a:lnTo>
                <a:lnTo>
                  <a:pt x="251286" y="293736"/>
                </a:lnTo>
                <a:lnTo>
                  <a:pt x="275216" y="283129"/>
                </a:lnTo>
                <a:lnTo>
                  <a:pt x="284232" y="267077"/>
                </a:lnTo>
                <a:lnTo>
                  <a:pt x="275216" y="251024"/>
                </a:lnTo>
                <a:lnTo>
                  <a:pt x="251286" y="240418"/>
                </a:lnTo>
                <a:lnTo>
                  <a:pt x="217121" y="234563"/>
                </a:lnTo>
                <a:lnTo>
                  <a:pt x="177401" y="232766"/>
                </a:lnTo>
                <a:lnTo>
                  <a:pt x="308068" y="232766"/>
                </a:lnTo>
                <a:lnTo>
                  <a:pt x="313267" y="236056"/>
                </a:lnTo>
                <a:lnTo>
                  <a:pt x="325171" y="267077"/>
                </a:lnTo>
                <a:lnTo>
                  <a:pt x="313267" y="298097"/>
                </a:lnTo>
                <a:lnTo>
                  <a:pt x="308068" y="30138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683050" y="8158316"/>
            <a:ext cx="347980" cy="328930"/>
          </a:xfrm>
          <a:custGeom>
            <a:avLst/>
            <a:gdLst/>
            <a:ahLst/>
            <a:cxnLst/>
            <a:rect l="l" t="t" r="r" b="b"/>
            <a:pathLst>
              <a:path w="347979" h="328929">
                <a:moveTo>
                  <a:pt x="300607" y="247192"/>
                </a:moveTo>
                <a:lnTo>
                  <a:pt x="262008" y="247192"/>
                </a:lnTo>
                <a:lnTo>
                  <a:pt x="262008" y="0"/>
                </a:lnTo>
                <a:lnTo>
                  <a:pt x="300607" y="0"/>
                </a:lnTo>
                <a:lnTo>
                  <a:pt x="300607" y="75639"/>
                </a:lnTo>
                <a:lnTo>
                  <a:pt x="347395" y="75639"/>
                </a:lnTo>
                <a:lnTo>
                  <a:pt x="347395" y="112679"/>
                </a:lnTo>
                <a:lnTo>
                  <a:pt x="300607" y="112679"/>
                </a:lnTo>
                <a:lnTo>
                  <a:pt x="300607" y="247192"/>
                </a:lnTo>
                <a:close/>
              </a:path>
              <a:path w="347979" h="328929">
                <a:moveTo>
                  <a:pt x="0" y="196896"/>
                </a:moveTo>
                <a:lnTo>
                  <a:pt x="0" y="160636"/>
                </a:lnTo>
                <a:lnTo>
                  <a:pt x="42315" y="142164"/>
                </a:lnTo>
                <a:lnTo>
                  <a:pt x="73884" y="106733"/>
                </a:lnTo>
                <a:lnTo>
                  <a:pt x="93757" y="58873"/>
                </a:lnTo>
                <a:lnTo>
                  <a:pt x="100982" y="3119"/>
                </a:lnTo>
                <a:lnTo>
                  <a:pt x="139581" y="5458"/>
                </a:lnTo>
                <a:lnTo>
                  <a:pt x="138710" y="26567"/>
                </a:lnTo>
                <a:lnTo>
                  <a:pt x="136121" y="47128"/>
                </a:lnTo>
                <a:lnTo>
                  <a:pt x="131851" y="67031"/>
                </a:lnTo>
                <a:lnTo>
                  <a:pt x="125935" y="86166"/>
                </a:lnTo>
                <a:lnTo>
                  <a:pt x="168766" y="118527"/>
                </a:lnTo>
                <a:lnTo>
                  <a:pt x="110729" y="118527"/>
                </a:lnTo>
                <a:lnTo>
                  <a:pt x="90028" y="147659"/>
                </a:lnTo>
                <a:lnTo>
                  <a:pt x="64429" y="171163"/>
                </a:lnTo>
                <a:lnTo>
                  <a:pt x="34298" y="187940"/>
                </a:lnTo>
                <a:lnTo>
                  <a:pt x="0" y="196896"/>
                </a:lnTo>
                <a:close/>
              </a:path>
              <a:path w="347979" h="328929">
                <a:moveTo>
                  <a:pt x="207813" y="193387"/>
                </a:moveTo>
                <a:lnTo>
                  <a:pt x="110729" y="118527"/>
                </a:lnTo>
                <a:lnTo>
                  <a:pt x="168766" y="118527"/>
                </a:lnTo>
                <a:lnTo>
                  <a:pt x="231206" y="165704"/>
                </a:lnTo>
                <a:lnTo>
                  <a:pt x="207813" y="193387"/>
                </a:lnTo>
                <a:close/>
              </a:path>
              <a:path w="347979" h="328929">
                <a:moveTo>
                  <a:pt x="309575" y="328680"/>
                </a:moveTo>
                <a:lnTo>
                  <a:pt x="22223" y="328680"/>
                </a:lnTo>
                <a:lnTo>
                  <a:pt x="22223" y="222629"/>
                </a:lnTo>
                <a:lnTo>
                  <a:pt x="61213" y="222629"/>
                </a:lnTo>
                <a:lnTo>
                  <a:pt x="61213" y="293589"/>
                </a:lnTo>
                <a:lnTo>
                  <a:pt x="309575" y="293589"/>
                </a:lnTo>
                <a:lnTo>
                  <a:pt x="309575" y="3286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056567" y="8158316"/>
            <a:ext cx="337820" cy="333375"/>
          </a:xfrm>
          <a:custGeom>
            <a:avLst/>
            <a:gdLst/>
            <a:ahLst/>
            <a:cxnLst/>
            <a:rect l="l" t="t" r="r" b="b"/>
            <a:pathLst>
              <a:path w="337820" h="333375">
                <a:moveTo>
                  <a:pt x="290470" y="198455"/>
                </a:moveTo>
                <a:lnTo>
                  <a:pt x="251871" y="198455"/>
                </a:lnTo>
                <a:lnTo>
                  <a:pt x="251871" y="0"/>
                </a:lnTo>
                <a:lnTo>
                  <a:pt x="290470" y="0"/>
                </a:lnTo>
                <a:lnTo>
                  <a:pt x="290470" y="37429"/>
                </a:lnTo>
                <a:lnTo>
                  <a:pt x="337257" y="37429"/>
                </a:lnTo>
                <a:lnTo>
                  <a:pt x="337257" y="70180"/>
                </a:lnTo>
                <a:lnTo>
                  <a:pt x="290470" y="70180"/>
                </a:lnTo>
                <a:lnTo>
                  <a:pt x="290470" y="111899"/>
                </a:lnTo>
                <a:lnTo>
                  <a:pt x="337257" y="111899"/>
                </a:lnTo>
                <a:lnTo>
                  <a:pt x="337257" y="144650"/>
                </a:lnTo>
                <a:lnTo>
                  <a:pt x="290470" y="144650"/>
                </a:lnTo>
                <a:lnTo>
                  <a:pt x="290470" y="198455"/>
                </a:lnTo>
                <a:close/>
              </a:path>
              <a:path w="337820" h="333375">
                <a:moveTo>
                  <a:pt x="120477" y="183249"/>
                </a:moveTo>
                <a:lnTo>
                  <a:pt x="779" y="183249"/>
                </a:lnTo>
                <a:lnTo>
                  <a:pt x="779" y="79928"/>
                </a:lnTo>
                <a:lnTo>
                  <a:pt x="155957" y="79928"/>
                </a:lnTo>
                <a:lnTo>
                  <a:pt x="155957" y="39769"/>
                </a:lnTo>
                <a:lnTo>
                  <a:pt x="0" y="39769"/>
                </a:lnTo>
                <a:lnTo>
                  <a:pt x="0" y="8187"/>
                </a:lnTo>
                <a:lnTo>
                  <a:pt x="194166" y="8187"/>
                </a:lnTo>
                <a:lnTo>
                  <a:pt x="194166" y="110729"/>
                </a:lnTo>
                <a:lnTo>
                  <a:pt x="38989" y="110729"/>
                </a:lnTo>
                <a:lnTo>
                  <a:pt x="38989" y="151668"/>
                </a:lnTo>
                <a:lnTo>
                  <a:pt x="227697" y="151668"/>
                </a:lnTo>
                <a:lnTo>
                  <a:pt x="227697" y="168433"/>
                </a:lnTo>
                <a:lnTo>
                  <a:pt x="209025" y="174532"/>
                </a:lnTo>
                <a:lnTo>
                  <a:pt x="184175" y="179204"/>
                </a:lnTo>
                <a:lnTo>
                  <a:pt x="154282" y="182196"/>
                </a:lnTo>
                <a:lnTo>
                  <a:pt x="120477" y="183249"/>
                </a:lnTo>
                <a:close/>
              </a:path>
              <a:path w="337820" h="333375">
                <a:moveTo>
                  <a:pt x="227697" y="151668"/>
                </a:moveTo>
                <a:lnTo>
                  <a:pt x="122816" y="151668"/>
                </a:lnTo>
                <a:lnTo>
                  <a:pt x="155268" y="150669"/>
                </a:lnTo>
                <a:lnTo>
                  <a:pt x="184175" y="147769"/>
                </a:lnTo>
                <a:lnTo>
                  <a:pt x="208623" y="143115"/>
                </a:lnTo>
                <a:lnTo>
                  <a:pt x="227697" y="136852"/>
                </a:lnTo>
                <a:lnTo>
                  <a:pt x="227697" y="151668"/>
                </a:lnTo>
                <a:close/>
              </a:path>
              <a:path w="337820" h="333375">
                <a:moveTo>
                  <a:pt x="152838" y="332969"/>
                </a:moveTo>
                <a:lnTo>
                  <a:pt x="96986" y="329752"/>
                </a:lnTo>
                <a:lnTo>
                  <a:pt x="51660" y="319225"/>
                </a:lnTo>
                <a:lnTo>
                  <a:pt x="21249" y="300071"/>
                </a:lnTo>
                <a:lnTo>
                  <a:pt x="10137" y="270975"/>
                </a:lnTo>
                <a:lnTo>
                  <a:pt x="21249" y="241715"/>
                </a:lnTo>
                <a:lnTo>
                  <a:pt x="51660" y="222580"/>
                </a:lnTo>
                <a:lnTo>
                  <a:pt x="96986" y="212144"/>
                </a:lnTo>
                <a:lnTo>
                  <a:pt x="152838" y="208982"/>
                </a:lnTo>
                <a:lnTo>
                  <a:pt x="208854" y="212144"/>
                </a:lnTo>
                <a:lnTo>
                  <a:pt x="254161" y="222580"/>
                </a:lnTo>
                <a:lnTo>
                  <a:pt x="281422" y="239784"/>
                </a:lnTo>
                <a:lnTo>
                  <a:pt x="152838" y="239784"/>
                </a:lnTo>
                <a:lnTo>
                  <a:pt x="112922" y="241478"/>
                </a:lnTo>
                <a:lnTo>
                  <a:pt x="80610" y="246900"/>
                </a:lnTo>
                <a:lnTo>
                  <a:pt x="58971" y="256562"/>
                </a:lnTo>
                <a:lnTo>
                  <a:pt x="51076" y="270975"/>
                </a:lnTo>
                <a:lnTo>
                  <a:pt x="58971" y="285389"/>
                </a:lnTo>
                <a:lnTo>
                  <a:pt x="80610" y="295051"/>
                </a:lnTo>
                <a:lnTo>
                  <a:pt x="112922" y="300473"/>
                </a:lnTo>
                <a:lnTo>
                  <a:pt x="152838" y="302167"/>
                </a:lnTo>
                <a:lnTo>
                  <a:pt x="281164" y="302167"/>
                </a:lnTo>
                <a:lnTo>
                  <a:pt x="254161" y="319225"/>
                </a:lnTo>
                <a:lnTo>
                  <a:pt x="208854" y="329752"/>
                </a:lnTo>
                <a:lnTo>
                  <a:pt x="152838" y="332969"/>
                </a:lnTo>
                <a:close/>
              </a:path>
              <a:path w="337820" h="333375">
                <a:moveTo>
                  <a:pt x="281164" y="302167"/>
                </a:moveTo>
                <a:lnTo>
                  <a:pt x="152838" y="302167"/>
                </a:lnTo>
                <a:lnTo>
                  <a:pt x="192753" y="300473"/>
                </a:lnTo>
                <a:lnTo>
                  <a:pt x="225066" y="295051"/>
                </a:lnTo>
                <a:lnTo>
                  <a:pt x="246705" y="285389"/>
                </a:lnTo>
                <a:lnTo>
                  <a:pt x="254600" y="270975"/>
                </a:lnTo>
                <a:lnTo>
                  <a:pt x="246705" y="256562"/>
                </a:lnTo>
                <a:lnTo>
                  <a:pt x="225066" y="246900"/>
                </a:lnTo>
                <a:lnTo>
                  <a:pt x="192753" y="241478"/>
                </a:lnTo>
                <a:lnTo>
                  <a:pt x="152838" y="239784"/>
                </a:lnTo>
                <a:lnTo>
                  <a:pt x="281422" y="239784"/>
                </a:lnTo>
                <a:lnTo>
                  <a:pt x="284482" y="241715"/>
                </a:lnTo>
                <a:lnTo>
                  <a:pt x="295539" y="270975"/>
                </a:lnTo>
                <a:lnTo>
                  <a:pt x="284482" y="300071"/>
                </a:lnTo>
                <a:lnTo>
                  <a:pt x="281164" y="3021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1261865" y="8007139"/>
            <a:ext cx="332740" cy="315595"/>
          </a:xfrm>
          <a:custGeom>
            <a:avLst/>
            <a:gdLst/>
            <a:ahLst/>
            <a:cxnLst/>
            <a:rect l="l" t="t" r="r" b="b"/>
            <a:pathLst>
              <a:path w="332740" h="315595">
                <a:moveTo>
                  <a:pt x="6628" y="207813"/>
                </a:moveTo>
                <a:lnTo>
                  <a:pt x="6628" y="171163"/>
                </a:lnTo>
                <a:lnTo>
                  <a:pt x="48858" y="162307"/>
                </a:lnTo>
                <a:lnTo>
                  <a:pt x="87607" y="137750"/>
                </a:lnTo>
                <a:lnTo>
                  <a:pt x="120798" y="100505"/>
                </a:lnTo>
                <a:lnTo>
                  <a:pt x="146353" y="53583"/>
                </a:lnTo>
                <a:lnTo>
                  <a:pt x="162195" y="0"/>
                </a:lnTo>
                <a:lnTo>
                  <a:pt x="201964" y="7018"/>
                </a:lnTo>
                <a:lnTo>
                  <a:pt x="197870" y="26080"/>
                </a:lnTo>
                <a:lnTo>
                  <a:pt x="192607" y="44594"/>
                </a:lnTo>
                <a:lnTo>
                  <a:pt x="186174" y="62449"/>
                </a:lnTo>
                <a:lnTo>
                  <a:pt x="178571" y="79538"/>
                </a:lnTo>
                <a:lnTo>
                  <a:pt x="224347" y="110339"/>
                </a:lnTo>
                <a:lnTo>
                  <a:pt x="161805" y="110339"/>
                </a:lnTo>
                <a:lnTo>
                  <a:pt x="130376" y="150407"/>
                </a:lnTo>
                <a:lnTo>
                  <a:pt x="93135" y="181154"/>
                </a:lnTo>
                <a:lnTo>
                  <a:pt x="51435" y="200862"/>
                </a:lnTo>
                <a:lnTo>
                  <a:pt x="6628" y="207813"/>
                </a:lnTo>
                <a:close/>
              </a:path>
              <a:path w="332740" h="315595">
                <a:moveTo>
                  <a:pt x="304116" y="208982"/>
                </a:moveTo>
                <a:lnTo>
                  <a:pt x="161805" y="110339"/>
                </a:lnTo>
                <a:lnTo>
                  <a:pt x="224347" y="110339"/>
                </a:lnTo>
                <a:lnTo>
                  <a:pt x="325171" y="178181"/>
                </a:lnTo>
                <a:lnTo>
                  <a:pt x="304116" y="208982"/>
                </a:lnTo>
                <a:close/>
              </a:path>
              <a:path w="332740" h="315595">
                <a:moveTo>
                  <a:pt x="332579" y="315423"/>
                </a:moveTo>
                <a:lnTo>
                  <a:pt x="0" y="315423"/>
                </a:lnTo>
                <a:lnTo>
                  <a:pt x="0" y="279163"/>
                </a:lnTo>
                <a:lnTo>
                  <a:pt x="332579" y="279163"/>
                </a:lnTo>
                <a:lnTo>
                  <a:pt x="332579" y="31542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1640451" y="8005580"/>
            <a:ext cx="295910" cy="328930"/>
          </a:xfrm>
          <a:custGeom>
            <a:avLst/>
            <a:gdLst/>
            <a:ahLst/>
            <a:cxnLst/>
            <a:rect l="l" t="t" r="r" b="b"/>
            <a:pathLst>
              <a:path w="295909" h="328929">
                <a:moveTo>
                  <a:pt x="295539" y="194946"/>
                </a:moveTo>
                <a:lnTo>
                  <a:pt x="256939" y="194946"/>
                </a:lnTo>
                <a:lnTo>
                  <a:pt x="256939" y="0"/>
                </a:lnTo>
                <a:lnTo>
                  <a:pt x="295539" y="0"/>
                </a:lnTo>
                <a:lnTo>
                  <a:pt x="295539" y="194946"/>
                </a:lnTo>
                <a:close/>
              </a:path>
              <a:path w="295909" h="328929">
                <a:moveTo>
                  <a:pt x="122816" y="183249"/>
                </a:moveTo>
                <a:lnTo>
                  <a:pt x="0" y="183249"/>
                </a:lnTo>
                <a:lnTo>
                  <a:pt x="0" y="8187"/>
                </a:lnTo>
                <a:lnTo>
                  <a:pt x="206643" y="8187"/>
                </a:lnTo>
                <a:lnTo>
                  <a:pt x="206643" y="39769"/>
                </a:lnTo>
                <a:lnTo>
                  <a:pt x="38209" y="39769"/>
                </a:lnTo>
                <a:lnTo>
                  <a:pt x="38209" y="79928"/>
                </a:lnTo>
                <a:lnTo>
                  <a:pt x="200015" y="79928"/>
                </a:lnTo>
                <a:lnTo>
                  <a:pt x="200015" y="110729"/>
                </a:lnTo>
                <a:lnTo>
                  <a:pt x="38209" y="110729"/>
                </a:lnTo>
                <a:lnTo>
                  <a:pt x="38209" y="151668"/>
                </a:lnTo>
                <a:lnTo>
                  <a:pt x="230816" y="151668"/>
                </a:lnTo>
                <a:lnTo>
                  <a:pt x="230816" y="168433"/>
                </a:lnTo>
                <a:lnTo>
                  <a:pt x="211858" y="174532"/>
                </a:lnTo>
                <a:lnTo>
                  <a:pt x="186758" y="179204"/>
                </a:lnTo>
                <a:lnTo>
                  <a:pt x="156688" y="182196"/>
                </a:lnTo>
                <a:lnTo>
                  <a:pt x="122816" y="183249"/>
                </a:lnTo>
                <a:close/>
              </a:path>
              <a:path w="295909" h="328929">
                <a:moveTo>
                  <a:pt x="230816" y="151668"/>
                </a:moveTo>
                <a:lnTo>
                  <a:pt x="125935" y="151668"/>
                </a:lnTo>
                <a:lnTo>
                  <a:pt x="158388" y="150669"/>
                </a:lnTo>
                <a:lnTo>
                  <a:pt x="187295" y="147769"/>
                </a:lnTo>
                <a:lnTo>
                  <a:pt x="211742" y="143115"/>
                </a:lnTo>
                <a:lnTo>
                  <a:pt x="230816" y="136852"/>
                </a:lnTo>
                <a:lnTo>
                  <a:pt x="230816" y="151668"/>
                </a:lnTo>
                <a:close/>
              </a:path>
              <a:path w="295909" h="328929">
                <a:moveTo>
                  <a:pt x="295539" y="328680"/>
                </a:moveTo>
                <a:lnTo>
                  <a:pt x="13256" y="328680"/>
                </a:lnTo>
                <a:lnTo>
                  <a:pt x="13256" y="213271"/>
                </a:lnTo>
                <a:lnTo>
                  <a:pt x="295539" y="213271"/>
                </a:lnTo>
                <a:lnTo>
                  <a:pt x="295539" y="244853"/>
                </a:lnTo>
                <a:lnTo>
                  <a:pt x="51465" y="244853"/>
                </a:lnTo>
                <a:lnTo>
                  <a:pt x="51465" y="297098"/>
                </a:lnTo>
                <a:lnTo>
                  <a:pt x="295539" y="297098"/>
                </a:lnTo>
                <a:lnTo>
                  <a:pt x="295539" y="328680"/>
                </a:lnTo>
                <a:close/>
              </a:path>
              <a:path w="295909" h="328929">
                <a:moveTo>
                  <a:pt x="295539" y="297098"/>
                </a:moveTo>
                <a:lnTo>
                  <a:pt x="257329" y="297098"/>
                </a:lnTo>
                <a:lnTo>
                  <a:pt x="257329" y="244853"/>
                </a:lnTo>
                <a:lnTo>
                  <a:pt x="295539" y="244853"/>
                </a:lnTo>
                <a:lnTo>
                  <a:pt x="295539" y="29709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2088555" y="8005580"/>
            <a:ext cx="345440" cy="333375"/>
          </a:xfrm>
          <a:custGeom>
            <a:avLst/>
            <a:gdLst/>
            <a:ahLst/>
            <a:cxnLst/>
            <a:rect l="l" t="t" r="r" b="b"/>
            <a:pathLst>
              <a:path w="345440" h="333375">
                <a:moveTo>
                  <a:pt x="298658" y="332969"/>
                </a:moveTo>
                <a:lnTo>
                  <a:pt x="260058" y="332969"/>
                </a:lnTo>
                <a:lnTo>
                  <a:pt x="260058" y="0"/>
                </a:lnTo>
                <a:lnTo>
                  <a:pt x="298658" y="0"/>
                </a:lnTo>
                <a:lnTo>
                  <a:pt x="298658" y="134903"/>
                </a:lnTo>
                <a:lnTo>
                  <a:pt x="345445" y="134903"/>
                </a:lnTo>
                <a:lnTo>
                  <a:pt x="345445" y="171943"/>
                </a:lnTo>
                <a:lnTo>
                  <a:pt x="298658" y="171943"/>
                </a:lnTo>
                <a:lnTo>
                  <a:pt x="298658" y="332969"/>
                </a:lnTo>
                <a:close/>
              </a:path>
              <a:path w="345440" h="333375">
                <a:moveTo>
                  <a:pt x="0" y="313084"/>
                </a:moveTo>
                <a:lnTo>
                  <a:pt x="0" y="274095"/>
                </a:lnTo>
                <a:lnTo>
                  <a:pt x="30660" y="260463"/>
                </a:lnTo>
                <a:lnTo>
                  <a:pt x="55928" y="231582"/>
                </a:lnTo>
                <a:lnTo>
                  <a:pt x="75736" y="189683"/>
                </a:lnTo>
                <a:lnTo>
                  <a:pt x="90022" y="136997"/>
                </a:lnTo>
                <a:lnTo>
                  <a:pt x="98718" y="75754"/>
                </a:lnTo>
                <a:lnTo>
                  <a:pt x="101762" y="8187"/>
                </a:lnTo>
                <a:lnTo>
                  <a:pt x="141141" y="9747"/>
                </a:lnTo>
                <a:lnTo>
                  <a:pt x="140111" y="47603"/>
                </a:lnTo>
                <a:lnTo>
                  <a:pt x="137583" y="83339"/>
                </a:lnTo>
                <a:lnTo>
                  <a:pt x="133520" y="116882"/>
                </a:lnTo>
                <a:lnTo>
                  <a:pt x="127885" y="148159"/>
                </a:lnTo>
                <a:lnTo>
                  <a:pt x="161308" y="193387"/>
                </a:lnTo>
                <a:lnTo>
                  <a:pt x="115798" y="193387"/>
                </a:lnTo>
                <a:lnTo>
                  <a:pt x="94963" y="242136"/>
                </a:lnTo>
                <a:lnTo>
                  <a:pt x="68426" y="278968"/>
                </a:lnTo>
                <a:lnTo>
                  <a:pt x="36625" y="302935"/>
                </a:lnTo>
                <a:lnTo>
                  <a:pt x="0" y="313084"/>
                </a:lnTo>
                <a:close/>
              </a:path>
              <a:path w="345440" h="333375">
                <a:moveTo>
                  <a:pt x="201574" y="312304"/>
                </a:moveTo>
                <a:lnTo>
                  <a:pt x="115798" y="193387"/>
                </a:lnTo>
                <a:lnTo>
                  <a:pt x="161308" y="193387"/>
                </a:lnTo>
                <a:lnTo>
                  <a:pt x="232766" y="290080"/>
                </a:lnTo>
                <a:lnTo>
                  <a:pt x="201574" y="31230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2449206" y="8003630"/>
            <a:ext cx="332740" cy="335915"/>
          </a:xfrm>
          <a:custGeom>
            <a:avLst/>
            <a:gdLst/>
            <a:ahLst/>
            <a:cxnLst/>
            <a:rect l="l" t="t" r="r" b="b"/>
            <a:pathLst>
              <a:path w="332740" h="335915">
                <a:moveTo>
                  <a:pt x="111119" y="157906"/>
                </a:moveTo>
                <a:lnTo>
                  <a:pt x="72910" y="157906"/>
                </a:lnTo>
                <a:lnTo>
                  <a:pt x="72910" y="116188"/>
                </a:lnTo>
                <a:lnTo>
                  <a:pt x="50686" y="107470"/>
                </a:lnTo>
                <a:lnTo>
                  <a:pt x="33725" y="95865"/>
                </a:lnTo>
                <a:lnTo>
                  <a:pt x="22906" y="81262"/>
                </a:lnTo>
                <a:lnTo>
                  <a:pt x="19104" y="63552"/>
                </a:lnTo>
                <a:lnTo>
                  <a:pt x="30722" y="34542"/>
                </a:lnTo>
                <a:lnTo>
                  <a:pt x="62334" y="14815"/>
                </a:lnTo>
                <a:lnTo>
                  <a:pt x="109078" y="3569"/>
                </a:lnTo>
                <a:lnTo>
                  <a:pt x="166094" y="0"/>
                </a:lnTo>
                <a:lnTo>
                  <a:pt x="223110" y="3569"/>
                </a:lnTo>
                <a:lnTo>
                  <a:pt x="269855" y="14815"/>
                </a:lnTo>
                <a:lnTo>
                  <a:pt x="294847" y="30411"/>
                </a:lnTo>
                <a:lnTo>
                  <a:pt x="166094" y="30411"/>
                </a:lnTo>
                <a:lnTo>
                  <a:pt x="125015" y="32355"/>
                </a:lnTo>
                <a:lnTo>
                  <a:pt x="91283" y="38355"/>
                </a:lnTo>
                <a:lnTo>
                  <a:pt x="68444" y="48669"/>
                </a:lnTo>
                <a:lnTo>
                  <a:pt x="60043" y="63552"/>
                </a:lnTo>
                <a:lnTo>
                  <a:pt x="68444" y="78661"/>
                </a:lnTo>
                <a:lnTo>
                  <a:pt x="91283" y="89090"/>
                </a:lnTo>
                <a:lnTo>
                  <a:pt x="125015" y="95134"/>
                </a:lnTo>
                <a:lnTo>
                  <a:pt x="166094" y="97083"/>
                </a:lnTo>
                <a:lnTo>
                  <a:pt x="296682" y="97083"/>
                </a:lnTo>
                <a:lnTo>
                  <a:pt x="281503" y="107470"/>
                </a:lnTo>
                <a:lnTo>
                  <a:pt x="259279" y="116188"/>
                </a:lnTo>
                <a:lnTo>
                  <a:pt x="259279" y="124376"/>
                </a:lnTo>
                <a:lnTo>
                  <a:pt x="111119" y="124376"/>
                </a:lnTo>
                <a:lnTo>
                  <a:pt x="111119" y="157906"/>
                </a:lnTo>
                <a:close/>
              </a:path>
              <a:path w="332740" h="335915">
                <a:moveTo>
                  <a:pt x="296682" y="97083"/>
                </a:moveTo>
                <a:lnTo>
                  <a:pt x="166094" y="97083"/>
                </a:lnTo>
                <a:lnTo>
                  <a:pt x="207173" y="95134"/>
                </a:lnTo>
                <a:lnTo>
                  <a:pt x="240905" y="89090"/>
                </a:lnTo>
                <a:lnTo>
                  <a:pt x="263744" y="78661"/>
                </a:lnTo>
                <a:lnTo>
                  <a:pt x="272145" y="63552"/>
                </a:lnTo>
                <a:lnTo>
                  <a:pt x="263744" y="48669"/>
                </a:lnTo>
                <a:lnTo>
                  <a:pt x="240905" y="38355"/>
                </a:lnTo>
                <a:lnTo>
                  <a:pt x="207173" y="32355"/>
                </a:lnTo>
                <a:lnTo>
                  <a:pt x="166094" y="30411"/>
                </a:lnTo>
                <a:lnTo>
                  <a:pt x="294847" y="30411"/>
                </a:lnTo>
                <a:lnTo>
                  <a:pt x="301466" y="34542"/>
                </a:lnTo>
                <a:lnTo>
                  <a:pt x="313084" y="63552"/>
                </a:lnTo>
                <a:lnTo>
                  <a:pt x="309283" y="81262"/>
                </a:lnTo>
                <a:lnTo>
                  <a:pt x="298463" y="95865"/>
                </a:lnTo>
                <a:lnTo>
                  <a:pt x="296682" y="97083"/>
                </a:lnTo>
                <a:close/>
              </a:path>
              <a:path w="332740" h="335915">
                <a:moveTo>
                  <a:pt x="166094" y="127495"/>
                </a:moveTo>
                <a:lnTo>
                  <a:pt x="151692" y="127281"/>
                </a:lnTo>
                <a:lnTo>
                  <a:pt x="137729" y="126666"/>
                </a:lnTo>
                <a:lnTo>
                  <a:pt x="124205" y="125685"/>
                </a:lnTo>
                <a:lnTo>
                  <a:pt x="111119" y="124376"/>
                </a:lnTo>
                <a:lnTo>
                  <a:pt x="221069" y="124376"/>
                </a:lnTo>
                <a:lnTo>
                  <a:pt x="207983" y="125685"/>
                </a:lnTo>
                <a:lnTo>
                  <a:pt x="194459" y="126666"/>
                </a:lnTo>
                <a:lnTo>
                  <a:pt x="180496" y="127281"/>
                </a:lnTo>
                <a:lnTo>
                  <a:pt x="166094" y="127495"/>
                </a:lnTo>
                <a:close/>
              </a:path>
              <a:path w="332740" h="335915">
                <a:moveTo>
                  <a:pt x="259279" y="157906"/>
                </a:moveTo>
                <a:lnTo>
                  <a:pt x="221069" y="157906"/>
                </a:lnTo>
                <a:lnTo>
                  <a:pt x="221069" y="124376"/>
                </a:lnTo>
                <a:lnTo>
                  <a:pt x="259279" y="124376"/>
                </a:lnTo>
                <a:lnTo>
                  <a:pt x="259279" y="157906"/>
                </a:lnTo>
                <a:close/>
              </a:path>
              <a:path w="332740" h="335915">
                <a:moveTo>
                  <a:pt x="332579" y="189098"/>
                </a:moveTo>
                <a:lnTo>
                  <a:pt x="0" y="189098"/>
                </a:lnTo>
                <a:lnTo>
                  <a:pt x="0" y="157906"/>
                </a:lnTo>
                <a:lnTo>
                  <a:pt x="332579" y="157906"/>
                </a:lnTo>
                <a:lnTo>
                  <a:pt x="332579" y="189098"/>
                </a:lnTo>
                <a:close/>
              </a:path>
              <a:path w="332740" h="335915">
                <a:moveTo>
                  <a:pt x="166094" y="335698"/>
                </a:moveTo>
                <a:lnTo>
                  <a:pt x="109694" y="332609"/>
                </a:lnTo>
                <a:lnTo>
                  <a:pt x="63162" y="322393"/>
                </a:lnTo>
                <a:lnTo>
                  <a:pt x="31544" y="303623"/>
                </a:lnTo>
                <a:lnTo>
                  <a:pt x="19884" y="274874"/>
                </a:lnTo>
                <a:lnTo>
                  <a:pt x="31544" y="246248"/>
                </a:lnTo>
                <a:lnTo>
                  <a:pt x="63162" y="227746"/>
                </a:lnTo>
                <a:lnTo>
                  <a:pt x="109694" y="217798"/>
                </a:lnTo>
                <a:lnTo>
                  <a:pt x="166094" y="214831"/>
                </a:lnTo>
                <a:lnTo>
                  <a:pt x="222495" y="217798"/>
                </a:lnTo>
                <a:lnTo>
                  <a:pt x="269026" y="227746"/>
                </a:lnTo>
                <a:lnTo>
                  <a:pt x="298926" y="245243"/>
                </a:lnTo>
                <a:lnTo>
                  <a:pt x="166094" y="245243"/>
                </a:lnTo>
                <a:lnTo>
                  <a:pt x="126946" y="246692"/>
                </a:lnTo>
                <a:lnTo>
                  <a:pt x="93282" y="251578"/>
                </a:lnTo>
                <a:lnTo>
                  <a:pt x="69705" y="260704"/>
                </a:lnTo>
                <a:lnTo>
                  <a:pt x="60823" y="274874"/>
                </a:lnTo>
                <a:lnTo>
                  <a:pt x="69705" y="289331"/>
                </a:lnTo>
                <a:lnTo>
                  <a:pt x="93282" y="298707"/>
                </a:lnTo>
                <a:lnTo>
                  <a:pt x="126946" y="303769"/>
                </a:lnTo>
                <a:lnTo>
                  <a:pt x="166094" y="305286"/>
                </a:lnTo>
                <a:lnTo>
                  <a:pt x="297842" y="305286"/>
                </a:lnTo>
                <a:lnTo>
                  <a:pt x="269026" y="322393"/>
                </a:lnTo>
                <a:lnTo>
                  <a:pt x="222495" y="332609"/>
                </a:lnTo>
                <a:lnTo>
                  <a:pt x="166094" y="335698"/>
                </a:lnTo>
                <a:close/>
              </a:path>
              <a:path w="332740" h="335915">
                <a:moveTo>
                  <a:pt x="297842" y="305286"/>
                </a:moveTo>
                <a:lnTo>
                  <a:pt x="166094" y="305286"/>
                </a:lnTo>
                <a:lnTo>
                  <a:pt x="205303" y="303769"/>
                </a:lnTo>
                <a:lnTo>
                  <a:pt x="239102" y="298707"/>
                </a:lnTo>
                <a:lnTo>
                  <a:pt x="262812" y="289331"/>
                </a:lnTo>
                <a:lnTo>
                  <a:pt x="271755" y="274874"/>
                </a:lnTo>
                <a:lnTo>
                  <a:pt x="262812" y="260704"/>
                </a:lnTo>
                <a:lnTo>
                  <a:pt x="239102" y="251578"/>
                </a:lnTo>
                <a:lnTo>
                  <a:pt x="205303" y="246692"/>
                </a:lnTo>
                <a:lnTo>
                  <a:pt x="166094" y="245243"/>
                </a:lnTo>
                <a:lnTo>
                  <a:pt x="298926" y="245243"/>
                </a:lnTo>
                <a:lnTo>
                  <a:pt x="300644" y="246248"/>
                </a:lnTo>
                <a:lnTo>
                  <a:pt x="312304" y="274874"/>
                </a:lnTo>
                <a:lnTo>
                  <a:pt x="300644" y="303623"/>
                </a:lnTo>
                <a:lnTo>
                  <a:pt x="297842" y="305286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2823504" y="8005580"/>
            <a:ext cx="337820" cy="333375"/>
          </a:xfrm>
          <a:custGeom>
            <a:avLst/>
            <a:gdLst/>
            <a:ahLst/>
            <a:cxnLst/>
            <a:rect l="l" t="t" r="r" b="b"/>
            <a:pathLst>
              <a:path w="337819" h="333375">
                <a:moveTo>
                  <a:pt x="290470" y="198455"/>
                </a:moveTo>
                <a:lnTo>
                  <a:pt x="251871" y="198455"/>
                </a:lnTo>
                <a:lnTo>
                  <a:pt x="251871" y="0"/>
                </a:lnTo>
                <a:lnTo>
                  <a:pt x="290470" y="0"/>
                </a:lnTo>
                <a:lnTo>
                  <a:pt x="290470" y="37429"/>
                </a:lnTo>
                <a:lnTo>
                  <a:pt x="337257" y="37429"/>
                </a:lnTo>
                <a:lnTo>
                  <a:pt x="337257" y="70180"/>
                </a:lnTo>
                <a:lnTo>
                  <a:pt x="290470" y="70180"/>
                </a:lnTo>
                <a:lnTo>
                  <a:pt x="290470" y="111899"/>
                </a:lnTo>
                <a:lnTo>
                  <a:pt x="337257" y="111899"/>
                </a:lnTo>
                <a:lnTo>
                  <a:pt x="337257" y="144650"/>
                </a:lnTo>
                <a:lnTo>
                  <a:pt x="290470" y="144650"/>
                </a:lnTo>
                <a:lnTo>
                  <a:pt x="290470" y="198455"/>
                </a:lnTo>
                <a:close/>
              </a:path>
              <a:path w="337819" h="333375">
                <a:moveTo>
                  <a:pt x="120477" y="183249"/>
                </a:moveTo>
                <a:lnTo>
                  <a:pt x="779" y="183249"/>
                </a:lnTo>
                <a:lnTo>
                  <a:pt x="779" y="79928"/>
                </a:lnTo>
                <a:lnTo>
                  <a:pt x="155957" y="79928"/>
                </a:lnTo>
                <a:lnTo>
                  <a:pt x="155957" y="39769"/>
                </a:lnTo>
                <a:lnTo>
                  <a:pt x="0" y="39769"/>
                </a:lnTo>
                <a:lnTo>
                  <a:pt x="0" y="8187"/>
                </a:lnTo>
                <a:lnTo>
                  <a:pt x="194166" y="8187"/>
                </a:lnTo>
                <a:lnTo>
                  <a:pt x="194166" y="110729"/>
                </a:lnTo>
                <a:lnTo>
                  <a:pt x="38989" y="110729"/>
                </a:lnTo>
                <a:lnTo>
                  <a:pt x="38989" y="151668"/>
                </a:lnTo>
                <a:lnTo>
                  <a:pt x="227697" y="151668"/>
                </a:lnTo>
                <a:lnTo>
                  <a:pt x="227697" y="168433"/>
                </a:lnTo>
                <a:lnTo>
                  <a:pt x="209025" y="174532"/>
                </a:lnTo>
                <a:lnTo>
                  <a:pt x="184175" y="179204"/>
                </a:lnTo>
                <a:lnTo>
                  <a:pt x="154282" y="182196"/>
                </a:lnTo>
                <a:lnTo>
                  <a:pt x="120477" y="183249"/>
                </a:lnTo>
                <a:close/>
              </a:path>
              <a:path w="337819" h="333375">
                <a:moveTo>
                  <a:pt x="227697" y="151668"/>
                </a:moveTo>
                <a:lnTo>
                  <a:pt x="122816" y="151668"/>
                </a:lnTo>
                <a:lnTo>
                  <a:pt x="155268" y="150669"/>
                </a:lnTo>
                <a:lnTo>
                  <a:pt x="184175" y="147769"/>
                </a:lnTo>
                <a:lnTo>
                  <a:pt x="208623" y="143115"/>
                </a:lnTo>
                <a:lnTo>
                  <a:pt x="227697" y="136852"/>
                </a:lnTo>
                <a:lnTo>
                  <a:pt x="227697" y="151668"/>
                </a:lnTo>
                <a:close/>
              </a:path>
              <a:path w="337819" h="333375">
                <a:moveTo>
                  <a:pt x="152838" y="332969"/>
                </a:moveTo>
                <a:lnTo>
                  <a:pt x="96986" y="329752"/>
                </a:lnTo>
                <a:lnTo>
                  <a:pt x="51660" y="319225"/>
                </a:lnTo>
                <a:lnTo>
                  <a:pt x="21249" y="300071"/>
                </a:lnTo>
                <a:lnTo>
                  <a:pt x="10137" y="270975"/>
                </a:lnTo>
                <a:lnTo>
                  <a:pt x="21249" y="241715"/>
                </a:lnTo>
                <a:lnTo>
                  <a:pt x="51660" y="222580"/>
                </a:lnTo>
                <a:lnTo>
                  <a:pt x="96986" y="212144"/>
                </a:lnTo>
                <a:lnTo>
                  <a:pt x="152838" y="208982"/>
                </a:lnTo>
                <a:lnTo>
                  <a:pt x="208854" y="212144"/>
                </a:lnTo>
                <a:lnTo>
                  <a:pt x="254161" y="222580"/>
                </a:lnTo>
                <a:lnTo>
                  <a:pt x="281422" y="239784"/>
                </a:lnTo>
                <a:lnTo>
                  <a:pt x="152838" y="239784"/>
                </a:lnTo>
                <a:lnTo>
                  <a:pt x="112922" y="241478"/>
                </a:lnTo>
                <a:lnTo>
                  <a:pt x="80610" y="246900"/>
                </a:lnTo>
                <a:lnTo>
                  <a:pt x="58971" y="256562"/>
                </a:lnTo>
                <a:lnTo>
                  <a:pt x="51076" y="270975"/>
                </a:lnTo>
                <a:lnTo>
                  <a:pt x="58971" y="285389"/>
                </a:lnTo>
                <a:lnTo>
                  <a:pt x="80610" y="295051"/>
                </a:lnTo>
                <a:lnTo>
                  <a:pt x="112922" y="300473"/>
                </a:lnTo>
                <a:lnTo>
                  <a:pt x="152838" y="302167"/>
                </a:lnTo>
                <a:lnTo>
                  <a:pt x="281164" y="302167"/>
                </a:lnTo>
                <a:lnTo>
                  <a:pt x="254161" y="319225"/>
                </a:lnTo>
                <a:lnTo>
                  <a:pt x="208854" y="329752"/>
                </a:lnTo>
                <a:lnTo>
                  <a:pt x="152838" y="332969"/>
                </a:lnTo>
                <a:close/>
              </a:path>
              <a:path w="337819" h="333375">
                <a:moveTo>
                  <a:pt x="281164" y="302167"/>
                </a:moveTo>
                <a:lnTo>
                  <a:pt x="152838" y="302167"/>
                </a:lnTo>
                <a:lnTo>
                  <a:pt x="192753" y="300473"/>
                </a:lnTo>
                <a:lnTo>
                  <a:pt x="225066" y="295051"/>
                </a:lnTo>
                <a:lnTo>
                  <a:pt x="246705" y="285389"/>
                </a:lnTo>
                <a:lnTo>
                  <a:pt x="254600" y="270975"/>
                </a:lnTo>
                <a:lnTo>
                  <a:pt x="246705" y="256562"/>
                </a:lnTo>
                <a:lnTo>
                  <a:pt x="225066" y="246900"/>
                </a:lnTo>
                <a:lnTo>
                  <a:pt x="192753" y="241478"/>
                </a:lnTo>
                <a:lnTo>
                  <a:pt x="152838" y="239784"/>
                </a:lnTo>
                <a:lnTo>
                  <a:pt x="281422" y="239784"/>
                </a:lnTo>
                <a:lnTo>
                  <a:pt x="284482" y="241715"/>
                </a:lnTo>
                <a:lnTo>
                  <a:pt x="295539" y="270975"/>
                </a:lnTo>
                <a:lnTo>
                  <a:pt x="284482" y="300071"/>
                </a:lnTo>
                <a:lnTo>
                  <a:pt x="281164" y="302167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460787" y="8733570"/>
            <a:ext cx="137160" cy="403860"/>
          </a:xfrm>
          <a:custGeom>
            <a:avLst/>
            <a:gdLst/>
            <a:ahLst/>
            <a:cxnLst/>
            <a:rect l="l" t="t" r="r" b="b"/>
            <a:pathLst>
              <a:path w="137160" h="403859">
                <a:moveTo>
                  <a:pt x="83696" y="403858"/>
                </a:moveTo>
                <a:lnTo>
                  <a:pt x="136636" y="403858"/>
                </a:lnTo>
                <a:lnTo>
                  <a:pt x="136636" y="0"/>
                </a:lnTo>
                <a:lnTo>
                  <a:pt x="0" y="0"/>
                </a:lnTo>
                <a:lnTo>
                  <a:pt x="0" y="46385"/>
                </a:lnTo>
                <a:lnTo>
                  <a:pt x="83696" y="46385"/>
                </a:lnTo>
                <a:lnTo>
                  <a:pt x="83696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676582" y="8723990"/>
            <a:ext cx="298450" cy="422909"/>
          </a:xfrm>
          <a:custGeom>
            <a:avLst/>
            <a:gdLst/>
            <a:ahLst/>
            <a:cxnLst/>
            <a:rect l="l" t="t" r="r" b="b"/>
            <a:pathLst>
              <a:path w="298450" h="422909">
                <a:moveTo>
                  <a:pt x="149241" y="422514"/>
                </a:moveTo>
                <a:lnTo>
                  <a:pt x="189670" y="416669"/>
                </a:lnTo>
                <a:lnTo>
                  <a:pt x="225449" y="399115"/>
                </a:lnTo>
                <a:lnTo>
                  <a:pt x="255373" y="369825"/>
                </a:lnTo>
                <a:lnTo>
                  <a:pt x="278240" y="328771"/>
                </a:lnTo>
                <a:lnTo>
                  <a:pt x="292843" y="275924"/>
                </a:lnTo>
                <a:lnTo>
                  <a:pt x="297978" y="211257"/>
                </a:lnTo>
                <a:lnTo>
                  <a:pt x="292843" y="146589"/>
                </a:lnTo>
                <a:lnTo>
                  <a:pt x="278240" y="93742"/>
                </a:lnTo>
                <a:lnTo>
                  <a:pt x="255373" y="52688"/>
                </a:lnTo>
                <a:lnTo>
                  <a:pt x="225449" y="23398"/>
                </a:lnTo>
                <a:lnTo>
                  <a:pt x="189670" y="5844"/>
                </a:lnTo>
                <a:lnTo>
                  <a:pt x="149241" y="0"/>
                </a:lnTo>
                <a:lnTo>
                  <a:pt x="108600" y="5844"/>
                </a:lnTo>
                <a:lnTo>
                  <a:pt x="72678" y="23398"/>
                </a:lnTo>
                <a:lnTo>
                  <a:pt x="42667" y="52688"/>
                </a:lnTo>
                <a:lnTo>
                  <a:pt x="19756" y="93742"/>
                </a:lnTo>
                <a:lnTo>
                  <a:pt x="5137" y="146589"/>
                </a:lnTo>
                <a:lnTo>
                  <a:pt x="0" y="211257"/>
                </a:lnTo>
                <a:lnTo>
                  <a:pt x="5137" y="275924"/>
                </a:lnTo>
                <a:lnTo>
                  <a:pt x="19756" y="328771"/>
                </a:lnTo>
                <a:lnTo>
                  <a:pt x="42667" y="369825"/>
                </a:lnTo>
                <a:lnTo>
                  <a:pt x="72678" y="399115"/>
                </a:lnTo>
                <a:lnTo>
                  <a:pt x="108600" y="416669"/>
                </a:lnTo>
                <a:lnTo>
                  <a:pt x="149241" y="422514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727506" y="8770880"/>
            <a:ext cx="196215" cy="328930"/>
          </a:xfrm>
          <a:custGeom>
            <a:avLst/>
            <a:gdLst/>
            <a:ahLst/>
            <a:cxnLst/>
            <a:rect l="l" t="t" r="r" b="b"/>
            <a:pathLst>
              <a:path w="196214" h="328929">
                <a:moveTo>
                  <a:pt x="98317" y="328734"/>
                </a:moveTo>
                <a:lnTo>
                  <a:pt x="39968" y="302532"/>
                </a:lnTo>
                <a:lnTo>
                  <a:pt x="18780" y="269707"/>
                </a:lnTo>
                <a:lnTo>
                  <a:pt x="4949" y="223668"/>
                </a:lnTo>
                <a:lnTo>
                  <a:pt x="0" y="164367"/>
                </a:lnTo>
                <a:lnTo>
                  <a:pt x="4949" y="105259"/>
                </a:lnTo>
                <a:lnTo>
                  <a:pt x="18780" y="59244"/>
                </a:lnTo>
                <a:lnTo>
                  <a:pt x="39968" y="26347"/>
                </a:lnTo>
                <a:lnTo>
                  <a:pt x="66989" y="6590"/>
                </a:lnTo>
                <a:lnTo>
                  <a:pt x="98317" y="0"/>
                </a:lnTo>
                <a:lnTo>
                  <a:pt x="129400" y="6590"/>
                </a:lnTo>
                <a:lnTo>
                  <a:pt x="156271" y="26347"/>
                </a:lnTo>
                <a:lnTo>
                  <a:pt x="177383" y="59244"/>
                </a:lnTo>
                <a:lnTo>
                  <a:pt x="191186" y="105259"/>
                </a:lnTo>
                <a:lnTo>
                  <a:pt x="196131" y="164367"/>
                </a:lnTo>
                <a:lnTo>
                  <a:pt x="191186" y="223668"/>
                </a:lnTo>
                <a:lnTo>
                  <a:pt x="177383" y="269707"/>
                </a:lnTo>
                <a:lnTo>
                  <a:pt x="156271" y="302532"/>
                </a:lnTo>
                <a:lnTo>
                  <a:pt x="129400" y="322191"/>
                </a:lnTo>
                <a:lnTo>
                  <a:pt x="98317" y="328734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009350" y="9067346"/>
            <a:ext cx="81175" cy="816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5119768" y="8723990"/>
            <a:ext cx="285750" cy="414020"/>
          </a:xfrm>
          <a:custGeom>
            <a:avLst/>
            <a:gdLst/>
            <a:ahLst/>
            <a:cxnLst/>
            <a:rect l="l" t="t" r="r" b="b"/>
            <a:pathLst>
              <a:path w="285750" h="414020">
                <a:moveTo>
                  <a:pt x="4537" y="413438"/>
                </a:moveTo>
                <a:lnTo>
                  <a:pt x="285373" y="413438"/>
                </a:lnTo>
                <a:lnTo>
                  <a:pt x="285373" y="367557"/>
                </a:lnTo>
                <a:lnTo>
                  <a:pt x="80670" y="367557"/>
                </a:lnTo>
                <a:lnTo>
                  <a:pt x="186551" y="263693"/>
                </a:lnTo>
                <a:lnTo>
                  <a:pt x="225390" y="221411"/>
                </a:lnTo>
                <a:lnTo>
                  <a:pt x="251844" y="185606"/>
                </a:lnTo>
                <a:lnTo>
                  <a:pt x="266954" y="153298"/>
                </a:lnTo>
                <a:lnTo>
                  <a:pt x="271760" y="121510"/>
                </a:lnTo>
                <a:lnTo>
                  <a:pt x="262141" y="71894"/>
                </a:lnTo>
                <a:lnTo>
                  <a:pt x="234891" y="33528"/>
                </a:lnTo>
                <a:lnTo>
                  <a:pt x="192420" y="8776"/>
                </a:lnTo>
                <a:lnTo>
                  <a:pt x="137140" y="0"/>
                </a:lnTo>
                <a:lnTo>
                  <a:pt x="90545" y="6824"/>
                </a:lnTo>
                <a:lnTo>
                  <a:pt x="52492" y="25798"/>
                </a:lnTo>
                <a:lnTo>
                  <a:pt x="24023" y="54670"/>
                </a:lnTo>
                <a:lnTo>
                  <a:pt x="6179" y="91190"/>
                </a:lnTo>
                <a:lnTo>
                  <a:pt x="0" y="133107"/>
                </a:lnTo>
                <a:lnTo>
                  <a:pt x="52940" y="133107"/>
                </a:lnTo>
                <a:lnTo>
                  <a:pt x="58360" y="100704"/>
                </a:lnTo>
                <a:lnTo>
                  <a:pt x="74368" y="73171"/>
                </a:lnTo>
                <a:lnTo>
                  <a:pt x="100586" y="54051"/>
                </a:lnTo>
                <a:lnTo>
                  <a:pt x="136636" y="46889"/>
                </a:lnTo>
                <a:lnTo>
                  <a:pt x="170827" y="51963"/>
                </a:lnTo>
                <a:lnTo>
                  <a:pt x="196887" y="66679"/>
                </a:lnTo>
                <a:lnTo>
                  <a:pt x="213494" y="90282"/>
                </a:lnTo>
                <a:lnTo>
                  <a:pt x="219324" y="122014"/>
                </a:lnTo>
                <a:lnTo>
                  <a:pt x="215369" y="144561"/>
                </a:lnTo>
                <a:lnTo>
                  <a:pt x="202811" y="170039"/>
                </a:lnTo>
                <a:lnTo>
                  <a:pt x="180611" y="199865"/>
                </a:lnTo>
                <a:lnTo>
                  <a:pt x="147728" y="235458"/>
                </a:lnTo>
                <a:lnTo>
                  <a:pt x="4537" y="379153"/>
                </a:lnTo>
                <a:lnTo>
                  <a:pt x="4537" y="41343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428334" y="8733570"/>
            <a:ext cx="320675" cy="403860"/>
          </a:xfrm>
          <a:custGeom>
            <a:avLst/>
            <a:gdLst/>
            <a:ahLst/>
            <a:cxnLst/>
            <a:rect l="l" t="t" r="r" b="b"/>
            <a:pathLst>
              <a:path w="320675" h="403859">
                <a:moveTo>
                  <a:pt x="203694" y="403858"/>
                </a:moveTo>
                <a:lnTo>
                  <a:pt x="254113" y="403858"/>
                </a:lnTo>
                <a:lnTo>
                  <a:pt x="254113" y="312599"/>
                </a:lnTo>
                <a:lnTo>
                  <a:pt x="320162" y="312599"/>
                </a:lnTo>
                <a:lnTo>
                  <a:pt x="320162" y="267726"/>
                </a:lnTo>
                <a:lnTo>
                  <a:pt x="254113" y="267726"/>
                </a:lnTo>
                <a:lnTo>
                  <a:pt x="254113" y="0"/>
                </a:lnTo>
                <a:lnTo>
                  <a:pt x="191593" y="0"/>
                </a:lnTo>
                <a:lnTo>
                  <a:pt x="0" y="267726"/>
                </a:lnTo>
                <a:lnTo>
                  <a:pt x="0" y="312599"/>
                </a:lnTo>
                <a:lnTo>
                  <a:pt x="203694" y="312599"/>
                </a:lnTo>
                <a:lnTo>
                  <a:pt x="203694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482787" y="8791552"/>
            <a:ext cx="149860" cy="210185"/>
          </a:xfrm>
          <a:custGeom>
            <a:avLst/>
            <a:gdLst/>
            <a:ahLst/>
            <a:cxnLst/>
            <a:rect l="l" t="t" r="r" b="b"/>
            <a:pathLst>
              <a:path w="149860" h="210184">
                <a:moveTo>
                  <a:pt x="0" y="209744"/>
                </a:moveTo>
                <a:lnTo>
                  <a:pt x="149241" y="0"/>
                </a:lnTo>
                <a:lnTo>
                  <a:pt x="149241" y="209744"/>
                </a:lnTo>
                <a:lnTo>
                  <a:pt x="0" y="209744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762111" y="8717939"/>
            <a:ext cx="209744" cy="2026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31185" y="8733570"/>
            <a:ext cx="316230" cy="403860"/>
          </a:xfrm>
          <a:custGeom>
            <a:avLst/>
            <a:gdLst/>
            <a:ahLst/>
            <a:cxnLst/>
            <a:rect l="l" t="t" r="r" b="b"/>
            <a:pathLst>
              <a:path w="316229" h="403859">
                <a:moveTo>
                  <a:pt x="0" y="403858"/>
                </a:moveTo>
                <a:lnTo>
                  <a:pt x="49410" y="403858"/>
                </a:lnTo>
                <a:lnTo>
                  <a:pt x="316129" y="0"/>
                </a:lnTo>
                <a:lnTo>
                  <a:pt x="266718" y="0"/>
                </a:lnTo>
                <a:lnTo>
                  <a:pt x="0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806984" y="8760797"/>
            <a:ext cx="119493" cy="1174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06644" y="8949869"/>
            <a:ext cx="209744" cy="20268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460787" y="8733790"/>
            <a:ext cx="137160" cy="45720"/>
          </a:xfrm>
          <a:custGeom>
            <a:avLst/>
            <a:gdLst/>
            <a:ahLst/>
            <a:cxnLst/>
            <a:rect l="l" t="t" r="r" b="b"/>
            <a:pathLst>
              <a:path w="137160" h="45720">
                <a:moveTo>
                  <a:pt x="0" y="0"/>
                </a:moveTo>
                <a:lnTo>
                  <a:pt x="136636" y="0"/>
                </a:lnTo>
                <a:lnTo>
                  <a:pt x="136636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544483" y="8779509"/>
            <a:ext cx="53340" cy="358140"/>
          </a:xfrm>
          <a:custGeom>
            <a:avLst/>
            <a:gdLst/>
            <a:ahLst/>
            <a:cxnLst/>
            <a:rect l="l" t="t" r="r" b="b"/>
            <a:pathLst>
              <a:path w="53339" h="358140">
                <a:moveTo>
                  <a:pt x="0" y="0"/>
                </a:moveTo>
                <a:lnTo>
                  <a:pt x="52940" y="0"/>
                </a:lnTo>
                <a:lnTo>
                  <a:pt x="52940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4460787" y="8733570"/>
            <a:ext cx="137160" cy="403860"/>
          </a:xfrm>
          <a:custGeom>
            <a:avLst/>
            <a:gdLst/>
            <a:ahLst/>
            <a:cxnLst/>
            <a:rect l="l" t="t" r="r" b="b"/>
            <a:pathLst>
              <a:path w="137160" h="403859">
                <a:moveTo>
                  <a:pt x="83696" y="403858"/>
                </a:moveTo>
                <a:lnTo>
                  <a:pt x="136636" y="403858"/>
                </a:lnTo>
                <a:lnTo>
                  <a:pt x="136636" y="0"/>
                </a:lnTo>
                <a:lnTo>
                  <a:pt x="0" y="0"/>
                </a:lnTo>
                <a:lnTo>
                  <a:pt x="0" y="46385"/>
                </a:lnTo>
                <a:lnTo>
                  <a:pt x="83696" y="46385"/>
                </a:lnTo>
                <a:lnTo>
                  <a:pt x="83696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676582" y="8723990"/>
            <a:ext cx="298450" cy="422909"/>
          </a:xfrm>
          <a:custGeom>
            <a:avLst/>
            <a:gdLst/>
            <a:ahLst/>
            <a:cxnLst/>
            <a:rect l="l" t="t" r="r" b="b"/>
            <a:pathLst>
              <a:path w="298450" h="422909">
                <a:moveTo>
                  <a:pt x="149241" y="422514"/>
                </a:moveTo>
                <a:lnTo>
                  <a:pt x="108600" y="416669"/>
                </a:lnTo>
                <a:lnTo>
                  <a:pt x="72678" y="399115"/>
                </a:lnTo>
                <a:lnTo>
                  <a:pt x="42667" y="369825"/>
                </a:lnTo>
                <a:lnTo>
                  <a:pt x="19756" y="328771"/>
                </a:lnTo>
                <a:lnTo>
                  <a:pt x="5137" y="275924"/>
                </a:lnTo>
                <a:lnTo>
                  <a:pt x="0" y="211257"/>
                </a:lnTo>
                <a:lnTo>
                  <a:pt x="5137" y="146589"/>
                </a:lnTo>
                <a:lnTo>
                  <a:pt x="19756" y="93742"/>
                </a:lnTo>
                <a:lnTo>
                  <a:pt x="42667" y="52688"/>
                </a:lnTo>
                <a:lnTo>
                  <a:pt x="72678" y="23398"/>
                </a:lnTo>
                <a:lnTo>
                  <a:pt x="108600" y="5844"/>
                </a:lnTo>
                <a:lnTo>
                  <a:pt x="149241" y="0"/>
                </a:lnTo>
                <a:lnTo>
                  <a:pt x="189670" y="5844"/>
                </a:lnTo>
                <a:lnTo>
                  <a:pt x="225449" y="23398"/>
                </a:lnTo>
                <a:lnTo>
                  <a:pt x="249450" y="46889"/>
                </a:lnTo>
                <a:lnTo>
                  <a:pt x="149241" y="46889"/>
                </a:lnTo>
                <a:lnTo>
                  <a:pt x="117912" y="53480"/>
                </a:lnTo>
                <a:lnTo>
                  <a:pt x="90891" y="73237"/>
                </a:lnTo>
                <a:lnTo>
                  <a:pt x="69703" y="106134"/>
                </a:lnTo>
                <a:lnTo>
                  <a:pt x="55872" y="152149"/>
                </a:lnTo>
                <a:lnTo>
                  <a:pt x="50923" y="211257"/>
                </a:lnTo>
                <a:lnTo>
                  <a:pt x="55872" y="270558"/>
                </a:lnTo>
                <a:lnTo>
                  <a:pt x="69703" y="316597"/>
                </a:lnTo>
                <a:lnTo>
                  <a:pt x="90891" y="349422"/>
                </a:lnTo>
                <a:lnTo>
                  <a:pt x="117912" y="369081"/>
                </a:lnTo>
                <a:lnTo>
                  <a:pt x="149241" y="375624"/>
                </a:lnTo>
                <a:lnTo>
                  <a:pt x="249450" y="375624"/>
                </a:lnTo>
                <a:lnTo>
                  <a:pt x="225449" y="399115"/>
                </a:lnTo>
                <a:lnTo>
                  <a:pt x="189670" y="416669"/>
                </a:lnTo>
                <a:lnTo>
                  <a:pt x="149241" y="422514"/>
                </a:lnTo>
                <a:close/>
              </a:path>
              <a:path w="298450" h="422909">
                <a:moveTo>
                  <a:pt x="249450" y="375624"/>
                </a:moveTo>
                <a:lnTo>
                  <a:pt x="149241" y="375624"/>
                </a:lnTo>
                <a:lnTo>
                  <a:pt x="180323" y="369081"/>
                </a:lnTo>
                <a:lnTo>
                  <a:pt x="207195" y="349422"/>
                </a:lnTo>
                <a:lnTo>
                  <a:pt x="228306" y="316597"/>
                </a:lnTo>
                <a:lnTo>
                  <a:pt x="242109" y="270558"/>
                </a:lnTo>
                <a:lnTo>
                  <a:pt x="247054" y="211257"/>
                </a:lnTo>
                <a:lnTo>
                  <a:pt x="242109" y="152149"/>
                </a:lnTo>
                <a:lnTo>
                  <a:pt x="228306" y="106134"/>
                </a:lnTo>
                <a:lnTo>
                  <a:pt x="207195" y="73237"/>
                </a:lnTo>
                <a:lnTo>
                  <a:pt x="180323" y="53480"/>
                </a:lnTo>
                <a:lnTo>
                  <a:pt x="149241" y="46889"/>
                </a:lnTo>
                <a:lnTo>
                  <a:pt x="249450" y="46889"/>
                </a:lnTo>
                <a:lnTo>
                  <a:pt x="255374" y="52688"/>
                </a:lnTo>
                <a:lnTo>
                  <a:pt x="278240" y="93742"/>
                </a:lnTo>
                <a:lnTo>
                  <a:pt x="292843" y="146589"/>
                </a:lnTo>
                <a:lnTo>
                  <a:pt x="297978" y="211257"/>
                </a:lnTo>
                <a:lnTo>
                  <a:pt x="292843" y="275924"/>
                </a:lnTo>
                <a:lnTo>
                  <a:pt x="278240" y="328771"/>
                </a:lnTo>
                <a:lnTo>
                  <a:pt x="255374" y="369825"/>
                </a:lnTo>
                <a:lnTo>
                  <a:pt x="249450" y="37562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4676582" y="8723990"/>
            <a:ext cx="298450" cy="422909"/>
          </a:xfrm>
          <a:custGeom>
            <a:avLst/>
            <a:gdLst/>
            <a:ahLst/>
            <a:cxnLst/>
            <a:rect l="l" t="t" r="r" b="b"/>
            <a:pathLst>
              <a:path w="298450" h="422909">
                <a:moveTo>
                  <a:pt x="149241" y="422514"/>
                </a:moveTo>
                <a:lnTo>
                  <a:pt x="189670" y="416669"/>
                </a:lnTo>
                <a:lnTo>
                  <a:pt x="225449" y="399115"/>
                </a:lnTo>
                <a:lnTo>
                  <a:pt x="255373" y="369825"/>
                </a:lnTo>
                <a:lnTo>
                  <a:pt x="278240" y="328771"/>
                </a:lnTo>
                <a:lnTo>
                  <a:pt x="292843" y="275924"/>
                </a:lnTo>
                <a:lnTo>
                  <a:pt x="297978" y="211257"/>
                </a:lnTo>
                <a:lnTo>
                  <a:pt x="292843" y="146589"/>
                </a:lnTo>
                <a:lnTo>
                  <a:pt x="278240" y="93742"/>
                </a:lnTo>
                <a:lnTo>
                  <a:pt x="255373" y="52688"/>
                </a:lnTo>
                <a:lnTo>
                  <a:pt x="225449" y="23398"/>
                </a:lnTo>
                <a:lnTo>
                  <a:pt x="189670" y="5844"/>
                </a:lnTo>
                <a:lnTo>
                  <a:pt x="149241" y="0"/>
                </a:lnTo>
                <a:lnTo>
                  <a:pt x="108600" y="5844"/>
                </a:lnTo>
                <a:lnTo>
                  <a:pt x="72678" y="23398"/>
                </a:lnTo>
                <a:lnTo>
                  <a:pt x="42667" y="52688"/>
                </a:lnTo>
                <a:lnTo>
                  <a:pt x="19756" y="93742"/>
                </a:lnTo>
                <a:lnTo>
                  <a:pt x="5137" y="146589"/>
                </a:lnTo>
                <a:lnTo>
                  <a:pt x="0" y="211257"/>
                </a:lnTo>
                <a:lnTo>
                  <a:pt x="5137" y="275924"/>
                </a:lnTo>
                <a:lnTo>
                  <a:pt x="19756" y="328771"/>
                </a:lnTo>
                <a:lnTo>
                  <a:pt x="42667" y="369825"/>
                </a:lnTo>
                <a:lnTo>
                  <a:pt x="72678" y="399115"/>
                </a:lnTo>
                <a:lnTo>
                  <a:pt x="108600" y="416669"/>
                </a:lnTo>
                <a:lnTo>
                  <a:pt x="149241" y="422514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4727506" y="8770880"/>
            <a:ext cx="196215" cy="328930"/>
          </a:xfrm>
          <a:custGeom>
            <a:avLst/>
            <a:gdLst/>
            <a:ahLst/>
            <a:cxnLst/>
            <a:rect l="l" t="t" r="r" b="b"/>
            <a:pathLst>
              <a:path w="196214" h="328929">
                <a:moveTo>
                  <a:pt x="98317" y="328734"/>
                </a:moveTo>
                <a:lnTo>
                  <a:pt x="39968" y="302532"/>
                </a:lnTo>
                <a:lnTo>
                  <a:pt x="18780" y="269707"/>
                </a:lnTo>
                <a:lnTo>
                  <a:pt x="4949" y="223668"/>
                </a:lnTo>
                <a:lnTo>
                  <a:pt x="0" y="164367"/>
                </a:lnTo>
                <a:lnTo>
                  <a:pt x="4949" y="105259"/>
                </a:lnTo>
                <a:lnTo>
                  <a:pt x="18780" y="59244"/>
                </a:lnTo>
                <a:lnTo>
                  <a:pt x="39968" y="26347"/>
                </a:lnTo>
                <a:lnTo>
                  <a:pt x="66989" y="6590"/>
                </a:lnTo>
                <a:lnTo>
                  <a:pt x="98317" y="0"/>
                </a:lnTo>
                <a:lnTo>
                  <a:pt x="129400" y="6590"/>
                </a:lnTo>
                <a:lnTo>
                  <a:pt x="156271" y="26347"/>
                </a:lnTo>
                <a:lnTo>
                  <a:pt x="177383" y="59244"/>
                </a:lnTo>
                <a:lnTo>
                  <a:pt x="191186" y="105259"/>
                </a:lnTo>
                <a:lnTo>
                  <a:pt x="196131" y="164367"/>
                </a:lnTo>
                <a:lnTo>
                  <a:pt x="191186" y="223668"/>
                </a:lnTo>
                <a:lnTo>
                  <a:pt x="177383" y="269707"/>
                </a:lnTo>
                <a:lnTo>
                  <a:pt x="156271" y="302532"/>
                </a:lnTo>
                <a:lnTo>
                  <a:pt x="129400" y="322191"/>
                </a:lnTo>
                <a:lnTo>
                  <a:pt x="98317" y="328734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009350" y="9067346"/>
            <a:ext cx="81175" cy="816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119768" y="8723990"/>
            <a:ext cx="285750" cy="414020"/>
          </a:xfrm>
          <a:custGeom>
            <a:avLst/>
            <a:gdLst/>
            <a:ahLst/>
            <a:cxnLst/>
            <a:rect l="l" t="t" r="r" b="b"/>
            <a:pathLst>
              <a:path w="285750" h="414020">
                <a:moveTo>
                  <a:pt x="285373" y="413438"/>
                </a:moveTo>
                <a:lnTo>
                  <a:pt x="4537" y="413438"/>
                </a:lnTo>
                <a:lnTo>
                  <a:pt x="4537" y="379153"/>
                </a:lnTo>
                <a:lnTo>
                  <a:pt x="147728" y="235458"/>
                </a:lnTo>
                <a:lnTo>
                  <a:pt x="180611" y="199865"/>
                </a:lnTo>
                <a:lnTo>
                  <a:pt x="202811" y="170039"/>
                </a:lnTo>
                <a:lnTo>
                  <a:pt x="215369" y="144561"/>
                </a:lnTo>
                <a:lnTo>
                  <a:pt x="219324" y="122014"/>
                </a:lnTo>
                <a:lnTo>
                  <a:pt x="213494" y="90282"/>
                </a:lnTo>
                <a:lnTo>
                  <a:pt x="196887" y="66679"/>
                </a:lnTo>
                <a:lnTo>
                  <a:pt x="170827" y="51963"/>
                </a:lnTo>
                <a:lnTo>
                  <a:pt x="136636" y="46889"/>
                </a:lnTo>
                <a:lnTo>
                  <a:pt x="100586" y="54051"/>
                </a:lnTo>
                <a:lnTo>
                  <a:pt x="74368" y="73171"/>
                </a:lnTo>
                <a:lnTo>
                  <a:pt x="58360" y="100704"/>
                </a:lnTo>
                <a:lnTo>
                  <a:pt x="52940" y="133107"/>
                </a:lnTo>
                <a:lnTo>
                  <a:pt x="0" y="133107"/>
                </a:lnTo>
                <a:lnTo>
                  <a:pt x="6179" y="91190"/>
                </a:lnTo>
                <a:lnTo>
                  <a:pt x="24023" y="54670"/>
                </a:lnTo>
                <a:lnTo>
                  <a:pt x="52492" y="25798"/>
                </a:lnTo>
                <a:lnTo>
                  <a:pt x="90545" y="6824"/>
                </a:lnTo>
                <a:lnTo>
                  <a:pt x="137140" y="0"/>
                </a:lnTo>
                <a:lnTo>
                  <a:pt x="192420" y="8776"/>
                </a:lnTo>
                <a:lnTo>
                  <a:pt x="234891" y="33528"/>
                </a:lnTo>
                <a:lnTo>
                  <a:pt x="262141" y="71894"/>
                </a:lnTo>
                <a:lnTo>
                  <a:pt x="271760" y="121510"/>
                </a:lnTo>
                <a:lnTo>
                  <a:pt x="266954" y="153298"/>
                </a:lnTo>
                <a:lnTo>
                  <a:pt x="251844" y="185606"/>
                </a:lnTo>
                <a:lnTo>
                  <a:pt x="225390" y="221411"/>
                </a:lnTo>
                <a:lnTo>
                  <a:pt x="186551" y="263693"/>
                </a:lnTo>
                <a:lnTo>
                  <a:pt x="80670" y="367557"/>
                </a:lnTo>
                <a:lnTo>
                  <a:pt x="285373" y="367557"/>
                </a:lnTo>
                <a:lnTo>
                  <a:pt x="285373" y="41343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119768" y="8723990"/>
            <a:ext cx="285750" cy="414020"/>
          </a:xfrm>
          <a:custGeom>
            <a:avLst/>
            <a:gdLst/>
            <a:ahLst/>
            <a:cxnLst/>
            <a:rect l="l" t="t" r="r" b="b"/>
            <a:pathLst>
              <a:path w="285750" h="414020">
                <a:moveTo>
                  <a:pt x="4537" y="413438"/>
                </a:moveTo>
                <a:lnTo>
                  <a:pt x="285373" y="413438"/>
                </a:lnTo>
                <a:lnTo>
                  <a:pt x="285373" y="367557"/>
                </a:lnTo>
                <a:lnTo>
                  <a:pt x="80670" y="367557"/>
                </a:lnTo>
                <a:lnTo>
                  <a:pt x="186551" y="263693"/>
                </a:lnTo>
                <a:lnTo>
                  <a:pt x="225390" y="221411"/>
                </a:lnTo>
                <a:lnTo>
                  <a:pt x="251844" y="185606"/>
                </a:lnTo>
                <a:lnTo>
                  <a:pt x="266954" y="153298"/>
                </a:lnTo>
                <a:lnTo>
                  <a:pt x="271760" y="121510"/>
                </a:lnTo>
                <a:lnTo>
                  <a:pt x="262141" y="71894"/>
                </a:lnTo>
                <a:lnTo>
                  <a:pt x="234891" y="33528"/>
                </a:lnTo>
                <a:lnTo>
                  <a:pt x="192420" y="8776"/>
                </a:lnTo>
                <a:lnTo>
                  <a:pt x="137140" y="0"/>
                </a:lnTo>
                <a:lnTo>
                  <a:pt x="90545" y="6824"/>
                </a:lnTo>
                <a:lnTo>
                  <a:pt x="52492" y="25798"/>
                </a:lnTo>
                <a:lnTo>
                  <a:pt x="24023" y="54670"/>
                </a:lnTo>
                <a:lnTo>
                  <a:pt x="6179" y="91190"/>
                </a:lnTo>
                <a:lnTo>
                  <a:pt x="0" y="133107"/>
                </a:lnTo>
                <a:lnTo>
                  <a:pt x="52940" y="133107"/>
                </a:lnTo>
                <a:lnTo>
                  <a:pt x="58360" y="100704"/>
                </a:lnTo>
                <a:lnTo>
                  <a:pt x="74368" y="73171"/>
                </a:lnTo>
                <a:lnTo>
                  <a:pt x="100586" y="54051"/>
                </a:lnTo>
                <a:lnTo>
                  <a:pt x="136636" y="46889"/>
                </a:lnTo>
                <a:lnTo>
                  <a:pt x="170827" y="51963"/>
                </a:lnTo>
                <a:lnTo>
                  <a:pt x="196887" y="66679"/>
                </a:lnTo>
                <a:lnTo>
                  <a:pt x="213494" y="90282"/>
                </a:lnTo>
                <a:lnTo>
                  <a:pt x="219324" y="122014"/>
                </a:lnTo>
                <a:lnTo>
                  <a:pt x="215369" y="144561"/>
                </a:lnTo>
                <a:lnTo>
                  <a:pt x="202811" y="170039"/>
                </a:lnTo>
                <a:lnTo>
                  <a:pt x="180611" y="199865"/>
                </a:lnTo>
                <a:lnTo>
                  <a:pt x="147728" y="235458"/>
                </a:lnTo>
                <a:lnTo>
                  <a:pt x="4537" y="379153"/>
                </a:lnTo>
                <a:lnTo>
                  <a:pt x="4537" y="41343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428335" y="8733570"/>
            <a:ext cx="320675" cy="403860"/>
          </a:xfrm>
          <a:custGeom>
            <a:avLst/>
            <a:gdLst/>
            <a:ahLst/>
            <a:cxnLst/>
            <a:rect l="l" t="t" r="r" b="b"/>
            <a:pathLst>
              <a:path w="320675" h="403859">
                <a:moveTo>
                  <a:pt x="320162" y="312599"/>
                </a:moveTo>
                <a:lnTo>
                  <a:pt x="0" y="312599"/>
                </a:lnTo>
                <a:lnTo>
                  <a:pt x="0" y="267726"/>
                </a:lnTo>
                <a:lnTo>
                  <a:pt x="191593" y="0"/>
                </a:lnTo>
                <a:lnTo>
                  <a:pt x="254113" y="0"/>
                </a:lnTo>
                <a:lnTo>
                  <a:pt x="254113" y="57982"/>
                </a:lnTo>
                <a:lnTo>
                  <a:pt x="203694" y="57982"/>
                </a:lnTo>
                <a:lnTo>
                  <a:pt x="54452" y="267726"/>
                </a:lnTo>
                <a:lnTo>
                  <a:pt x="320162" y="267726"/>
                </a:lnTo>
                <a:lnTo>
                  <a:pt x="320162" y="312599"/>
                </a:lnTo>
                <a:close/>
              </a:path>
              <a:path w="320675" h="403859">
                <a:moveTo>
                  <a:pt x="254113" y="267726"/>
                </a:moveTo>
                <a:lnTo>
                  <a:pt x="203694" y="267726"/>
                </a:lnTo>
                <a:lnTo>
                  <a:pt x="203694" y="57982"/>
                </a:lnTo>
                <a:lnTo>
                  <a:pt x="254113" y="57982"/>
                </a:lnTo>
                <a:lnTo>
                  <a:pt x="254113" y="267726"/>
                </a:lnTo>
                <a:close/>
              </a:path>
              <a:path w="320675" h="403859">
                <a:moveTo>
                  <a:pt x="254113" y="403858"/>
                </a:moveTo>
                <a:lnTo>
                  <a:pt x="203694" y="403858"/>
                </a:lnTo>
                <a:lnTo>
                  <a:pt x="203694" y="312599"/>
                </a:lnTo>
                <a:lnTo>
                  <a:pt x="254113" y="312599"/>
                </a:lnTo>
                <a:lnTo>
                  <a:pt x="254113" y="40385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428334" y="8733570"/>
            <a:ext cx="320675" cy="403860"/>
          </a:xfrm>
          <a:custGeom>
            <a:avLst/>
            <a:gdLst/>
            <a:ahLst/>
            <a:cxnLst/>
            <a:rect l="l" t="t" r="r" b="b"/>
            <a:pathLst>
              <a:path w="320675" h="403859">
                <a:moveTo>
                  <a:pt x="203694" y="403858"/>
                </a:moveTo>
                <a:lnTo>
                  <a:pt x="254113" y="403858"/>
                </a:lnTo>
                <a:lnTo>
                  <a:pt x="254113" y="312599"/>
                </a:lnTo>
                <a:lnTo>
                  <a:pt x="320162" y="312599"/>
                </a:lnTo>
                <a:lnTo>
                  <a:pt x="320162" y="267726"/>
                </a:lnTo>
                <a:lnTo>
                  <a:pt x="254113" y="267726"/>
                </a:lnTo>
                <a:lnTo>
                  <a:pt x="254113" y="0"/>
                </a:lnTo>
                <a:lnTo>
                  <a:pt x="191593" y="0"/>
                </a:lnTo>
                <a:lnTo>
                  <a:pt x="0" y="267726"/>
                </a:lnTo>
                <a:lnTo>
                  <a:pt x="0" y="312599"/>
                </a:lnTo>
                <a:lnTo>
                  <a:pt x="203694" y="312599"/>
                </a:lnTo>
                <a:lnTo>
                  <a:pt x="203694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482787" y="8791552"/>
            <a:ext cx="149860" cy="210185"/>
          </a:xfrm>
          <a:custGeom>
            <a:avLst/>
            <a:gdLst/>
            <a:ahLst/>
            <a:cxnLst/>
            <a:rect l="l" t="t" r="r" b="b"/>
            <a:pathLst>
              <a:path w="149860" h="210184">
                <a:moveTo>
                  <a:pt x="0" y="209744"/>
                </a:moveTo>
                <a:lnTo>
                  <a:pt x="149241" y="0"/>
                </a:lnTo>
                <a:lnTo>
                  <a:pt x="149241" y="209744"/>
                </a:lnTo>
                <a:lnTo>
                  <a:pt x="0" y="209744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767153" y="8722982"/>
            <a:ext cx="444500" cy="424815"/>
          </a:xfrm>
          <a:custGeom>
            <a:avLst/>
            <a:gdLst/>
            <a:ahLst/>
            <a:cxnLst/>
            <a:rect l="l" t="t" r="r" b="b"/>
            <a:pathLst>
              <a:path w="444500" h="424815">
                <a:moveTo>
                  <a:pt x="99830" y="192601"/>
                </a:moveTo>
                <a:lnTo>
                  <a:pt x="59770" y="185283"/>
                </a:lnTo>
                <a:lnTo>
                  <a:pt x="28171" y="165060"/>
                </a:lnTo>
                <a:lnTo>
                  <a:pt x="7444" y="134533"/>
                </a:lnTo>
                <a:lnTo>
                  <a:pt x="0" y="96300"/>
                </a:lnTo>
                <a:lnTo>
                  <a:pt x="7444" y="58068"/>
                </a:lnTo>
                <a:lnTo>
                  <a:pt x="28171" y="27541"/>
                </a:lnTo>
                <a:lnTo>
                  <a:pt x="59770" y="7318"/>
                </a:lnTo>
                <a:lnTo>
                  <a:pt x="99830" y="0"/>
                </a:lnTo>
                <a:lnTo>
                  <a:pt x="139890" y="7318"/>
                </a:lnTo>
                <a:lnTo>
                  <a:pt x="171488" y="27541"/>
                </a:lnTo>
                <a:lnTo>
                  <a:pt x="181887" y="42856"/>
                </a:lnTo>
                <a:lnTo>
                  <a:pt x="99830" y="42856"/>
                </a:lnTo>
                <a:lnTo>
                  <a:pt x="77630" y="46811"/>
                </a:lnTo>
                <a:lnTo>
                  <a:pt x="60251" y="57856"/>
                </a:lnTo>
                <a:lnTo>
                  <a:pt x="48922" y="74762"/>
                </a:lnTo>
                <a:lnTo>
                  <a:pt x="44873" y="96300"/>
                </a:lnTo>
                <a:lnTo>
                  <a:pt x="48922" y="117918"/>
                </a:lnTo>
                <a:lnTo>
                  <a:pt x="60251" y="134997"/>
                </a:lnTo>
                <a:lnTo>
                  <a:pt x="77630" y="146216"/>
                </a:lnTo>
                <a:lnTo>
                  <a:pt x="99830" y="150249"/>
                </a:lnTo>
                <a:lnTo>
                  <a:pt x="181544" y="150249"/>
                </a:lnTo>
                <a:lnTo>
                  <a:pt x="171488" y="165060"/>
                </a:lnTo>
                <a:lnTo>
                  <a:pt x="139890" y="185283"/>
                </a:lnTo>
                <a:lnTo>
                  <a:pt x="99830" y="192601"/>
                </a:lnTo>
                <a:close/>
              </a:path>
              <a:path w="444500" h="424815">
                <a:moveTo>
                  <a:pt x="113443" y="414447"/>
                </a:moveTo>
                <a:lnTo>
                  <a:pt x="64032" y="414447"/>
                </a:lnTo>
                <a:lnTo>
                  <a:pt x="330750" y="10588"/>
                </a:lnTo>
                <a:lnTo>
                  <a:pt x="380161" y="10588"/>
                </a:lnTo>
                <a:lnTo>
                  <a:pt x="113443" y="414447"/>
                </a:lnTo>
                <a:close/>
              </a:path>
              <a:path w="444500" h="424815">
                <a:moveTo>
                  <a:pt x="181544" y="150249"/>
                </a:moveTo>
                <a:lnTo>
                  <a:pt x="99830" y="150249"/>
                </a:lnTo>
                <a:lnTo>
                  <a:pt x="121951" y="146216"/>
                </a:lnTo>
                <a:lnTo>
                  <a:pt x="139157" y="134997"/>
                </a:lnTo>
                <a:lnTo>
                  <a:pt x="150312" y="117918"/>
                </a:lnTo>
                <a:lnTo>
                  <a:pt x="154283" y="96300"/>
                </a:lnTo>
                <a:lnTo>
                  <a:pt x="150312" y="74762"/>
                </a:lnTo>
                <a:lnTo>
                  <a:pt x="139157" y="57856"/>
                </a:lnTo>
                <a:lnTo>
                  <a:pt x="121951" y="46811"/>
                </a:lnTo>
                <a:lnTo>
                  <a:pt x="99830" y="42856"/>
                </a:lnTo>
                <a:lnTo>
                  <a:pt x="181887" y="42856"/>
                </a:lnTo>
                <a:lnTo>
                  <a:pt x="192215" y="58068"/>
                </a:lnTo>
                <a:lnTo>
                  <a:pt x="199660" y="96300"/>
                </a:lnTo>
                <a:lnTo>
                  <a:pt x="192215" y="134533"/>
                </a:lnTo>
                <a:lnTo>
                  <a:pt x="181544" y="150249"/>
                </a:lnTo>
                <a:close/>
              </a:path>
              <a:path w="444500" h="424815">
                <a:moveTo>
                  <a:pt x="344364" y="424530"/>
                </a:moveTo>
                <a:lnTo>
                  <a:pt x="304304" y="417212"/>
                </a:lnTo>
                <a:lnTo>
                  <a:pt x="272705" y="396989"/>
                </a:lnTo>
                <a:lnTo>
                  <a:pt x="251978" y="366462"/>
                </a:lnTo>
                <a:lnTo>
                  <a:pt x="244533" y="328229"/>
                </a:lnTo>
                <a:lnTo>
                  <a:pt x="251978" y="289997"/>
                </a:lnTo>
                <a:lnTo>
                  <a:pt x="272705" y="259470"/>
                </a:lnTo>
                <a:lnTo>
                  <a:pt x="304304" y="239247"/>
                </a:lnTo>
                <a:lnTo>
                  <a:pt x="344364" y="231929"/>
                </a:lnTo>
                <a:lnTo>
                  <a:pt x="384211" y="239247"/>
                </a:lnTo>
                <a:lnTo>
                  <a:pt x="415833" y="259470"/>
                </a:lnTo>
                <a:lnTo>
                  <a:pt x="425946" y="274281"/>
                </a:lnTo>
                <a:lnTo>
                  <a:pt x="344364" y="274281"/>
                </a:lnTo>
                <a:lnTo>
                  <a:pt x="322163" y="278314"/>
                </a:lnTo>
                <a:lnTo>
                  <a:pt x="304784" y="289533"/>
                </a:lnTo>
                <a:lnTo>
                  <a:pt x="293456" y="306612"/>
                </a:lnTo>
                <a:lnTo>
                  <a:pt x="289407" y="328229"/>
                </a:lnTo>
                <a:lnTo>
                  <a:pt x="293456" y="349847"/>
                </a:lnTo>
                <a:lnTo>
                  <a:pt x="304784" y="366926"/>
                </a:lnTo>
                <a:lnTo>
                  <a:pt x="322163" y="378145"/>
                </a:lnTo>
                <a:lnTo>
                  <a:pt x="344364" y="382178"/>
                </a:lnTo>
                <a:lnTo>
                  <a:pt x="425946" y="382178"/>
                </a:lnTo>
                <a:lnTo>
                  <a:pt x="415833" y="396989"/>
                </a:lnTo>
                <a:lnTo>
                  <a:pt x="384211" y="417212"/>
                </a:lnTo>
                <a:lnTo>
                  <a:pt x="344364" y="424530"/>
                </a:lnTo>
                <a:close/>
              </a:path>
              <a:path w="444500" h="424815">
                <a:moveTo>
                  <a:pt x="425946" y="382178"/>
                </a:moveTo>
                <a:lnTo>
                  <a:pt x="344364" y="382178"/>
                </a:lnTo>
                <a:lnTo>
                  <a:pt x="366272" y="378145"/>
                </a:lnTo>
                <a:lnTo>
                  <a:pt x="383502" y="366926"/>
                </a:lnTo>
                <a:lnTo>
                  <a:pt x="394775" y="349847"/>
                </a:lnTo>
                <a:lnTo>
                  <a:pt x="398817" y="328229"/>
                </a:lnTo>
                <a:lnTo>
                  <a:pt x="394775" y="306612"/>
                </a:lnTo>
                <a:lnTo>
                  <a:pt x="383502" y="289533"/>
                </a:lnTo>
                <a:lnTo>
                  <a:pt x="366272" y="278314"/>
                </a:lnTo>
                <a:lnTo>
                  <a:pt x="344364" y="274281"/>
                </a:lnTo>
                <a:lnTo>
                  <a:pt x="425946" y="274281"/>
                </a:lnTo>
                <a:lnTo>
                  <a:pt x="436678" y="289997"/>
                </a:lnTo>
                <a:lnTo>
                  <a:pt x="444194" y="328229"/>
                </a:lnTo>
                <a:lnTo>
                  <a:pt x="436678" y="366462"/>
                </a:lnTo>
                <a:lnTo>
                  <a:pt x="425946" y="3821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762111" y="8717939"/>
            <a:ext cx="209744" cy="2026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831185" y="8733570"/>
            <a:ext cx="316230" cy="403860"/>
          </a:xfrm>
          <a:custGeom>
            <a:avLst/>
            <a:gdLst/>
            <a:ahLst/>
            <a:cxnLst/>
            <a:rect l="l" t="t" r="r" b="b"/>
            <a:pathLst>
              <a:path w="316229" h="403859">
                <a:moveTo>
                  <a:pt x="0" y="403858"/>
                </a:moveTo>
                <a:lnTo>
                  <a:pt x="49410" y="403858"/>
                </a:lnTo>
                <a:lnTo>
                  <a:pt x="316129" y="0"/>
                </a:lnTo>
                <a:lnTo>
                  <a:pt x="266718" y="0"/>
                </a:lnTo>
                <a:lnTo>
                  <a:pt x="0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5806984" y="8760797"/>
            <a:ext cx="119493" cy="11747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006644" y="8949869"/>
            <a:ext cx="209744" cy="2026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338498" y="8807060"/>
            <a:ext cx="332740" cy="330200"/>
          </a:xfrm>
          <a:custGeom>
            <a:avLst/>
            <a:gdLst/>
            <a:ahLst/>
            <a:cxnLst/>
            <a:rect l="l" t="t" r="r" b="b"/>
            <a:pathLst>
              <a:path w="332740" h="330200">
                <a:moveTo>
                  <a:pt x="309575" y="31191"/>
                </a:moveTo>
                <a:lnTo>
                  <a:pt x="22613" y="31191"/>
                </a:lnTo>
                <a:lnTo>
                  <a:pt x="22613" y="0"/>
                </a:lnTo>
                <a:lnTo>
                  <a:pt x="309575" y="0"/>
                </a:lnTo>
                <a:lnTo>
                  <a:pt x="309575" y="31191"/>
                </a:lnTo>
                <a:close/>
              </a:path>
              <a:path w="332740" h="330200">
                <a:moveTo>
                  <a:pt x="17155" y="122816"/>
                </a:moveTo>
                <a:lnTo>
                  <a:pt x="17155" y="91235"/>
                </a:lnTo>
                <a:lnTo>
                  <a:pt x="61268" y="86623"/>
                </a:lnTo>
                <a:lnTo>
                  <a:pt x="102493" y="75103"/>
                </a:lnTo>
                <a:lnTo>
                  <a:pt x="134872" y="56638"/>
                </a:lnTo>
                <a:lnTo>
                  <a:pt x="152448" y="31191"/>
                </a:lnTo>
                <a:lnTo>
                  <a:pt x="191827" y="31191"/>
                </a:lnTo>
                <a:lnTo>
                  <a:pt x="190590" y="37770"/>
                </a:lnTo>
                <a:lnTo>
                  <a:pt x="188659" y="44057"/>
                </a:lnTo>
                <a:lnTo>
                  <a:pt x="186070" y="50052"/>
                </a:lnTo>
                <a:lnTo>
                  <a:pt x="182860" y="55754"/>
                </a:lnTo>
                <a:lnTo>
                  <a:pt x="272853" y="81097"/>
                </a:lnTo>
                <a:lnTo>
                  <a:pt x="160636" y="81097"/>
                </a:lnTo>
                <a:lnTo>
                  <a:pt x="131473" y="98965"/>
                </a:lnTo>
                <a:lnTo>
                  <a:pt x="96352" y="111753"/>
                </a:lnTo>
                <a:lnTo>
                  <a:pt x="57503" y="119642"/>
                </a:lnTo>
                <a:lnTo>
                  <a:pt x="17155" y="122816"/>
                </a:lnTo>
                <a:close/>
              </a:path>
              <a:path w="332740" h="330200">
                <a:moveTo>
                  <a:pt x="308405" y="124376"/>
                </a:moveTo>
                <a:lnTo>
                  <a:pt x="160636" y="81097"/>
                </a:lnTo>
                <a:lnTo>
                  <a:pt x="272853" y="81097"/>
                </a:lnTo>
                <a:lnTo>
                  <a:pt x="318542" y="93964"/>
                </a:lnTo>
                <a:lnTo>
                  <a:pt x="308405" y="124376"/>
                </a:lnTo>
                <a:close/>
              </a:path>
              <a:path w="332740" h="330200">
                <a:moveTo>
                  <a:pt x="332579" y="179740"/>
                </a:moveTo>
                <a:lnTo>
                  <a:pt x="0" y="179740"/>
                </a:lnTo>
                <a:lnTo>
                  <a:pt x="0" y="148549"/>
                </a:lnTo>
                <a:lnTo>
                  <a:pt x="332579" y="148549"/>
                </a:lnTo>
                <a:lnTo>
                  <a:pt x="332579" y="179740"/>
                </a:lnTo>
                <a:close/>
              </a:path>
              <a:path w="332740" h="330200">
                <a:moveTo>
                  <a:pt x="166094" y="329849"/>
                </a:moveTo>
                <a:lnTo>
                  <a:pt x="109694" y="326761"/>
                </a:lnTo>
                <a:lnTo>
                  <a:pt x="63162" y="316544"/>
                </a:lnTo>
                <a:lnTo>
                  <a:pt x="31544" y="297775"/>
                </a:lnTo>
                <a:lnTo>
                  <a:pt x="19884" y="269026"/>
                </a:lnTo>
                <a:lnTo>
                  <a:pt x="31544" y="240399"/>
                </a:lnTo>
                <a:lnTo>
                  <a:pt x="63162" y="221898"/>
                </a:lnTo>
                <a:lnTo>
                  <a:pt x="109694" y="211949"/>
                </a:lnTo>
                <a:lnTo>
                  <a:pt x="166094" y="208982"/>
                </a:lnTo>
                <a:lnTo>
                  <a:pt x="222495" y="211949"/>
                </a:lnTo>
                <a:lnTo>
                  <a:pt x="269026" y="221898"/>
                </a:lnTo>
                <a:lnTo>
                  <a:pt x="298926" y="239394"/>
                </a:lnTo>
                <a:lnTo>
                  <a:pt x="166094" y="239394"/>
                </a:lnTo>
                <a:lnTo>
                  <a:pt x="126946" y="240844"/>
                </a:lnTo>
                <a:lnTo>
                  <a:pt x="93282" y="245730"/>
                </a:lnTo>
                <a:lnTo>
                  <a:pt x="69705" y="254856"/>
                </a:lnTo>
                <a:lnTo>
                  <a:pt x="60823" y="269026"/>
                </a:lnTo>
                <a:lnTo>
                  <a:pt x="69705" y="283483"/>
                </a:lnTo>
                <a:lnTo>
                  <a:pt x="93282" y="292858"/>
                </a:lnTo>
                <a:lnTo>
                  <a:pt x="126946" y="297921"/>
                </a:lnTo>
                <a:lnTo>
                  <a:pt x="166094" y="299438"/>
                </a:lnTo>
                <a:lnTo>
                  <a:pt x="297842" y="299438"/>
                </a:lnTo>
                <a:lnTo>
                  <a:pt x="269026" y="316544"/>
                </a:lnTo>
                <a:lnTo>
                  <a:pt x="222495" y="326761"/>
                </a:lnTo>
                <a:lnTo>
                  <a:pt x="166094" y="329849"/>
                </a:lnTo>
                <a:close/>
              </a:path>
              <a:path w="332740" h="330200">
                <a:moveTo>
                  <a:pt x="297842" y="299438"/>
                </a:moveTo>
                <a:lnTo>
                  <a:pt x="166094" y="299438"/>
                </a:lnTo>
                <a:lnTo>
                  <a:pt x="205303" y="297921"/>
                </a:lnTo>
                <a:lnTo>
                  <a:pt x="239102" y="292858"/>
                </a:lnTo>
                <a:lnTo>
                  <a:pt x="262812" y="283483"/>
                </a:lnTo>
                <a:lnTo>
                  <a:pt x="271755" y="269026"/>
                </a:lnTo>
                <a:lnTo>
                  <a:pt x="262812" y="254856"/>
                </a:lnTo>
                <a:lnTo>
                  <a:pt x="239102" y="245730"/>
                </a:lnTo>
                <a:lnTo>
                  <a:pt x="205303" y="240844"/>
                </a:lnTo>
                <a:lnTo>
                  <a:pt x="166094" y="239394"/>
                </a:lnTo>
                <a:lnTo>
                  <a:pt x="298926" y="239394"/>
                </a:lnTo>
                <a:lnTo>
                  <a:pt x="300644" y="240399"/>
                </a:lnTo>
                <a:lnTo>
                  <a:pt x="312304" y="269026"/>
                </a:lnTo>
                <a:lnTo>
                  <a:pt x="300644" y="297775"/>
                </a:lnTo>
                <a:lnTo>
                  <a:pt x="297842" y="29943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713966" y="8803161"/>
            <a:ext cx="336550" cy="333375"/>
          </a:xfrm>
          <a:custGeom>
            <a:avLst/>
            <a:gdLst/>
            <a:ahLst/>
            <a:cxnLst/>
            <a:rect l="l" t="t" r="r" b="b"/>
            <a:pathLst>
              <a:path w="336550" h="333375">
                <a:moveTo>
                  <a:pt x="289300" y="332969"/>
                </a:moveTo>
                <a:lnTo>
                  <a:pt x="250701" y="332969"/>
                </a:lnTo>
                <a:lnTo>
                  <a:pt x="250701" y="0"/>
                </a:lnTo>
                <a:lnTo>
                  <a:pt x="289300" y="0"/>
                </a:lnTo>
                <a:lnTo>
                  <a:pt x="289300" y="134903"/>
                </a:lnTo>
                <a:lnTo>
                  <a:pt x="336088" y="134903"/>
                </a:lnTo>
                <a:lnTo>
                  <a:pt x="336088" y="171943"/>
                </a:lnTo>
                <a:lnTo>
                  <a:pt x="289300" y="171943"/>
                </a:lnTo>
                <a:lnTo>
                  <a:pt x="289300" y="332969"/>
                </a:lnTo>
                <a:close/>
              </a:path>
              <a:path w="336550" h="333375">
                <a:moveTo>
                  <a:pt x="0" y="312304"/>
                </a:moveTo>
                <a:lnTo>
                  <a:pt x="0" y="275654"/>
                </a:lnTo>
                <a:lnTo>
                  <a:pt x="41920" y="269746"/>
                </a:lnTo>
                <a:lnTo>
                  <a:pt x="76996" y="252954"/>
                </a:lnTo>
                <a:lnTo>
                  <a:pt x="104881" y="226089"/>
                </a:lnTo>
                <a:lnTo>
                  <a:pt x="125228" y="189964"/>
                </a:lnTo>
                <a:lnTo>
                  <a:pt x="137690" y="145392"/>
                </a:lnTo>
                <a:lnTo>
                  <a:pt x="141921" y="93184"/>
                </a:lnTo>
                <a:lnTo>
                  <a:pt x="141921" y="47567"/>
                </a:lnTo>
                <a:lnTo>
                  <a:pt x="0" y="47567"/>
                </a:lnTo>
                <a:lnTo>
                  <a:pt x="0" y="12086"/>
                </a:lnTo>
                <a:lnTo>
                  <a:pt x="181300" y="12086"/>
                </a:lnTo>
                <a:lnTo>
                  <a:pt x="181241" y="93184"/>
                </a:lnTo>
                <a:lnTo>
                  <a:pt x="177191" y="146326"/>
                </a:lnTo>
                <a:lnTo>
                  <a:pt x="165136" y="193972"/>
                </a:lnTo>
                <a:lnTo>
                  <a:pt x="145545" y="234607"/>
                </a:lnTo>
                <a:lnTo>
                  <a:pt x="118826" y="267495"/>
                </a:lnTo>
                <a:lnTo>
                  <a:pt x="85390" y="291898"/>
                </a:lnTo>
                <a:lnTo>
                  <a:pt x="45644" y="307080"/>
                </a:lnTo>
                <a:lnTo>
                  <a:pt x="0" y="31230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1241606" y="8723990"/>
            <a:ext cx="293370" cy="413384"/>
          </a:xfrm>
          <a:custGeom>
            <a:avLst/>
            <a:gdLst/>
            <a:ahLst/>
            <a:cxnLst/>
            <a:rect l="l" t="t" r="r" b="b"/>
            <a:pathLst>
              <a:path w="293370" h="413384">
                <a:moveTo>
                  <a:pt x="185543" y="264701"/>
                </a:moveTo>
                <a:lnTo>
                  <a:pt x="83696" y="412934"/>
                </a:lnTo>
                <a:lnTo>
                  <a:pt x="144199" y="412934"/>
                </a:lnTo>
                <a:lnTo>
                  <a:pt x="253609" y="249071"/>
                </a:lnTo>
                <a:lnTo>
                  <a:pt x="282537" y="195311"/>
                </a:lnTo>
                <a:lnTo>
                  <a:pt x="292936" y="138149"/>
                </a:lnTo>
                <a:lnTo>
                  <a:pt x="285518" y="91448"/>
                </a:lnTo>
                <a:lnTo>
                  <a:pt x="264814" y="53146"/>
                </a:lnTo>
                <a:lnTo>
                  <a:pt x="233147" y="24378"/>
                </a:lnTo>
                <a:lnTo>
                  <a:pt x="192839" y="6284"/>
                </a:lnTo>
                <a:lnTo>
                  <a:pt x="146216" y="0"/>
                </a:lnTo>
                <a:lnTo>
                  <a:pt x="99838" y="6284"/>
                </a:lnTo>
                <a:lnTo>
                  <a:pt x="59680" y="24378"/>
                </a:lnTo>
                <a:lnTo>
                  <a:pt x="28089" y="53146"/>
                </a:lnTo>
                <a:lnTo>
                  <a:pt x="7413" y="91448"/>
                </a:lnTo>
                <a:lnTo>
                  <a:pt x="0" y="138149"/>
                </a:lnTo>
                <a:lnTo>
                  <a:pt x="7236" y="183865"/>
                </a:lnTo>
                <a:lnTo>
                  <a:pt x="27395" y="221570"/>
                </a:lnTo>
                <a:lnTo>
                  <a:pt x="58155" y="250031"/>
                </a:lnTo>
                <a:lnTo>
                  <a:pt x="97192" y="268013"/>
                </a:lnTo>
                <a:lnTo>
                  <a:pt x="142182" y="274281"/>
                </a:lnTo>
                <a:lnTo>
                  <a:pt x="185543" y="264701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1288495" y="8764830"/>
            <a:ext cx="199156" cy="1941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1565297" y="9067346"/>
            <a:ext cx="81175" cy="816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11670674" y="8723990"/>
            <a:ext cx="293370" cy="413384"/>
          </a:xfrm>
          <a:custGeom>
            <a:avLst/>
            <a:gdLst/>
            <a:ahLst/>
            <a:cxnLst/>
            <a:rect l="l" t="t" r="r" b="b"/>
            <a:pathLst>
              <a:path w="293370" h="413384">
                <a:moveTo>
                  <a:pt x="185543" y="264701"/>
                </a:moveTo>
                <a:lnTo>
                  <a:pt x="83696" y="412934"/>
                </a:lnTo>
                <a:lnTo>
                  <a:pt x="144199" y="412934"/>
                </a:lnTo>
                <a:lnTo>
                  <a:pt x="253609" y="249071"/>
                </a:lnTo>
                <a:lnTo>
                  <a:pt x="282537" y="195311"/>
                </a:lnTo>
                <a:lnTo>
                  <a:pt x="292936" y="138149"/>
                </a:lnTo>
                <a:lnTo>
                  <a:pt x="285518" y="91448"/>
                </a:lnTo>
                <a:lnTo>
                  <a:pt x="264814" y="53146"/>
                </a:lnTo>
                <a:lnTo>
                  <a:pt x="233147" y="24378"/>
                </a:lnTo>
                <a:lnTo>
                  <a:pt x="192839" y="6284"/>
                </a:lnTo>
                <a:lnTo>
                  <a:pt x="146216" y="0"/>
                </a:lnTo>
                <a:lnTo>
                  <a:pt x="99838" y="6284"/>
                </a:lnTo>
                <a:lnTo>
                  <a:pt x="59680" y="24378"/>
                </a:lnTo>
                <a:lnTo>
                  <a:pt x="28089" y="53146"/>
                </a:lnTo>
                <a:lnTo>
                  <a:pt x="7413" y="91448"/>
                </a:lnTo>
                <a:lnTo>
                  <a:pt x="0" y="138149"/>
                </a:lnTo>
                <a:lnTo>
                  <a:pt x="7236" y="183865"/>
                </a:lnTo>
                <a:lnTo>
                  <a:pt x="27395" y="221570"/>
                </a:lnTo>
                <a:lnTo>
                  <a:pt x="58155" y="250031"/>
                </a:lnTo>
                <a:lnTo>
                  <a:pt x="97192" y="268013"/>
                </a:lnTo>
                <a:lnTo>
                  <a:pt x="142182" y="274281"/>
                </a:lnTo>
                <a:lnTo>
                  <a:pt x="185543" y="264701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1717564" y="8764830"/>
            <a:ext cx="199156" cy="1941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1988820" y="8717939"/>
            <a:ext cx="209744" cy="2026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2057895" y="8733570"/>
            <a:ext cx="316230" cy="403860"/>
          </a:xfrm>
          <a:custGeom>
            <a:avLst/>
            <a:gdLst/>
            <a:ahLst/>
            <a:cxnLst/>
            <a:rect l="l" t="t" r="r" b="b"/>
            <a:pathLst>
              <a:path w="316229" h="403859">
                <a:moveTo>
                  <a:pt x="0" y="403858"/>
                </a:moveTo>
                <a:lnTo>
                  <a:pt x="49410" y="403858"/>
                </a:lnTo>
                <a:lnTo>
                  <a:pt x="316129" y="0"/>
                </a:lnTo>
                <a:lnTo>
                  <a:pt x="266718" y="0"/>
                </a:lnTo>
                <a:lnTo>
                  <a:pt x="0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2033694" y="8760797"/>
            <a:ext cx="119493" cy="11747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2233354" y="8949869"/>
            <a:ext cx="209744" cy="20268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1241606" y="8723990"/>
            <a:ext cx="293370" cy="413384"/>
          </a:xfrm>
          <a:custGeom>
            <a:avLst/>
            <a:gdLst/>
            <a:ahLst/>
            <a:cxnLst/>
            <a:rect l="l" t="t" r="r" b="b"/>
            <a:pathLst>
              <a:path w="293370" h="413384">
                <a:moveTo>
                  <a:pt x="142182" y="274281"/>
                </a:moveTo>
                <a:lnTo>
                  <a:pt x="97192" y="268013"/>
                </a:lnTo>
                <a:lnTo>
                  <a:pt x="58155" y="250031"/>
                </a:lnTo>
                <a:lnTo>
                  <a:pt x="27395" y="221570"/>
                </a:lnTo>
                <a:lnTo>
                  <a:pt x="7236" y="183865"/>
                </a:lnTo>
                <a:lnTo>
                  <a:pt x="0" y="138149"/>
                </a:lnTo>
                <a:lnTo>
                  <a:pt x="7413" y="91448"/>
                </a:lnTo>
                <a:lnTo>
                  <a:pt x="28089" y="53146"/>
                </a:lnTo>
                <a:lnTo>
                  <a:pt x="59680" y="24378"/>
                </a:lnTo>
                <a:lnTo>
                  <a:pt x="99838" y="6284"/>
                </a:lnTo>
                <a:lnTo>
                  <a:pt x="146216" y="0"/>
                </a:lnTo>
                <a:lnTo>
                  <a:pt x="192839" y="6284"/>
                </a:lnTo>
                <a:lnTo>
                  <a:pt x="233147" y="24378"/>
                </a:lnTo>
                <a:lnTo>
                  <a:pt x="256817" y="45881"/>
                </a:lnTo>
                <a:lnTo>
                  <a:pt x="146216" y="45881"/>
                </a:lnTo>
                <a:lnTo>
                  <a:pt x="107022" y="52987"/>
                </a:lnTo>
                <a:lnTo>
                  <a:pt x="77330" y="72477"/>
                </a:lnTo>
                <a:lnTo>
                  <a:pt x="58510" y="101610"/>
                </a:lnTo>
                <a:lnTo>
                  <a:pt x="51931" y="137644"/>
                </a:lnTo>
                <a:lnTo>
                  <a:pt x="58510" y="173970"/>
                </a:lnTo>
                <a:lnTo>
                  <a:pt x="77330" y="203253"/>
                </a:lnTo>
                <a:lnTo>
                  <a:pt x="107022" y="222798"/>
                </a:lnTo>
                <a:lnTo>
                  <a:pt x="146216" y="229912"/>
                </a:lnTo>
                <a:lnTo>
                  <a:pt x="265346" y="229912"/>
                </a:lnTo>
                <a:lnTo>
                  <a:pt x="253609" y="249071"/>
                </a:lnTo>
                <a:lnTo>
                  <a:pt x="243173" y="264701"/>
                </a:lnTo>
                <a:lnTo>
                  <a:pt x="185543" y="264701"/>
                </a:lnTo>
                <a:lnTo>
                  <a:pt x="177208" y="268112"/>
                </a:lnTo>
                <a:lnTo>
                  <a:pt x="166888" y="271193"/>
                </a:lnTo>
                <a:lnTo>
                  <a:pt x="155055" y="273422"/>
                </a:lnTo>
                <a:lnTo>
                  <a:pt x="142182" y="274281"/>
                </a:lnTo>
                <a:close/>
              </a:path>
              <a:path w="293370" h="413384">
                <a:moveTo>
                  <a:pt x="265346" y="229912"/>
                </a:moveTo>
                <a:lnTo>
                  <a:pt x="146216" y="229912"/>
                </a:lnTo>
                <a:lnTo>
                  <a:pt x="185700" y="222727"/>
                </a:lnTo>
                <a:lnTo>
                  <a:pt x="215542" y="203063"/>
                </a:lnTo>
                <a:lnTo>
                  <a:pt x="234418" y="173757"/>
                </a:lnTo>
                <a:lnTo>
                  <a:pt x="241004" y="137644"/>
                </a:lnTo>
                <a:lnTo>
                  <a:pt x="234418" y="101610"/>
                </a:lnTo>
                <a:lnTo>
                  <a:pt x="215542" y="72477"/>
                </a:lnTo>
                <a:lnTo>
                  <a:pt x="185700" y="52987"/>
                </a:lnTo>
                <a:lnTo>
                  <a:pt x="146216" y="45881"/>
                </a:lnTo>
                <a:lnTo>
                  <a:pt x="256817" y="45881"/>
                </a:lnTo>
                <a:lnTo>
                  <a:pt x="264814" y="53146"/>
                </a:lnTo>
                <a:lnTo>
                  <a:pt x="285518" y="91448"/>
                </a:lnTo>
                <a:lnTo>
                  <a:pt x="292936" y="138149"/>
                </a:lnTo>
                <a:lnTo>
                  <a:pt x="290265" y="167746"/>
                </a:lnTo>
                <a:lnTo>
                  <a:pt x="282537" y="195311"/>
                </a:lnTo>
                <a:lnTo>
                  <a:pt x="270176" y="222026"/>
                </a:lnTo>
                <a:lnTo>
                  <a:pt x="265346" y="229912"/>
                </a:lnTo>
                <a:close/>
              </a:path>
              <a:path w="293370" h="413384">
                <a:moveTo>
                  <a:pt x="144199" y="412934"/>
                </a:moveTo>
                <a:lnTo>
                  <a:pt x="83696" y="412934"/>
                </a:lnTo>
                <a:lnTo>
                  <a:pt x="185543" y="264701"/>
                </a:lnTo>
                <a:lnTo>
                  <a:pt x="243173" y="264701"/>
                </a:lnTo>
                <a:lnTo>
                  <a:pt x="144199" y="41293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1241606" y="8723990"/>
            <a:ext cx="293370" cy="413384"/>
          </a:xfrm>
          <a:custGeom>
            <a:avLst/>
            <a:gdLst/>
            <a:ahLst/>
            <a:cxnLst/>
            <a:rect l="l" t="t" r="r" b="b"/>
            <a:pathLst>
              <a:path w="293370" h="413384">
                <a:moveTo>
                  <a:pt x="185543" y="264701"/>
                </a:moveTo>
                <a:lnTo>
                  <a:pt x="83696" y="412934"/>
                </a:lnTo>
                <a:lnTo>
                  <a:pt x="144199" y="412934"/>
                </a:lnTo>
                <a:lnTo>
                  <a:pt x="253609" y="249071"/>
                </a:lnTo>
                <a:lnTo>
                  <a:pt x="282537" y="195311"/>
                </a:lnTo>
                <a:lnTo>
                  <a:pt x="292936" y="138149"/>
                </a:lnTo>
                <a:lnTo>
                  <a:pt x="285518" y="91448"/>
                </a:lnTo>
                <a:lnTo>
                  <a:pt x="264814" y="53146"/>
                </a:lnTo>
                <a:lnTo>
                  <a:pt x="233147" y="24378"/>
                </a:lnTo>
                <a:lnTo>
                  <a:pt x="192839" y="6284"/>
                </a:lnTo>
                <a:lnTo>
                  <a:pt x="146216" y="0"/>
                </a:lnTo>
                <a:lnTo>
                  <a:pt x="99838" y="6284"/>
                </a:lnTo>
                <a:lnTo>
                  <a:pt x="59680" y="24378"/>
                </a:lnTo>
                <a:lnTo>
                  <a:pt x="28089" y="53146"/>
                </a:lnTo>
                <a:lnTo>
                  <a:pt x="7413" y="91448"/>
                </a:lnTo>
                <a:lnTo>
                  <a:pt x="0" y="138149"/>
                </a:lnTo>
                <a:lnTo>
                  <a:pt x="7236" y="183865"/>
                </a:lnTo>
                <a:lnTo>
                  <a:pt x="27395" y="221570"/>
                </a:lnTo>
                <a:lnTo>
                  <a:pt x="58155" y="250031"/>
                </a:lnTo>
                <a:lnTo>
                  <a:pt x="97192" y="268013"/>
                </a:lnTo>
                <a:lnTo>
                  <a:pt x="142182" y="274281"/>
                </a:lnTo>
                <a:lnTo>
                  <a:pt x="185543" y="264701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1288495" y="8764830"/>
            <a:ext cx="199156" cy="1941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1565297" y="9067346"/>
            <a:ext cx="81175" cy="816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1670674" y="8723990"/>
            <a:ext cx="293370" cy="413384"/>
          </a:xfrm>
          <a:custGeom>
            <a:avLst/>
            <a:gdLst/>
            <a:ahLst/>
            <a:cxnLst/>
            <a:rect l="l" t="t" r="r" b="b"/>
            <a:pathLst>
              <a:path w="293370" h="413384">
                <a:moveTo>
                  <a:pt x="142182" y="274281"/>
                </a:moveTo>
                <a:lnTo>
                  <a:pt x="97192" y="268013"/>
                </a:lnTo>
                <a:lnTo>
                  <a:pt x="58155" y="250031"/>
                </a:lnTo>
                <a:lnTo>
                  <a:pt x="27395" y="221570"/>
                </a:lnTo>
                <a:lnTo>
                  <a:pt x="7236" y="183865"/>
                </a:lnTo>
                <a:lnTo>
                  <a:pt x="0" y="138149"/>
                </a:lnTo>
                <a:lnTo>
                  <a:pt x="7413" y="91448"/>
                </a:lnTo>
                <a:lnTo>
                  <a:pt x="28089" y="53146"/>
                </a:lnTo>
                <a:lnTo>
                  <a:pt x="59680" y="24378"/>
                </a:lnTo>
                <a:lnTo>
                  <a:pt x="99838" y="6284"/>
                </a:lnTo>
                <a:lnTo>
                  <a:pt x="146216" y="0"/>
                </a:lnTo>
                <a:lnTo>
                  <a:pt x="192839" y="6284"/>
                </a:lnTo>
                <a:lnTo>
                  <a:pt x="233147" y="24378"/>
                </a:lnTo>
                <a:lnTo>
                  <a:pt x="256817" y="45881"/>
                </a:lnTo>
                <a:lnTo>
                  <a:pt x="146216" y="45881"/>
                </a:lnTo>
                <a:lnTo>
                  <a:pt x="107022" y="52987"/>
                </a:lnTo>
                <a:lnTo>
                  <a:pt x="77330" y="72477"/>
                </a:lnTo>
                <a:lnTo>
                  <a:pt x="58510" y="101610"/>
                </a:lnTo>
                <a:lnTo>
                  <a:pt x="51931" y="137644"/>
                </a:lnTo>
                <a:lnTo>
                  <a:pt x="58510" y="173970"/>
                </a:lnTo>
                <a:lnTo>
                  <a:pt x="77330" y="203253"/>
                </a:lnTo>
                <a:lnTo>
                  <a:pt x="107022" y="222798"/>
                </a:lnTo>
                <a:lnTo>
                  <a:pt x="146216" y="229912"/>
                </a:lnTo>
                <a:lnTo>
                  <a:pt x="265346" y="229912"/>
                </a:lnTo>
                <a:lnTo>
                  <a:pt x="253609" y="249071"/>
                </a:lnTo>
                <a:lnTo>
                  <a:pt x="243173" y="264701"/>
                </a:lnTo>
                <a:lnTo>
                  <a:pt x="185543" y="264701"/>
                </a:lnTo>
                <a:lnTo>
                  <a:pt x="177208" y="268112"/>
                </a:lnTo>
                <a:lnTo>
                  <a:pt x="166888" y="271193"/>
                </a:lnTo>
                <a:lnTo>
                  <a:pt x="155055" y="273422"/>
                </a:lnTo>
                <a:lnTo>
                  <a:pt x="142182" y="274281"/>
                </a:lnTo>
                <a:close/>
              </a:path>
              <a:path w="293370" h="413384">
                <a:moveTo>
                  <a:pt x="265346" y="229912"/>
                </a:moveTo>
                <a:lnTo>
                  <a:pt x="146216" y="229912"/>
                </a:lnTo>
                <a:lnTo>
                  <a:pt x="185700" y="222727"/>
                </a:lnTo>
                <a:lnTo>
                  <a:pt x="215542" y="203063"/>
                </a:lnTo>
                <a:lnTo>
                  <a:pt x="234418" y="173757"/>
                </a:lnTo>
                <a:lnTo>
                  <a:pt x="241004" y="137644"/>
                </a:lnTo>
                <a:lnTo>
                  <a:pt x="234418" y="101610"/>
                </a:lnTo>
                <a:lnTo>
                  <a:pt x="215542" y="72477"/>
                </a:lnTo>
                <a:lnTo>
                  <a:pt x="185700" y="52987"/>
                </a:lnTo>
                <a:lnTo>
                  <a:pt x="146216" y="45881"/>
                </a:lnTo>
                <a:lnTo>
                  <a:pt x="256817" y="45881"/>
                </a:lnTo>
                <a:lnTo>
                  <a:pt x="264814" y="53146"/>
                </a:lnTo>
                <a:lnTo>
                  <a:pt x="285518" y="91448"/>
                </a:lnTo>
                <a:lnTo>
                  <a:pt x="292936" y="138149"/>
                </a:lnTo>
                <a:lnTo>
                  <a:pt x="290265" y="167746"/>
                </a:lnTo>
                <a:lnTo>
                  <a:pt x="282537" y="195311"/>
                </a:lnTo>
                <a:lnTo>
                  <a:pt x="270176" y="222026"/>
                </a:lnTo>
                <a:lnTo>
                  <a:pt x="265346" y="229912"/>
                </a:lnTo>
                <a:close/>
              </a:path>
              <a:path w="293370" h="413384">
                <a:moveTo>
                  <a:pt x="144199" y="412934"/>
                </a:moveTo>
                <a:lnTo>
                  <a:pt x="83696" y="412934"/>
                </a:lnTo>
                <a:lnTo>
                  <a:pt x="185543" y="264701"/>
                </a:lnTo>
                <a:lnTo>
                  <a:pt x="243173" y="264701"/>
                </a:lnTo>
                <a:lnTo>
                  <a:pt x="144199" y="412934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1670674" y="8723990"/>
            <a:ext cx="293370" cy="413384"/>
          </a:xfrm>
          <a:custGeom>
            <a:avLst/>
            <a:gdLst/>
            <a:ahLst/>
            <a:cxnLst/>
            <a:rect l="l" t="t" r="r" b="b"/>
            <a:pathLst>
              <a:path w="293370" h="413384">
                <a:moveTo>
                  <a:pt x="185543" y="264701"/>
                </a:moveTo>
                <a:lnTo>
                  <a:pt x="83696" y="412934"/>
                </a:lnTo>
                <a:lnTo>
                  <a:pt x="144199" y="412934"/>
                </a:lnTo>
                <a:lnTo>
                  <a:pt x="253609" y="249071"/>
                </a:lnTo>
                <a:lnTo>
                  <a:pt x="282537" y="195311"/>
                </a:lnTo>
                <a:lnTo>
                  <a:pt x="292936" y="138149"/>
                </a:lnTo>
                <a:lnTo>
                  <a:pt x="285518" y="91448"/>
                </a:lnTo>
                <a:lnTo>
                  <a:pt x="264814" y="53146"/>
                </a:lnTo>
                <a:lnTo>
                  <a:pt x="233147" y="24378"/>
                </a:lnTo>
                <a:lnTo>
                  <a:pt x="192839" y="6284"/>
                </a:lnTo>
                <a:lnTo>
                  <a:pt x="146216" y="0"/>
                </a:lnTo>
                <a:lnTo>
                  <a:pt x="99838" y="6284"/>
                </a:lnTo>
                <a:lnTo>
                  <a:pt x="59680" y="24378"/>
                </a:lnTo>
                <a:lnTo>
                  <a:pt x="28089" y="53146"/>
                </a:lnTo>
                <a:lnTo>
                  <a:pt x="7413" y="91448"/>
                </a:lnTo>
                <a:lnTo>
                  <a:pt x="0" y="138149"/>
                </a:lnTo>
                <a:lnTo>
                  <a:pt x="7236" y="183865"/>
                </a:lnTo>
                <a:lnTo>
                  <a:pt x="27395" y="221570"/>
                </a:lnTo>
                <a:lnTo>
                  <a:pt x="58155" y="250031"/>
                </a:lnTo>
                <a:lnTo>
                  <a:pt x="97192" y="268013"/>
                </a:lnTo>
                <a:lnTo>
                  <a:pt x="142182" y="274281"/>
                </a:lnTo>
                <a:lnTo>
                  <a:pt x="185543" y="264701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1717564" y="8764830"/>
            <a:ext cx="199156" cy="1941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1993862" y="8722982"/>
            <a:ext cx="444500" cy="424815"/>
          </a:xfrm>
          <a:custGeom>
            <a:avLst/>
            <a:gdLst/>
            <a:ahLst/>
            <a:cxnLst/>
            <a:rect l="l" t="t" r="r" b="b"/>
            <a:pathLst>
              <a:path w="444500" h="424815">
                <a:moveTo>
                  <a:pt x="99830" y="192601"/>
                </a:moveTo>
                <a:lnTo>
                  <a:pt x="59770" y="185283"/>
                </a:lnTo>
                <a:lnTo>
                  <a:pt x="28171" y="165060"/>
                </a:lnTo>
                <a:lnTo>
                  <a:pt x="7444" y="134533"/>
                </a:lnTo>
                <a:lnTo>
                  <a:pt x="0" y="96300"/>
                </a:lnTo>
                <a:lnTo>
                  <a:pt x="7444" y="58068"/>
                </a:lnTo>
                <a:lnTo>
                  <a:pt x="28171" y="27541"/>
                </a:lnTo>
                <a:lnTo>
                  <a:pt x="59770" y="7318"/>
                </a:lnTo>
                <a:lnTo>
                  <a:pt x="99830" y="0"/>
                </a:lnTo>
                <a:lnTo>
                  <a:pt x="139890" y="7318"/>
                </a:lnTo>
                <a:lnTo>
                  <a:pt x="171488" y="27541"/>
                </a:lnTo>
                <a:lnTo>
                  <a:pt x="181887" y="42856"/>
                </a:lnTo>
                <a:lnTo>
                  <a:pt x="99830" y="42856"/>
                </a:lnTo>
                <a:lnTo>
                  <a:pt x="77630" y="46811"/>
                </a:lnTo>
                <a:lnTo>
                  <a:pt x="60251" y="57856"/>
                </a:lnTo>
                <a:lnTo>
                  <a:pt x="48922" y="74762"/>
                </a:lnTo>
                <a:lnTo>
                  <a:pt x="44873" y="96300"/>
                </a:lnTo>
                <a:lnTo>
                  <a:pt x="48922" y="117918"/>
                </a:lnTo>
                <a:lnTo>
                  <a:pt x="60251" y="134997"/>
                </a:lnTo>
                <a:lnTo>
                  <a:pt x="77630" y="146216"/>
                </a:lnTo>
                <a:lnTo>
                  <a:pt x="99830" y="150249"/>
                </a:lnTo>
                <a:lnTo>
                  <a:pt x="181544" y="150249"/>
                </a:lnTo>
                <a:lnTo>
                  <a:pt x="171488" y="165060"/>
                </a:lnTo>
                <a:lnTo>
                  <a:pt x="139890" y="185283"/>
                </a:lnTo>
                <a:lnTo>
                  <a:pt x="99830" y="192601"/>
                </a:lnTo>
                <a:close/>
              </a:path>
              <a:path w="444500" h="424815">
                <a:moveTo>
                  <a:pt x="113443" y="414447"/>
                </a:moveTo>
                <a:lnTo>
                  <a:pt x="64032" y="414447"/>
                </a:lnTo>
                <a:lnTo>
                  <a:pt x="330750" y="10588"/>
                </a:lnTo>
                <a:lnTo>
                  <a:pt x="380161" y="10588"/>
                </a:lnTo>
                <a:lnTo>
                  <a:pt x="113443" y="414447"/>
                </a:lnTo>
                <a:close/>
              </a:path>
              <a:path w="444500" h="424815">
                <a:moveTo>
                  <a:pt x="181544" y="150249"/>
                </a:moveTo>
                <a:lnTo>
                  <a:pt x="99830" y="150249"/>
                </a:lnTo>
                <a:lnTo>
                  <a:pt x="121951" y="146216"/>
                </a:lnTo>
                <a:lnTo>
                  <a:pt x="139157" y="134997"/>
                </a:lnTo>
                <a:lnTo>
                  <a:pt x="150312" y="117918"/>
                </a:lnTo>
                <a:lnTo>
                  <a:pt x="154283" y="96300"/>
                </a:lnTo>
                <a:lnTo>
                  <a:pt x="150312" y="74762"/>
                </a:lnTo>
                <a:lnTo>
                  <a:pt x="139157" y="57856"/>
                </a:lnTo>
                <a:lnTo>
                  <a:pt x="121951" y="46811"/>
                </a:lnTo>
                <a:lnTo>
                  <a:pt x="99830" y="42856"/>
                </a:lnTo>
                <a:lnTo>
                  <a:pt x="181887" y="42856"/>
                </a:lnTo>
                <a:lnTo>
                  <a:pt x="192215" y="58068"/>
                </a:lnTo>
                <a:lnTo>
                  <a:pt x="199660" y="96300"/>
                </a:lnTo>
                <a:lnTo>
                  <a:pt x="192215" y="134533"/>
                </a:lnTo>
                <a:lnTo>
                  <a:pt x="181544" y="150249"/>
                </a:lnTo>
                <a:close/>
              </a:path>
              <a:path w="444500" h="424815">
                <a:moveTo>
                  <a:pt x="344364" y="424530"/>
                </a:moveTo>
                <a:lnTo>
                  <a:pt x="304304" y="417212"/>
                </a:lnTo>
                <a:lnTo>
                  <a:pt x="272705" y="396989"/>
                </a:lnTo>
                <a:lnTo>
                  <a:pt x="251978" y="366462"/>
                </a:lnTo>
                <a:lnTo>
                  <a:pt x="244533" y="328229"/>
                </a:lnTo>
                <a:lnTo>
                  <a:pt x="251978" y="289997"/>
                </a:lnTo>
                <a:lnTo>
                  <a:pt x="272705" y="259470"/>
                </a:lnTo>
                <a:lnTo>
                  <a:pt x="304304" y="239247"/>
                </a:lnTo>
                <a:lnTo>
                  <a:pt x="344364" y="231929"/>
                </a:lnTo>
                <a:lnTo>
                  <a:pt x="384211" y="239247"/>
                </a:lnTo>
                <a:lnTo>
                  <a:pt x="415833" y="259470"/>
                </a:lnTo>
                <a:lnTo>
                  <a:pt x="425946" y="274281"/>
                </a:lnTo>
                <a:lnTo>
                  <a:pt x="344364" y="274281"/>
                </a:lnTo>
                <a:lnTo>
                  <a:pt x="322163" y="278314"/>
                </a:lnTo>
                <a:lnTo>
                  <a:pt x="304784" y="289533"/>
                </a:lnTo>
                <a:lnTo>
                  <a:pt x="293456" y="306612"/>
                </a:lnTo>
                <a:lnTo>
                  <a:pt x="289407" y="328229"/>
                </a:lnTo>
                <a:lnTo>
                  <a:pt x="293456" y="349847"/>
                </a:lnTo>
                <a:lnTo>
                  <a:pt x="304784" y="366926"/>
                </a:lnTo>
                <a:lnTo>
                  <a:pt x="322163" y="378145"/>
                </a:lnTo>
                <a:lnTo>
                  <a:pt x="344364" y="382178"/>
                </a:lnTo>
                <a:lnTo>
                  <a:pt x="425946" y="382178"/>
                </a:lnTo>
                <a:lnTo>
                  <a:pt x="415833" y="396989"/>
                </a:lnTo>
                <a:lnTo>
                  <a:pt x="384211" y="417212"/>
                </a:lnTo>
                <a:lnTo>
                  <a:pt x="344364" y="424530"/>
                </a:lnTo>
                <a:close/>
              </a:path>
              <a:path w="444500" h="424815">
                <a:moveTo>
                  <a:pt x="425946" y="382178"/>
                </a:moveTo>
                <a:lnTo>
                  <a:pt x="344364" y="382178"/>
                </a:lnTo>
                <a:lnTo>
                  <a:pt x="366272" y="378145"/>
                </a:lnTo>
                <a:lnTo>
                  <a:pt x="383502" y="366926"/>
                </a:lnTo>
                <a:lnTo>
                  <a:pt x="394775" y="349847"/>
                </a:lnTo>
                <a:lnTo>
                  <a:pt x="398817" y="328229"/>
                </a:lnTo>
                <a:lnTo>
                  <a:pt x="394775" y="306612"/>
                </a:lnTo>
                <a:lnTo>
                  <a:pt x="383502" y="289533"/>
                </a:lnTo>
                <a:lnTo>
                  <a:pt x="366272" y="278314"/>
                </a:lnTo>
                <a:lnTo>
                  <a:pt x="344364" y="274281"/>
                </a:lnTo>
                <a:lnTo>
                  <a:pt x="425946" y="274281"/>
                </a:lnTo>
                <a:lnTo>
                  <a:pt x="436678" y="289997"/>
                </a:lnTo>
                <a:lnTo>
                  <a:pt x="444194" y="328229"/>
                </a:lnTo>
                <a:lnTo>
                  <a:pt x="436678" y="366462"/>
                </a:lnTo>
                <a:lnTo>
                  <a:pt x="425946" y="38217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1988820" y="8717939"/>
            <a:ext cx="209744" cy="2026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2057895" y="8733570"/>
            <a:ext cx="316230" cy="403860"/>
          </a:xfrm>
          <a:custGeom>
            <a:avLst/>
            <a:gdLst/>
            <a:ahLst/>
            <a:cxnLst/>
            <a:rect l="l" t="t" r="r" b="b"/>
            <a:pathLst>
              <a:path w="316229" h="403859">
                <a:moveTo>
                  <a:pt x="0" y="403858"/>
                </a:moveTo>
                <a:lnTo>
                  <a:pt x="49410" y="403858"/>
                </a:lnTo>
                <a:lnTo>
                  <a:pt x="316129" y="0"/>
                </a:lnTo>
                <a:lnTo>
                  <a:pt x="266718" y="0"/>
                </a:lnTo>
                <a:lnTo>
                  <a:pt x="0" y="403858"/>
                </a:lnTo>
                <a:close/>
              </a:path>
            </a:pathLst>
          </a:custGeom>
          <a:ln w="10083">
            <a:solidFill>
              <a:srgbClr val="4747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2033694" y="8760797"/>
            <a:ext cx="119493" cy="11747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2233354" y="8949869"/>
            <a:ext cx="209744" cy="2026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2573928" y="8803161"/>
            <a:ext cx="339725" cy="328930"/>
          </a:xfrm>
          <a:custGeom>
            <a:avLst/>
            <a:gdLst/>
            <a:ahLst/>
            <a:cxnLst/>
            <a:rect l="l" t="t" r="r" b="b"/>
            <a:pathLst>
              <a:path w="339725" h="328929">
                <a:moveTo>
                  <a:pt x="292810" y="180910"/>
                </a:moveTo>
                <a:lnTo>
                  <a:pt x="254210" y="180910"/>
                </a:lnTo>
                <a:lnTo>
                  <a:pt x="254210" y="0"/>
                </a:lnTo>
                <a:lnTo>
                  <a:pt x="292810" y="0"/>
                </a:lnTo>
                <a:lnTo>
                  <a:pt x="292810" y="68231"/>
                </a:lnTo>
                <a:lnTo>
                  <a:pt x="339597" y="68231"/>
                </a:lnTo>
                <a:lnTo>
                  <a:pt x="339597" y="105271"/>
                </a:lnTo>
                <a:lnTo>
                  <a:pt x="292810" y="105271"/>
                </a:lnTo>
                <a:lnTo>
                  <a:pt x="292810" y="180910"/>
                </a:lnTo>
                <a:close/>
              </a:path>
              <a:path w="339725" h="328929">
                <a:moveTo>
                  <a:pt x="0" y="171553"/>
                </a:moveTo>
                <a:lnTo>
                  <a:pt x="0" y="138022"/>
                </a:lnTo>
                <a:lnTo>
                  <a:pt x="63522" y="132661"/>
                </a:lnTo>
                <a:lnTo>
                  <a:pt x="111655" y="116773"/>
                </a:lnTo>
                <a:lnTo>
                  <a:pt x="142171" y="89772"/>
                </a:lnTo>
                <a:lnTo>
                  <a:pt x="152838" y="51076"/>
                </a:lnTo>
                <a:lnTo>
                  <a:pt x="152838" y="40938"/>
                </a:lnTo>
                <a:lnTo>
                  <a:pt x="0" y="40938"/>
                </a:lnTo>
                <a:lnTo>
                  <a:pt x="0" y="8187"/>
                </a:lnTo>
                <a:lnTo>
                  <a:pt x="191827" y="8187"/>
                </a:lnTo>
                <a:lnTo>
                  <a:pt x="191827" y="44447"/>
                </a:lnTo>
                <a:lnTo>
                  <a:pt x="185632" y="85406"/>
                </a:lnTo>
                <a:lnTo>
                  <a:pt x="139191" y="142067"/>
                </a:lnTo>
                <a:lnTo>
                  <a:pt x="101025" y="158787"/>
                </a:lnTo>
                <a:lnTo>
                  <a:pt x="54281" y="168446"/>
                </a:lnTo>
                <a:lnTo>
                  <a:pt x="0" y="171553"/>
                </a:lnTo>
                <a:close/>
              </a:path>
              <a:path w="339725" h="328929">
                <a:moveTo>
                  <a:pt x="292810" y="328680"/>
                </a:moveTo>
                <a:lnTo>
                  <a:pt x="14426" y="328680"/>
                </a:lnTo>
                <a:lnTo>
                  <a:pt x="14426" y="199235"/>
                </a:lnTo>
                <a:lnTo>
                  <a:pt x="292810" y="199235"/>
                </a:lnTo>
                <a:lnTo>
                  <a:pt x="292810" y="231986"/>
                </a:lnTo>
                <a:lnTo>
                  <a:pt x="53025" y="231986"/>
                </a:lnTo>
                <a:lnTo>
                  <a:pt x="53025" y="295929"/>
                </a:lnTo>
                <a:lnTo>
                  <a:pt x="292810" y="295929"/>
                </a:lnTo>
                <a:lnTo>
                  <a:pt x="292810" y="328680"/>
                </a:lnTo>
                <a:close/>
              </a:path>
              <a:path w="339725" h="328929">
                <a:moveTo>
                  <a:pt x="292810" y="295929"/>
                </a:moveTo>
                <a:lnTo>
                  <a:pt x="254210" y="295929"/>
                </a:lnTo>
                <a:lnTo>
                  <a:pt x="254210" y="231986"/>
                </a:lnTo>
                <a:lnTo>
                  <a:pt x="292810" y="231986"/>
                </a:lnTo>
                <a:lnTo>
                  <a:pt x="292810" y="295929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2928731" y="8804720"/>
            <a:ext cx="332740" cy="315595"/>
          </a:xfrm>
          <a:custGeom>
            <a:avLst/>
            <a:gdLst/>
            <a:ahLst/>
            <a:cxnLst/>
            <a:rect l="l" t="t" r="r" b="b"/>
            <a:pathLst>
              <a:path w="332740" h="315595">
                <a:moveTo>
                  <a:pt x="6628" y="202354"/>
                </a:moveTo>
                <a:lnTo>
                  <a:pt x="6628" y="165704"/>
                </a:lnTo>
                <a:lnTo>
                  <a:pt x="48858" y="157304"/>
                </a:lnTo>
                <a:lnTo>
                  <a:pt x="87607" y="133876"/>
                </a:lnTo>
                <a:lnTo>
                  <a:pt x="120798" y="98078"/>
                </a:lnTo>
                <a:lnTo>
                  <a:pt x="146353" y="52567"/>
                </a:lnTo>
                <a:lnTo>
                  <a:pt x="162195" y="0"/>
                </a:lnTo>
                <a:lnTo>
                  <a:pt x="201964" y="7018"/>
                </a:lnTo>
                <a:lnTo>
                  <a:pt x="197883" y="25495"/>
                </a:lnTo>
                <a:lnTo>
                  <a:pt x="192704" y="43424"/>
                </a:lnTo>
                <a:lnTo>
                  <a:pt x="186503" y="60695"/>
                </a:lnTo>
                <a:lnTo>
                  <a:pt x="179351" y="77198"/>
                </a:lnTo>
                <a:lnTo>
                  <a:pt x="226370" y="108000"/>
                </a:lnTo>
                <a:lnTo>
                  <a:pt x="162195" y="108000"/>
                </a:lnTo>
                <a:lnTo>
                  <a:pt x="130760" y="146922"/>
                </a:lnTo>
                <a:lnTo>
                  <a:pt x="93476" y="176670"/>
                </a:lnTo>
                <a:lnTo>
                  <a:pt x="51660" y="195671"/>
                </a:lnTo>
                <a:lnTo>
                  <a:pt x="6628" y="202354"/>
                </a:lnTo>
                <a:close/>
              </a:path>
              <a:path w="332740" h="315595">
                <a:moveTo>
                  <a:pt x="304116" y="203524"/>
                </a:moveTo>
                <a:lnTo>
                  <a:pt x="162195" y="108000"/>
                </a:lnTo>
                <a:lnTo>
                  <a:pt x="226370" y="108000"/>
                </a:lnTo>
                <a:lnTo>
                  <a:pt x="325171" y="172722"/>
                </a:lnTo>
                <a:lnTo>
                  <a:pt x="304116" y="203524"/>
                </a:lnTo>
                <a:close/>
              </a:path>
              <a:path w="332740" h="315595">
                <a:moveTo>
                  <a:pt x="185589" y="279163"/>
                </a:moveTo>
                <a:lnTo>
                  <a:pt x="146210" y="279163"/>
                </a:lnTo>
                <a:lnTo>
                  <a:pt x="146210" y="185979"/>
                </a:lnTo>
                <a:lnTo>
                  <a:pt x="185589" y="185979"/>
                </a:lnTo>
                <a:lnTo>
                  <a:pt x="185589" y="279163"/>
                </a:lnTo>
                <a:close/>
              </a:path>
              <a:path w="332740" h="315595">
                <a:moveTo>
                  <a:pt x="332579" y="315423"/>
                </a:moveTo>
                <a:lnTo>
                  <a:pt x="0" y="315423"/>
                </a:lnTo>
                <a:lnTo>
                  <a:pt x="0" y="279163"/>
                </a:lnTo>
                <a:lnTo>
                  <a:pt x="332579" y="279163"/>
                </a:lnTo>
                <a:lnTo>
                  <a:pt x="332579" y="315423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60909" y="3096743"/>
            <a:ext cx="2233930" cy="410845"/>
          </a:xfrm>
          <a:custGeom>
            <a:avLst/>
            <a:gdLst/>
            <a:ahLst/>
            <a:cxnLst/>
            <a:rect l="l" t="t" r="r" b="b"/>
            <a:pathLst>
              <a:path w="2233930" h="410845">
                <a:moveTo>
                  <a:pt x="0" y="410444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960909" y="7359980"/>
            <a:ext cx="2233930" cy="410845"/>
          </a:xfrm>
          <a:custGeom>
            <a:avLst/>
            <a:gdLst/>
            <a:ahLst/>
            <a:cxnLst/>
            <a:rect l="l" t="t" r="r" b="b"/>
            <a:pathLst>
              <a:path w="2233930" h="410845">
                <a:moveTo>
                  <a:pt x="0" y="410444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960909" y="3497225"/>
            <a:ext cx="2233930" cy="3872865"/>
          </a:xfrm>
          <a:custGeom>
            <a:avLst/>
            <a:gdLst/>
            <a:ahLst/>
            <a:cxnLst/>
            <a:rect l="l" t="t" r="r" b="b"/>
            <a:pathLst>
              <a:path w="2233930" h="3872865">
                <a:moveTo>
                  <a:pt x="0" y="3872715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84804" y="7359980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80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39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557786" y="7359980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39"/>
                </a:moveTo>
                <a:lnTo>
                  <a:pt x="0" y="0"/>
                </a:lnTo>
                <a:lnTo>
                  <a:pt x="12551" y="0"/>
                </a:lnTo>
                <a:lnTo>
                  <a:pt x="12551" y="410439"/>
                </a:lnTo>
                <a:lnTo>
                  <a:pt x="0" y="41043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184804" y="3497225"/>
            <a:ext cx="373380" cy="3872865"/>
          </a:xfrm>
          <a:custGeom>
            <a:avLst/>
            <a:gdLst/>
            <a:ahLst/>
            <a:cxnLst/>
            <a:rect l="l" t="t" r="r" b="b"/>
            <a:pathLst>
              <a:path w="373380" h="3872865">
                <a:moveTo>
                  <a:pt x="0" y="3872715"/>
                </a:moveTo>
                <a:lnTo>
                  <a:pt x="0" y="0"/>
                </a:lnTo>
                <a:lnTo>
                  <a:pt x="372982" y="0"/>
                </a:lnTo>
                <a:lnTo>
                  <a:pt x="372982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557786" y="3497225"/>
            <a:ext cx="12700" cy="3872865"/>
          </a:xfrm>
          <a:custGeom>
            <a:avLst/>
            <a:gdLst/>
            <a:ahLst/>
            <a:cxnLst/>
            <a:rect l="l" t="t" r="r" b="b"/>
            <a:pathLst>
              <a:path w="12700" h="3872865">
                <a:moveTo>
                  <a:pt x="0" y="3872715"/>
                </a:moveTo>
                <a:lnTo>
                  <a:pt x="0" y="0"/>
                </a:lnTo>
                <a:lnTo>
                  <a:pt x="12551" y="0"/>
                </a:lnTo>
                <a:lnTo>
                  <a:pt x="12551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184804" y="3096743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80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557786" y="3096739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46"/>
                </a:moveTo>
                <a:lnTo>
                  <a:pt x="0" y="4"/>
                </a:lnTo>
                <a:lnTo>
                  <a:pt x="12551" y="0"/>
                </a:lnTo>
                <a:lnTo>
                  <a:pt x="12551" y="410446"/>
                </a:lnTo>
                <a:lnTo>
                  <a:pt x="0" y="4104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597886" y="3096743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80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585333" y="3096739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46"/>
                </a:moveTo>
                <a:lnTo>
                  <a:pt x="0" y="0"/>
                </a:lnTo>
                <a:lnTo>
                  <a:pt x="12551" y="4"/>
                </a:lnTo>
                <a:lnTo>
                  <a:pt x="12551" y="410446"/>
                </a:lnTo>
                <a:lnTo>
                  <a:pt x="0" y="4104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597886" y="3497225"/>
            <a:ext cx="373380" cy="3872865"/>
          </a:xfrm>
          <a:custGeom>
            <a:avLst/>
            <a:gdLst/>
            <a:ahLst/>
            <a:cxnLst/>
            <a:rect l="l" t="t" r="r" b="b"/>
            <a:pathLst>
              <a:path w="373380" h="3872865">
                <a:moveTo>
                  <a:pt x="0" y="3872715"/>
                </a:moveTo>
                <a:lnTo>
                  <a:pt x="0" y="0"/>
                </a:lnTo>
                <a:lnTo>
                  <a:pt x="372982" y="0"/>
                </a:lnTo>
                <a:lnTo>
                  <a:pt x="372982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585333" y="3497225"/>
            <a:ext cx="12700" cy="3872865"/>
          </a:xfrm>
          <a:custGeom>
            <a:avLst/>
            <a:gdLst/>
            <a:ahLst/>
            <a:cxnLst/>
            <a:rect l="l" t="t" r="r" b="b"/>
            <a:pathLst>
              <a:path w="12700" h="3872865">
                <a:moveTo>
                  <a:pt x="0" y="3872715"/>
                </a:moveTo>
                <a:lnTo>
                  <a:pt x="0" y="0"/>
                </a:lnTo>
                <a:lnTo>
                  <a:pt x="12551" y="0"/>
                </a:lnTo>
                <a:lnTo>
                  <a:pt x="12551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597886" y="7359980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80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585333" y="7359980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39"/>
                </a:moveTo>
                <a:lnTo>
                  <a:pt x="0" y="0"/>
                </a:lnTo>
                <a:lnTo>
                  <a:pt x="12551" y="0"/>
                </a:lnTo>
                <a:lnTo>
                  <a:pt x="12551" y="410439"/>
                </a:lnTo>
                <a:lnTo>
                  <a:pt x="0" y="41043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29446" y="3096743"/>
            <a:ext cx="2233930" cy="410845"/>
          </a:xfrm>
          <a:custGeom>
            <a:avLst/>
            <a:gdLst/>
            <a:ahLst/>
            <a:cxnLst/>
            <a:rect l="l" t="t" r="r" b="b"/>
            <a:pathLst>
              <a:path w="2233929" h="410845">
                <a:moveTo>
                  <a:pt x="0" y="410444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29446" y="7359980"/>
            <a:ext cx="2233930" cy="410845"/>
          </a:xfrm>
          <a:custGeom>
            <a:avLst/>
            <a:gdLst/>
            <a:ahLst/>
            <a:cxnLst/>
            <a:rect l="l" t="t" r="r" b="b"/>
            <a:pathLst>
              <a:path w="2233929" h="410845">
                <a:moveTo>
                  <a:pt x="0" y="410444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29446" y="3497225"/>
            <a:ext cx="2233930" cy="3872865"/>
          </a:xfrm>
          <a:custGeom>
            <a:avLst/>
            <a:gdLst/>
            <a:ahLst/>
            <a:cxnLst/>
            <a:rect l="l" t="t" r="r" b="b"/>
            <a:pathLst>
              <a:path w="2233929" h="3872865">
                <a:moveTo>
                  <a:pt x="0" y="3872715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53340" y="7359980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79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39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626323" y="7359980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39"/>
                </a:moveTo>
                <a:lnTo>
                  <a:pt x="0" y="0"/>
                </a:lnTo>
                <a:lnTo>
                  <a:pt x="12551" y="0"/>
                </a:lnTo>
                <a:lnTo>
                  <a:pt x="12551" y="410439"/>
                </a:lnTo>
                <a:lnTo>
                  <a:pt x="0" y="41043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253340" y="3497225"/>
            <a:ext cx="373380" cy="3872865"/>
          </a:xfrm>
          <a:custGeom>
            <a:avLst/>
            <a:gdLst/>
            <a:ahLst/>
            <a:cxnLst/>
            <a:rect l="l" t="t" r="r" b="b"/>
            <a:pathLst>
              <a:path w="373379" h="3872865">
                <a:moveTo>
                  <a:pt x="0" y="3872715"/>
                </a:moveTo>
                <a:lnTo>
                  <a:pt x="0" y="0"/>
                </a:lnTo>
                <a:lnTo>
                  <a:pt x="372982" y="0"/>
                </a:lnTo>
                <a:lnTo>
                  <a:pt x="372982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26323" y="3497225"/>
            <a:ext cx="12700" cy="3872865"/>
          </a:xfrm>
          <a:custGeom>
            <a:avLst/>
            <a:gdLst/>
            <a:ahLst/>
            <a:cxnLst/>
            <a:rect l="l" t="t" r="r" b="b"/>
            <a:pathLst>
              <a:path w="12700" h="3872865">
                <a:moveTo>
                  <a:pt x="0" y="3872715"/>
                </a:moveTo>
                <a:lnTo>
                  <a:pt x="0" y="0"/>
                </a:lnTo>
                <a:lnTo>
                  <a:pt x="12551" y="0"/>
                </a:lnTo>
                <a:lnTo>
                  <a:pt x="12551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253340" y="3096743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79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626323" y="3096739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46"/>
                </a:moveTo>
                <a:lnTo>
                  <a:pt x="0" y="4"/>
                </a:lnTo>
                <a:lnTo>
                  <a:pt x="12551" y="0"/>
                </a:lnTo>
                <a:lnTo>
                  <a:pt x="12551" y="410446"/>
                </a:lnTo>
                <a:lnTo>
                  <a:pt x="0" y="4104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66422" y="3096743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79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53871" y="3096739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46"/>
                </a:moveTo>
                <a:lnTo>
                  <a:pt x="0" y="0"/>
                </a:lnTo>
                <a:lnTo>
                  <a:pt x="12551" y="4"/>
                </a:lnTo>
                <a:lnTo>
                  <a:pt x="12551" y="410446"/>
                </a:lnTo>
                <a:lnTo>
                  <a:pt x="0" y="4104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66422" y="3497225"/>
            <a:ext cx="373380" cy="3872865"/>
          </a:xfrm>
          <a:custGeom>
            <a:avLst/>
            <a:gdLst/>
            <a:ahLst/>
            <a:cxnLst/>
            <a:rect l="l" t="t" r="r" b="b"/>
            <a:pathLst>
              <a:path w="373379" h="3872865">
                <a:moveTo>
                  <a:pt x="0" y="3872715"/>
                </a:moveTo>
                <a:lnTo>
                  <a:pt x="0" y="0"/>
                </a:lnTo>
                <a:lnTo>
                  <a:pt x="372982" y="0"/>
                </a:lnTo>
                <a:lnTo>
                  <a:pt x="372982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53871" y="3497225"/>
            <a:ext cx="12700" cy="3872865"/>
          </a:xfrm>
          <a:custGeom>
            <a:avLst/>
            <a:gdLst/>
            <a:ahLst/>
            <a:cxnLst/>
            <a:rect l="l" t="t" r="r" b="b"/>
            <a:pathLst>
              <a:path w="12700" h="3872865">
                <a:moveTo>
                  <a:pt x="0" y="3872715"/>
                </a:moveTo>
                <a:lnTo>
                  <a:pt x="0" y="0"/>
                </a:lnTo>
                <a:lnTo>
                  <a:pt x="12551" y="0"/>
                </a:lnTo>
                <a:lnTo>
                  <a:pt x="12551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66422" y="7359980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79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53871" y="7359980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39"/>
                </a:moveTo>
                <a:lnTo>
                  <a:pt x="0" y="0"/>
                </a:lnTo>
                <a:lnTo>
                  <a:pt x="12551" y="0"/>
                </a:lnTo>
                <a:lnTo>
                  <a:pt x="12551" y="410439"/>
                </a:lnTo>
                <a:lnTo>
                  <a:pt x="0" y="41043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88707" y="3096305"/>
            <a:ext cx="2233930" cy="410845"/>
          </a:xfrm>
          <a:custGeom>
            <a:avLst/>
            <a:gdLst/>
            <a:ahLst/>
            <a:cxnLst/>
            <a:rect l="l" t="t" r="r" b="b"/>
            <a:pathLst>
              <a:path w="2233929" h="410845">
                <a:moveTo>
                  <a:pt x="0" y="410444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088707" y="7359542"/>
            <a:ext cx="2233930" cy="410845"/>
          </a:xfrm>
          <a:custGeom>
            <a:avLst/>
            <a:gdLst/>
            <a:ahLst/>
            <a:cxnLst/>
            <a:rect l="l" t="t" r="r" b="b"/>
            <a:pathLst>
              <a:path w="2233929" h="410845">
                <a:moveTo>
                  <a:pt x="0" y="410444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88707" y="3496786"/>
            <a:ext cx="2233930" cy="3872865"/>
          </a:xfrm>
          <a:custGeom>
            <a:avLst/>
            <a:gdLst/>
            <a:ahLst/>
            <a:cxnLst/>
            <a:rect l="l" t="t" r="r" b="b"/>
            <a:pathLst>
              <a:path w="2233929" h="3872865">
                <a:moveTo>
                  <a:pt x="0" y="3872715"/>
                </a:moveTo>
                <a:lnTo>
                  <a:pt x="0" y="0"/>
                </a:lnTo>
                <a:lnTo>
                  <a:pt x="2233856" y="0"/>
                </a:lnTo>
                <a:lnTo>
                  <a:pt x="2233856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12602" y="7359542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79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39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85585" y="7359542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39"/>
                </a:moveTo>
                <a:lnTo>
                  <a:pt x="0" y="0"/>
                </a:lnTo>
                <a:lnTo>
                  <a:pt x="12551" y="0"/>
                </a:lnTo>
                <a:lnTo>
                  <a:pt x="12551" y="410439"/>
                </a:lnTo>
                <a:lnTo>
                  <a:pt x="0" y="41043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12602" y="3496786"/>
            <a:ext cx="373380" cy="3872865"/>
          </a:xfrm>
          <a:custGeom>
            <a:avLst/>
            <a:gdLst/>
            <a:ahLst/>
            <a:cxnLst/>
            <a:rect l="l" t="t" r="r" b="b"/>
            <a:pathLst>
              <a:path w="373379" h="3872865">
                <a:moveTo>
                  <a:pt x="0" y="3872715"/>
                </a:moveTo>
                <a:lnTo>
                  <a:pt x="0" y="0"/>
                </a:lnTo>
                <a:lnTo>
                  <a:pt x="372982" y="0"/>
                </a:lnTo>
                <a:lnTo>
                  <a:pt x="372982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85585" y="3496786"/>
            <a:ext cx="12700" cy="3872865"/>
          </a:xfrm>
          <a:custGeom>
            <a:avLst/>
            <a:gdLst/>
            <a:ahLst/>
            <a:cxnLst/>
            <a:rect l="l" t="t" r="r" b="b"/>
            <a:pathLst>
              <a:path w="12700" h="3872865">
                <a:moveTo>
                  <a:pt x="0" y="3872715"/>
                </a:moveTo>
                <a:lnTo>
                  <a:pt x="0" y="0"/>
                </a:lnTo>
                <a:lnTo>
                  <a:pt x="12551" y="0"/>
                </a:lnTo>
                <a:lnTo>
                  <a:pt x="12551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12602" y="3096305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79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85585" y="3096301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46"/>
                </a:moveTo>
                <a:lnTo>
                  <a:pt x="0" y="4"/>
                </a:lnTo>
                <a:lnTo>
                  <a:pt x="12551" y="0"/>
                </a:lnTo>
                <a:lnTo>
                  <a:pt x="12551" y="410446"/>
                </a:lnTo>
                <a:lnTo>
                  <a:pt x="0" y="4104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25684" y="3096305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80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13132" y="3096301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46"/>
                </a:moveTo>
                <a:lnTo>
                  <a:pt x="0" y="0"/>
                </a:lnTo>
                <a:lnTo>
                  <a:pt x="12551" y="4"/>
                </a:lnTo>
                <a:lnTo>
                  <a:pt x="12551" y="410446"/>
                </a:lnTo>
                <a:lnTo>
                  <a:pt x="0" y="410446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725684" y="3496786"/>
            <a:ext cx="373380" cy="3872865"/>
          </a:xfrm>
          <a:custGeom>
            <a:avLst/>
            <a:gdLst/>
            <a:ahLst/>
            <a:cxnLst/>
            <a:rect l="l" t="t" r="r" b="b"/>
            <a:pathLst>
              <a:path w="373380" h="3872865">
                <a:moveTo>
                  <a:pt x="0" y="3872715"/>
                </a:moveTo>
                <a:lnTo>
                  <a:pt x="0" y="0"/>
                </a:lnTo>
                <a:lnTo>
                  <a:pt x="372982" y="0"/>
                </a:lnTo>
                <a:lnTo>
                  <a:pt x="372982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713132" y="3496786"/>
            <a:ext cx="12700" cy="3872865"/>
          </a:xfrm>
          <a:custGeom>
            <a:avLst/>
            <a:gdLst/>
            <a:ahLst/>
            <a:cxnLst/>
            <a:rect l="l" t="t" r="r" b="b"/>
            <a:pathLst>
              <a:path w="12700" h="3872865">
                <a:moveTo>
                  <a:pt x="0" y="3872715"/>
                </a:moveTo>
                <a:lnTo>
                  <a:pt x="0" y="0"/>
                </a:lnTo>
                <a:lnTo>
                  <a:pt x="12551" y="0"/>
                </a:lnTo>
                <a:lnTo>
                  <a:pt x="12551" y="3872715"/>
                </a:lnTo>
                <a:lnTo>
                  <a:pt x="0" y="38727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25684" y="7359542"/>
            <a:ext cx="373380" cy="410845"/>
          </a:xfrm>
          <a:custGeom>
            <a:avLst/>
            <a:gdLst/>
            <a:ahLst/>
            <a:cxnLst/>
            <a:rect l="l" t="t" r="r" b="b"/>
            <a:pathLst>
              <a:path w="373380" h="410845">
                <a:moveTo>
                  <a:pt x="0" y="410444"/>
                </a:moveTo>
                <a:lnTo>
                  <a:pt x="0" y="0"/>
                </a:lnTo>
                <a:lnTo>
                  <a:pt x="372982" y="0"/>
                </a:lnTo>
                <a:lnTo>
                  <a:pt x="372982" y="410444"/>
                </a:lnTo>
                <a:lnTo>
                  <a:pt x="0" y="410444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713132" y="7359542"/>
            <a:ext cx="12700" cy="410845"/>
          </a:xfrm>
          <a:custGeom>
            <a:avLst/>
            <a:gdLst/>
            <a:ahLst/>
            <a:cxnLst/>
            <a:rect l="l" t="t" r="r" b="b"/>
            <a:pathLst>
              <a:path w="12700" h="410845">
                <a:moveTo>
                  <a:pt x="0" y="410439"/>
                </a:moveTo>
                <a:lnTo>
                  <a:pt x="0" y="0"/>
                </a:lnTo>
                <a:lnTo>
                  <a:pt x="12551" y="0"/>
                </a:lnTo>
                <a:lnTo>
                  <a:pt x="12551" y="410439"/>
                </a:lnTo>
                <a:lnTo>
                  <a:pt x="0" y="41043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27296" y="5073157"/>
            <a:ext cx="353060" cy="364490"/>
          </a:xfrm>
          <a:custGeom>
            <a:avLst/>
            <a:gdLst/>
            <a:ahLst/>
            <a:cxnLst/>
            <a:rect l="l" t="t" r="r" b="b"/>
            <a:pathLst>
              <a:path w="353060" h="364489">
                <a:moveTo>
                  <a:pt x="345224" y="274364"/>
                </a:moveTo>
                <a:lnTo>
                  <a:pt x="302881" y="274364"/>
                </a:lnTo>
                <a:lnTo>
                  <a:pt x="302881" y="180173"/>
                </a:lnTo>
                <a:lnTo>
                  <a:pt x="237638" y="180173"/>
                </a:lnTo>
                <a:lnTo>
                  <a:pt x="240231" y="142151"/>
                </a:lnTo>
                <a:lnTo>
                  <a:pt x="302881" y="142151"/>
                </a:lnTo>
                <a:lnTo>
                  <a:pt x="302881" y="80797"/>
                </a:lnTo>
                <a:lnTo>
                  <a:pt x="240231" y="80797"/>
                </a:lnTo>
                <a:lnTo>
                  <a:pt x="237638" y="42774"/>
                </a:lnTo>
                <a:lnTo>
                  <a:pt x="302881" y="42774"/>
                </a:lnTo>
                <a:lnTo>
                  <a:pt x="302881" y="0"/>
                </a:lnTo>
                <a:lnTo>
                  <a:pt x="345224" y="0"/>
                </a:lnTo>
                <a:lnTo>
                  <a:pt x="345224" y="274364"/>
                </a:lnTo>
                <a:close/>
              </a:path>
              <a:path w="353060" h="364489">
                <a:moveTo>
                  <a:pt x="114498" y="218195"/>
                </a:moveTo>
                <a:lnTo>
                  <a:pt x="66532" y="210141"/>
                </a:lnTo>
                <a:lnTo>
                  <a:pt x="30514" y="187788"/>
                </a:lnTo>
                <a:lnTo>
                  <a:pt x="7865" y="153850"/>
                </a:lnTo>
                <a:lnTo>
                  <a:pt x="0" y="111042"/>
                </a:lnTo>
                <a:lnTo>
                  <a:pt x="7865" y="68233"/>
                </a:lnTo>
                <a:lnTo>
                  <a:pt x="30514" y="34295"/>
                </a:lnTo>
                <a:lnTo>
                  <a:pt x="66532" y="11942"/>
                </a:lnTo>
                <a:lnTo>
                  <a:pt x="114498" y="3888"/>
                </a:lnTo>
                <a:lnTo>
                  <a:pt x="162215" y="11942"/>
                </a:lnTo>
                <a:lnTo>
                  <a:pt x="198104" y="34295"/>
                </a:lnTo>
                <a:lnTo>
                  <a:pt x="201737" y="39750"/>
                </a:lnTo>
                <a:lnTo>
                  <a:pt x="114498" y="39750"/>
                </a:lnTo>
                <a:lnTo>
                  <a:pt x="84881" y="44753"/>
                </a:lnTo>
                <a:lnTo>
                  <a:pt x="62272" y="59031"/>
                </a:lnTo>
                <a:lnTo>
                  <a:pt x="47845" y="81492"/>
                </a:lnTo>
                <a:lnTo>
                  <a:pt x="42774" y="111042"/>
                </a:lnTo>
                <a:lnTo>
                  <a:pt x="47845" y="140524"/>
                </a:lnTo>
                <a:lnTo>
                  <a:pt x="62272" y="162836"/>
                </a:lnTo>
                <a:lnTo>
                  <a:pt x="84881" y="176966"/>
                </a:lnTo>
                <a:lnTo>
                  <a:pt x="114498" y="181901"/>
                </a:lnTo>
                <a:lnTo>
                  <a:pt x="202025" y="181901"/>
                </a:lnTo>
                <a:lnTo>
                  <a:pt x="198104" y="187788"/>
                </a:lnTo>
                <a:lnTo>
                  <a:pt x="162215" y="210141"/>
                </a:lnTo>
                <a:lnTo>
                  <a:pt x="114498" y="218195"/>
                </a:lnTo>
                <a:close/>
              </a:path>
              <a:path w="353060" h="364489">
                <a:moveTo>
                  <a:pt x="202025" y="181901"/>
                </a:moveTo>
                <a:lnTo>
                  <a:pt x="114498" y="181901"/>
                </a:lnTo>
                <a:lnTo>
                  <a:pt x="143866" y="176966"/>
                </a:lnTo>
                <a:lnTo>
                  <a:pt x="166347" y="162836"/>
                </a:lnTo>
                <a:lnTo>
                  <a:pt x="180727" y="140524"/>
                </a:lnTo>
                <a:lnTo>
                  <a:pt x="185790" y="111042"/>
                </a:lnTo>
                <a:lnTo>
                  <a:pt x="180727" y="81492"/>
                </a:lnTo>
                <a:lnTo>
                  <a:pt x="166347" y="59031"/>
                </a:lnTo>
                <a:lnTo>
                  <a:pt x="143866" y="44753"/>
                </a:lnTo>
                <a:lnTo>
                  <a:pt x="114498" y="39750"/>
                </a:lnTo>
                <a:lnTo>
                  <a:pt x="201737" y="39750"/>
                </a:lnTo>
                <a:lnTo>
                  <a:pt x="220707" y="68233"/>
                </a:lnTo>
                <a:lnTo>
                  <a:pt x="228565" y="111042"/>
                </a:lnTo>
                <a:lnTo>
                  <a:pt x="220707" y="153850"/>
                </a:lnTo>
                <a:lnTo>
                  <a:pt x="202025" y="181901"/>
                </a:lnTo>
                <a:close/>
              </a:path>
              <a:path w="353060" h="364489">
                <a:moveTo>
                  <a:pt x="353001" y="364235"/>
                </a:moveTo>
                <a:lnTo>
                  <a:pt x="35429" y="364235"/>
                </a:lnTo>
                <a:lnTo>
                  <a:pt x="35429" y="243687"/>
                </a:lnTo>
                <a:lnTo>
                  <a:pt x="78636" y="243687"/>
                </a:lnTo>
                <a:lnTo>
                  <a:pt x="78636" y="325781"/>
                </a:lnTo>
                <a:lnTo>
                  <a:pt x="353001" y="325781"/>
                </a:lnTo>
                <a:lnTo>
                  <a:pt x="353001" y="364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23505" y="5064515"/>
            <a:ext cx="368935" cy="378460"/>
          </a:xfrm>
          <a:custGeom>
            <a:avLst/>
            <a:gdLst/>
            <a:ahLst/>
            <a:cxnLst/>
            <a:rect l="l" t="t" r="r" b="b"/>
            <a:pathLst>
              <a:path w="368935" h="378460">
                <a:moveTo>
                  <a:pt x="13394" y="157705"/>
                </a:moveTo>
                <a:lnTo>
                  <a:pt x="13394" y="120547"/>
                </a:lnTo>
                <a:lnTo>
                  <a:pt x="56566" y="114149"/>
                </a:lnTo>
                <a:lnTo>
                  <a:pt x="98183" y="98086"/>
                </a:lnTo>
                <a:lnTo>
                  <a:pt x="134719" y="73168"/>
                </a:lnTo>
                <a:lnTo>
                  <a:pt x="162648" y="40203"/>
                </a:lnTo>
                <a:lnTo>
                  <a:pt x="178445" y="0"/>
                </a:lnTo>
                <a:lnTo>
                  <a:pt x="221220" y="6913"/>
                </a:lnTo>
                <a:lnTo>
                  <a:pt x="218074" y="20023"/>
                </a:lnTo>
                <a:lnTo>
                  <a:pt x="213874" y="32729"/>
                </a:lnTo>
                <a:lnTo>
                  <a:pt x="208703" y="44948"/>
                </a:lnTo>
                <a:lnTo>
                  <a:pt x="202641" y="56601"/>
                </a:lnTo>
                <a:lnTo>
                  <a:pt x="267569" y="85982"/>
                </a:lnTo>
                <a:lnTo>
                  <a:pt x="180605" y="85982"/>
                </a:lnTo>
                <a:lnTo>
                  <a:pt x="146093" y="115416"/>
                </a:lnTo>
                <a:lnTo>
                  <a:pt x="105101" y="137722"/>
                </a:lnTo>
                <a:lnTo>
                  <a:pt x="60057" y="152088"/>
                </a:lnTo>
                <a:lnTo>
                  <a:pt x="13394" y="157705"/>
                </a:lnTo>
                <a:close/>
              </a:path>
              <a:path w="368935" h="378460">
                <a:moveTo>
                  <a:pt x="341335" y="159434"/>
                </a:moveTo>
                <a:lnTo>
                  <a:pt x="180605" y="85982"/>
                </a:lnTo>
                <a:lnTo>
                  <a:pt x="267569" y="85982"/>
                </a:lnTo>
                <a:lnTo>
                  <a:pt x="357322" y="126596"/>
                </a:lnTo>
                <a:lnTo>
                  <a:pt x="341335" y="159434"/>
                </a:lnTo>
                <a:close/>
              </a:path>
              <a:path w="368935" h="378460">
                <a:moveTo>
                  <a:pt x="205233" y="192703"/>
                </a:moveTo>
                <a:lnTo>
                  <a:pt x="162890" y="192703"/>
                </a:lnTo>
                <a:lnTo>
                  <a:pt x="162890" y="136534"/>
                </a:lnTo>
                <a:lnTo>
                  <a:pt x="205233" y="136534"/>
                </a:lnTo>
                <a:lnTo>
                  <a:pt x="205233" y="192703"/>
                </a:lnTo>
                <a:close/>
              </a:path>
              <a:path w="368935" h="378460">
                <a:moveTo>
                  <a:pt x="368556" y="228133"/>
                </a:moveTo>
                <a:lnTo>
                  <a:pt x="0" y="228133"/>
                </a:lnTo>
                <a:lnTo>
                  <a:pt x="0" y="192703"/>
                </a:lnTo>
                <a:lnTo>
                  <a:pt x="368556" y="192703"/>
                </a:lnTo>
                <a:lnTo>
                  <a:pt x="368556" y="228133"/>
                </a:lnTo>
                <a:close/>
              </a:path>
              <a:path w="368935" h="378460">
                <a:moveTo>
                  <a:pt x="342631" y="378061"/>
                </a:moveTo>
                <a:lnTo>
                  <a:pt x="299424" y="378061"/>
                </a:lnTo>
                <a:lnTo>
                  <a:pt x="299424" y="299857"/>
                </a:lnTo>
                <a:lnTo>
                  <a:pt x="22467" y="299857"/>
                </a:lnTo>
                <a:lnTo>
                  <a:pt x="22467" y="264427"/>
                </a:lnTo>
                <a:lnTo>
                  <a:pt x="342631" y="264427"/>
                </a:lnTo>
                <a:lnTo>
                  <a:pt x="342631" y="378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021874" y="5077477"/>
            <a:ext cx="368935" cy="365760"/>
          </a:xfrm>
          <a:custGeom>
            <a:avLst/>
            <a:gdLst/>
            <a:ahLst/>
            <a:cxnLst/>
            <a:rect l="l" t="t" r="r" b="b"/>
            <a:pathLst>
              <a:path w="368935" h="365760">
                <a:moveTo>
                  <a:pt x="343064" y="34565"/>
                </a:moveTo>
                <a:lnTo>
                  <a:pt x="25060" y="34565"/>
                </a:lnTo>
                <a:lnTo>
                  <a:pt x="25060" y="0"/>
                </a:lnTo>
                <a:lnTo>
                  <a:pt x="343064" y="0"/>
                </a:lnTo>
                <a:lnTo>
                  <a:pt x="343064" y="34565"/>
                </a:lnTo>
                <a:close/>
              </a:path>
              <a:path w="368935" h="365760">
                <a:moveTo>
                  <a:pt x="19011" y="136102"/>
                </a:moveTo>
                <a:lnTo>
                  <a:pt x="19011" y="101104"/>
                </a:lnTo>
                <a:lnTo>
                  <a:pt x="67895" y="95993"/>
                </a:lnTo>
                <a:lnTo>
                  <a:pt x="113580" y="83227"/>
                </a:lnTo>
                <a:lnTo>
                  <a:pt x="149462" y="62765"/>
                </a:lnTo>
                <a:lnTo>
                  <a:pt x="168939" y="34565"/>
                </a:lnTo>
                <a:lnTo>
                  <a:pt x="212578" y="34565"/>
                </a:lnTo>
                <a:lnTo>
                  <a:pt x="211208" y="41856"/>
                </a:lnTo>
                <a:lnTo>
                  <a:pt x="209068" y="48823"/>
                </a:lnTo>
                <a:lnTo>
                  <a:pt x="206198" y="55467"/>
                </a:lnTo>
                <a:lnTo>
                  <a:pt x="202641" y="61786"/>
                </a:lnTo>
                <a:lnTo>
                  <a:pt x="302370" y="89870"/>
                </a:lnTo>
                <a:lnTo>
                  <a:pt x="178013" y="89870"/>
                </a:lnTo>
                <a:lnTo>
                  <a:pt x="145695" y="109671"/>
                </a:lnTo>
                <a:lnTo>
                  <a:pt x="106775" y="123842"/>
                </a:lnTo>
                <a:lnTo>
                  <a:pt x="63723" y="132584"/>
                </a:lnTo>
                <a:lnTo>
                  <a:pt x="19011" y="136102"/>
                </a:lnTo>
                <a:close/>
              </a:path>
              <a:path w="368935" h="365760">
                <a:moveTo>
                  <a:pt x="341767" y="137830"/>
                </a:moveTo>
                <a:lnTo>
                  <a:pt x="178013" y="89870"/>
                </a:lnTo>
                <a:lnTo>
                  <a:pt x="302370" y="89870"/>
                </a:lnTo>
                <a:lnTo>
                  <a:pt x="353001" y="104129"/>
                </a:lnTo>
                <a:lnTo>
                  <a:pt x="341767" y="137830"/>
                </a:lnTo>
                <a:close/>
              </a:path>
              <a:path w="368935" h="365760">
                <a:moveTo>
                  <a:pt x="368556" y="199184"/>
                </a:moveTo>
                <a:lnTo>
                  <a:pt x="0" y="199184"/>
                </a:lnTo>
                <a:lnTo>
                  <a:pt x="0" y="164618"/>
                </a:lnTo>
                <a:lnTo>
                  <a:pt x="368556" y="164618"/>
                </a:lnTo>
                <a:lnTo>
                  <a:pt x="368556" y="199184"/>
                </a:lnTo>
                <a:close/>
              </a:path>
              <a:path w="368935" h="365760">
                <a:moveTo>
                  <a:pt x="184062" y="365531"/>
                </a:moveTo>
                <a:lnTo>
                  <a:pt x="121560" y="362108"/>
                </a:lnTo>
                <a:lnTo>
                  <a:pt x="69995" y="350787"/>
                </a:lnTo>
                <a:lnTo>
                  <a:pt x="34957" y="329987"/>
                </a:lnTo>
                <a:lnTo>
                  <a:pt x="22035" y="298128"/>
                </a:lnTo>
                <a:lnTo>
                  <a:pt x="34957" y="266405"/>
                </a:lnTo>
                <a:lnTo>
                  <a:pt x="69995" y="245902"/>
                </a:lnTo>
                <a:lnTo>
                  <a:pt x="121560" y="234877"/>
                </a:lnTo>
                <a:lnTo>
                  <a:pt x="184062" y="231589"/>
                </a:lnTo>
                <a:lnTo>
                  <a:pt x="246563" y="234877"/>
                </a:lnTo>
                <a:lnTo>
                  <a:pt x="298128" y="245902"/>
                </a:lnTo>
                <a:lnTo>
                  <a:pt x="331263" y="265291"/>
                </a:lnTo>
                <a:lnTo>
                  <a:pt x="184062" y="265291"/>
                </a:lnTo>
                <a:lnTo>
                  <a:pt x="140679" y="266898"/>
                </a:lnTo>
                <a:lnTo>
                  <a:pt x="103372" y="272312"/>
                </a:lnTo>
                <a:lnTo>
                  <a:pt x="77246" y="282425"/>
                </a:lnTo>
                <a:lnTo>
                  <a:pt x="67403" y="298128"/>
                </a:lnTo>
                <a:lnTo>
                  <a:pt x="77246" y="314149"/>
                </a:lnTo>
                <a:lnTo>
                  <a:pt x="103372" y="324539"/>
                </a:lnTo>
                <a:lnTo>
                  <a:pt x="140679" y="330149"/>
                </a:lnTo>
                <a:lnTo>
                  <a:pt x="184062" y="331830"/>
                </a:lnTo>
                <a:lnTo>
                  <a:pt x="330062" y="331830"/>
                </a:lnTo>
                <a:lnTo>
                  <a:pt x="298128" y="350787"/>
                </a:lnTo>
                <a:lnTo>
                  <a:pt x="246563" y="362108"/>
                </a:lnTo>
                <a:lnTo>
                  <a:pt x="184062" y="365531"/>
                </a:lnTo>
                <a:close/>
              </a:path>
              <a:path w="368935" h="365760">
                <a:moveTo>
                  <a:pt x="330062" y="331830"/>
                </a:moveTo>
                <a:lnTo>
                  <a:pt x="184062" y="331830"/>
                </a:lnTo>
                <a:lnTo>
                  <a:pt x="227512" y="330149"/>
                </a:lnTo>
                <a:lnTo>
                  <a:pt x="264967" y="324539"/>
                </a:lnTo>
                <a:lnTo>
                  <a:pt x="291242" y="314149"/>
                </a:lnTo>
                <a:lnTo>
                  <a:pt x="301153" y="298128"/>
                </a:lnTo>
                <a:lnTo>
                  <a:pt x="291242" y="282425"/>
                </a:lnTo>
                <a:lnTo>
                  <a:pt x="264967" y="272312"/>
                </a:lnTo>
                <a:lnTo>
                  <a:pt x="227512" y="266898"/>
                </a:lnTo>
                <a:lnTo>
                  <a:pt x="184062" y="265291"/>
                </a:lnTo>
                <a:lnTo>
                  <a:pt x="331263" y="265291"/>
                </a:lnTo>
                <a:lnTo>
                  <a:pt x="333166" y="266405"/>
                </a:lnTo>
                <a:lnTo>
                  <a:pt x="346088" y="298128"/>
                </a:lnTo>
                <a:lnTo>
                  <a:pt x="333166" y="329987"/>
                </a:lnTo>
                <a:lnTo>
                  <a:pt x="330062" y="331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46168" y="5083809"/>
            <a:ext cx="317500" cy="36830"/>
          </a:xfrm>
          <a:custGeom>
            <a:avLst/>
            <a:gdLst/>
            <a:ahLst/>
            <a:cxnLst/>
            <a:rect l="l" t="t" r="r" b="b"/>
            <a:pathLst>
              <a:path w="317500" h="36829">
                <a:moveTo>
                  <a:pt x="0" y="0"/>
                </a:moveTo>
                <a:lnTo>
                  <a:pt x="317139" y="0"/>
                </a:lnTo>
                <a:lnTo>
                  <a:pt x="317139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721397" y="5120640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10" h="43179">
                <a:moveTo>
                  <a:pt x="0" y="0"/>
                </a:moveTo>
                <a:lnTo>
                  <a:pt x="41910" y="0"/>
                </a:lnTo>
                <a:lnTo>
                  <a:pt x="41910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46168" y="5163820"/>
            <a:ext cx="317500" cy="36830"/>
          </a:xfrm>
          <a:custGeom>
            <a:avLst/>
            <a:gdLst/>
            <a:ahLst/>
            <a:cxnLst/>
            <a:rect l="l" t="t" r="r" b="b"/>
            <a:pathLst>
              <a:path w="317500" h="36829">
                <a:moveTo>
                  <a:pt x="0" y="0"/>
                </a:moveTo>
                <a:lnTo>
                  <a:pt x="317139" y="0"/>
                </a:lnTo>
                <a:lnTo>
                  <a:pt x="317139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46168" y="5200650"/>
            <a:ext cx="42545" cy="43180"/>
          </a:xfrm>
          <a:custGeom>
            <a:avLst/>
            <a:gdLst/>
            <a:ahLst/>
            <a:cxnLst/>
            <a:rect l="l" t="t" r="r" b="b"/>
            <a:pathLst>
              <a:path w="42545" h="43179">
                <a:moveTo>
                  <a:pt x="0" y="0"/>
                </a:moveTo>
                <a:lnTo>
                  <a:pt x="42342" y="0"/>
                </a:lnTo>
                <a:lnTo>
                  <a:pt x="42342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446168" y="5243829"/>
            <a:ext cx="323215" cy="36830"/>
          </a:xfrm>
          <a:custGeom>
            <a:avLst/>
            <a:gdLst/>
            <a:ahLst/>
            <a:cxnLst/>
            <a:rect l="l" t="t" r="r" b="b"/>
            <a:pathLst>
              <a:path w="323214" h="36829">
                <a:moveTo>
                  <a:pt x="0" y="0"/>
                </a:moveTo>
                <a:lnTo>
                  <a:pt x="322756" y="0"/>
                </a:lnTo>
                <a:lnTo>
                  <a:pt x="322756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420243" y="5323325"/>
            <a:ext cx="368935" cy="38735"/>
          </a:xfrm>
          <a:custGeom>
            <a:avLst/>
            <a:gdLst/>
            <a:ahLst/>
            <a:cxnLst/>
            <a:rect l="l" t="t" r="r" b="b"/>
            <a:pathLst>
              <a:path w="368935" h="38735">
                <a:moveTo>
                  <a:pt x="368556" y="38454"/>
                </a:moveTo>
                <a:lnTo>
                  <a:pt x="0" y="38454"/>
                </a:lnTo>
                <a:lnTo>
                  <a:pt x="0" y="0"/>
                </a:lnTo>
                <a:lnTo>
                  <a:pt x="368556" y="0"/>
                </a:lnTo>
                <a:lnTo>
                  <a:pt x="368556" y="38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10978" y="5361780"/>
            <a:ext cx="42545" cy="89535"/>
          </a:xfrm>
          <a:custGeom>
            <a:avLst/>
            <a:gdLst/>
            <a:ahLst/>
            <a:cxnLst/>
            <a:rect l="l" t="t" r="r" b="b"/>
            <a:pathLst>
              <a:path w="42545" h="89535">
                <a:moveTo>
                  <a:pt x="42342" y="89006"/>
                </a:moveTo>
                <a:lnTo>
                  <a:pt x="0" y="89006"/>
                </a:lnTo>
                <a:lnTo>
                  <a:pt x="0" y="0"/>
                </a:lnTo>
                <a:lnTo>
                  <a:pt x="42342" y="0"/>
                </a:lnTo>
                <a:lnTo>
                  <a:pt x="42342" y="8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655290" y="5361780"/>
            <a:ext cx="42545" cy="89535"/>
          </a:xfrm>
          <a:custGeom>
            <a:avLst/>
            <a:gdLst/>
            <a:ahLst/>
            <a:cxnLst/>
            <a:rect l="l" t="t" r="r" b="b"/>
            <a:pathLst>
              <a:path w="42545" h="89535">
                <a:moveTo>
                  <a:pt x="42342" y="89006"/>
                </a:moveTo>
                <a:lnTo>
                  <a:pt x="0" y="89006"/>
                </a:lnTo>
                <a:lnTo>
                  <a:pt x="0" y="0"/>
                </a:lnTo>
                <a:lnTo>
                  <a:pt x="42342" y="0"/>
                </a:lnTo>
                <a:lnTo>
                  <a:pt x="42342" y="8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831575" y="5073157"/>
            <a:ext cx="373380" cy="364490"/>
          </a:xfrm>
          <a:custGeom>
            <a:avLst/>
            <a:gdLst/>
            <a:ahLst/>
            <a:cxnLst/>
            <a:rect l="l" t="t" r="r" b="b"/>
            <a:pathLst>
              <a:path w="373379" h="364489">
                <a:moveTo>
                  <a:pt x="321028" y="203937"/>
                </a:moveTo>
                <a:lnTo>
                  <a:pt x="278253" y="203937"/>
                </a:lnTo>
                <a:lnTo>
                  <a:pt x="278253" y="0"/>
                </a:lnTo>
                <a:lnTo>
                  <a:pt x="321028" y="0"/>
                </a:lnTo>
                <a:lnTo>
                  <a:pt x="321028" y="78204"/>
                </a:lnTo>
                <a:lnTo>
                  <a:pt x="372876" y="78204"/>
                </a:lnTo>
                <a:lnTo>
                  <a:pt x="372876" y="118387"/>
                </a:lnTo>
                <a:lnTo>
                  <a:pt x="321028" y="118387"/>
                </a:lnTo>
                <a:lnTo>
                  <a:pt x="321028" y="203937"/>
                </a:lnTo>
                <a:close/>
              </a:path>
              <a:path w="373379" h="364489">
                <a:moveTo>
                  <a:pt x="131781" y="198752"/>
                </a:moveTo>
                <a:lnTo>
                  <a:pt x="0" y="198752"/>
                </a:lnTo>
                <a:lnTo>
                  <a:pt x="0" y="9073"/>
                </a:lnTo>
                <a:lnTo>
                  <a:pt x="225108" y="9073"/>
                </a:lnTo>
                <a:lnTo>
                  <a:pt x="225108" y="43639"/>
                </a:lnTo>
                <a:lnTo>
                  <a:pt x="42342" y="43639"/>
                </a:lnTo>
                <a:lnTo>
                  <a:pt x="42342" y="86846"/>
                </a:lnTo>
                <a:lnTo>
                  <a:pt x="217763" y="86846"/>
                </a:lnTo>
                <a:lnTo>
                  <a:pt x="217763" y="120547"/>
                </a:lnTo>
                <a:lnTo>
                  <a:pt x="42342" y="120547"/>
                </a:lnTo>
                <a:lnTo>
                  <a:pt x="42342" y="164186"/>
                </a:lnTo>
                <a:lnTo>
                  <a:pt x="251465" y="164186"/>
                </a:lnTo>
                <a:lnTo>
                  <a:pt x="251465" y="182333"/>
                </a:lnTo>
                <a:lnTo>
                  <a:pt x="230455" y="189091"/>
                </a:lnTo>
                <a:lnTo>
                  <a:pt x="202641" y="194269"/>
                </a:lnTo>
                <a:lnTo>
                  <a:pt x="169317" y="197584"/>
                </a:lnTo>
                <a:lnTo>
                  <a:pt x="131781" y="198752"/>
                </a:lnTo>
                <a:close/>
              </a:path>
              <a:path w="373379" h="364489">
                <a:moveTo>
                  <a:pt x="251465" y="164186"/>
                </a:moveTo>
                <a:lnTo>
                  <a:pt x="135238" y="164186"/>
                </a:lnTo>
                <a:lnTo>
                  <a:pt x="171201" y="163079"/>
                </a:lnTo>
                <a:lnTo>
                  <a:pt x="203235" y="159866"/>
                </a:lnTo>
                <a:lnTo>
                  <a:pt x="230327" y="154708"/>
                </a:lnTo>
                <a:lnTo>
                  <a:pt x="251465" y="147768"/>
                </a:lnTo>
                <a:lnTo>
                  <a:pt x="251465" y="164186"/>
                </a:lnTo>
                <a:close/>
              </a:path>
              <a:path w="373379" h="364489">
                <a:moveTo>
                  <a:pt x="321028" y="364235"/>
                </a:moveTo>
                <a:lnTo>
                  <a:pt x="12530" y="364235"/>
                </a:lnTo>
                <a:lnTo>
                  <a:pt x="12530" y="224244"/>
                </a:lnTo>
                <a:lnTo>
                  <a:pt x="54872" y="224244"/>
                </a:lnTo>
                <a:lnTo>
                  <a:pt x="54872" y="257946"/>
                </a:lnTo>
                <a:lnTo>
                  <a:pt x="321028" y="257946"/>
                </a:lnTo>
                <a:lnTo>
                  <a:pt x="321028" y="291647"/>
                </a:lnTo>
                <a:lnTo>
                  <a:pt x="54872" y="291647"/>
                </a:lnTo>
                <a:lnTo>
                  <a:pt x="54872" y="329669"/>
                </a:lnTo>
                <a:lnTo>
                  <a:pt x="321028" y="329669"/>
                </a:lnTo>
                <a:lnTo>
                  <a:pt x="321028" y="364235"/>
                </a:lnTo>
                <a:close/>
              </a:path>
              <a:path w="373379" h="364489">
                <a:moveTo>
                  <a:pt x="321028" y="257946"/>
                </a:moveTo>
                <a:lnTo>
                  <a:pt x="278685" y="257946"/>
                </a:lnTo>
                <a:lnTo>
                  <a:pt x="278685" y="224244"/>
                </a:lnTo>
                <a:lnTo>
                  <a:pt x="321028" y="224244"/>
                </a:lnTo>
                <a:lnTo>
                  <a:pt x="321028" y="257946"/>
                </a:lnTo>
                <a:close/>
              </a:path>
              <a:path w="373379" h="364489">
                <a:moveTo>
                  <a:pt x="321028" y="329669"/>
                </a:moveTo>
                <a:lnTo>
                  <a:pt x="278685" y="329669"/>
                </a:lnTo>
                <a:lnTo>
                  <a:pt x="278685" y="291647"/>
                </a:lnTo>
                <a:lnTo>
                  <a:pt x="321028" y="291647"/>
                </a:lnTo>
                <a:lnTo>
                  <a:pt x="321028" y="3296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524444" y="5967068"/>
            <a:ext cx="405626" cy="212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49121" y="5970113"/>
            <a:ext cx="197811" cy="211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231595" y="5984640"/>
            <a:ext cx="123697" cy="183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379475" y="5987076"/>
            <a:ext cx="114041" cy="1781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523702" y="6140262"/>
            <a:ext cx="26670" cy="26670"/>
          </a:xfrm>
          <a:custGeom>
            <a:avLst/>
            <a:gdLst/>
            <a:ahLst/>
            <a:cxnLst/>
            <a:rect l="l" t="t" r="r" b="b"/>
            <a:pathLst>
              <a:path w="26670" h="26670">
                <a:moveTo>
                  <a:pt x="20529" y="26270"/>
                </a:moveTo>
                <a:lnTo>
                  <a:pt x="6089" y="26270"/>
                </a:lnTo>
                <a:lnTo>
                  <a:pt x="0" y="20355"/>
                </a:lnTo>
                <a:lnTo>
                  <a:pt x="173" y="13135"/>
                </a:lnTo>
                <a:lnTo>
                  <a:pt x="0" y="5915"/>
                </a:lnTo>
                <a:lnTo>
                  <a:pt x="6089" y="0"/>
                </a:lnTo>
                <a:lnTo>
                  <a:pt x="20529" y="0"/>
                </a:lnTo>
                <a:lnTo>
                  <a:pt x="26444" y="5915"/>
                </a:lnTo>
                <a:lnTo>
                  <a:pt x="26444" y="20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585029" y="5987076"/>
            <a:ext cx="115172" cy="1805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733083" y="5984553"/>
            <a:ext cx="156144" cy="1831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373284" y="5146040"/>
            <a:ext cx="37465" cy="129539"/>
          </a:xfrm>
          <a:custGeom>
            <a:avLst/>
            <a:gdLst/>
            <a:ahLst/>
            <a:cxnLst/>
            <a:rect l="l" t="t" r="r" b="b"/>
            <a:pathLst>
              <a:path w="37465" h="129539">
                <a:moveTo>
                  <a:pt x="0" y="0"/>
                </a:moveTo>
                <a:lnTo>
                  <a:pt x="36997" y="0"/>
                </a:lnTo>
                <a:lnTo>
                  <a:pt x="36997" y="129539"/>
                </a:lnTo>
                <a:lnTo>
                  <a:pt x="0" y="1295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373284" y="5275579"/>
            <a:ext cx="81915" cy="35560"/>
          </a:xfrm>
          <a:custGeom>
            <a:avLst/>
            <a:gdLst/>
            <a:ahLst/>
            <a:cxnLst/>
            <a:rect l="l" t="t" r="r" b="b"/>
            <a:pathLst>
              <a:path w="81915" h="35560">
                <a:moveTo>
                  <a:pt x="0" y="0"/>
                </a:moveTo>
                <a:lnTo>
                  <a:pt x="81842" y="0"/>
                </a:lnTo>
                <a:lnTo>
                  <a:pt x="81842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373284" y="5311140"/>
            <a:ext cx="37465" cy="154940"/>
          </a:xfrm>
          <a:custGeom>
            <a:avLst/>
            <a:gdLst/>
            <a:ahLst/>
            <a:cxnLst/>
            <a:rect l="l" t="t" r="r" b="b"/>
            <a:pathLst>
              <a:path w="37465" h="154939">
                <a:moveTo>
                  <a:pt x="0" y="0"/>
                </a:moveTo>
                <a:lnTo>
                  <a:pt x="36997" y="0"/>
                </a:lnTo>
                <a:lnTo>
                  <a:pt x="36997" y="154939"/>
                </a:lnTo>
                <a:lnTo>
                  <a:pt x="0" y="1549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136350" y="5156200"/>
            <a:ext cx="36830" cy="109220"/>
          </a:xfrm>
          <a:custGeom>
            <a:avLst/>
            <a:gdLst/>
            <a:ahLst/>
            <a:cxnLst/>
            <a:rect l="l" t="t" r="r" b="b"/>
            <a:pathLst>
              <a:path w="36829" h="109220">
                <a:moveTo>
                  <a:pt x="0" y="0"/>
                </a:moveTo>
                <a:lnTo>
                  <a:pt x="36623" y="0"/>
                </a:lnTo>
                <a:lnTo>
                  <a:pt x="36623" y="109219"/>
                </a:lnTo>
                <a:lnTo>
                  <a:pt x="0" y="1092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136350" y="5265420"/>
            <a:ext cx="177800" cy="34290"/>
          </a:xfrm>
          <a:custGeom>
            <a:avLst/>
            <a:gdLst/>
            <a:ahLst/>
            <a:cxnLst/>
            <a:rect l="l" t="t" r="r" b="b"/>
            <a:pathLst>
              <a:path w="177800" h="34289">
                <a:moveTo>
                  <a:pt x="0" y="0"/>
                </a:moveTo>
                <a:lnTo>
                  <a:pt x="177513" y="0"/>
                </a:lnTo>
                <a:lnTo>
                  <a:pt x="177513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136350" y="5299709"/>
            <a:ext cx="36830" cy="113030"/>
          </a:xfrm>
          <a:custGeom>
            <a:avLst/>
            <a:gdLst/>
            <a:ahLst/>
            <a:cxnLst/>
            <a:rect l="l" t="t" r="r" b="b"/>
            <a:pathLst>
              <a:path w="36829" h="113029">
                <a:moveTo>
                  <a:pt x="0" y="0"/>
                </a:moveTo>
                <a:lnTo>
                  <a:pt x="36623" y="0"/>
                </a:lnTo>
                <a:lnTo>
                  <a:pt x="36623" y="113030"/>
                </a:lnTo>
                <a:lnTo>
                  <a:pt x="0" y="1130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136350" y="5412740"/>
            <a:ext cx="177800" cy="34290"/>
          </a:xfrm>
          <a:custGeom>
            <a:avLst/>
            <a:gdLst/>
            <a:ahLst/>
            <a:cxnLst/>
            <a:rect l="l" t="t" r="r" b="b"/>
            <a:pathLst>
              <a:path w="177800" h="34289">
                <a:moveTo>
                  <a:pt x="0" y="0"/>
                </a:moveTo>
                <a:lnTo>
                  <a:pt x="177513" y="0"/>
                </a:lnTo>
                <a:lnTo>
                  <a:pt x="177513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277239" y="5155825"/>
            <a:ext cx="36830" cy="110489"/>
          </a:xfrm>
          <a:custGeom>
            <a:avLst/>
            <a:gdLst/>
            <a:ahLst/>
            <a:cxnLst/>
            <a:rect l="l" t="t" r="r" b="b"/>
            <a:pathLst>
              <a:path w="36829" h="110489">
                <a:moveTo>
                  <a:pt x="36623" y="109871"/>
                </a:moveTo>
                <a:lnTo>
                  <a:pt x="0" y="109871"/>
                </a:lnTo>
                <a:lnTo>
                  <a:pt x="0" y="0"/>
                </a:lnTo>
                <a:lnTo>
                  <a:pt x="36623" y="0"/>
                </a:lnTo>
                <a:lnTo>
                  <a:pt x="36623" y="109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277239" y="5299704"/>
            <a:ext cx="36830" cy="113030"/>
          </a:xfrm>
          <a:custGeom>
            <a:avLst/>
            <a:gdLst/>
            <a:ahLst/>
            <a:cxnLst/>
            <a:rect l="l" t="t" r="r" b="b"/>
            <a:pathLst>
              <a:path w="36829" h="113029">
                <a:moveTo>
                  <a:pt x="36623" y="112861"/>
                </a:moveTo>
                <a:lnTo>
                  <a:pt x="0" y="112861"/>
                </a:lnTo>
                <a:lnTo>
                  <a:pt x="0" y="0"/>
                </a:lnTo>
                <a:lnTo>
                  <a:pt x="36623" y="0"/>
                </a:lnTo>
                <a:lnTo>
                  <a:pt x="36623" y="1128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479418" y="5146482"/>
            <a:ext cx="285115" cy="319405"/>
          </a:xfrm>
          <a:custGeom>
            <a:avLst/>
            <a:gdLst/>
            <a:ahLst/>
            <a:cxnLst/>
            <a:rect l="l" t="t" r="r" b="b"/>
            <a:pathLst>
              <a:path w="285115" h="319404">
                <a:moveTo>
                  <a:pt x="284768" y="319150"/>
                </a:moveTo>
                <a:lnTo>
                  <a:pt x="247397" y="319150"/>
                </a:lnTo>
                <a:lnTo>
                  <a:pt x="247397" y="0"/>
                </a:lnTo>
                <a:lnTo>
                  <a:pt x="284768" y="0"/>
                </a:lnTo>
                <a:lnTo>
                  <a:pt x="284768" y="319150"/>
                </a:lnTo>
                <a:close/>
              </a:path>
              <a:path w="285115" h="319404">
                <a:moveTo>
                  <a:pt x="96791" y="304201"/>
                </a:moveTo>
                <a:lnTo>
                  <a:pt x="57703" y="295261"/>
                </a:lnTo>
                <a:lnTo>
                  <a:pt x="27094" y="267998"/>
                </a:lnTo>
                <a:lnTo>
                  <a:pt x="7135" y="221745"/>
                </a:lnTo>
                <a:lnTo>
                  <a:pt x="0" y="155837"/>
                </a:lnTo>
                <a:lnTo>
                  <a:pt x="7135" y="89930"/>
                </a:lnTo>
                <a:lnTo>
                  <a:pt x="27094" y="43677"/>
                </a:lnTo>
                <a:lnTo>
                  <a:pt x="57703" y="16414"/>
                </a:lnTo>
                <a:lnTo>
                  <a:pt x="96791" y="7474"/>
                </a:lnTo>
                <a:lnTo>
                  <a:pt x="135663" y="16414"/>
                </a:lnTo>
                <a:lnTo>
                  <a:pt x="163705" y="41482"/>
                </a:lnTo>
                <a:lnTo>
                  <a:pt x="96791" y="41482"/>
                </a:lnTo>
                <a:lnTo>
                  <a:pt x="73101" y="47998"/>
                </a:lnTo>
                <a:lnTo>
                  <a:pt x="54141" y="68389"/>
                </a:lnTo>
                <a:lnTo>
                  <a:pt x="41557" y="103915"/>
                </a:lnTo>
                <a:lnTo>
                  <a:pt x="36997" y="155837"/>
                </a:lnTo>
                <a:lnTo>
                  <a:pt x="41557" y="207918"/>
                </a:lnTo>
                <a:lnTo>
                  <a:pt x="54141" y="243426"/>
                </a:lnTo>
                <a:lnTo>
                  <a:pt x="73101" y="263729"/>
                </a:lnTo>
                <a:lnTo>
                  <a:pt x="96791" y="270193"/>
                </a:lnTo>
                <a:lnTo>
                  <a:pt x="163705" y="270193"/>
                </a:lnTo>
                <a:lnTo>
                  <a:pt x="135663" y="295261"/>
                </a:lnTo>
                <a:lnTo>
                  <a:pt x="96791" y="304201"/>
                </a:lnTo>
                <a:close/>
              </a:path>
              <a:path w="285115" h="319404">
                <a:moveTo>
                  <a:pt x="163705" y="270193"/>
                </a:moveTo>
                <a:lnTo>
                  <a:pt x="96791" y="270193"/>
                </a:lnTo>
                <a:lnTo>
                  <a:pt x="120107" y="263729"/>
                </a:lnTo>
                <a:lnTo>
                  <a:pt x="138974" y="243426"/>
                </a:lnTo>
                <a:lnTo>
                  <a:pt x="151604" y="207918"/>
                </a:lnTo>
                <a:lnTo>
                  <a:pt x="156211" y="155837"/>
                </a:lnTo>
                <a:lnTo>
                  <a:pt x="151604" y="103915"/>
                </a:lnTo>
                <a:lnTo>
                  <a:pt x="138974" y="68389"/>
                </a:lnTo>
                <a:lnTo>
                  <a:pt x="120107" y="47998"/>
                </a:lnTo>
                <a:lnTo>
                  <a:pt x="96791" y="41482"/>
                </a:lnTo>
                <a:lnTo>
                  <a:pt x="163705" y="41482"/>
                </a:lnTo>
                <a:lnTo>
                  <a:pt x="166161" y="43677"/>
                </a:lnTo>
                <a:lnTo>
                  <a:pt x="186079" y="89930"/>
                </a:lnTo>
                <a:lnTo>
                  <a:pt x="193209" y="155837"/>
                </a:lnTo>
                <a:lnTo>
                  <a:pt x="186079" y="221745"/>
                </a:lnTo>
                <a:lnTo>
                  <a:pt x="166161" y="267998"/>
                </a:lnTo>
                <a:lnTo>
                  <a:pt x="163705" y="270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810527" y="5152088"/>
            <a:ext cx="319405" cy="298450"/>
          </a:xfrm>
          <a:custGeom>
            <a:avLst/>
            <a:gdLst/>
            <a:ahLst/>
            <a:cxnLst/>
            <a:rect l="l" t="t" r="r" b="b"/>
            <a:pathLst>
              <a:path w="319404" h="298450">
                <a:moveTo>
                  <a:pt x="177887" y="263467"/>
                </a:moveTo>
                <a:lnTo>
                  <a:pt x="140142" y="263467"/>
                </a:lnTo>
                <a:lnTo>
                  <a:pt x="140142" y="195451"/>
                </a:lnTo>
                <a:lnTo>
                  <a:pt x="88634" y="185682"/>
                </a:lnTo>
                <a:lnTo>
                  <a:pt x="49283" y="165227"/>
                </a:lnTo>
                <a:lnTo>
                  <a:pt x="24156" y="135593"/>
                </a:lnTo>
                <a:lnTo>
                  <a:pt x="15322" y="98286"/>
                </a:lnTo>
                <a:lnTo>
                  <a:pt x="25610" y="58018"/>
                </a:lnTo>
                <a:lnTo>
                  <a:pt x="54748" y="27000"/>
                </a:lnTo>
                <a:lnTo>
                  <a:pt x="100143" y="7053"/>
                </a:lnTo>
                <a:lnTo>
                  <a:pt x="159201" y="0"/>
                </a:lnTo>
                <a:lnTo>
                  <a:pt x="218259" y="7053"/>
                </a:lnTo>
                <a:lnTo>
                  <a:pt x="263653" y="27000"/>
                </a:lnTo>
                <a:lnTo>
                  <a:pt x="269885" y="33634"/>
                </a:lnTo>
                <a:lnTo>
                  <a:pt x="159201" y="33634"/>
                </a:lnTo>
                <a:lnTo>
                  <a:pt x="116364" y="38270"/>
                </a:lnTo>
                <a:lnTo>
                  <a:pt x="83337" y="51385"/>
                </a:lnTo>
                <a:lnTo>
                  <a:pt x="62082" y="71787"/>
                </a:lnTo>
                <a:lnTo>
                  <a:pt x="54561" y="98286"/>
                </a:lnTo>
                <a:lnTo>
                  <a:pt x="62082" y="124568"/>
                </a:lnTo>
                <a:lnTo>
                  <a:pt x="83337" y="144860"/>
                </a:lnTo>
                <a:lnTo>
                  <a:pt x="116364" y="157934"/>
                </a:lnTo>
                <a:lnTo>
                  <a:pt x="159201" y="162564"/>
                </a:lnTo>
                <a:lnTo>
                  <a:pt x="271334" y="162564"/>
                </a:lnTo>
                <a:lnTo>
                  <a:pt x="269072" y="165227"/>
                </a:lnTo>
                <a:lnTo>
                  <a:pt x="229611" y="185682"/>
                </a:lnTo>
                <a:lnTo>
                  <a:pt x="177887" y="195451"/>
                </a:lnTo>
                <a:lnTo>
                  <a:pt x="177887" y="263467"/>
                </a:lnTo>
                <a:close/>
              </a:path>
              <a:path w="319404" h="298450">
                <a:moveTo>
                  <a:pt x="271334" y="162564"/>
                </a:moveTo>
                <a:lnTo>
                  <a:pt x="159201" y="162564"/>
                </a:lnTo>
                <a:lnTo>
                  <a:pt x="202254" y="157934"/>
                </a:lnTo>
                <a:lnTo>
                  <a:pt x="235391" y="144860"/>
                </a:lnTo>
                <a:lnTo>
                  <a:pt x="256687" y="124568"/>
                </a:lnTo>
                <a:lnTo>
                  <a:pt x="264214" y="98286"/>
                </a:lnTo>
                <a:lnTo>
                  <a:pt x="256687" y="71787"/>
                </a:lnTo>
                <a:lnTo>
                  <a:pt x="235391" y="51385"/>
                </a:lnTo>
                <a:lnTo>
                  <a:pt x="202254" y="38270"/>
                </a:lnTo>
                <a:lnTo>
                  <a:pt x="159201" y="33634"/>
                </a:lnTo>
                <a:lnTo>
                  <a:pt x="269885" y="33634"/>
                </a:lnTo>
                <a:lnTo>
                  <a:pt x="292791" y="58018"/>
                </a:lnTo>
                <a:lnTo>
                  <a:pt x="303080" y="98286"/>
                </a:lnTo>
                <a:lnTo>
                  <a:pt x="294239" y="135593"/>
                </a:lnTo>
                <a:lnTo>
                  <a:pt x="271334" y="162564"/>
                </a:lnTo>
                <a:close/>
              </a:path>
              <a:path w="319404" h="298450">
                <a:moveTo>
                  <a:pt x="318776" y="298222"/>
                </a:moveTo>
                <a:lnTo>
                  <a:pt x="0" y="298222"/>
                </a:lnTo>
                <a:lnTo>
                  <a:pt x="0" y="263467"/>
                </a:lnTo>
                <a:lnTo>
                  <a:pt x="318776" y="263467"/>
                </a:lnTo>
                <a:lnTo>
                  <a:pt x="318776" y="2982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159200" y="5146482"/>
            <a:ext cx="302895" cy="319405"/>
          </a:xfrm>
          <a:custGeom>
            <a:avLst/>
            <a:gdLst/>
            <a:ahLst/>
            <a:cxnLst/>
            <a:rect l="l" t="t" r="r" b="b"/>
            <a:pathLst>
              <a:path w="302895" h="319404">
                <a:moveTo>
                  <a:pt x="302706" y="319150"/>
                </a:moveTo>
                <a:lnTo>
                  <a:pt x="267577" y="319150"/>
                </a:lnTo>
                <a:lnTo>
                  <a:pt x="267577" y="0"/>
                </a:lnTo>
                <a:lnTo>
                  <a:pt x="302706" y="0"/>
                </a:lnTo>
                <a:lnTo>
                  <a:pt x="302706" y="319150"/>
                </a:lnTo>
                <a:close/>
              </a:path>
              <a:path w="302895" h="319404">
                <a:moveTo>
                  <a:pt x="225348" y="133041"/>
                </a:moveTo>
                <a:lnTo>
                  <a:pt x="190593" y="133041"/>
                </a:lnTo>
                <a:lnTo>
                  <a:pt x="190593" y="1868"/>
                </a:lnTo>
                <a:lnTo>
                  <a:pt x="225348" y="1868"/>
                </a:lnTo>
                <a:lnTo>
                  <a:pt x="225348" y="133041"/>
                </a:lnTo>
                <a:close/>
              </a:path>
              <a:path w="302895" h="319404">
                <a:moveTo>
                  <a:pt x="74368" y="304201"/>
                </a:moveTo>
                <a:lnTo>
                  <a:pt x="42410" y="295524"/>
                </a:lnTo>
                <a:lnTo>
                  <a:pt x="19106" y="268699"/>
                </a:lnTo>
                <a:lnTo>
                  <a:pt x="4840" y="222533"/>
                </a:lnTo>
                <a:lnTo>
                  <a:pt x="0" y="155837"/>
                </a:lnTo>
                <a:lnTo>
                  <a:pt x="4840" y="89142"/>
                </a:lnTo>
                <a:lnTo>
                  <a:pt x="19106" y="42976"/>
                </a:lnTo>
                <a:lnTo>
                  <a:pt x="42410" y="16151"/>
                </a:lnTo>
                <a:lnTo>
                  <a:pt x="74368" y="7474"/>
                </a:lnTo>
                <a:lnTo>
                  <a:pt x="104108" y="14849"/>
                </a:lnTo>
                <a:lnTo>
                  <a:pt x="126454" y="37604"/>
                </a:lnTo>
                <a:lnTo>
                  <a:pt x="127773" y="41108"/>
                </a:lnTo>
                <a:lnTo>
                  <a:pt x="74368" y="41108"/>
                </a:lnTo>
                <a:lnTo>
                  <a:pt x="57043" y="47998"/>
                </a:lnTo>
                <a:lnTo>
                  <a:pt x="44798" y="69043"/>
                </a:lnTo>
                <a:lnTo>
                  <a:pt x="37528" y="104802"/>
                </a:lnTo>
                <a:lnTo>
                  <a:pt x="35128" y="155837"/>
                </a:lnTo>
                <a:lnTo>
                  <a:pt x="37528" y="206873"/>
                </a:lnTo>
                <a:lnTo>
                  <a:pt x="44798" y="242632"/>
                </a:lnTo>
                <a:lnTo>
                  <a:pt x="57043" y="263677"/>
                </a:lnTo>
                <a:lnTo>
                  <a:pt x="74368" y="270567"/>
                </a:lnTo>
                <a:lnTo>
                  <a:pt x="128270" y="270567"/>
                </a:lnTo>
                <a:lnTo>
                  <a:pt x="127903" y="271642"/>
                </a:lnTo>
                <a:lnTo>
                  <a:pt x="105164" y="296242"/>
                </a:lnTo>
                <a:lnTo>
                  <a:pt x="74368" y="304201"/>
                </a:lnTo>
                <a:close/>
              </a:path>
              <a:path w="302895" h="319404">
                <a:moveTo>
                  <a:pt x="128270" y="270567"/>
                </a:moveTo>
                <a:lnTo>
                  <a:pt x="74368" y="270567"/>
                </a:lnTo>
                <a:lnTo>
                  <a:pt x="91635" y="263677"/>
                </a:lnTo>
                <a:lnTo>
                  <a:pt x="103751" y="242632"/>
                </a:lnTo>
                <a:lnTo>
                  <a:pt x="110893" y="206873"/>
                </a:lnTo>
                <a:lnTo>
                  <a:pt x="113234" y="155837"/>
                </a:lnTo>
                <a:lnTo>
                  <a:pt x="110893" y="104802"/>
                </a:lnTo>
                <a:lnTo>
                  <a:pt x="103751" y="69043"/>
                </a:lnTo>
                <a:lnTo>
                  <a:pt x="91635" y="47998"/>
                </a:lnTo>
                <a:lnTo>
                  <a:pt x="74368" y="41108"/>
                </a:lnTo>
                <a:lnTo>
                  <a:pt x="127773" y="41108"/>
                </a:lnTo>
                <a:lnTo>
                  <a:pt x="141163" y="76686"/>
                </a:lnTo>
                <a:lnTo>
                  <a:pt x="147990" y="133041"/>
                </a:lnTo>
                <a:lnTo>
                  <a:pt x="225348" y="133041"/>
                </a:lnTo>
                <a:lnTo>
                  <a:pt x="225348" y="168170"/>
                </a:lnTo>
                <a:lnTo>
                  <a:pt x="148363" y="168170"/>
                </a:lnTo>
                <a:lnTo>
                  <a:pt x="142372" y="229313"/>
                </a:lnTo>
                <a:lnTo>
                  <a:pt x="128270" y="270567"/>
                </a:lnTo>
                <a:close/>
              </a:path>
              <a:path w="302895" h="319404">
                <a:moveTo>
                  <a:pt x="225348" y="313544"/>
                </a:moveTo>
                <a:lnTo>
                  <a:pt x="190593" y="313544"/>
                </a:lnTo>
                <a:lnTo>
                  <a:pt x="190593" y="168170"/>
                </a:lnTo>
                <a:lnTo>
                  <a:pt x="225348" y="168170"/>
                </a:lnTo>
                <a:lnTo>
                  <a:pt x="225348" y="3135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510864" y="5146482"/>
            <a:ext cx="322580" cy="315595"/>
          </a:xfrm>
          <a:custGeom>
            <a:avLst/>
            <a:gdLst/>
            <a:ahLst/>
            <a:cxnLst/>
            <a:rect l="l" t="t" r="r" b="b"/>
            <a:pathLst>
              <a:path w="322579" h="315595">
                <a:moveTo>
                  <a:pt x="277668" y="238054"/>
                </a:moveTo>
                <a:lnTo>
                  <a:pt x="240670" y="238054"/>
                </a:lnTo>
                <a:lnTo>
                  <a:pt x="240670" y="0"/>
                </a:lnTo>
                <a:lnTo>
                  <a:pt x="277668" y="0"/>
                </a:lnTo>
                <a:lnTo>
                  <a:pt x="277668" y="83337"/>
                </a:lnTo>
                <a:lnTo>
                  <a:pt x="322513" y="83337"/>
                </a:lnTo>
                <a:lnTo>
                  <a:pt x="322513" y="118840"/>
                </a:lnTo>
                <a:lnTo>
                  <a:pt x="277668" y="118840"/>
                </a:lnTo>
                <a:lnTo>
                  <a:pt x="277668" y="238054"/>
                </a:lnTo>
                <a:close/>
              </a:path>
              <a:path w="322579" h="315595">
                <a:moveTo>
                  <a:pt x="113982" y="193582"/>
                </a:moveTo>
                <a:lnTo>
                  <a:pt x="0" y="193582"/>
                </a:lnTo>
                <a:lnTo>
                  <a:pt x="0" y="7847"/>
                </a:lnTo>
                <a:lnTo>
                  <a:pt x="194704" y="7847"/>
                </a:lnTo>
                <a:lnTo>
                  <a:pt x="194704" y="39239"/>
                </a:lnTo>
                <a:lnTo>
                  <a:pt x="36623" y="39239"/>
                </a:lnTo>
                <a:lnTo>
                  <a:pt x="36623" y="85206"/>
                </a:lnTo>
                <a:lnTo>
                  <a:pt x="188350" y="85206"/>
                </a:lnTo>
                <a:lnTo>
                  <a:pt x="188350" y="115477"/>
                </a:lnTo>
                <a:lnTo>
                  <a:pt x="36623" y="115477"/>
                </a:lnTo>
                <a:lnTo>
                  <a:pt x="36623" y="162191"/>
                </a:lnTo>
                <a:lnTo>
                  <a:pt x="217500" y="162191"/>
                </a:lnTo>
                <a:lnTo>
                  <a:pt x="217500" y="179381"/>
                </a:lnTo>
                <a:lnTo>
                  <a:pt x="199328" y="185226"/>
                </a:lnTo>
                <a:lnTo>
                  <a:pt x="175271" y="189705"/>
                </a:lnTo>
                <a:lnTo>
                  <a:pt x="146448" y="192572"/>
                </a:lnTo>
                <a:lnTo>
                  <a:pt x="113982" y="193582"/>
                </a:lnTo>
                <a:close/>
              </a:path>
              <a:path w="322579" h="315595">
                <a:moveTo>
                  <a:pt x="217500" y="162191"/>
                </a:moveTo>
                <a:lnTo>
                  <a:pt x="116971" y="162191"/>
                </a:lnTo>
                <a:lnTo>
                  <a:pt x="148077" y="161239"/>
                </a:lnTo>
                <a:lnTo>
                  <a:pt x="175784" y="158500"/>
                </a:lnTo>
                <a:lnTo>
                  <a:pt x="199217" y="154150"/>
                </a:lnTo>
                <a:lnTo>
                  <a:pt x="217500" y="148363"/>
                </a:lnTo>
                <a:lnTo>
                  <a:pt x="217500" y="162191"/>
                </a:lnTo>
                <a:close/>
              </a:path>
              <a:path w="322579" h="315595">
                <a:moveTo>
                  <a:pt x="286263" y="315039"/>
                </a:moveTo>
                <a:lnTo>
                  <a:pt x="10837" y="315039"/>
                </a:lnTo>
                <a:lnTo>
                  <a:pt x="10837" y="223106"/>
                </a:lnTo>
                <a:lnTo>
                  <a:pt x="48208" y="223106"/>
                </a:lnTo>
                <a:lnTo>
                  <a:pt x="48208" y="282152"/>
                </a:lnTo>
                <a:lnTo>
                  <a:pt x="286263" y="282152"/>
                </a:lnTo>
                <a:lnTo>
                  <a:pt x="286263" y="315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844215" y="5145361"/>
            <a:ext cx="319405" cy="316230"/>
          </a:xfrm>
          <a:custGeom>
            <a:avLst/>
            <a:gdLst/>
            <a:ahLst/>
            <a:cxnLst/>
            <a:rect l="l" t="t" r="r" b="b"/>
            <a:pathLst>
              <a:path w="319404" h="316229">
                <a:moveTo>
                  <a:pt x="177513" y="137899"/>
                </a:moveTo>
                <a:lnTo>
                  <a:pt x="140889" y="137899"/>
                </a:lnTo>
                <a:lnTo>
                  <a:pt x="140889" y="115850"/>
                </a:lnTo>
                <a:lnTo>
                  <a:pt x="93001" y="111372"/>
                </a:lnTo>
                <a:lnTo>
                  <a:pt x="54328" y="100762"/>
                </a:lnTo>
                <a:lnTo>
                  <a:pt x="28478" y="83215"/>
                </a:lnTo>
                <a:lnTo>
                  <a:pt x="19059" y="57925"/>
                </a:lnTo>
                <a:lnTo>
                  <a:pt x="30130" y="31058"/>
                </a:lnTo>
                <a:lnTo>
                  <a:pt x="60261" y="13126"/>
                </a:lnTo>
                <a:lnTo>
                  <a:pt x="104826" y="3112"/>
                </a:lnTo>
                <a:lnTo>
                  <a:pt x="159201" y="0"/>
                </a:lnTo>
                <a:lnTo>
                  <a:pt x="213576" y="3112"/>
                </a:lnTo>
                <a:lnTo>
                  <a:pt x="258141" y="13126"/>
                </a:lnTo>
                <a:lnTo>
                  <a:pt x="283180" y="28028"/>
                </a:lnTo>
                <a:lnTo>
                  <a:pt x="159201" y="28028"/>
                </a:lnTo>
                <a:lnTo>
                  <a:pt x="119768" y="29756"/>
                </a:lnTo>
                <a:lnTo>
                  <a:pt x="87308" y="35128"/>
                </a:lnTo>
                <a:lnTo>
                  <a:pt x="65288" y="44425"/>
                </a:lnTo>
                <a:lnTo>
                  <a:pt x="57177" y="57925"/>
                </a:lnTo>
                <a:lnTo>
                  <a:pt x="65288" y="71583"/>
                </a:lnTo>
                <a:lnTo>
                  <a:pt x="87308" y="80861"/>
                </a:lnTo>
                <a:lnTo>
                  <a:pt x="119768" y="86146"/>
                </a:lnTo>
                <a:lnTo>
                  <a:pt x="159201" y="87822"/>
                </a:lnTo>
                <a:lnTo>
                  <a:pt x="283137" y="87822"/>
                </a:lnTo>
                <a:lnTo>
                  <a:pt x="264074" y="100762"/>
                </a:lnTo>
                <a:lnTo>
                  <a:pt x="225401" y="111372"/>
                </a:lnTo>
                <a:lnTo>
                  <a:pt x="177513" y="115850"/>
                </a:lnTo>
                <a:lnTo>
                  <a:pt x="177513" y="137899"/>
                </a:lnTo>
                <a:close/>
              </a:path>
              <a:path w="319404" h="316229">
                <a:moveTo>
                  <a:pt x="283137" y="87822"/>
                </a:moveTo>
                <a:lnTo>
                  <a:pt x="159201" y="87822"/>
                </a:lnTo>
                <a:lnTo>
                  <a:pt x="198633" y="86146"/>
                </a:lnTo>
                <a:lnTo>
                  <a:pt x="231094" y="80861"/>
                </a:lnTo>
                <a:lnTo>
                  <a:pt x="253114" y="71583"/>
                </a:lnTo>
                <a:lnTo>
                  <a:pt x="261224" y="57925"/>
                </a:lnTo>
                <a:lnTo>
                  <a:pt x="253114" y="44425"/>
                </a:lnTo>
                <a:lnTo>
                  <a:pt x="231094" y="35128"/>
                </a:lnTo>
                <a:lnTo>
                  <a:pt x="198633" y="29756"/>
                </a:lnTo>
                <a:lnTo>
                  <a:pt x="159201" y="28028"/>
                </a:lnTo>
                <a:lnTo>
                  <a:pt x="283180" y="28028"/>
                </a:lnTo>
                <a:lnTo>
                  <a:pt x="288272" y="31058"/>
                </a:lnTo>
                <a:lnTo>
                  <a:pt x="299343" y="57925"/>
                </a:lnTo>
                <a:lnTo>
                  <a:pt x="289924" y="83215"/>
                </a:lnTo>
                <a:lnTo>
                  <a:pt x="283137" y="87822"/>
                </a:lnTo>
                <a:close/>
              </a:path>
              <a:path w="319404" h="316229">
                <a:moveTo>
                  <a:pt x="318776" y="166675"/>
                </a:moveTo>
                <a:lnTo>
                  <a:pt x="0" y="166675"/>
                </a:lnTo>
                <a:lnTo>
                  <a:pt x="0" y="137899"/>
                </a:lnTo>
                <a:lnTo>
                  <a:pt x="318776" y="137899"/>
                </a:lnTo>
                <a:lnTo>
                  <a:pt x="318776" y="166675"/>
                </a:lnTo>
                <a:close/>
              </a:path>
              <a:path w="319404" h="316229">
                <a:moveTo>
                  <a:pt x="302333" y="316160"/>
                </a:moveTo>
                <a:lnTo>
                  <a:pt x="22049" y="316160"/>
                </a:lnTo>
                <a:lnTo>
                  <a:pt x="22049" y="239923"/>
                </a:lnTo>
                <a:lnTo>
                  <a:pt x="260477" y="239923"/>
                </a:lnTo>
                <a:lnTo>
                  <a:pt x="260477" y="217500"/>
                </a:lnTo>
                <a:lnTo>
                  <a:pt x="21301" y="217500"/>
                </a:lnTo>
                <a:lnTo>
                  <a:pt x="21301" y="189845"/>
                </a:lnTo>
                <a:lnTo>
                  <a:pt x="296727" y="189845"/>
                </a:lnTo>
                <a:lnTo>
                  <a:pt x="296727" y="266083"/>
                </a:lnTo>
                <a:lnTo>
                  <a:pt x="58299" y="266083"/>
                </a:lnTo>
                <a:lnTo>
                  <a:pt x="58299" y="288505"/>
                </a:lnTo>
                <a:lnTo>
                  <a:pt x="302333" y="288505"/>
                </a:lnTo>
                <a:lnTo>
                  <a:pt x="302333" y="316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432163" y="5669600"/>
            <a:ext cx="322580" cy="315595"/>
          </a:xfrm>
          <a:custGeom>
            <a:avLst/>
            <a:gdLst/>
            <a:ahLst/>
            <a:cxnLst/>
            <a:rect l="l" t="t" r="r" b="b"/>
            <a:pathLst>
              <a:path w="322579" h="315595">
                <a:moveTo>
                  <a:pt x="277668" y="163312"/>
                </a:moveTo>
                <a:lnTo>
                  <a:pt x="240670" y="163312"/>
                </a:lnTo>
                <a:lnTo>
                  <a:pt x="240670" y="0"/>
                </a:lnTo>
                <a:lnTo>
                  <a:pt x="277668" y="0"/>
                </a:lnTo>
                <a:lnTo>
                  <a:pt x="277668" y="60167"/>
                </a:lnTo>
                <a:lnTo>
                  <a:pt x="322513" y="60167"/>
                </a:lnTo>
                <a:lnTo>
                  <a:pt x="322513" y="92306"/>
                </a:lnTo>
                <a:lnTo>
                  <a:pt x="277668" y="92306"/>
                </a:lnTo>
                <a:lnTo>
                  <a:pt x="277668" y="163312"/>
                </a:lnTo>
                <a:close/>
              </a:path>
              <a:path w="322579" h="315595">
                <a:moveTo>
                  <a:pt x="113982" y="154716"/>
                </a:moveTo>
                <a:lnTo>
                  <a:pt x="0" y="154716"/>
                </a:lnTo>
                <a:lnTo>
                  <a:pt x="0" y="7847"/>
                </a:lnTo>
                <a:lnTo>
                  <a:pt x="194704" y="7847"/>
                </a:lnTo>
                <a:lnTo>
                  <a:pt x="194704" y="35502"/>
                </a:lnTo>
                <a:lnTo>
                  <a:pt x="36623" y="35502"/>
                </a:lnTo>
                <a:lnTo>
                  <a:pt x="36623" y="67641"/>
                </a:lnTo>
                <a:lnTo>
                  <a:pt x="188350" y="67641"/>
                </a:lnTo>
                <a:lnTo>
                  <a:pt x="188350" y="94175"/>
                </a:lnTo>
                <a:lnTo>
                  <a:pt x="36623" y="94175"/>
                </a:lnTo>
                <a:lnTo>
                  <a:pt x="36623" y="127062"/>
                </a:lnTo>
                <a:lnTo>
                  <a:pt x="217500" y="127062"/>
                </a:lnTo>
                <a:lnTo>
                  <a:pt x="217500" y="140889"/>
                </a:lnTo>
                <a:lnTo>
                  <a:pt x="199328" y="146676"/>
                </a:lnTo>
                <a:lnTo>
                  <a:pt x="175271" y="151026"/>
                </a:lnTo>
                <a:lnTo>
                  <a:pt x="146448" y="153765"/>
                </a:lnTo>
                <a:lnTo>
                  <a:pt x="113982" y="154716"/>
                </a:lnTo>
                <a:close/>
              </a:path>
              <a:path w="322579" h="315595">
                <a:moveTo>
                  <a:pt x="217500" y="127062"/>
                </a:moveTo>
                <a:lnTo>
                  <a:pt x="116971" y="127062"/>
                </a:lnTo>
                <a:lnTo>
                  <a:pt x="148077" y="126110"/>
                </a:lnTo>
                <a:lnTo>
                  <a:pt x="175784" y="123371"/>
                </a:lnTo>
                <a:lnTo>
                  <a:pt x="199217" y="119021"/>
                </a:lnTo>
                <a:lnTo>
                  <a:pt x="217500" y="113234"/>
                </a:lnTo>
                <a:lnTo>
                  <a:pt x="217500" y="127062"/>
                </a:lnTo>
                <a:close/>
              </a:path>
              <a:path w="322579" h="315595">
                <a:moveTo>
                  <a:pt x="285516" y="315039"/>
                </a:moveTo>
                <a:lnTo>
                  <a:pt x="11211" y="315039"/>
                </a:lnTo>
                <a:lnTo>
                  <a:pt x="11211" y="234691"/>
                </a:lnTo>
                <a:lnTo>
                  <a:pt x="241418" y="234691"/>
                </a:lnTo>
                <a:lnTo>
                  <a:pt x="241418" y="208531"/>
                </a:lnTo>
                <a:lnTo>
                  <a:pt x="10463" y="208531"/>
                </a:lnTo>
                <a:lnTo>
                  <a:pt x="10463" y="180876"/>
                </a:lnTo>
                <a:lnTo>
                  <a:pt x="277668" y="180876"/>
                </a:lnTo>
                <a:lnTo>
                  <a:pt x="277668" y="260851"/>
                </a:lnTo>
                <a:lnTo>
                  <a:pt x="47461" y="260851"/>
                </a:lnTo>
                <a:lnTo>
                  <a:pt x="47461" y="287384"/>
                </a:lnTo>
                <a:lnTo>
                  <a:pt x="285516" y="287384"/>
                </a:lnTo>
                <a:lnTo>
                  <a:pt x="285516" y="315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765514" y="5667358"/>
            <a:ext cx="319405" cy="328930"/>
          </a:xfrm>
          <a:custGeom>
            <a:avLst/>
            <a:gdLst/>
            <a:ahLst/>
            <a:cxnLst/>
            <a:rect l="l" t="t" r="r" b="b"/>
            <a:pathLst>
              <a:path w="319404" h="328929">
                <a:moveTo>
                  <a:pt x="7474" y="171533"/>
                </a:moveTo>
                <a:lnTo>
                  <a:pt x="7474" y="136404"/>
                </a:lnTo>
                <a:lnTo>
                  <a:pt x="47903" y="129609"/>
                </a:lnTo>
                <a:lnTo>
                  <a:pt x="85158" y="110292"/>
                </a:lnTo>
                <a:lnTo>
                  <a:pt x="116959" y="80733"/>
                </a:lnTo>
                <a:lnTo>
                  <a:pt x="141030" y="43210"/>
                </a:lnTo>
                <a:lnTo>
                  <a:pt x="155090" y="0"/>
                </a:lnTo>
                <a:lnTo>
                  <a:pt x="193209" y="5979"/>
                </a:lnTo>
                <a:lnTo>
                  <a:pt x="189857" y="21237"/>
                </a:lnTo>
                <a:lnTo>
                  <a:pt x="185454" y="36109"/>
                </a:lnTo>
                <a:lnTo>
                  <a:pt x="180070" y="50492"/>
                </a:lnTo>
                <a:lnTo>
                  <a:pt x="173776" y="64278"/>
                </a:lnTo>
                <a:lnTo>
                  <a:pt x="224983" y="92680"/>
                </a:lnTo>
                <a:lnTo>
                  <a:pt x="155837" y="92680"/>
                </a:lnTo>
                <a:lnTo>
                  <a:pt x="125876" y="125287"/>
                </a:lnTo>
                <a:lnTo>
                  <a:pt x="90204" y="150045"/>
                </a:lnTo>
                <a:lnTo>
                  <a:pt x="50258" y="165834"/>
                </a:lnTo>
                <a:lnTo>
                  <a:pt x="7474" y="171533"/>
                </a:lnTo>
                <a:close/>
              </a:path>
              <a:path w="319404" h="328929">
                <a:moveTo>
                  <a:pt x="293364" y="171160"/>
                </a:moveTo>
                <a:lnTo>
                  <a:pt x="155837" y="92680"/>
                </a:lnTo>
                <a:lnTo>
                  <a:pt x="224983" y="92680"/>
                </a:lnTo>
                <a:lnTo>
                  <a:pt x="310554" y="140142"/>
                </a:lnTo>
                <a:lnTo>
                  <a:pt x="293364" y="171160"/>
                </a:lnTo>
                <a:close/>
              </a:path>
              <a:path w="319404" h="328929">
                <a:moveTo>
                  <a:pt x="318776" y="239549"/>
                </a:moveTo>
                <a:lnTo>
                  <a:pt x="0" y="239549"/>
                </a:lnTo>
                <a:lnTo>
                  <a:pt x="0" y="205168"/>
                </a:lnTo>
                <a:lnTo>
                  <a:pt x="318776" y="205168"/>
                </a:lnTo>
                <a:lnTo>
                  <a:pt x="318776" y="239549"/>
                </a:lnTo>
                <a:close/>
              </a:path>
              <a:path w="319404" h="328929">
                <a:moveTo>
                  <a:pt x="177887" y="328866"/>
                </a:moveTo>
                <a:lnTo>
                  <a:pt x="140142" y="328866"/>
                </a:lnTo>
                <a:lnTo>
                  <a:pt x="140142" y="239549"/>
                </a:lnTo>
                <a:lnTo>
                  <a:pt x="177887" y="239549"/>
                </a:lnTo>
                <a:lnTo>
                  <a:pt x="177887" y="3288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199388" y="5673337"/>
            <a:ext cx="319405" cy="316230"/>
          </a:xfrm>
          <a:custGeom>
            <a:avLst/>
            <a:gdLst/>
            <a:ahLst/>
            <a:cxnLst/>
            <a:rect l="l" t="t" r="r" b="b"/>
            <a:pathLst>
              <a:path w="319404" h="316229">
                <a:moveTo>
                  <a:pt x="295232" y="108376"/>
                </a:moveTo>
                <a:lnTo>
                  <a:pt x="258235" y="108376"/>
                </a:lnTo>
                <a:lnTo>
                  <a:pt x="258235" y="31391"/>
                </a:lnTo>
                <a:lnTo>
                  <a:pt x="21301" y="31391"/>
                </a:lnTo>
                <a:lnTo>
                  <a:pt x="21301" y="0"/>
                </a:lnTo>
                <a:lnTo>
                  <a:pt x="295232" y="0"/>
                </a:lnTo>
                <a:lnTo>
                  <a:pt x="295232" y="108376"/>
                </a:lnTo>
                <a:close/>
              </a:path>
              <a:path w="319404" h="316229">
                <a:moveTo>
                  <a:pt x="156959" y="130799"/>
                </a:moveTo>
                <a:lnTo>
                  <a:pt x="119587" y="130799"/>
                </a:lnTo>
                <a:lnTo>
                  <a:pt x="119587" y="68389"/>
                </a:lnTo>
                <a:lnTo>
                  <a:pt x="156959" y="68389"/>
                </a:lnTo>
                <a:lnTo>
                  <a:pt x="156959" y="130799"/>
                </a:lnTo>
                <a:close/>
              </a:path>
              <a:path w="319404" h="316229">
                <a:moveTo>
                  <a:pt x="318776" y="161443"/>
                </a:moveTo>
                <a:lnTo>
                  <a:pt x="0" y="161443"/>
                </a:lnTo>
                <a:lnTo>
                  <a:pt x="0" y="130799"/>
                </a:lnTo>
                <a:lnTo>
                  <a:pt x="318776" y="130799"/>
                </a:lnTo>
                <a:lnTo>
                  <a:pt x="318776" y="161443"/>
                </a:lnTo>
                <a:close/>
              </a:path>
              <a:path w="319404" h="316229">
                <a:moveTo>
                  <a:pt x="159201" y="315786"/>
                </a:moveTo>
                <a:lnTo>
                  <a:pt x="105141" y="312341"/>
                </a:lnTo>
                <a:lnTo>
                  <a:pt x="60541" y="301398"/>
                </a:lnTo>
                <a:lnTo>
                  <a:pt x="30235" y="282047"/>
                </a:lnTo>
                <a:lnTo>
                  <a:pt x="19059" y="253376"/>
                </a:lnTo>
                <a:lnTo>
                  <a:pt x="30235" y="224291"/>
                </a:lnTo>
                <a:lnTo>
                  <a:pt x="60541" y="205121"/>
                </a:lnTo>
                <a:lnTo>
                  <a:pt x="105141" y="194569"/>
                </a:lnTo>
                <a:lnTo>
                  <a:pt x="159201" y="191340"/>
                </a:lnTo>
                <a:lnTo>
                  <a:pt x="213261" y="194779"/>
                </a:lnTo>
                <a:lnTo>
                  <a:pt x="257861" y="205681"/>
                </a:lnTo>
                <a:lnTo>
                  <a:pt x="281774" y="220863"/>
                </a:lnTo>
                <a:lnTo>
                  <a:pt x="159201" y="220863"/>
                </a:lnTo>
                <a:lnTo>
                  <a:pt x="121619" y="222633"/>
                </a:lnTo>
                <a:lnTo>
                  <a:pt x="89223" y="228291"/>
                </a:lnTo>
                <a:lnTo>
                  <a:pt x="66497" y="238364"/>
                </a:lnTo>
                <a:lnTo>
                  <a:pt x="57925" y="253376"/>
                </a:lnTo>
                <a:lnTo>
                  <a:pt x="66497" y="268132"/>
                </a:lnTo>
                <a:lnTo>
                  <a:pt x="89223" y="278368"/>
                </a:lnTo>
                <a:lnTo>
                  <a:pt x="121619" y="284330"/>
                </a:lnTo>
                <a:lnTo>
                  <a:pt x="159201" y="286263"/>
                </a:lnTo>
                <a:lnTo>
                  <a:pt x="281564" y="286263"/>
                </a:lnTo>
                <a:lnTo>
                  <a:pt x="257861" y="301398"/>
                </a:lnTo>
                <a:lnTo>
                  <a:pt x="213261" y="312341"/>
                </a:lnTo>
                <a:lnTo>
                  <a:pt x="159201" y="315786"/>
                </a:lnTo>
                <a:close/>
              </a:path>
              <a:path w="319404" h="316229">
                <a:moveTo>
                  <a:pt x="281564" y="286263"/>
                </a:moveTo>
                <a:lnTo>
                  <a:pt x="159201" y="286263"/>
                </a:lnTo>
                <a:lnTo>
                  <a:pt x="196782" y="284330"/>
                </a:lnTo>
                <a:lnTo>
                  <a:pt x="229179" y="278368"/>
                </a:lnTo>
                <a:lnTo>
                  <a:pt x="251905" y="268132"/>
                </a:lnTo>
                <a:lnTo>
                  <a:pt x="260477" y="253376"/>
                </a:lnTo>
                <a:lnTo>
                  <a:pt x="251905" y="238837"/>
                </a:lnTo>
                <a:lnTo>
                  <a:pt x="229179" y="228711"/>
                </a:lnTo>
                <a:lnTo>
                  <a:pt x="196782" y="222790"/>
                </a:lnTo>
                <a:lnTo>
                  <a:pt x="159201" y="220863"/>
                </a:lnTo>
                <a:lnTo>
                  <a:pt x="281774" y="220863"/>
                </a:lnTo>
                <a:lnTo>
                  <a:pt x="288167" y="224922"/>
                </a:lnTo>
                <a:lnTo>
                  <a:pt x="299343" y="253376"/>
                </a:lnTo>
                <a:lnTo>
                  <a:pt x="288167" y="282047"/>
                </a:lnTo>
                <a:lnTo>
                  <a:pt x="281564" y="2862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550303" y="5669600"/>
            <a:ext cx="297180" cy="319405"/>
          </a:xfrm>
          <a:custGeom>
            <a:avLst/>
            <a:gdLst/>
            <a:ahLst/>
            <a:cxnLst/>
            <a:rect l="l" t="t" r="r" b="b"/>
            <a:pathLst>
              <a:path w="297179" h="319404">
                <a:moveTo>
                  <a:pt x="294111" y="179381"/>
                </a:moveTo>
                <a:lnTo>
                  <a:pt x="257114" y="179381"/>
                </a:lnTo>
                <a:lnTo>
                  <a:pt x="257114" y="92306"/>
                </a:lnTo>
                <a:lnTo>
                  <a:pt x="195077" y="92306"/>
                </a:lnTo>
                <a:lnTo>
                  <a:pt x="195077" y="60167"/>
                </a:lnTo>
                <a:lnTo>
                  <a:pt x="257114" y="60167"/>
                </a:lnTo>
                <a:lnTo>
                  <a:pt x="257114" y="0"/>
                </a:lnTo>
                <a:lnTo>
                  <a:pt x="294111" y="0"/>
                </a:lnTo>
                <a:lnTo>
                  <a:pt x="294111" y="179381"/>
                </a:lnTo>
                <a:close/>
              </a:path>
              <a:path w="297179" h="319404">
                <a:moveTo>
                  <a:pt x="207783" y="39987"/>
                </a:moveTo>
                <a:lnTo>
                  <a:pt x="4110" y="39987"/>
                </a:lnTo>
                <a:lnTo>
                  <a:pt x="4110" y="8221"/>
                </a:lnTo>
                <a:lnTo>
                  <a:pt x="207783" y="8221"/>
                </a:lnTo>
                <a:lnTo>
                  <a:pt x="207783" y="39987"/>
                </a:lnTo>
                <a:close/>
              </a:path>
              <a:path w="297179" h="319404">
                <a:moveTo>
                  <a:pt x="0" y="170039"/>
                </a:moveTo>
                <a:lnTo>
                  <a:pt x="0" y="136778"/>
                </a:lnTo>
                <a:lnTo>
                  <a:pt x="35671" y="125964"/>
                </a:lnTo>
                <a:lnTo>
                  <a:pt x="63110" y="105199"/>
                </a:lnTo>
                <a:lnTo>
                  <a:pt x="81510" y="76027"/>
                </a:lnTo>
                <a:lnTo>
                  <a:pt x="90064" y="39987"/>
                </a:lnTo>
                <a:lnTo>
                  <a:pt x="127062" y="39987"/>
                </a:lnTo>
                <a:lnTo>
                  <a:pt x="126162" y="49662"/>
                </a:lnTo>
                <a:lnTo>
                  <a:pt x="124633" y="59093"/>
                </a:lnTo>
                <a:lnTo>
                  <a:pt x="122542" y="68313"/>
                </a:lnTo>
                <a:lnTo>
                  <a:pt x="119961" y="77358"/>
                </a:lnTo>
                <a:lnTo>
                  <a:pt x="166736" y="106881"/>
                </a:lnTo>
                <a:lnTo>
                  <a:pt x="106134" y="106881"/>
                </a:lnTo>
                <a:lnTo>
                  <a:pt x="86870" y="130781"/>
                </a:lnTo>
                <a:lnTo>
                  <a:pt x="62456" y="149811"/>
                </a:lnTo>
                <a:lnTo>
                  <a:pt x="33347" y="163166"/>
                </a:lnTo>
                <a:lnTo>
                  <a:pt x="0" y="170039"/>
                </a:lnTo>
                <a:close/>
              </a:path>
              <a:path w="297179" h="319404">
                <a:moveTo>
                  <a:pt x="199936" y="167049"/>
                </a:moveTo>
                <a:lnTo>
                  <a:pt x="106134" y="106881"/>
                </a:lnTo>
                <a:lnTo>
                  <a:pt x="166736" y="106881"/>
                </a:lnTo>
                <a:lnTo>
                  <a:pt x="218247" y="139394"/>
                </a:lnTo>
                <a:lnTo>
                  <a:pt x="199936" y="167049"/>
                </a:lnTo>
                <a:close/>
              </a:path>
              <a:path w="297179" h="319404">
                <a:moveTo>
                  <a:pt x="158827" y="319150"/>
                </a:moveTo>
                <a:lnTo>
                  <a:pt x="104645" y="315617"/>
                </a:lnTo>
                <a:lnTo>
                  <a:pt x="60868" y="304341"/>
                </a:lnTo>
                <a:lnTo>
                  <a:pt x="31596" y="284307"/>
                </a:lnTo>
                <a:lnTo>
                  <a:pt x="20927" y="254498"/>
                </a:lnTo>
                <a:lnTo>
                  <a:pt x="31596" y="224688"/>
                </a:lnTo>
                <a:lnTo>
                  <a:pt x="60868" y="204654"/>
                </a:lnTo>
                <a:lnTo>
                  <a:pt x="104645" y="193378"/>
                </a:lnTo>
                <a:lnTo>
                  <a:pt x="158827" y="189845"/>
                </a:lnTo>
                <a:lnTo>
                  <a:pt x="213010" y="193378"/>
                </a:lnTo>
                <a:lnTo>
                  <a:pt x="256786" y="204654"/>
                </a:lnTo>
                <a:lnTo>
                  <a:pt x="279378" y="220116"/>
                </a:lnTo>
                <a:lnTo>
                  <a:pt x="158827" y="220116"/>
                </a:lnTo>
                <a:lnTo>
                  <a:pt x="120236" y="222177"/>
                </a:lnTo>
                <a:lnTo>
                  <a:pt x="88896" y="228478"/>
                </a:lnTo>
                <a:lnTo>
                  <a:pt x="67857" y="239193"/>
                </a:lnTo>
                <a:lnTo>
                  <a:pt x="60167" y="254498"/>
                </a:lnTo>
                <a:lnTo>
                  <a:pt x="67857" y="269802"/>
                </a:lnTo>
                <a:lnTo>
                  <a:pt x="88896" y="280517"/>
                </a:lnTo>
                <a:lnTo>
                  <a:pt x="120236" y="286818"/>
                </a:lnTo>
                <a:lnTo>
                  <a:pt x="158827" y="288879"/>
                </a:lnTo>
                <a:lnTo>
                  <a:pt x="279378" y="288879"/>
                </a:lnTo>
                <a:lnTo>
                  <a:pt x="256786" y="304341"/>
                </a:lnTo>
                <a:lnTo>
                  <a:pt x="213010" y="315617"/>
                </a:lnTo>
                <a:lnTo>
                  <a:pt x="158827" y="319150"/>
                </a:lnTo>
                <a:close/>
              </a:path>
              <a:path w="297179" h="319404">
                <a:moveTo>
                  <a:pt x="279378" y="288879"/>
                </a:moveTo>
                <a:lnTo>
                  <a:pt x="158827" y="288879"/>
                </a:lnTo>
                <a:lnTo>
                  <a:pt x="197419" y="286818"/>
                </a:lnTo>
                <a:lnTo>
                  <a:pt x="228758" y="280517"/>
                </a:lnTo>
                <a:lnTo>
                  <a:pt x="249797" y="269802"/>
                </a:lnTo>
                <a:lnTo>
                  <a:pt x="257487" y="254498"/>
                </a:lnTo>
                <a:lnTo>
                  <a:pt x="249797" y="239193"/>
                </a:lnTo>
                <a:lnTo>
                  <a:pt x="228758" y="228478"/>
                </a:lnTo>
                <a:lnTo>
                  <a:pt x="197419" y="222177"/>
                </a:lnTo>
                <a:lnTo>
                  <a:pt x="158827" y="220116"/>
                </a:lnTo>
                <a:lnTo>
                  <a:pt x="279378" y="220116"/>
                </a:lnTo>
                <a:lnTo>
                  <a:pt x="286059" y="224688"/>
                </a:lnTo>
                <a:lnTo>
                  <a:pt x="296727" y="254498"/>
                </a:lnTo>
                <a:lnTo>
                  <a:pt x="286059" y="284307"/>
                </a:lnTo>
                <a:lnTo>
                  <a:pt x="279378" y="288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0907390" y="5016500"/>
            <a:ext cx="42545" cy="44450"/>
          </a:xfrm>
          <a:custGeom>
            <a:avLst/>
            <a:gdLst/>
            <a:ahLst/>
            <a:cxnLst/>
            <a:rect l="l" t="t" r="r" b="b"/>
            <a:pathLst>
              <a:path w="42545" h="44450">
                <a:moveTo>
                  <a:pt x="0" y="0"/>
                </a:moveTo>
                <a:lnTo>
                  <a:pt x="42316" y="0"/>
                </a:lnTo>
                <a:lnTo>
                  <a:pt x="42316" y="44450"/>
                </a:lnTo>
                <a:lnTo>
                  <a:pt x="0" y="444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0907390" y="5060950"/>
            <a:ext cx="315595" cy="33020"/>
          </a:xfrm>
          <a:custGeom>
            <a:avLst/>
            <a:gdLst/>
            <a:ahLst/>
            <a:cxnLst/>
            <a:rect l="l" t="t" r="r" b="b"/>
            <a:pathLst>
              <a:path w="315595" h="33020">
                <a:moveTo>
                  <a:pt x="0" y="0"/>
                </a:moveTo>
                <a:lnTo>
                  <a:pt x="315214" y="0"/>
                </a:lnTo>
                <a:lnTo>
                  <a:pt x="315214" y="33019"/>
                </a:lnTo>
                <a:lnTo>
                  <a:pt x="0" y="330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907390" y="5093970"/>
            <a:ext cx="42545" cy="45720"/>
          </a:xfrm>
          <a:custGeom>
            <a:avLst/>
            <a:gdLst/>
            <a:ahLst/>
            <a:cxnLst/>
            <a:rect l="l" t="t" r="r" b="b"/>
            <a:pathLst>
              <a:path w="42545" h="45720">
                <a:moveTo>
                  <a:pt x="0" y="0"/>
                </a:moveTo>
                <a:lnTo>
                  <a:pt x="42316" y="0"/>
                </a:lnTo>
                <a:lnTo>
                  <a:pt x="42316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0907390" y="5139690"/>
            <a:ext cx="315595" cy="34290"/>
          </a:xfrm>
          <a:custGeom>
            <a:avLst/>
            <a:gdLst/>
            <a:ahLst/>
            <a:cxnLst/>
            <a:rect l="l" t="t" r="r" b="b"/>
            <a:pathLst>
              <a:path w="315595" h="34289">
                <a:moveTo>
                  <a:pt x="0" y="0"/>
                </a:moveTo>
                <a:lnTo>
                  <a:pt x="315214" y="0"/>
                </a:lnTo>
                <a:lnTo>
                  <a:pt x="315214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1180719" y="5016932"/>
            <a:ext cx="41910" cy="45085"/>
          </a:xfrm>
          <a:custGeom>
            <a:avLst/>
            <a:gdLst/>
            <a:ahLst/>
            <a:cxnLst/>
            <a:rect l="l" t="t" r="r" b="b"/>
            <a:pathLst>
              <a:path w="41909" h="45085">
                <a:moveTo>
                  <a:pt x="41884" y="44475"/>
                </a:moveTo>
                <a:lnTo>
                  <a:pt x="0" y="44475"/>
                </a:lnTo>
                <a:lnTo>
                  <a:pt x="0" y="0"/>
                </a:lnTo>
                <a:lnTo>
                  <a:pt x="41884" y="0"/>
                </a:lnTo>
                <a:lnTo>
                  <a:pt x="41884" y="44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1180719" y="5094224"/>
            <a:ext cx="41910" cy="46355"/>
          </a:xfrm>
          <a:custGeom>
            <a:avLst/>
            <a:gdLst/>
            <a:ahLst/>
            <a:cxnLst/>
            <a:rect l="l" t="t" r="r" b="b"/>
            <a:pathLst>
              <a:path w="41909" h="46354">
                <a:moveTo>
                  <a:pt x="41884" y="45770"/>
                </a:moveTo>
                <a:lnTo>
                  <a:pt x="0" y="45770"/>
                </a:lnTo>
                <a:lnTo>
                  <a:pt x="0" y="0"/>
                </a:lnTo>
                <a:lnTo>
                  <a:pt x="41884" y="0"/>
                </a:lnTo>
                <a:lnTo>
                  <a:pt x="41884" y="45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0881051" y="5210378"/>
            <a:ext cx="368935" cy="36830"/>
          </a:xfrm>
          <a:custGeom>
            <a:avLst/>
            <a:gdLst/>
            <a:ahLst/>
            <a:cxnLst/>
            <a:rect l="l" t="t" r="r" b="b"/>
            <a:pathLst>
              <a:path w="368934" h="36829">
                <a:moveTo>
                  <a:pt x="368325" y="36271"/>
                </a:moveTo>
                <a:lnTo>
                  <a:pt x="0" y="36271"/>
                </a:lnTo>
                <a:lnTo>
                  <a:pt x="0" y="0"/>
                </a:lnTo>
                <a:lnTo>
                  <a:pt x="368325" y="0"/>
                </a:lnTo>
                <a:lnTo>
                  <a:pt x="368325" y="36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1043408" y="5246650"/>
            <a:ext cx="43180" cy="57785"/>
          </a:xfrm>
          <a:custGeom>
            <a:avLst/>
            <a:gdLst/>
            <a:ahLst/>
            <a:cxnLst/>
            <a:rect l="l" t="t" r="r" b="b"/>
            <a:pathLst>
              <a:path w="43179" h="57785">
                <a:moveTo>
                  <a:pt x="43180" y="57429"/>
                </a:moveTo>
                <a:lnTo>
                  <a:pt x="0" y="57429"/>
                </a:lnTo>
                <a:lnTo>
                  <a:pt x="0" y="0"/>
                </a:lnTo>
                <a:lnTo>
                  <a:pt x="43180" y="0"/>
                </a:lnTo>
                <a:lnTo>
                  <a:pt x="43180" y="57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0906527" y="5279390"/>
            <a:ext cx="43815" cy="63500"/>
          </a:xfrm>
          <a:custGeom>
            <a:avLst/>
            <a:gdLst/>
            <a:ahLst/>
            <a:cxnLst/>
            <a:rect l="l" t="t" r="r" b="b"/>
            <a:pathLst>
              <a:path w="43815" h="63500">
                <a:moveTo>
                  <a:pt x="0" y="0"/>
                </a:moveTo>
                <a:lnTo>
                  <a:pt x="43611" y="0"/>
                </a:lnTo>
                <a:lnTo>
                  <a:pt x="43611" y="63499"/>
                </a:lnTo>
                <a:lnTo>
                  <a:pt x="0" y="634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0906527" y="5342890"/>
            <a:ext cx="323850" cy="36830"/>
          </a:xfrm>
          <a:custGeom>
            <a:avLst/>
            <a:gdLst/>
            <a:ahLst/>
            <a:cxnLst/>
            <a:rect l="l" t="t" r="r" b="b"/>
            <a:pathLst>
              <a:path w="323850" h="36829">
                <a:moveTo>
                  <a:pt x="0" y="0"/>
                </a:moveTo>
                <a:lnTo>
                  <a:pt x="323850" y="0"/>
                </a:lnTo>
                <a:lnTo>
                  <a:pt x="323850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1299465" y="5014773"/>
            <a:ext cx="323850" cy="368935"/>
          </a:xfrm>
          <a:custGeom>
            <a:avLst/>
            <a:gdLst/>
            <a:ahLst/>
            <a:cxnLst/>
            <a:rect l="l" t="t" r="r" b="b"/>
            <a:pathLst>
              <a:path w="323850" h="368935">
                <a:moveTo>
                  <a:pt x="323850" y="368757"/>
                </a:moveTo>
                <a:lnTo>
                  <a:pt x="281101" y="368757"/>
                </a:lnTo>
                <a:lnTo>
                  <a:pt x="281101" y="0"/>
                </a:lnTo>
                <a:lnTo>
                  <a:pt x="323850" y="0"/>
                </a:lnTo>
                <a:lnTo>
                  <a:pt x="323850" y="368757"/>
                </a:lnTo>
                <a:close/>
              </a:path>
              <a:path w="323850" h="368935">
                <a:moveTo>
                  <a:pt x="150266" y="346735"/>
                </a:moveTo>
                <a:lnTo>
                  <a:pt x="863" y="346735"/>
                </a:lnTo>
                <a:lnTo>
                  <a:pt x="863" y="157607"/>
                </a:lnTo>
                <a:lnTo>
                  <a:pt x="165811" y="157607"/>
                </a:lnTo>
                <a:lnTo>
                  <a:pt x="165811" y="52679"/>
                </a:lnTo>
                <a:lnTo>
                  <a:pt x="0" y="52679"/>
                </a:lnTo>
                <a:lnTo>
                  <a:pt x="0" y="13385"/>
                </a:lnTo>
                <a:lnTo>
                  <a:pt x="208559" y="13385"/>
                </a:lnTo>
                <a:lnTo>
                  <a:pt x="208559" y="196900"/>
                </a:lnTo>
                <a:lnTo>
                  <a:pt x="43611" y="196900"/>
                </a:lnTo>
                <a:lnTo>
                  <a:pt x="43611" y="307441"/>
                </a:lnTo>
                <a:lnTo>
                  <a:pt x="246989" y="307441"/>
                </a:lnTo>
                <a:lnTo>
                  <a:pt x="246989" y="329031"/>
                </a:lnTo>
                <a:lnTo>
                  <a:pt x="227443" y="336534"/>
                </a:lnTo>
                <a:lnTo>
                  <a:pt x="203647" y="342093"/>
                </a:lnTo>
                <a:lnTo>
                  <a:pt x="177341" y="345547"/>
                </a:lnTo>
                <a:lnTo>
                  <a:pt x="150266" y="346735"/>
                </a:lnTo>
                <a:close/>
              </a:path>
              <a:path w="323850" h="368935">
                <a:moveTo>
                  <a:pt x="246989" y="307441"/>
                </a:moveTo>
                <a:lnTo>
                  <a:pt x="151561" y="307441"/>
                </a:lnTo>
                <a:lnTo>
                  <a:pt x="178070" y="306193"/>
                </a:lnTo>
                <a:lnTo>
                  <a:pt x="203971" y="302637"/>
                </a:lnTo>
                <a:lnTo>
                  <a:pt x="227524" y="297058"/>
                </a:lnTo>
                <a:lnTo>
                  <a:pt x="246989" y="289737"/>
                </a:lnTo>
                <a:lnTo>
                  <a:pt x="246989" y="307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1982140" y="5015229"/>
            <a:ext cx="42545" cy="38100"/>
          </a:xfrm>
          <a:custGeom>
            <a:avLst/>
            <a:gdLst/>
            <a:ahLst/>
            <a:cxnLst/>
            <a:rect l="l" t="t" r="r" b="b"/>
            <a:pathLst>
              <a:path w="42545" h="38100">
                <a:moveTo>
                  <a:pt x="0" y="0"/>
                </a:moveTo>
                <a:lnTo>
                  <a:pt x="42316" y="0"/>
                </a:lnTo>
                <a:lnTo>
                  <a:pt x="42316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1921689" y="5053329"/>
            <a:ext cx="102870" cy="38100"/>
          </a:xfrm>
          <a:custGeom>
            <a:avLst/>
            <a:gdLst/>
            <a:ahLst/>
            <a:cxnLst/>
            <a:rect l="l" t="t" r="r" b="b"/>
            <a:pathLst>
              <a:path w="102870" h="38100">
                <a:moveTo>
                  <a:pt x="0" y="0"/>
                </a:moveTo>
                <a:lnTo>
                  <a:pt x="102768" y="0"/>
                </a:lnTo>
                <a:lnTo>
                  <a:pt x="102768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1982140" y="5091429"/>
            <a:ext cx="42545" cy="49530"/>
          </a:xfrm>
          <a:custGeom>
            <a:avLst/>
            <a:gdLst/>
            <a:ahLst/>
            <a:cxnLst/>
            <a:rect l="l" t="t" r="r" b="b"/>
            <a:pathLst>
              <a:path w="42545" h="49529">
                <a:moveTo>
                  <a:pt x="0" y="0"/>
                </a:moveTo>
                <a:lnTo>
                  <a:pt x="42316" y="0"/>
                </a:lnTo>
                <a:lnTo>
                  <a:pt x="42316" y="49530"/>
                </a:lnTo>
                <a:lnTo>
                  <a:pt x="0" y="495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1921689" y="5140959"/>
            <a:ext cx="102870" cy="38100"/>
          </a:xfrm>
          <a:custGeom>
            <a:avLst/>
            <a:gdLst/>
            <a:ahLst/>
            <a:cxnLst/>
            <a:rect l="l" t="t" r="r" b="b"/>
            <a:pathLst>
              <a:path w="102870" h="38100">
                <a:moveTo>
                  <a:pt x="0" y="0"/>
                </a:moveTo>
                <a:lnTo>
                  <a:pt x="102768" y="0"/>
                </a:lnTo>
                <a:lnTo>
                  <a:pt x="102768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1982140" y="5179059"/>
            <a:ext cx="42545" cy="62230"/>
          </a:xfrm>
          <a:custGeom>
            <a:avLst/>
            <a:gdLst/>
            <a:ahLst/>
            <a:cxnLst/>
            <a:rect l="l" t="t" r="r" b="b"/>
            <a:pathLst>
              <a:path w="42545" h="62229">
                <a:moveTo>
                  <a:pt x="0" y="0"/>
                </a:moveTo>
                <a:lnTo>
                  <a:pt x="42316" y="0"/>
                </a:lnTo>
                <a:lnTo>
                  <a:pt x="42316" y="62229"/>
                </a:lnTo>
                <a:lnTo>
                  <a:pt x="0" y="62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1692403" y="5021579"/>
            <a:ext cx="41910" cy="60960"/>
          </a:xfrm>
          <a:custGeom>
            <a:avLst/>
            <a:gdLst/>
            <a:ahLst/>
            <a:cxnLst/>
            <a:rect l="l" t="t" r="r" b="b"/>
            <a:pathLst>
              <a:path w="41909" h="60960">
                <a:moveTo>
                  <a:pt x="0" y="0"/>
                </a:moveTo>
                <a:lnTo>
                  <a:pt x="41884" y="0"/>
                </a:lnTo>
                <a:lnTo>
                  <a:pt x="41884" y="60960"/>
                </a:lnTo>
                <a:lnTo>
                  <a:pt x="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1692403" y="5082540"/>
            <a:ext cx="213360" cy="34290"/>
          </a:xfrm>
          <a:custGeom>
            <a:avLst/>
            <a:gdLst/>
            <a:ahLst/>
            <a:cxnLst/>
            <a:rect l="l" t="t" r="r" b="b"/>
            <a:pathLst>
              <a:path w="213359" h="34289">
                <a:moveTo>
                  <a:pt x="0" y="0"/>
                </a:moveTo>
                <a:lnTo>
                  <a:pt x="213309" y="0"/>
                </a:lnTo>
                <a:lnTo>
                  <a:pt x="213309" y="34289"/>
                </a:lnTo>
                <a:lnTo>
                  <a:pt x="0" y="342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1692403" y="5116829"/>
            <a:ext cx="41910" cy="68580"/>
          </a:xfrm>
          <a:custGeom>
            <a:avLst/>
            <a:gdLst/>
            <a:ahLst/>
            <a:cxnLst/>
            <a:rect l="l" t="t" r="r" b="b"/>
            <a:pathLst>
              <a:path w="41909" h="68579">
                <a:moveTo>
                  <a:pt x="0" y="0"/>
                </a:moveTo>
                <a:lnTo>
                  <a:pt x="41884" y="0"/>
                </a:lnTo>
                <a:lnTo>
                  <a:pt x="41884" y="68579"/>
                </a:lnTo>
                <a:lnTo>
                  <a:pt x="0" y="685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1692403" y="5185409"/>
            <a:ext cx="213360" cy="35560"/>
          </a:xfrm>
          <a:custGeom>
            <a:avLst/>
            <a:gdLst/>
            <a:ahLst/>
            <a:cxnLst/>
            <a:rect l="l" t="t" r="r" b="b"/>
            <a:pathLst>
              <a:path w="213359" h="35560">
                <a:moveTo>
                  <a:pt x="0" y="0"/>
                </a:moveTo>
                <a:lnTo>
                  <a:pt x="213309" y="0"/>
                </a:lnTo>
                <a:lnTo>
                  <a:pt x="213309" y="35560"/>
                </a:lnTo>
                <a:lnTo>
                  <a:pt x="0" y="355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1863827" y="5021250"/>
            <a:ext cx="41910" cy="60960"/>
          </a:xfrm>
          <a:custGeom>
            <a:avLst/>
            <a:gdLst/>
            <a:ahLst/>
            <a:cxnLst/>
            <a:rect l="l" t="t" r="r" b="b"/>
            <a:pathLst>
              <a:path w="41909" h="60960">
                <a:moveTo>
                  <a:pt x="41884" y="60883"/>
                </a:moveTo>
                <a:lnTo>
                  <a:pt x="0" y="60883"/>
                </a:lnTo>
                <a:lnTo>
                  <a:pt x="0" y="0"/>
                </a:lnTo>
                <a:lnTo>
                  <a:pt x="41884" y="0"/>
                </a:lnTo>
                <a:lnTo>
                  <a:pt x="41884" y="60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1863827" y="5117110"/>
            <a:ext cx="41910" cy="68580"/>
          </a:xfrm>
          <a:custGeom>
            <a:avLst/>
            <a:gdLst/>
            <a:ahLst/>
            <a:cxnLst/>
            <a:rect l="l" t="t" r="r" b="b"/>
            <a:pathLst>
              <a:path w="41909" h="68579">
                <a:moveTo>
                  <a:pt x="41884" y="68224"/>
                </a:moveTo>
                <a:lnTo>
                  <a:pt x="0" y="68224"/>
                </a:lnTo>
                <a:lnTo>
                  <a:pt x="0" y="0"/>
                </a:lnTo>
                <a:lnTo>
                  <a:pt x="41884" y="0"/>
                </a:lnTo>
                <a:lnTo>
                  <a:pt x="41884" y="68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1707516" y="5261609"/>
            <a:ext cx="317500" cy="36830"/>
          </a:xfrm>
          <a:custGeom>
            <a:avLst/>
            <a:gdLst/>
            <a:ahLst/>
            <a:cxnLst/>
            <a:rect l="l" t="t" r="r" b="b"/>
            <a:pathLst>
              <a:path w="317500" h="36829">
                <a:moveTo>
                  <a:pt x="0" y="0"/>
                </a:moveTo>
                <a:lnTo>
                  <a:pt x="316941" y="0"/>
                </a:lnTo>
                <a:lnTo>
                  <a:pt x="316941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1980845" y="5298440"/>
            <a:ext cx="43815" cy="85090"/>
          </a:xfrm>
          <a:custGeom>
            <a:avLst/>
            <a:gdLst/>
            <a:ahLst/>
            <a:cxnLst/>
            <a:rect l="l" t="t" r="r" b="b"/>
            <a:pathLst>
              <a:path w="43815" h="85089">
                <a:moveTo>
                  <a:pt x="0" y="0"/>
                </a:moveTo>
                <a:lnTo>
                  <a:pt x="43611" y="0"/>
                </a:lnTo>
                <a:lnTo>
                  <a:pt x="43611" y="85090"/>
                </a:lnTo>
                <a:lnTo>
                  <a:pt x="0" y="850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2178832" y="5019091"/>
            <a:ext cx="368935" cy="365760"/>
          </a:xfrm>
          <a:custGeom>
            <a:avLst/>
            <a:gdLst/>
            <a:ahLst/>
            <a:cxnLst/>
            <a:rect l="l" t="t" r="r" b="b"/>
            <a:pathLst>
              <a:path w="368934" h="365760">
                <a:moveTo>
                  <a:pt x="342849" y="34543"/>
                </a:moveTo>
                <a:lnTo>
                  <a:pt x="25044" y="34543"/>
                </a:lnTo>
                <a:lnTo>
                  <a:pt x="25044" y="0"/>
                </a:lnTo>
                <a:lnTo>
                  <a:pt x="342849" y="0"/>
                </a:lnTo>
                <a:lnTo>
                  <a:pt x="342849" y="34543"/>
                </a:lnTo>
                <a:close/>
              </a:path>
              <a:path w="368934" h="365760">
                <a:moveTo>
                  <a:pt x="18999" y="136017"/>
                </a:moveTo>
                <a:lnTo>
                  <a:pt x="18999" y="101041"/>
                </a:lnTo>
                <a:lnTo>
                  <a:pt x="67853" y="95933"/>
                </a:lnTo>
                <a:lnTo>
                  <a:pt x="113509" y="83175"/>
                </a:lnTo>
                <a:lnTo>
                  <a:pt x="149369" y="62725"/>
                </a:lnTo>
                <a:lnTo>
                  <a:pt x="168833" y="34543"/>
                </a:lnTo>
                <a:lnTo>
                  <a:pt x="212445" y="34543"/>
                </a:lnTo>
                <a:lnTo>
                  <a:pt x="211075" y="41830"/>
                </a:lnTo>
                <a:lnTo>
                  <a:pt x="208937" y="48793"/>
                </a:lnTo>
                <a:lnTo>
                  <a:pt x="206069" y="55432"/>
                </a:lnTo>
                <a:lnTo>
                  <a:pt x="202514" y="61747"/>
                </a:lnTo>
                <a:lnTo>
                  <a:pt x="302180" y="89814"/>
                </a:lnTo>
                <a:lnTo>
                  <a:pt x="177901" y="89814"/>
                </a:lnTo>
                <a:lnTo>
                  <a:pt x="145604" y="109602"/>
                </a:lnTo>
                <a:lnTo>
                  <a:pt x="106708" y="123764"/>
                </a:lnTo>
                <a:lnTo>
                  <a:pt x="63683" y="132501"/>
                </a:lnTo>
                <a:lnTo>
                  <a:pt x="18999" y="136017"/>
                </a:lnTo>
                <a:close/>
              </a:path>
              <a:path w="368934" h="365760">
                <a:moveTo>
                  <a:pt x="341553" y="137744"/>
                </a:moveTo>
                <a:lnTo>
                  <a:pt x="177901" y="89814"/>
                </a:lnTo>
                <a:lnTo>
                  <a:pt x="302180" y="89814"/>
                </a:lnTo>
                <a:lnTo>
                  <a:pt x="352780" y="104063"/>
                </a:lnTo>
                <a:lnTo>
                  <a:pt x="341553" y="137744"/>
                </a:lnTo>
                <a:close/>
              </a:path>
              <a:path w="368934" h="365760">
                <a:moveTo>
                  <a:pt x="368325" y="199059"/>
                </a:moveTo>
                <a:lnTo>
                  <a:pt x="0" y="199059"/>
                </a:lnTo>
                <a:lnTo>
                  <a:pt x="0" y="164515"/>
                </a:lnTo>
                <a:lnTo>
                  <a:pt x="368325" y="164515"/>
                </a:lnTo>
                <a:lnTo>
                  <a:pt x="368325" y="199059"/>
                </a:lnTo>
                <a:close/>
              </a:path>
              <a:path w="368934" h="365760">
                <a:moveTo>
                  <a:pt x="183946" y="365302"/>
                </a:moveTo>
                <a:lnTo>
                  <a:pt x="121484" y="361882"/>
                </a:lnTo>
                <a:lnTo>
                  <a:pt x="69951" y="350567"/>
                </a:lnTo>
                <a:lnTo>
                  <a:pt x="34935" y="329780"/>
                </a:lnTo>
                <a:lnTo>
                  <a:pt x="22021" y="297942"/>
                </a:lnTo>
                <a:lnTo>
                  <a:pt x="34935" y="266238"/>
                </a:lnTo>
                <a:lnTo>
                  <a:pt x="69951" y="245748"/>
                </a:lnTo>
                <a:lnTo>
                  <a:pt x="121484" y="234730"/>
                </a:lnTo>
                <a:lnTo>
                  <a:pt x="183946" y="231444"/>
                </a:lnTo>
                <a:lnTo>
                  <a:pt x="246409" y="234730"/>
                </a:lnTo>
                <a:lnTo>
                  <a:pt x="297942" y="245748"/>
                </a:lnTo>
                <a:lnTo>
                  <a:pt x="331055" y="265125"/>
                </a:lnTo>
                <a:lnTo>
                  <a:pt x="183946" y="265125"/>
                </a:lnTo>
                <a:lnTo>
                  <a:pt x="140591" y="266730"/>
                </a:lnTo>
                <a:lnTo>
                  <a:pt x="103308" y="272141"/>
                </a:lnTo>
                <a:lnTo>
                  <a:pt x="77197" y="282248"/>
                </a:lnTo>
                <a:lnTo>
                  <a:pt x="67360" y="297942"/>
                </a:lnTo>
                <a:lnTo>
                  <a:pt x="77197" y="313952"/>
                </a:lnTo>
                <a:lnTo>
                  <a:pt x="103308" y="324335"/>
                </a:lnTo>
                <a:lnTo>
                  <a:pt x="140591" y="329942"/>
                </a:lnTo>
                <a:lnTo>
                  <a:pt x="183946" y="331622"/>
                </a:lnTo>
                <a:lnTo>
                  <a:pt x="329855" y="331622"/>
                </a:lnTo>
                <a:lnTo>
                  <a:pt x="297942" y="350567"/>
                </a:lnTo>
                <a:lnTo>
                  <a:pt x="246409" y="361882"/>
                </a:lnTo>
                <a:lnTo>
                  <a:pt x="183946" y="365302"/>
                </a:lnTo>
                <a:close/>
              </a:path>
              <a:path w="368934" h="365760">
                <a:moveTo>
                  <a:pt x="329855" y="331622"/>
                </a:moveTo>
                <a:lnTo>
                  <a:pt x="183946" y="331622"/>
                </a:lnTo>
                <a:lnTo>
                  <a:pt x="227369" y="329942"/>
                </a:lnTo>
                <a:lnTo>
                  <a:pt x="264801" y="324335"/>
                </a:lnTo>
                <a:lnTo>
                  <a:pt x="291060" y="313952"/>
                </a:lnTo>
                <a:lnTo>
                  <a:pt x="300964" y="297942"/>
                </a:lnTo>
                <a:lnTo>
                  <a:pt x="291060" y="282248"/>
                </a:lnTo>
                <a:lnTo>
                  <a:pt x="264801" y="272141"/>
                </a:lnTo>
                <a:lnTo>
                  <a:pt x="227369" y="266730"/>
                </a:lnTo>
                <a:lnTo>
                  <a:pt x="183946" y="265125"/>
                </a:lnTo>
                <a:lnTo>
                  <a:pt x="331055" y="265125"/>
                </a:lnTo>
                <a:lnTo>
                  <a:pt x="332958" y="266238"/>
                </a:lnTo>
                <a:lnTo>
                  <a:pt x="345871" y="297942"/>
                </a:lnTo>
                <a:lnTo>
                  <a:pt x="332958" y="329780"/>
                </a:lnTo>
                <a:lnTo>
                  <a:pt x="329855" y="331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2602860" y="5025390"/>
            <a:ext cx="317500" cy="36830"/>
          </a:xfrm>
          <a:custGeom>
            <a:avLst/>
            <a:gdLst/>
            <a:ahLst/>
            <a:cxnLst/>
            <a:rect l="l" t="t" r="r" b="b"/>
            <a:pathLst>
              <a:path w="317500" h="36829">
                <a:moveTo>
                  <a:pt x="0" y="0"/>
                </a:moveTo>
                <a:lnTo>
                  <a:pt x="316941" y="0"/>
                </a:lnTo>
                <a:lnTo>
                  <a:pt x="316941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2877917" y="5062220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0"/>
                </a:moveTo>
                <a:lnTo>
                  <a:pt x="41884" y="0"/>
                </a:lnTo>
                <a:lnTo>
                  <a:pt x="41884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2602860" y="5105400"/>
            <a:ext cx="317500" cy="36830"/>
          </a:xfrm>
          <a:custGeom>
            <a:avLst/>
            <a:gdLst/>
            <a:ahLst/>
            <a:cxnLst/>
            <a:rect l="l" t="t" r="r" b="b"/>
            <a:pathLst>
              <a:path w="317500" h="36829">
                <a:moveTo>
                  <a:pt x="0" y="0"/>
                </a:moveTo>
                <a:lnTo>
                  <a:pt x="316941" y="0"/>
                </a:lnTo>
                <a:lnTo>
                  <a:pt x="316941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2602860" y="5142229"/>
            <a:ext cx="42545" cy="43180"/>
          </a:xfrm>
          <a:custGeom>
            <a:avLst/>
            <a:gdLst/>
            <a:ahLst/>
            <a:cxnLst/>
            <a:rect l="l" t="t" r="r" b="b"/>
            <a:pathLst>
              <a:path w="42545" h="43179">
                <a:moveTo>
                  <a:pt x="0" y="0"/>
                </a:moveTo>
                <a:lnTo>
                  <a:pt x="42316" y="0"/>
                </a:lnTo>
                <a:lnTo>
                  <a:pt x="42316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2602860" y="5185409"/>
            <a:ext cx="322580" cy="36830"/>
          </a:xfrm>
          <a:custGeom>
            <a:avLst/>
            <a:gdLst/>
            <a:ahLst/>
            <a:cxnLst/>
            <a:rect l="l" t="t" r="r" b="b"/>
            <a:pathLst>
              <a:path w="322579" h="36829">
                <a:moveTo>
                  <a:pt x="0" y="0"/>
                </a:moveTo>
                <a:lnTo>
                  <a:pt x="322554" y="0"/>
                </a:lnTo>
                <a:lnTo>
                  <a:pt x="322554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2576952" y="5264785"/>
            <a:ext cx="368935" cy="38735"/>
          </a:xfrm>
          <a:custGeom>
            <a:avLst/>
            <a:gdLst/>
            <a:ahLst/>
            <a:cxnLst/>
            <a:rect l="l" t="t" r="r" b="b"/>
            <a:pathLst>
              <a:path w="368934" h="38735">
                <a:moveTo>
                  <a:pt x="368325" y="38430"/>
                </a:moveTo>
                <a:lnTo>
                  <a:pt x="0" y="38430"/>
                </a:lnTo>
                <a:lnTo>
                  <a:pt x="0" y="0"/>
                </a:lnTo>
                <a:lnTo>
                  <a:pt x="368325" y="0"/>
                </a:lnTo>
                <a:lnTo>
                  <a:pt x="368325" y="38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2667629" y="5303215"/>
            <a:ext cx="42545" cy="89535"/>
          </a:xfrm>
          <a:custGeom>
            <a:avLst/>
            <a:gdLst/>
            <a:ahLst/>
            <a:cxnLst/>
            <a:rect l="l" t="t" r="r" b="b"/>
            <a:pathLst>
              <a:path w="42545" h="89535">
                <a:moveTo>
                  <a:pt x="42316" y="88950"/>
                </a:moveTo>
                <a:lnTo>
                  <a:pt x="0" y="88950"/>
                </a:lnTo>
                <a:lnTo>
                  <a:pt x="0" y="0"/>
                </a:lnTo>
                <a:lnTo>
                  <a:pt x="42316" y="0"/>
                </a:lnTo>
                <a:lnTo>
                  <a:pt x="42316" y="88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2811851" y="5303215"/>
            <a:ext cx="42545" cy="89535"/>
          </a:xfrm>
          <a:custGeom>
            <a:avLst/>
            <a:gdLst/>
            <a:ahLst/>
            <a:cxnLst/>
            <a:rect l="l" t="t" r="r" b="b"/>
            <a:pathLst>
              <a:path w="42545" h="89535">
                <a:moveTo>
                  <a:pt x="42316" y="88950"/>
                </a:moveTo>
                <a:lnTo>
                  <a:pt x="0" y="88950"/>
                </a:lnTo>
                <a:lnTo>
                  <a:pt x="0" y="0"/>
                </a:lnTo>
                <a:lnTo>
                  <a:pt x="42316" y="0"/>
                </a:lnTo>
                <a:lnTo>
                  <a:pt x="42316" y="88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2988025" y="5014773"/>
            <a:ext cx="372745" cy="364490"/>
          </a:xfrm>
          <a:custGeom>
            <a:avLst/>
            <a:gdLst/>
            <a:ahLst/>
            <a:cxnLst/>
            <a:rect l="l" t="t" r="r" b="b"/>
            <a:pathLst>
              <a:path w="372744" h="364489">
                <a:moveTo>
                  <a:pt x="320827" y="203809"/>
                </a:moveTo>
                <a:lnTo>
                  <a:pt x="278079" y="203809"/>
                </a:lnTo>
                <a:lnTo>
                  <a:pt x="278079" y="0"/>
                </a:lnTo>
                <a:lnTo>
                  <a:pt x="320827" y="0"/>
                </a:lnTo>
                <a:lnTo>
                  <a:pt x="320827" y="78155"/>
                </a:lnTo>
                <a:lnTo>
                  <a:pt x="372643" y="78155"/>
                </a:lnTo>
                <a:lnTo>
                  <a:pt x="372643" y="118313"/>
                </a:lnTo>
                <a:lnTo>
                  <a:pt x="320827" y="118313"/>
                </a:lnTo>
                <a:lnTo>
                  <a:pt x="320827" y="203809"/>
                </a:lnTo>
                <a:close/>
              </a:path>
              <a:path w="372744" h="364489">
                <a:moveTo>
                  <a:pt x="131699" y="198628"/>
                </a:moveTo>
                <a:lnTo>
                  <a:pt x="0" y="198628"/>
                </a:lnTo>
                <a:lnTo>
                  <a:pt x="0" y="9067"/>
                </a:lnTo>
                <a:lnTo>
                  <a:pt x="224967" y="9067"/>
                </a:lnTo>
                <a:lnTo>
                  <a:pt x="224967" y="43611"/>
                </a:lnTo>
                <a:lnTo>
                  <a:pt x="42316" y="43611"/>
                </a:lnTo>
                <a:lnTo>
                  <a:pt x="42316" y="86791"/>
                </a:lnTo>
                <a:lnTo>
                  <a:pt x="217627" y="86791"/>
                </a:lnTo>
                <a:lnTo>
                  <a:pt x="217627" y="120472"/>
                </a:lnTo>
                <a:lnTo>
                  <a:pt x="42316" y="120472"/>
                </a:lnTo>
                <a:lnTo>
                  <a:pt x="42316" y="164084"/>
                </a:lnTo>
                <a:lnTo>
                  <a:pt x="251307" y="164084"/>
                </a:lnTo>
                <a:lnTo>
                  <a:pt x="251307" y="182219"/>
                </a:lnTo>
                <a:lnTo>
                  <a:pt x="230311" y="188973"/>
                </a:lnTo>
                <a:lnTo>
                  <a:pt x="202514" y="194148"/>
                </a:lnTo>
                <a:lnTo>
                  <a:pt x="169211" y="197460"/>
                </a:lnTo>
                <a:lnTo>
                  <a:pt x="131699" y="198628"/>
                </a:lnTo>
                <a:close/>
              </a:path>
              <a:path w="372744" h="364489">
                <a:moveTo>
                  <a:pt x="251307" y="164084"/>
                </a:moveTo>
                <a:lnTo>
                  <a:pt x="135153" y="164084"/>
                </a:lnTo>
                <a:lnTo>
                  <a:pt x="171094" y="162977"/>
                </a:lnTo>
                <a:lnTo>
                  <a:pt x="203107" y="159766"/>
                </a:lnTo>
                <a:lnTo>
                  <a:pt x="230183" y="154611"/>
                </a:lnTo>
                <a:lnTo>
                  <a:pt x="251307" y="147675"/>
                </a:lnTo>
                <a:lnTo>
                  <a:pt x="251307" y="164084"/>
                </a:lnTo>
                <a:close/>
              </a:path>
              <a:path w="372744" h="364489">
                <a:moveTo>
                  <a:pt x="320827" y="364007"/>
                </a:moveTo>
                <a:lnTo>
                  <a:pt x="12522" y="364007"/>
                </a:lnTo>
                <a:lnTo>
                  <a:pt x="12522" y="224104"/>
                </a:lnTo>
                <a:lnTo>
                  <a:pt x="54838" y="224104"/>
                </a:lnTo>
                <a:lnTo>
                  <a:pt x="54838" y="257784"/>
                </a:lnTo>
                <a:lnTo>
                  <a:pt x="320827" y="257784"/>
                </a:lnTo>
                <a:lnTo>
                  <a:pt x="320827" y="291465"/>
                </a:lnTo>
                <a:lnTo>
                  <a:pt x="54838" y="291465"/>
                </a:lnTo>
                <a:lnTo>
                  <a:pt x="54838" y="329463"/>
                </a:lnTo>
                <a:lnTo>
                  <a:pt x="320827" y="329463"/>
                </a:lnTo>
                <a:lnTo>
                  <a:pt x="320827" y="364007"/>
                </a:lnTo>
                <a:close/>
              </a:path>
              <a:path w="372744" h="364489">
                <a:moveTo>
                  <a:pt x="320827" y="257784"/>
                </a:moveTo>
                <a:lnTo>
                  <a:pt x="278511" y="257784"/>
                </a:lnTo>
                <a:lnTo>
                  <a:pt x="278511" y="224104"/>
                </a:lnTo>
                <a:lnTo>
                  <a:pt x="320827" y="224104"/>
                </a:lnTo>
                <a:lnTo>
                  <a:pt x="320827" y="257784"/>
                </a:lnTo>
                <a:close/>
              </a:path>
              <a:path w="372744" h="364489">
                <a:moveTo>
                  <a:pt x="320827" y="329463"/>
                </a:moveTo>
                <a:lnTo>
                  <a:pt x="278511" y="329463"/>
                </a:lnTo>
                <a:lnTo>
                  <a:pt x="278511" y="291465"/>
                </a:lnTo>
                <a:lnTo>
                  <a:pt x="320827" y="291465"/>
                </a:lnTo>
                <a:lnTo>
                  <a:pt x="320827" y="3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1778007" y="5465888"/>
            <a:ext cx="165737" cy="2133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1960870" y="5468823"/>
            <a:ext cx="254000" cy="207645"/>
          </a:xfrm>
          <a:custGeom>
            <a:avLst/>
            <a:gdLst/>
            <a:ahLst/>
            <a:cxnLst/>
            <a:rect l="l" t="t" r="r" b="b"/>
            <a:pathLst>
              <a:path w="254000" h="207645">
                <a:moveTo>
                  <a:pt x="78617" y="207486"/>
                </a:moveTo>
                <a:lnTo>
                  <a:pt x="126132" y="34040"/>
                </a:lnTo>
                <a:lnTo>
                  <a:pt x="127551" y="34040"/>
                </a:lnTo>
                <a:lnTo>
                  <a:pt x="174965" y="207486"/>
                </a:lnTo>
                <a:lnTo>
                  <a:pt x="196747" y="207486"/>
                </a:lnTo>
                <a:lnTo>
                  <a:pt x="253582" y="0"/>
                </a:lnTo>
                <a:lnTo>
                  <a:pt x="232712" y="0"/>
                </a:lnTo>
                <a:lnTo>
                  <a:pt x="186413" y="176282"/>
                </a:lnTo>
                <a:lnTo>
                  <a:pt x="184893" y="176282"/>
                </a:lnTo>
                <a:lnTo>
                  <a:pt x="138492" y="0"/>
                </a:lnTo>
                <a:lnTo>
                  <a:pt x="115089" y="0"/>
                </a:lnTo>
                <a:lnTo>
                  <a:pt x="68891" y="176282"/>
                </a:lnTo>
                <a:lnTo>
                  <a:pt x="67169" y="176282"/>
                </a:lnTo>
                <a:lnTo>
                  <a:pt x="20870" y="0"/>
                </a:lnTo>
                <a:lnTo>
                  <a:pt x="0" y="0"/>
                </a:lnTo>
                <a:lnTo>
                  <a:pt x="56835" y="207486"/>
                </a:lnTo>
                <a:lnTo>
                  <a:pt x="78617" y="207486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2234512" y="5465986"/>
            <a:ext cx="172720" cy="213360"/>
          </a:xfrm>
          <a:custGeom>
            <a:avLst/>
            <a:gdLst/>
            <a:ahLst/>
            <a:cxnLst/>
            <a:rect l="l" t="t" r="r" b="b"/>
            <a:pathLst>
              <a:path w="172720" h="213360">
                <a:moveTo>
                  <a:pt x="172634" y="67980"/>
                </a:moveTo>
                <a:lnTo>
                  <a:pt x="162969" y="40817"/>
                </a:lnTo>
                <a:lnTo>
                  <a:pt x="145230" y="19287"/>
                </a:lnTo>
                <a:lnTo>
                  <a:pt x="120576" y="5108"/>
                </a:lnTo>
                <a:lnTo>
                  <a:pt x="90167" y="0"/>
                </a:lnTo>
                <a:lnTo>
                  <a:pt x="53853" y="7506"/>
                </a:lnTo>
                <a:lnTo>
                  <a:pt x="25327" y="28899"/>
                </a:lnTo>
                <a:lnTo>
                  <a:pt x="6680" y="62487"/>
                </a:lnTo>
                <a:lnTo>
                  <a:pt x="0" y="106579"/>
                </a:lnTo>
                <a:lnTo>
                  <a:pt x="6680" y="150672"/>
                </a:lnTo>
                <a:lnTo>
                  <a:pt x="25327" y="184260"/>
                </a:lnTo>
                <a:lnTo>
                  <a:pt x="53853" y="205653"/>
                </a:lnTo>
                <a:lnTo>
                  <a:pt x="90167" y="213159"/>
                </a:lnTo>
                <a:lnTo>
                  <a:pt x="120690" y="207997"/>
                </a:lnTo>
                <a:lnTo>
                  <a:pt x="145382" y="193745"/>
                </a:lnTo>
                <a:lnTo>
                  <a:pt x="163083" y="172256"/>
                </a:lnTo>
                <a:lnTo>
                  <a:pt x="172634" y="145382"/>
                </a:lnTo>
                <a:lnTo>
                  <a:pt x="152068" y="145382"/>
                </a:lnTo>
                <a:lnTo>
                  <a:pt x="144405" y="164862"/>
                </a:lnTo>
                <a:lnTo>
                  <a:pt x="130805" y="180258"/>
                </a:lnTo>
                <a:lnTo>
                  <a:pt x="112362" y="190373"/>
                </a:lnTo>
                <a:lnTo>
                  <a:pt x="90167" y="194011"/>
                </a:lnTo>
                <a:lnTo>
                  <a:pt x="62768" y="188342"/>
                </a:lnTo>
                <a:lnTo>
                  <a:pt x="40423" y="171609"/>
                </a:lnTo>
                <a:lnTo>
                  <a:pt x="25372" y="144218"/>
                </a:lnTo>
                <a:lnTo>
                  <a:pt x="19857" y="106579"/>
                </a:lnTo>
                <a:lnTo>
                  <a:pt x="25372" y="69069"/>
                </a:lnTo>
                <a:lnTo>
                  <a:pt x="40423" y="41664"/>
                </a:lnTo>
                <a:lnTo>
                  <a:pt x="62768" y="24859"/>
                </a:lnTo>
                <a:lnTo>
                  <a:pt x="90167" y="19147"/>
                </a:lnTo>
                <a:lnTo>
                  <a:pt x="112376" y="22803"/>
                </a:lnTo>
                <a:lnTo>
                  <a:pt x="130843" y="32964"/>
                </a:lnTo>
                <a:lnTo>
                  <a:pt x="144448" y="48425"/>
                </a:lnTo>
                <a:lnTo>
                  <a:pt x="152068" y="67980"/>
                </a:lnTo>
                <a:lnTo>
                  <a:pt x="172634" y="67980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1780941" y="5468823"/>
            <a:ext cx="160020" cy="207645"/>
          </a:xfrm>
          <a:custGeom>
            <a:avLst/>
            <a:gdLst/>
            <a:ahLst/>
            <a:cxnLst/>
            <a:rect l="l" t="t" r="r" b="b"/>
            <a:pathLst>
              <a:path w="160020" h="207645">
                <a:moveTo>
                  <a:pt x="61597" y="207486"/>
                </a:moveTo>
                <a:lnTo>
                  <a:pt x="0" y="207486"/>
                </a:lnTo>
                <a:lnTo>
                  <a:pt x="0" y="0"/>
                </a:lnTo>
                <a:lnTo>
                  <a:pt x="65042" y="0"/>
                </a:lnTo>
                <a:lnTo>
                  <a:pt x="104990" y="7069"/>
                </a:lnTo>
                <a:lnTo>
                  <a:pt x="121316" y="18236"/>
                </a:lnTo>
                <a:lnTo>
                  <a:pt x="20363" y="18236"/>
                </a:lnTo>
                <a:lnTo>
                  <a:pt x="20363" y="189250"/>
                </a:lnTo>
                <a:lnTo>
                  <a:pt x="120038" y="189250"/>
                </a:lnTo>
                <a:lnTo>
                  <a:pt x="103352" y="200372"/>
                </a:lnTo>
                <a:lnTo>
                  <a:pt x="61597" y="207486"/>
                </a:lnTo>
                <a:close/>
              </a:path>
              <a:path w="160020" h="207645">
                <a:moveTo>
                  <a:pt x="120038" y="189250"/>
                </a:moveTo>
                <a:lnTo>
                  <a:pt x="60483" y="189250"/>
                </a:lnTo>
                <a:lnTo>
                  <a:pt x="95133" y="183347"/>
                </a:lnTo>
                <a:lnTo>
                  <a:pt x="119990" y="166340"/>
                </a:lnTo>
                <a:lnTo>
                  <a:pt x="134951" y="139286"/>
                </a:lnTo>
                <a:lnTo>
                  <a:pt x="139911" y="103236"/>
                </a:lnTo>
                <a:lnTo>
                  <a:pt x="135032" y="67601"/>
                </a:lnTo>
                <a:lnTo>
                  <a:pt x="120560" y="40866"/>
                </a:lnTo>
                <a:lnTo>
                  <a:pt x="96743" y="24066"/>
                </a:lnTo>
                <a:lnTo>
                  <a:pt x="63826" y="18236"/>
                </a:lnTo>
                <a:lnTo>
                  <a:pt x="121316" y="18236"/>
                </a:lnTo>
                <a:lnTo>
                  <a:pt x="134795" y="27455"/>
                </a:lnTo>
                <a:lnTo>
                  <a:pt x="153430" y="59922"/>
                </a:lnTo>
                <a:lnTo>
                  <a:pt x="159869" y="103236"/>
                </a:lnTo>
                <a:lnTo>
                  <a:pt x="153276" y="147050"/>
                </a:lnTo>
                <a:lnTo>
                  <a:pt x="134174" y="179828"/>
                </a:lnTo>
                <a:lnTo>
                  <a:pt x="120038" y="189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1780941" y="5468823"/>
            <a:ext cx="160020" cy="207645"/>
          </a:xfrm>
          <a:custGeom>
            <a:avLst/>
            <a:gdLst/>
            <a:ahLst/>
            <a:cxnLst/>
            <a:rect l="l" t="t" r="r" b="b"/>
            <a:pathLst>
              <a:path w="160020" h="207645">
                <a:moveTo>
                  <a:pt x="65042" y="0"/>
                </a:moveTo>
                <a:lnTo>
                  <a:pt x="0" y="0"/>
                </a:lnTo>
                <a:lnTo>
                  <a:pt x="0" y="207486"/>
                </a:lnTo>
                <a:lnTo>
                  <a:pt x="61597" y="207486"/>
                </a:lnTo>
                <a:lnTo>
                  <a:pt x="103352" y="200372"/>
                </a:lnTo>
                <a:lnTo>
                  <a:pt x="134174" y="179828"/>
                </a:lnTo>
                <a:lnTo>
                  <a:pt x="153276" y="147050"/>
                </a:lnTo>
                <a:lnTo>
                  <a:pt x="159869" y="103236"/>
                </a:lnTo>
                <a:lnTo>
                  <a:pt x="153430" y="59922"/>
                </a:lnTo>
                <a:lnTo>
                  <a:pt x="134795" y="27455"/>
                </a:lnTo>
                <a:lnTo>
                  <a:pt x="104990" y="7069"/>
                </a:lnTo>
                <a:lnTo>
                  <a:pt x="65042" y="0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1801305" y="5487059"/>
            <a:ext cx="120014" cy="171450"/>
          </a:xfrm>
          <a:custGeom>
            <a:avLst/>
            <a:gdLst/>
            <a:ahLst/>
            <a:cxnLst/>
            <a:rect l="l" t="t" r="r" b="b"/>
            <a:pathLst>
              <a:path w="120015" h="171450">
                <a:moveTo>
                  <a:pt x="0" y="171013"/>
                </a:moveTo>
                <a:lnTo>
                  <a:pt x="0" y="0"/>
                </a:lnTo>
                <a:lnTo>
                  <a:pt x="43462" y="0"/>
                </a:lnTo>
                <a:lnTo>
                  <a:pt x="76379" y="5830"/>
                </a:lnTo>
                <a:lnTo>
                  <a:pt x="100197" y="22630"/>
                </a:lnTo>
                <a:lnTo>
                  <a:pt x="114668" y="49365"/>
                </a:lnTo>
                <a:lnTo>
                  <a:pt x="119547" y="85000"/>
                </a:lnTo>
                <a:lnTo>
                  <a:pt x="114588" y="121049"/>
                </a:lnTo>
                <a:lnTo>
                  <a:pt x="99627" y="148104"/>
                </a:lnTo>
                <a:lnTo>
                  <a:pt x="74769" y="165110"/>
                </a:lnTo>
                <a:lnTo>
                  <a:pt x="40119" y="171013"/>
                </a:lnTo>
                <a:lnTo>
                  <a:pt x="0" y="171013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1960870" y="5468823"/>
            <a:ext cx="254000" cy="207645"/>
          </a:xfrm>
          <a:custGeom>
            <a:avLst/>
            <a:gdLst/>
            <a:ahLst/>
            <a:cxnLst/>
            <a:rect l="l" t="t" r="r" b="b"/>
            <a:pathLst>
              <a:path w="254000" h="207645">
                <a:moveTo>
                  <a:pt x="196747" y="207486"/>
                </a:moveTo>
                <a:lnTo>
                  <a:pt x="174965" y="207486"/>
                </a:lnTo>
                <a:lnTo>
                  <a:pt x="127551" y="34040"/>
                </a:lnTo>
                <a:lnTo>
                  <a:pt x="126132" y="34040"/>
                </a:lnTo>
                <a:lnTo>
                  <a:pt x="78617" y="207486"/>
                </a:lnTo>
                <a:lnTo>
                  <a:pt x="56835" y="207486"/>
                </a:lnTo>
                <a:lnTo>
                  <a:pt x="0" y="0"/>
                </a:lnTo>
                <a:lnTo>
                  <a:pt x="20870" y="0"/>
                </a:lnTo>
                <a:lnTo>
                  <a:pt x="67169" y="176282"/>
                </a:lnTo>
                <a:lnTo>
                  <a:pt x="68891" y="176282"/>
                </a:lnTo>
                <a:lnTo>
                  <a:pt x="115089" y="0"/>
                </a:lnTo>
                <a:lnTo>
                  <a:pt x="138492" y="0"/>
                </a:lnTo>
                <a:lnTo>
                  <a:pt x="184893" y="176282"/>
                </a:lnTo>
                <a:lnTo>
                  <a:pt x="186413" y="176282"/>
                </a:lnTo>
                <a:lnTo>
                  <a:pt x="232712" y="0"/>
                </a:lnTo>
                <a:lnTo>
                  <a:pt x="253582" y="0"/>
                </a:lnTo>
                <a:lnTo>
                  <a:pt x="196747" y="207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1960870" y="5468823"/>
            <a:ext cx="254000" cy="207645"/>
          </a:xfrm>
          <a:custGeom>
            <a:avLst/>
            <a:gdLst/>
            <a:ahLst/>
            <a:cxnLst/>
            <a:rect l="l" t="t" r="r" b="b"/>
            <a:pathLst>
              <a:path w="254000" h="207645">
                <a:moveTo>
                  <a:pt x="78617" y="207486"/>
                </a:moveTo>
                <a:lnTo>
                  <a:pt x="126132" y="34040"/>
                </a:lnTo>
                <a:lnTo>
                  <a:pt x="127551" y="34040"/>
                </a:lnTo>
                <a:lnTo>
                  <a:pt x="174965" y="207486"/>
                </a:lnTo>
                <a:lnTo>
                  <a:pt x="196747" y="207486"/>
                </a:lnTo>
                <a:lnTo>
                  <a:pt x="253582" y="0"/>
                </a:lnTo>
                <a:lnTo>
                  <a:pt x="232712" y="0"/>
                </a:lnTo>
                <a:lnTo>
                  <a:pt x="186413" y="176282"/>
                </a:lnTo>
                <a:lnTo>
                  <a:pt x="184893" y="176282"/>
                </a:lnTo>
                <a:lnTo>
                  <a:pt x="138492" y="0"/>
                </a:lnTo>
                <a:lnTo>
                  <a:pt x="115089" y="0"/>
                </a:lnTo>
                <a:lnTo>
                  <a:pt x="68891" y="176282"/>
                </a:lnTo>
                <a:lnTo>
                  <a:pt x="67169" y="176282"/>
                </a:lnTo>
                <a:lnTo>
                  <a:pt x="20870" y="0"/>
                </a:lnTo>
                <a:lnTo>
                  <a:pt x="0" y="0"/>
                </a:lnTo>
                <a:lnTo>
                  <a:pt x="56835" y="207486"/>
                </a:lnTo>
                <a:lnTo>
                  <a:pt x="78617" y="207486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2231578" y="5463052"/>
            <a:ext cx="178502" cy="2190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1180731" y="5976653"/>
            <a:ext cx="182327" cy="2171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1407684" y="5976653"/>
            <a:ext cx="166843" cy="2173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1613933" y="5976653"/>
            <a:ext cx="177456" cy="21712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1893609" y="5976653"/>
            <a:ext cx="185807" cy="2146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2110210" y="5976653"/>
            <a:ext cx="201986" cy="2138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2390581" y="5976653"/>
            <a:ext cx="413194" cy="21703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2824131" y="5976653"/>
            <a:ext cx="179196" cy="2164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3776613" y="5008297"/>
            <a:ext cx="354965" cy="370840"/>
          </a:xfrm>
          <a:custGeom>
            <a:avLst/>
            <a:gdLst/>
            <a:ahLst/>
            <a:cxnLst/>
            <a:rect l="l" t="t" r="r" b="b"/>
            <a:pathLst>
              <a:path w="354965" h="370839">
                <a:moveTo>
                  <a:pt x="145516" y="42748"/>
                </a:moveTo>
                <a:lnTo>
                  <a:pt x="102336" y="42748"/>
                </a:lnTo>
                <a:lnTo>
                  <a:pt x="102336" y="0"/>
                </a:lnTo>
                <a:lnTo>
                  <a:pt x="145516" y="0"/>
                </a:lnTo>
                <a:lnTo>
                  <a:pt x="145516" y="42748"/>
                </a:lnTo>
                <a:close/>
              </a:path>
              <a:path w="354965" h="370839">
                <a:moveTo>
                  <a:pt x="237921" y="76860"/>
                </a:moveTo>
                <a:lnTo>
                  <a:pt x="0" y="76860"/>
                </a:lnTo>
                <a:lnTo>
                  <a:pt x="0" y="42748"/>
                </a:lnTo>
                <a:lnTo>
                  <a:pt x="237921" y="42748"/>
                </a:lnTo>
                <a:lnTo>
                  <a:pt x="237921" y="76860"/>
                </a:lnTo>
                <a:close/>
              </a:path>
              <a:path w="354965" h="370839">
                <a:moveTo>
                  <a:pt x="346303" y="282396"/>
                </a:moveTo>
                <a:lnTo>
                  <a:pt x="303986" y="282396"/>
                </a:lnTo>
                <a:lnTo>
                  <a:pt x="303986" y="212445"/>
                </a:lnTo>
                <a:lnTo>
                  <a:pt x="248284" y="212445"/>
                </a:lnTo>
                <a:lnTo>
                  <a:pt x="248284" y="176174"/>
                </a:lnTo>
                <a:lnTo>
                  <a:pt x="303986" y="176174"/>
                </a:lnTo>
                <a:lnTo>
                  <a:pt x="303986" y="126085"/>
                </a:lnTo>
                <a:lnTo>
                  <a:pt x="248284" y="126085"/>
                </a:lnTo>
                <a:lnTo>
                  <a:pt x="248284" y="89814"/>
                </a:lnTo>
                <a:lnTo>
                  <a:pt x="303986" y="89814"/>
                </a:lnTo>
                <a:lnTo>
                  <a:pt x="303986" y="6476"/>
                </a:lnTo>
                <a:lnTo>
                  <a:pt x="346303" y="6476"/>
                </a:lnTo>
                <a:lnTo>
                  <a:pt x="346303" y="282396"/>
                </a:lnTo>
                <a:close/>
              </a:path>
              <a:path w="354965" h="370839">
                <a:moveTo>
                  <a:pt x="123926" y="248284"/>
                </a:moveTo>
                <a:lnTo>
                  <a:pt x="81691" y="243413"/>
                </a:lnTo>
                <a:lnTo>
                  <a:pt x="47713" y="229069"/>
                </a:lnTo>
                <a:lnTo>
                  <a:pt x="25071" y="205658"/>
                </a:lnTo>
                <a:lnTo>
                  <a:pt x="16840" y="173583"/>
                </a:lnTo>
                <a:lnTo>
                  <a:pt x="25071" y="141691"/>
                </a:lnTo>
                <a:lnTo>
                  <a:pt x="47713" y="118259"/>
                </a:lnTo>
                <a:lnTo>
                  <a:pt x="81691" y="103814"/>
                </a:lnTo>
                <a:lnTo>
                  <a:pt x="123926" y="98882"/>
                </a:lnTo>
                <a:lnTo>
                  <a:pt x="166094" y="103814"/>
                </a:lnTo>
                <a:lnTo>
                  <a:pt x="199923" y="118259"/>
                </a:lnTo>
                <a:lnTo>
                  <a:pt x="212825" y="131698"/>
                </a:lnTo>
                <a:lnTo>
                  <a:pt x="123926" y="131698"/>
                </a:lnTo>
                <a:lnTo>
                  <a:pt x="96115" y="134903"/>
                </a:lnTo>
                <a:lnTo>
                  <a:pt x="75349" y="143735"/>
                </a:lnTo>
                <a:lnTo>
                  <a:pt x="62354" y="157019"/>
                </a:lnTo>
                <a:lnTo>
                  <a:pt x="57861" y="173583"/>
                </a:lnTo>
                <a:lnTo>
                  <a:pt x="62354" y="190396"/>
                </a:lnTo>
                <a:lnTo>
                  <a:pt x="75349" y="203809"/>
                </a:lnTo>
                <a:lnTo>
                  <a:pt x="96115" y="212688"/>
                </a:lnTo>
                <a:lnTo>
                  <a:pt x="123926" y="215899"/>
                </a:lnTo>
                <a:lnTo>
                  <a:pt x="212576" y="215899"/>
                </a:lnTo>
                <a:lnTo>
                  <a:pt x="199923" y="229069"/>
                </a:lnTo>
                <a:lnTo>
                  <a:pt x="166094" y="243413"/>
                </a:lnTo>
                <a:lnTo>
                  <a:pt x="123926" y="248284"/>
                </a:lnTo>
                <a:close/>
              </a:path>
              <a:path w="354965" h="370839">
                <a:moveTo>
                  <a:pt x="212576" y="215899"/>
                </a:moveTo>
                <a:lnTo>
                  <a:pt x="123926" y="215899"/>
                </a:lnTo>
                <a:lnTo>
                  <a:pt x="151487" y="212688"/>
                </a:lnTo>
                <a:lnTo>
                  <a:pt x="172126" y="203809"/>
                </a:lnTo>
                <a:lnTo>
                  <a:pt x="185073" y="190396"/>
                </a:lnTo>
                <a:lnTo>
                  <a:pt x="189560" y="173583"/>
                </a:lnTo>
                <a:lnTo>
                  <a:pt x="185073" y="157019"/>
                </a:lnTo>
                <a:lnTo>
                  <a:pt x="172126" y="143735"/>
                </a:lnTo>
                <a:lnTo>
                  <a:pt x="151487" y="134903"/>
                </a:lnTo>
                <a:lnTo>
                  <a:pt x="123926" y="131698"/>
                </a:lnTo>
                <a:lnTo>
                  <a:pt x="212825" y="131698"/>
                </a:lnTo>
                <a:lnTo>
                  <a:pt x="222417" y="141691"/>
                </a:lnTo>
                <a:lnTo>
                  <a:pt x="230581" y="173583"/>
                </a:lnTo>
                <a:lnTo>
                  <a:pt x="222417" y="205658"/>
                </a:lnTo>
                <a:lnTo>
                  <a:pt x="212576" y="215899"/>
                </a:lnTo>
                <a:close/>
              </a:path>
              <a:path w="354965" h="370839">
                <a:moveTo>
                  <a:pt x="354939" y="370484"/>
                </a:moveTo>
                <a:lnTo>
                  <a:pt x="32384" y="370484"/>
                </a:lnTo>
                <a:lnTo>
                  <a:pt x="32384" y="265556"/>
                </a:lnTo>
                <a:lnTo>
                  <a:pt x="75564" y="265556"/>
                </a:lnTo>
                <a:lnTo>
                  <a:pt x="75564" y="332485"/>
                </a:lnTo>
                <a:lnTo>
                  <a:pt x="354939" y="332485"/>
                </a:lnTo>
                <a:lnTo>
                  <a:pt x="354939" y="370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4179481" y="5014773"/>
            <a:ext cx="347980" cy="364490"/>
          </a:xfrm>
          <a:custGeom>
            <a:avLst/>
            <a:gdLst/>
            <a:ahLst/>
            <a:cxnLst/>
            <a:rect l="l" t="t" r="r" b="b"/>
            <a:pathLst>
              <a:path w="347980" h="364489">
                <a:moveTo>
                  <a:pt x="338530" y="180492"/>
                </a:moveTo>
                <a:lnTo>
                  <a:pt x="295782" y="180492"/>
                </a:lnTo>
                <a:lnTo>
                  <a:pt x="295782" y="0"/>
                </a:lnTo>
                <a:lnTo>
                  <a:pt x="338530" y="0"/>
                </a:lnTo>
                <a:lnTo>
                  <a:pt x="338530" y="180492"/>
                </a:lnTo>
                <a:close/>
              </a:path>
              <a:path w="347980" h="364489">
                <a:moveTo>
                  <a:pt x="0" y="177037"/>
                </a:moveTo>
                <a:lnTo>
                  <a:pt x="0" y="139039"/>
                </a:lnTo>
                <a:lnTo>
                  <a:pt x="47261" y="121983"/>
                </a:lnTo>
                <a:lnTo>
                  <a:pt x="83067" y="91649"/>
                </a:lnTo>
                <a:lnTo>
                  <a:pt x="105838" y="51114"/>
                </a:lnTo>
                <a:lnTo>
                  <a:pt x="113995" y="3454"/>
                </a:lnTo>
                <a:lnTo>
                  <a:pt x="156743" y="6045"/>
                </a:lnTo>
                <a:lnTo>
                  <a:pt x="155859" y="23991"/>
                </a:lnTo>
                <a:lnTo>
                  <a:pt x="153234" y="41452"/>
                </a:lnTo>
                <a:lnTo>
                  <a:pt x="148910" y="58265"/>
                </a:lnTo>
                <a:lnTo>
                  <a:pt x="142925" y="74269"/>
                </a:lnTo>
                <a:lnTo>
                  <a:pt x="201041" y="106222"/>
                </a:lnTo>
                <a:lnTo>
                  <a:pt x="124358" y="106222"/>
                </a:lnTo>
                <a:lnTo>
                  <a:pt x="100798" y="132164"/>
                </a:lnTo>
                <a:lnTo>
                  <a:pt x="71894" y="153126"/>
                </a:lnTo>
                <a:lnTo>
                  <a:pt x="38133" y="168341"/>
                </a:lnTo>
                <a:lnTo>
                  <a:pt x="0" y="177037"/>
                </a:lnTo>
                <a:close/>
              </a:path>
              <a:path w="347980" h="364489">
                <a:moveTo>
                  <a:pt x="239217" y="170992"/>
                </a:moveTo>
                <a:lnTo>
                  <a:pt x="124358" y="106222"/>
                </a:lnTo>
                <a:lnTo>
                  <a:pt x="201041" y="106222"/>
                </a:lnTo>
                <a:lnTo>
                  <a:pt x="259943" y="138607"/>
                </a:lnTo>
                <a:lnTo>
                  <a:pt x="239217" y="170992"/>
                </a:lnTo>
                <a:close/>
              </a:path>
              <a:path w="347980" h="364489">
                <a:moveTo>
                  <a:pt x="347598" y="364007"/>
                </a:moveTo>
                <a:lnTo>
                  <a:pt x="26339" y="364007"/>
                </a:lnTo>
                <a:lnTo>
                  <a:pt x="26339" y="266420"/>
                </a:lnTo>
                <a:lnTo>
                  <a:pt x="296214" y="266420"/>
                </a:lnTo>
                <a:lnTo>
                  <a:pt x="296214" y="234467"/>
                </a:lnTo>
                <a:lnTo>
                  <a:pt x="25476" y="234467"/>
                </a:lnTo>
                <a:lnTo>
                  <a:pt x="25476" y="200786"/>
                </a:lnTo>
                <a:lnTo>
                  <a:pt x="338530" y="200786"/>
                </a:lnTo>
                <a:lnTo>
                  <a:pt x="338530" y="298373"/>
                </a:lnTo>
                <a:lnTo>
                  <a:pt x="68656" y="298373"/>
                </a:lnTo>
                <a:lnTo>
                  <a:pt x="68656" y="330326"/>
                </a:lnTo>
                <a:lnTo>
                  <a:pt x="347598" y="330326"/>
                </a:lnTo>
                <a:lnTo>
                  <a:pt x="347598" y="3640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3918119" y="5436299"/>
            <a:ext cx="62230" cy="253365"/>
          </a:xfrm>
          <a:custGeom>
            <a:avLst/>
            <a:gdLst/>
            <a:ahLst/>
            <a:cxnLst/>
            <a:rect l="l" t="t" r="r" b="b"/>
            <a:pathLst>
              <a:path w="62230" h="253364">
                <a:moveTo>
                  <a:pt x="18134" y="101311"/>
                </a:moveTo>
                <a:lnTo>
                  <a:pt x="18134" y="0"/>
                </a:lnTo>
                <a:lnTo>
                  <a:pt x="0" y="0"/>
                </a:lnTo>
                <a:lnTo>
                  <a:pt x="0" y="252873"/>
                </a:lnTo>
                <a:lnTo>
                  <a:pt x="18134" y="252873"/>
                </a:lnTo>
                <a:lnTo>
                  <a:pt x="18134" y="117217"/>
                </a:lnTo>
                <a:lnTo>
                  <a:pt x="61901" y="117217"/>
                </a:lnTo>
                <a:lnTo>
                  <a:pt x="61901" y="101311"/>
                </a:lnTo>
                <a:lnTo>
                  <a:pt x="18134" y="101311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13752982" y="5458284"/>
            <a:ext cx="116839" cy="169545"/>
          </a:xfrm>
          <a:custGeom>
            <a:avLst/>
            <a:gdLst/>
            <a:ahLst/>
            <a:cxnLst/>
            <a:rect l="l" t="t" r="r" b="b"/>
            <a:pathLst>
              <a:path w="116840" h="169545">
                <a:moveTo>
                  <a:pt x="17830" y="68486"/>
                </a:moveTo>
                <a:lnTo>
                  <a:pt x="17830" y="0"/>
                </a:lnTo>
                <a:lnTo>
                  <a:pt x="0" y="0"/>
                </a:lnTo>
                <a:lnTo>
                  <a:pt x="0" y="169393"/>
                </a:lnTo>
                <a:lnTo>
                  <a:pt x="116609" y="169393"/>
                </a:lnTo>
                <a:lnTo>
                  <a:pt x="116609" y="0"/>
                </a:lnTo>
                <a:lnTo>
                  <a:pt x="98778" y="0"/>
                </a:lnTo>
                <a:lnTo>
                  <a:pt x="98778" y="68486"/>
                </a:lnTo>
                <a:lnTo>
                  <a:pt x="17830" y="68486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13770812" y="5541562"/>
            <a:ext cx="81280" cy="71120"/>
          </a:xfrm>
          <a:custGeom>
            <a:avLst/>
            <a:gdLst/>
            <a:ahLst/>
            <a:cxnLst/>
            <a:rect l="l" t="t" r="r" b="b"/>
            <a:pathLst>
              <a:path w="81280" h="71120">
                <a:moveTo>
                  <a:pt x="0" y="70614"/>
                </a:moveTo>
                <a:lnTo>
                  <a:pt x="0" y="0"/>
                </a:lnTo>
                <a:lnTo>
                  <a:pt x="80948" y="0"/>
                </a:lnTo>
                <a:lnTo>
                  <a:pt x="80948" y="70614"/>
                </a:lnTo>
                <a:lnTo>
                  <a:pt x="0" y="70614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4184772" y="5436299"/>
            <a:ext cx="18415" cy="253365"/>
          </a:xfrm>
          <a:custGeom>
            <a:avLst/>
            <a:gdLst/>
            <a:ahLst/>
            <a:cxnLst/>
            <a:rect l="l" t="t" r="r" b="b"/>
            <a:pathLst>
              <a:path w="18415" h="253364">
                <a:moveTo>
                  <a:pt x="0" y="0"/>
                </a:moveTo>
                <a:lnTo>
                  <a:pt x="0" y="253177"/>
                </a:lnTo>
                <a:lnTo>
                  <a:pt x="18033" y="253177"/>
                </a:lnTo>
                <a:lnTo>
                  <a:pt x="18033" y="0"/>
                </a:lnTo>
                <a:lnTo>
                  <a:pt x="0" y="0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4002618" y="5453526"/>
            <a:ext cx="133520" cy="18063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4246170" y="5451095"/>
            <a:ext cx="237365" cy="20747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4512718" y="5466794"/>
            <a:ext cx="95885" cy="153035"/>
          </a:xfrm>
          <a:custGeom>
            <a:avLst/>
            <a:gdLst/>
            <a:ahLst/>
            <a:cxnLst/>
            <a:rect l="l" t="t" r="r" b="b"/>
            <a:pathLst>
              <a:path w="95884" h="153035">
                <a:moveTo>
                  <a:pt x="95739" y="152575"/>
                </a:moveTo>
                <a:lnTo>
                  <a:pt x="95739" y="0"/>
                </a:lnTo>
                <a:lnTo>
                  <a:pt x="0" y="0"/>
                </a:lnTo>
                <a:lnTo>
                  <a:pt x="0" y="152575"/>
                </a:lnTo>
                <a:lnTo>
                  <a:pt x="95739" y="152575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4529941" y="5481585"/>
            <a:ext cx="61594" cy="123189"/>
          </a:xfrm>
          <a:custGeom>
            <a:avLst/>
            <a:gdLst/>
            <a:ahLst/>
            <a:cxnLst/>
            <a:rect l="l" t="t" r="r" b="b"/>
            <a:pathLst>
              <a:path w="61594" h="123189">
                <a:moveTo>
                  <a:pt x="61394" y="0"/>
                </a:moveTo>
                <a:lnTo>
                  <a:pt x="61394" y="123194"/>
                </a:lnTo>
                <a:lnTo>
                  <a:pt x="0" y="123194"/>
                </a:lnTo>
                <a:lnTo>
                  <a:pt x="0" y="0"/>
                </a:lnTo>
                <a:lnTo>
                  <a:pt x="61394" y="0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3918120" y="5436870"/>
            <a:ext cx="18415" cy="100330"/>
          </a:xfrm>
          <a:custGeom>
            <a:avLst/>
            <a:gdLst/>
            <a:ahLst/>
            <a:cxnLst/>
            <a:rect l="l" t="t" r="r" b="b"/>
            <a:pathLst>
              <a:path w="18415" h="100329">
                <a:moveTo>
                  <a:pt x="0" y="0"/>
                </a:moveTo>
                <a:lnTo>
                  <a:pt x="18134" y="0"/>
                </a:lnTo>
                <a:lnTo>
                  <a:pt x="18134" y="100330"/>
                </a:lnTo>
                <a:lnTo>
                  <a:pt x="0" y="1003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3918120" y="5537200"/>
            <a:ext cx="62230" cy="16510"/>
          </a:xfrm>
          <a:custGeom>
            <a:avLst/>
            <a:gdLst/>
            <a:ahLst/>
            <a:cxnLst/>
            <a:rect l="l" t="t" r="r" b="b"/>
            <a:pathLst>
              <a:path w="62230" h="16510">
                <a:moveTo>
                  <a:pt x="0" y="0"/>
                </a:moveTo>
                <a:lnTo>
                  <a:pt x="61901" y="0"/>
                </a:lnTo>
                <a:lnTo>
                  <a:pt x="61901" y="16509"/>
                </a:lnTo>
                <a:lnTo>
                  <a:pt x="0" y="165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3918120" y="5553709"/>
            <a:ext cx="18415" cy="135890"/>
          </a:xfrm>
          <a:custGeom>
            <a:avLst/>
            <a:gdLst/>
            <a:ahLst/>
            <a:cxnLst/>
            <a:rect l="l" t="t" r="r" b="b"/>
            <a:pathLst>
              <a:path w="18415" h="135889">
                <a:moveTo>
                  <a:pt x="0" y="0"/>
                </a:moveTo>
                <a:lnTo>
                  <a:pt x="18134" y="0"/>
                </a:lnTo>
                <a:lnTo>
                  <a:pt x="18134" y="135890"/>
                </a:lnTo>
                <a:lnTo>
                  <a:pt x="0" y="1358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3752982" y="5458459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5" h="153670">
                <a:moveTo>
                  <a:pt x="0" y="0"/>
                </a:moveTo>
                <a:lnTo>
                  <a:pt x="17830" y="0"/>
                </a:lnTo>
                <a:lnTo>
                  <a:pt x="17830" y="153670"/>
                </a:lnTo>
                <a:lnTo>
                  <a:pt x="0" y="1536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752982" y="5527040"/>
            <a:ext cx="116839" cy="13970"/>
          </a:xfrm>
          <a:custGeom>
            <a:avLst/>
            <a:gdLst/>
            <a:ahLst/>
            <a:cxnLst/>
            <a:rect l="l" t="t" r="r" b="b"/>
            <a:pathLst>
              <a:path w="116840" h="13970">
                <a:moveTo>
                  <a:pt x="0" y="0"/>
                </a:moveTo>
                <a:lnTo>
                  <a:pt x="116609" y="0"/>
                </a:lnTo>
                <a:lnTo>
                  <a:pt x="116609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4641286" y="5014773"/>
            <a:ext cx="1763829" cy="67733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3752982" y="5612129"/>
            <a:ext cx="116839" cy="15240"/>
          </a:xfrm>
          <a:custGeom>
            <a:avLst/>
            <a:gdLst/>
            <a:ahLst/>
            <a:cxnLst/>
            <a:rect l="l" t="t" r="r" b="b"/>
            <a:pathLst>
              <a:path w="116840" h="15239">
                <a:moveTo>
                  <a:pt x="0" y="0"/>
                </a:moveTo>
                <a:lnTo>
                  <a:pt x="116609" y="0"/>
                </a:lnTo>
                <a:lnTo>
                  <a:pt x="116609" y="15239"/>
                </a:lnTo>
                <a:lnTo>
                  <a:pt x="0" y="152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3851760" y="5458284"/>
            <a:ext cx="18415" cy="154305"/>
          </a:xfrm>
          <a:custGeom>
            <a:avLst/>
            <a:gdLst/>
            <a:ahLst/>
            <a:cxnLst/>
            <a:rect l="l" t="t" r="r" b="b"/>
            <a:pathLst>
              <a:path w="18415" h="154304">
                <a:moveTo>
                  <a:pt x="0" y="0"/>
                </a:moveTo>
                <a:lnTo>
                  <a:pt x="17830" y="0"/>
                </a:lnTo>
                <a:lnTo>
                  <a:pt x="17830" y="153892"/>
                </a:lnTo>
                <a:lnTo>
                  <a:pt x="0" y="1538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3918119" y="5436299"/>
            <a:ext cx="62230" cy="253365"/>
          </a:xfrm>
          <a:custGeom>
            <a:avLst/>
            <a:gdLst/>
            <a:ahLst/>
            <a:cxnLst/>
            <a:rect l="l" t="t" r="r" b="b"/>
            <a:pathLst>
              <a:path w="62230" h="253364">
                <a:moveTo>
                  <a:pt x="18134" y="101311"/>
                </a:moveTo>
                <a:lnTo>
                  <a:pt x="18134" y="0"/>
                </a:lnTo>
                <a:lnTo>
                  <a:pt x="0" y="0"/>
                </a:lnTo>
                <a:lnTo>
                  <a:pt x="0" y="252873"/>
                </a:lnTo>
                <a:lnTo>
                  <a:pt x="18134" y="252873"/>
                </a:lnTo>
                <a:lnTo>
                  <a:pt x="18134" y="117217"/>
                </a:lnTo>
                <a:lnTo>
                  <a:pt x="61901" y="117217"/>
                </a:lnTo>
                <a:lnTo>
                  <a:pt x="61901" y="101311"/>
                </a:lnTo>
                <a:lnTo>
                  <a:pt x="18134" y="101311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3752982" y="5458284"/>
            <a:ext cx="116839" cy="169545"/>
          </a:xfrm>
          <a:custGeom>
            <a:avLst/>
            <a:gdLst/>
            <a:ahLst/>
            <a:cxnLst/>
            <a:rect l="l" t="t" r="r" b="b"/>
            <a:pathLst>
              <a:path w="116840" h="169545">
                <a:moveTo>
                  <a:pt x="17830" y="68486"/>
                </a:moveTo>
                <a:lnTo>
                  <a:pt x="17830" y="0"/>
                </a:lnTo>
                <a:lnTo>
                  <a:pt x="0" y="0"/>
                </a:lnTo>
                <a:lnTo>
                  <a:pt x="0" y="169393"/>
                </a:lnTo>
                <a:lnTo>
                  <a:pt x="116609" y="169393"/>
                </a:lnTo>
                <a:lnTo>
                  <a:pt x="116609" y="0"/>
                </a:lnTo>
                <a:lnTo>
                  <a:pt x="98778" y="0"/>
                </a:lnTo>
                <a:lnTo>
                  <a:pt x="98778" y="68486"/>
                </a:lnTo>
                <a:lnTo>
                  <a:pt x="17830" y="68486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3770812" y="5541562"/>
            <a:ext cx="81280" cy="71120"/>
          </a:xfrm>
          <a:custGeom>
            <a:avLst/>
            <a:gdLst/>
            <a:ahLst/>
            <a:cxnLst/>
            <a:rect l="l" t="t" r="r" b="b"/>
            <a:pathLst>
              <a:path w="81280" h="71120">
                <a:moveTo>
                  <a:pt x="0" y="70614"/>
                </a:moveTo>
                <a:lnTo>
                  <a:pt x="0" y="0"/>
                </a:lnTo>
                <a:lnTo>
                  <a:pt x="80948" y="0"/>
                </a:lnTo>
                <a:lnTo>
                  <a:pt x="80948" y="70614"/>
                </a:lnTo>
                <a:lnTo>
                  <a:pt x="0" y="70614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4005552" y="5436299"/>
            <a:ext cx="197253" cy="25317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4184772" y="5436299"/>
            <a:ext cx="18415" cy="253365"/>
          </a:xfrm>
          <a:custGeom>
            <a:avLst/>
            <a:gdLst/>
            <a:ahLst/>
            <a:cxnLst/>
            <a:rect l="l" t="t" r="r" b="b"/>
            <a:pathLst>
              <a:path w="18415" h="253364">
                <a:moveTo>
                  <a:pt x="0" y="0"/>
                </a:moveTo>
                <a:lnTo>
                  <a:pt x="0" y="253177"/>
                </a:lnTo>
                <a:lnTo>
                  <a:pt x="18033" y="253177"/>
                </a:lnTo>
                <a:lnTo>
                  <a:pt x="18033" y="0"/>
                </a:lnTo>
                <a:lnTo>
                  <a:pt x="0" y="0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4002618" y="5453526"/>
            <a:ext cx="133520" cy="18063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4246170" y="5451095"/>
            <a:ext cx="237365" cy="20747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14512718" y="5467350"/>
            <a:ext cx="95885" cy="13970"/>
          </a:xfrm>
          <a:custGeom>
            <a:avLst/>
            <a:gdLst/>
            <a:ahLst/>
            <a:cxnLst/>
            <a:rect l="l" t="t" r="r" b="b"/>
            <a:pathLst>
              <a:path w="95884" h="13970">
                <a:moveTo>
                  <a:pt x="0" y="0"/>
                </a:moveTo>
                <a:lnTo>
                  <a:pt x="95739" y="0"/>
                </a:lnTo>
                <a:lnTo>
                  <a:pt x="95739" y="13970"/>
                </a:lnTo>
                <a:lnTo>
                  <a:pt x="0" y="13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4512718" y="5481320"/>
            <a:ext cx="17780" cy="123189"/>
          </a:xfrm>
          <a:custGeom>
            <a:avLst/>
            <a:gdLst/>
            <a:ahLst/>
            <a:cxnLst/>
            <a:rect l="l" t="t" r="r" b="b"/>
            <a:pathLst>
              <a:path w="17780" h="123189">
                <a:moveTo>
                  <a:pt x="0" y="0"/>
                </a:moveTo>
                <a:lnTo>
                  <a:pt x="17222" y="0"/>
                </a:lnTo>
                <a:lnTo>
                  <a:pt x="17222" y="123189"/>
                </a:lnTo>
                <a:lnTo>
                  <a:pt x="0" y="1231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4512718" y="5604509"/>
            <a:ext cx="95885" cy="15240"/>
          </a:xfrm>
          <a:custGeom>
            <a:avLst/>
            <a:gdLst/>
            <a:ahLst/>
            <a:cxnLst/>
            <a:rect l="l" t="t" r="r" b="b"/>
            <a:pathLst>
              <a:path w="95884" h="15239">
                <a:moveTo>
                  <a:pt x="0" y="0"/>
                </a:moveTo>
                <a:lnTo>
                  <a:pt x="95739" y="0"/>
                </a:lnTo>
                <a:lnTo>
                  <a:pt x="95739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4591335" y="5481586"/>
            <a:ext cx="17145" cy="123189"/>
          </a:xfrm>
          <a:custGeom>
            <a:avLst/>
            <a:gdLst/>
            <a:ahLst/>
            <a:cxnLst/>
            <a:rect l="l" t="t" r="r" b="b"/>
            <a:pathLst>
              <a:path w="17144" h="123189">
                <a:moveTo>
                  <a:pt x="17121" y="123194"/>
                </a:moveTo>
                <a:lnTo>
                  <a:pt x="0" y="123194"/>
                </a:lnTo>
                <a:lnTo>
                  <a:pt x="0" y="0"/>
                </a:lnTo>
                <a:lnTo>
                  <a:pt x="17121" y="0"/>
                </a:lnTo>
                <a:lnTo>
                  <a:pt x="17121" y="123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4512718" y="5466794"/>
            <a:ext cx="95885" cy="153035"/>
          </a:xfrm>
          <a:custGeom>
            <a:avLst/>
            <a:gdLst/>
            <a:ahLst/>
            <a:cxnLst/>
            <a:rect l="l" t="t" r="r" b="b"/>
            <a:pathLst>
              <a:path w="95884" h="153035">
                <a:moveTo>
                  <a:pt x="95739" y="152575"/>
                </a:moveTo>
                <a:lnTo>
                  <a:pt x="95739" y="0"/>
                </a:lnTo>
                <a:lnTo>
                  <a:pt x="0" y="0"/>
                </a:lnTo>
                <a:lnTo>
                  <a:pt x="0" y="152575"/>
                </a:lnTo>
                <a:lnTo>
                  <a:pt x="95739" y="152575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4529941" y="5481585"/>
            <a:ext cx="61594" cy="123189"/>
          </a:xfrm>
          <a:custGeom>
            <a:avLst/>
            <a:gdLst/>
            <a:ahLst/>
            <a:cxnLst/>
            <a:rect l="l" t="t" r="r" b="b"/>
            <a:pathLst>
              <a:path w="61594" h="123189">
                <a:moveTo>
                  <a:pt x="61394" y="0"/>
                </a:moveTo>
                <a:lnTo>
                  <a:pt x="61394" y="123194"/>
                </a:lnTo>
                <a:lnTo>
                  <a:pt x="0" y="123194"/>
                </a:lnTo>
                <a:lnTo>
                  <a:pt x="0" y="0"/>
                </a:lnTo>
                <a:lnTo>
                  <a:pt x="61394" y="0"/>
                </a:lnTo>
                <a:close/>
              </a:path>
            </a:pathLst>
          </a:custGeom>
          <a:ln w="5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4380407" y="6029586"/>
            <a:ext cx="118565" cy="13822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4180246" y="6029673"/>
            <a:ext cx="170932" cy="13535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4528200" y="5986874"/>
            <a:ext cx="17145" cy="178435"/>
          </a:xfrm>
          <a:custGeom>
            <a:avLst/>
            <a:gdLst/>
            <a:ahLst/>
            <a:cxnLst/>
            <a:rect l="l" t="t" r="r" b="b"/>
            <a:pathLst>
              <a:path w="17144" h="178435">
                <a:moveTo>
                  <a:pt x="16788" y="178152"/>
                </a:moveTo>
                <a:lnTo>
                  <a:pt x="0" y="178152"/>
                </a:lnTo>
                <a:lnTo>
                  <a:pt x="0" y="0"/>
                </a:lnTo>
                <a:lnTo>
                  <a:pt x="16788" y="0"/>
                </a:lnTo>
                <a:lnTo>
                  <a:pt x="16788" y="178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4574217" y="6029586"/>
            <a:ext cx="115868" cy="13822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4712528" y="6029586"/>
            <a:ext cx="110910" cy="1382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4851708" y="6031412"/>
            <a:ext cx="101602" cy="13535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4989325" y="5986874"/>
            <a:ext cx="17145" cy="178435"/>
          </a:xfrm>
          <a:custGeom>
            <a:avLst/>
            <a:gdLst/>
            <a:ahLst/>
            <a:cxnLst/>
            <a:rect l="l" t="t" r="r" b="b"/>
            <a:pathLst>
              <a:path w="17144" h="178435">
                <a:moveTo>
                  <a:pt x="16788" y="178152"/>
                </a:moveTo>
                <a:lnTo>
                  <a:pt x="0" y="178152"/>
                </a:lnTo>
                <a:lnTo>
                  <a:pt x="0" y="0"/>
                </a:lnTo>
                <a:lnTo>
                  <a:pt x="16788" y="0"/>
                </a:lnTo>
                <a:lnTo>
                  <a:pt x="16788" y="178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5035603" y="6029586"/>
            <a:ext cx="102907" cy="13848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15174783" y="6029412"/>
            <a:ext cx="62865" cy="135890"/>
          </a:xfrm>
          <a:custGeom>
            <a:avLst/>
            <a:gdLst/>
            <a:ahLst/>
            <a:cxnLst/>
            <a:rect l="l" t="t" r="r" b="b"/>
            <a:pathLst>
              <a:path w="62865" h="135889">
                <a:moveTo>
                  <a:pt x="16788" y="135614"/>
                </a:moveTo>
                <a:lnTo>
                  <a:pt x="0" y="135614"/>
                </a:lnTo>
                <a:lnTo>
                  <a:pt x="0" y="2000"/>
                </a:lnTo>
                <a:lnTo>
                  <a:pt x="16353" y="2000"/>
                </a:lnTo>
                <a:lnTo>
                  <a:pt x="16353" y="22616"/>
                </a:lnTo>
                <a:lnTo>
                  <a:pt x="17484" y="22616"/>
                </a:lnTo>
                <a:lnTo>
                  <a:pt x="23041" y="13358"/>
                </a:lnTo>
                <a:lnTo>
                  <a:pt x="31337" y="6219"/>
                </a:lnTo>
                <a:lnTo>
                  <a:pt x="41754" y="1625"/>
                </a:lnTo>
                <a:lnTo>
                  <a:pt x="53671" y="0"/>
                </a:lnTo>
                <a:lnTo>
                  <a:pt x="62283" y="260"/>
                </a:lnTo>
                <a:lnTo>
                  <a:pt x="62283" y="17223"/>
                </a:lnTo>
                <a:lnTo>
                  <a:pt x="56629" y="16179"/>
                </a:lnTo>
                <a:lnTo>
                  <a:pt x="52366" y="16179"/>
                </a:lnTo>
                <a:lnTo>
                  <a:pt x="38147" y="18712"/>
                </a:lnTo>
                <a:lnTo>
                  <a:pt x="26879" y="25737"/>
                </a:lnTo>
                <a:lnTo>
                  <a:pt x="19460" y="36400"/>
                </a:lnTo>
                <a:lnTo>
                  <a:pt x="16788" y="49844"/>
                </a:lnTo>
                <a:lnTo>
                  <a:pt x="16788" y="1356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15312590" y="6029586"/>
            <a:ext cx="99514" cy="1382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5437854" y="5985309"/>
            <a:ext cx="24765" cy="180340"/>
          </a:xfrm>
          <a:custGeom>
            <a:avLst/>
            <a:gdLst/>
            <a:ahLst/>
            <a:cxnLst/>
            <a:rect l="l" t="t" r="r" b="b"/>
            <a:pathLst>
              <a:path w="24765" h="180339">
                <a:moveTo>
                  <a:pt x="18876" y="23399"/>
                </a:moveTo>
                <a:lnTo>
                  <a:pt x="5567" y="23399"/>
                </a:lnTo>
                <a:lnTo>
                  <a:pt x="0" y="18180"/>
                </a:lnTo>
                <a:lnTo>
                  <a:pt x="0" y="5219"/>
                </a:lnTo>
                <a:lnTo>
                  <a:pt x="5567" y="0"/>
                </a:lnTo>
                <a:lnTo>
                  <a:pt x="18876" y="0"/>
                </a:lnTo>
                <a:lnTo>
                  <a:pt x="24530" y="5219"/>
                </a:lnTo>
                <a:lnTo>
                  <a:pt x="24530" y="18180"/>
                </a:lnTo>
                <a:lnTo>
                  <a:pt x="18876" y="23399"/>
                </a:lnTo>
                <a:close/>
              </a:path>
              <a:path w="24765" h="180339">
                <a:moveTo>
                  <a:pt x="20616" y="179717"/>
                </a:moveTo>
                <a:lnTo>
                  <a:pt x="3740" y="179717"/>
                </a:lnTo>
                <a:lnTo>
                  <a:pt x="3740" y="46103"/>
                </a:lnTo>
                <a:lnTo>
                  <a:pt x="20616" y="46103"/>
                </a:lnTo>
                <a:lnTo>
                  <a:pt x="20616" y="17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5487873" y="6029586"/>
            <a:ext cx="384401" cy="13822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4922885" y="5073157"/>
            <a:ext cx="346710" cy="364490"/>
          </a:xfrm>
          <a:custGeom>
            <a:avLst/>
            <a:gdLst/>
            <a:ahLst/>
            <a:cxnLst/>
            <a:rect l="l" t="t" r="r" b="b"/>
            <a:pathLst>
              <a:path w="346710" h="364489">
                <a:moveTo>
                  <a:pt x="337447" y="180605"/>
                </a:moveTo>
                <a:lnTo>
                  <a:pt x="294672" y="180605"/>
                </a:lnTo>
                <a:lnTo>
                  <a:pt x="294672" y="0"/>
                </a:lnTo>
                <a:lnTo>
                  <a:pt x="337447" y="0"/>
                </a:lnTo>
                <a:lnTo>
                  <a:pt x="337447" y="180605"/>
                </a:lnTo>
                <a:close/>
              </a:path>
              <a:path w="346710" h="364489">
                <a:moveTo>
                  <a:pt x="114498" y="175852"/>
                </a:moveTo>
                <a:lnTo>
                  <a:pt x="67808" y="169466"/>
                </a:lnTo>
                <a:lnTo>
                  <a:pt x="31649" y="151656"/>
                </a:lnTo>
                <a:lnTo>
                  <a:pt x="8290" y="124449"/>
                </a:lnTo>
                <a:lnTo>
                  <a:pt x="0" y="89870"/>
                </a:lnTo>
                <a:lnTo>
                  <a:pt x="8290" y="55291"/>
                </a:lnTo>
                <a:lnTo>
                  <a:pt x="31649" y="28084"/>
                </a:lnTo>
                <a:lnTo>
                  <a:pt x="67808" y="10275"/>
                </a:lnTo>
                <a:lnTo>
                  <a:pt x="114498" y="3888"/>
                </a:lnTo>
                <a:lnTo>
                  <a:pt x="161121" y="10275"/>
                </a:lnTo>
                <a:lnTo>
                  <a:pt x="197132" y="28084"/>
                </a:lnTo>
                <a:lnTo>
                  <a:pt x="205978" y="38454"/>
                </a:lnTo>
                <a:lnTo>
                  <a:pt x="114498" y="38454"/>
                </a:lnTo>
                <a:lnTo>
                  <a:pt x="85360" y="42113"/>
                </a:lnTo>
                <a:lnTo>
                  <a:pt x="62542" y="52496"/>
                </a:lnTo>
                <a:lnTo>
                  <a:pt x="47662" y="68712"/>
                </a:lnTo>
                <a:lnTo>
                  <a:pt x="42342" y="89870"/>
                </a:lnTo>
                <a:lnTo>
                  <a:pt x="47662" y="111028"/>
                </a:lnTo>
                <a:lnTo>
                  <a:pt x="62542" y="127244"/>
                </a:lnTo>
                <a:lnTo>
                  <a:pt x="85360" y="137627"/>
                </a:lnTo>
                <a:lnTo>
                  <a:pt x="114498" y="141287"/>
                </a:lnTo>
                <a:lnTo>
                  <a:pt x="205978" y="141287"/>
                </a:lnTo>
                <a:lnTo>
                  <a:pt x="197132" y="151656"/>
                </a:lnTo>
                <a:lnTo>
                  <a:pt x="161121" y="169466"/>
                </a:lnTo>
                <a:lnTo>
                  <a:pt x="114498" y="175852"/>
                </a:lnTo>
                <a:close/>
              </a:path>
              <a:path w="346710" h="364489">
                <a:moveTo>
                  <a:pt x="205978" y="141287"/>
                </a:moveTo>
                <a:lnTo>
                  <a:pt x="114498" y="141287"/>
                </a:lnTo>
                <a:lnTo>
                  <a:pt x="143568" y="137627"/>
                </a:lnTo>
                <a:lnTo>
                  <a:pt x="166239" y="127244"/>
                </a:lnTo>
                <a:lnTo>
                  <a:pt x="180970" y="111028"/>
                </a:lnTo>
                <a:lnTo>
                  <a:pt x="186222" y="89870"/>
                </a:lnTo>
                <a:lnTo>
                  <a:pt x="180970" y="68712"/>
                </a:lnTo>
                <a:lnTo>
                  <a:pt x="166239" y="52496"/>
                </a:lnTo>
                <a:lnTo>
                  <a:pt x="143568" y="42113"/>
                </a:lnTo>
                <a:lnTo>
                  <a:pt x="114498" y="38454"/>
                </a:lnTo>
                <a:lnTo>
                  <a:pt x="205978" y="38454"/>
                </a:lnTo>
                <a:lnTo>
                  <a:pt x="220342" y="55291"/>
                </a:lnTo>
                <a:lnTo>
                  <a:pt x="228565" y="89870"/>
                </a:lnTo>
                <a:lnTo>
                  <a:pt x="220342" y="124449"/>
                </a:lnTo>
                <a:lnTo>
                  <a:pt x="205978" y="141287"/>
                </a:lnTo>
                <a:close/>
              </a:path>
              <a:path w="346710" h="364489">
                <a:moveTo>
                  <a:pt x="346520" y="364235"/>
                </a:moveTo>
                <a:lnTo>
                  <a:pt x="29380" y="364235"/>
                </a:lnTo>
                <a:lnTo>
                  <a:pt x="29380" y="266587"/>
                </a:lnTo>
                <a:lnTo>
                  <a:pt x="295104" y="266587"/>
                </a:lnTo>
                <a:lnTo>
                  <a:pt x="295104" y="234614"/>
                </a:lnTo>
                <a:lnTo>
                  <a:pt x="28516" y="234614"/>
                </a:lnTo>
                <a:lnTo>
                  <a:pt x="28516" y="200912"/>
                </a:lnTo>
                <a:lnTo>
                  <a:pt x="337447" y="200912"/>
                </a:lnTo>
                <a:lnTo>
                  <a:pt x="337447" y="298560"/>
                </a:lnTo>
                <a:lnTo>
                  <a:pt x="71723" y="298560"/>
                </a:lnTo>
                <a:lnTo>
                  <a:pt x="71723" y="330534"/>
                </a:lnTo>
                <a:lnTo>
                  <a:pt x="346520" y="330534"/>
                </a:lnTo>
                <a:lnTo>
                  <a:pt x="346520" y="364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605557" y="5073650"/>
            <a:ext cx="43180" cy="88900"/>
          </a:xfrm>
          <a:custGeom>
            <a:avLst/>
            <a:gdLst/>
            <a:ahLst/>
            <a:cxnLst/>
            <a:rect l="l" t="t" r="r" b="b"/>
            <a:pathLst>
              <a:path w="43179" h="88900">
                <a:moveTo>
                  <a:pt x="0" y="0"/>
                </a:moveTo>
                <a:lnTo>
                  <a:pt x="42774" y="0"/>
                </a:lnTo>
                <a:lnTo>
                  <a:pt x="42774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605557" y="5162550"/>
            <a:ext cx="95250" cy="40640"/>
          </a:xfrm>
          <a:custGeom>
            <a:avLst/>
            <a:gdLst/>
            <a:ahLst/>
            <a:cxnLst/>
            <a:rect l="l" t="t" r="r" b="b"/>
            <a:pathLst>
              <a:path w="95250" h="40639">
                <a:moveTo>
                  <a:pt x="0" y="0"/>
                </a:moveTo>
                <a:lnTo>
                  <a:pt x="94623" y="0"/>
                </a:lnTo>
                <a:lnTo>
                  <a:pt x="94623" y="40639"/>
                </a:lnTo>
                <a:lnTo>
                  <a:pt x="0" y="406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605557" y="5203190"/>
            <a:ext cx="43180" cy="143510"/>
          </a:xfrm>
          <a:custGeom>
            <a:avLst/>
            <a:gdLst/>
            <a:ahLst/>
            <a:cxnLst/>
            <a:rect l="l" t="t" r="r" b="b"/>
            <a:pathLst>
              <a:path w="43179" h="143510">
                <a:moveTo>
                  <a:pt x="0" y="0"/>
                </a:moveTo>
                <a:lnTo>
                  <a:pt x="42774" y="0"/>
                </a:lnTo>
                <a:lnTo>
                  <a:pt x="42774" y="143510"/>
                </a:lnTo>
                <a:lnTo>
                  <a:pt x="0" y="1435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327303" y="5080000"/>
            <a:ext cx="41910" cy="63500"/>
          </a:xfrm>
          <a:custGeom>
            <a:avLst/>
            <a:gdLst/>
            <a:ahLst/>
            <a:cxnLst/>
            <a:rect l="l" t="t" r="r" b="b"/>
            <a:pathLst>
              <a:path w="41910" h="63500">
                <a:moveTo>
                  <a:pt x="0" y="0"/>
                </a:moveTo>
                <a:lnTo>
                  <a:pt x="41910" y="0"/>
                </a:lnTo>
                <a:lnTo>
                  <a:pt x="4191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327303" y="5143500"/>
            <a:ext cx="215900" cy="36830"/>
          </a:xfrm>
          <a:custGeom>
            <a:avLst/>
            <a:gdLst/>
            <a:ahLst/>
            <a:cxnLst/>
            <a:rect l="l" t="t" r="r" b="b"/>
            <a:pathLst>
              <a:path w="215900" h="36829">
                <a:moveTo>
                  <a:pt x="0" y="0"/>
                </a:moveTo>
                <a:lnTo>
                  <a:pt x="215603" y="0"/>
                </a:lnTo>
                <a:lnTo>
                  <a:pt x="215603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327303" y="5180329"/>
            <a:ext cx="41910" cy="69850"/>
          </a:xfrm>
          <a:custGeom>
            <a:avLst/>
            <a:gdLst/>
            <a:ahLst/>
            <a:cxnLst/>
            <a:rect l="l" t="t" r="r" b="b"/>
            <a:pathLst>
              <a:path w="41910" h="69850">
                <a:moveTo>
                  <a:pt x="0" y="0"/>
                </a:moveTo>
                <a:lnTo>
                  <a:pt x="41910" y="0"/>
                </a:lnTo>
                <a:lnTo>
                  <a:pt x="41910" y="69850"/>
                </a:lnTo>
                <a:lnTo>
                  <a:pt x="0" y="69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327303" y="5250179"/>
            <a:ext cx="215900" cy="36830"/>
          </a:xfrm>
          <a:custGeom>
            <a:avLst/>
            <a:gdLst/>
            <a:ahLst/>
            <a:cxnLst/>
            <a:rect l="l" t="t" r="r" b="b"/>
            <a:pathLst>
              <a:path w="215900" h="36829">
                <a:moveTo>
                  <a:pt x="0" y="0"/>
                </a:moveTo>
                <a:lnTo>
                  <a:pt x="215603" y="0"/>
                </a:lnTo>
                <a:lnTo>
                  <a:pt x="215603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500996" y="5079638"/>
            <a:ext cx="41910" cy="64769"/>
          </a:xfrm>
          <a:custGeom>
            <a:avLst/>
            <a:gdLst/>
            <a:ahLst/>
            <a:cxnLst/>
            <a:rect l="l" t="t" r="r" b="b"/>
            <a:pathLst>
              <a:path w="41910" h="64770">
                <a:moveTo>
                  <a:pt x="41910" y="64378"/>
                </a:moveTo>
                <a:lnTo>
                  <a:pt x="0" y="64378"/>
                </a:lnTo>
                <a:lnTo>
                  <a:pt x="0" y="0"/>
                </a:lnTo>
                <a:lnTo>
                  <a:pt x="41910" y="0"/>
                </a:lnTo>
                <a:lnTo>
                  <a:pt x="41910" y="64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500996" y="5180310"/>
            <a:ext cx="41910" cy="70485"/>
          </a:xfrm>
          <a:custGeom>
            <a:avLst/>
            <a:gdLst/>
            <a:ahLst/>
            <a:cxnLst/>
            <a:rect l="l" t="t" r="r" b="b"/>
            <a:pathLst>
              <a:path w="41910" h="70485">
                <a:moveTo>
                  <a:pt x="41910" y="70427"/>
                </a:moveTo>
                <a:lnTo>
                  <a:pt x="0" y="70427"/>
                </a:lnTo>
                <a:lnTo>
                  <a:pt x="0" y="0"/>
                </a:lnTo>
                <a:lnTo>
                  <a:pt x="41910" y="0"/>
                </a:lnTo>
                <a:lnTo>
                  <a:pt x="41910" y="704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339833" y="5320029"/>
            <a:ext cx="43815" cy="78740"/>
          </a:xfrm>
          <a:custGeom>
            <a:avLst/>
            <a:gdLst/>
            <a:ahLst/>
            <a:cxnLst/>
            <a:rect l="l" t="t" r="r" b="b"/>
            <a:pathLst>
              <a:path w="43814" h="78739">
                <a:moveTo>
                  <a:pt x="0" y="0"/>
                </a:moveTo>
                <a:lnTo>
                  <a:pt x="43207" y="0"/>
                </a:lnTo>
                <a:lnTo>
                  <a:pt x="43207" y="78739"/>
                </a:lnTo>
                <a:lnTo>
                  <a:pt x="0" y="78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5339833" y="5398770"/>
            <a:ext cx="318770" cy="38100"/>
          </a:xfrm>
          <a:custGeom>
            <a:avLst/>
            <a:gdLst/>
            <a:ahLst/>
            <a:cxnLst/>
            <a:rect l="l" t="t" r="r" b="b"/>
            <a:pathLst>
              <a:path w="318770" h="38100">
                <a:moveTo>
                  <a:pt x="0" y="0"/>
                </a:moveTo>
                <a:lnTo>
                  <a:pt x="318436" y="0"/>
                </a:lnTo>
                <a:lnTo>
                  <a:pt x="318436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5815967" y="5077477"/>
            <a:ext cx="368935" cy="365760"/>
          </a:xfrm>
          <a:custGeom>
            <a:avLst/>
            <a:gdLst/>
            <a:ahLst/>
            <a:cxnLst/>
            <a:rect l="l" t="t" r="r" b="b"/>
            <a:pathLst>
              <a:path w="368935" h="365760">
                <a:moveTo>
                  <a:pt x="343064" y="34565"/>
                </a:moveTo>
                <a:lnTo>
                  <a:pt x="25060" y="34565"/>
                </a:lnTo>
                <a:lnTo>
                  <a:pt x="25060" y="0"/>
                </a:lnTo>
                <a:lnTo>
                  <a:pt x="343064" y="0"/>
                </a:lnTo>
                <a:lnTo>
                  <a:pt x="343064" y="34565"/>
                </a:lnTo>
                <a:close/>
              </a:path>
              <a:path w="368935" h="365760">
                <a:moveTo>
                  <a:pt x="19011" y="136102"/>
                </a:moveTo>
                <a:lnTo>
                  <a:pt x="19011" y="101104"/>
                </a:lnTo>
                <a:lnTo>
                  <a:pt x="67895" y="95993"/>
                </a:lnTo>
                <a:lnTo>
                  <a:pt x="113580" y="83227"/>
                </a:lnTo>
                <a:lnTo>
                  <a:pt x="149462" y="62765"/>
                </a:lnTo>
                <a:lnTo>
                  <a:pt x="168939" y="34565"/>
                </a:lnTo>
                <a:lnTo>
                  <a:pt x="212578" y="34565"/>
                </a:lnTo>
                <a:lnTo>
                  <a:pt x="211208" y="41856"/>
                </a:lnTo>
                <a:lnTo>
                  <a:pt x="209068" y="48823"/>
                </a:lnTo>
                <a:lnTo>
                  <a:pt x="206198" y="55467"/>
                </a:lnTo>
                <a:lnTo>
                  <a:pt x="202641" y="61786"/>
                </a:lnTo>
                <a:lnTo>
                  <a:pt x="302370" y="89870"/>
                </a:lnTo>
                <a:lnTo>
                  <a:pt x="178013" y="89870"/>
                </a:lnTo>
                <a:lnTo>
                  <a:pt x="145695" y="109671"/>
                </a:lnTo>
                <a:lnTo>
                  <a:pt x="106775" y="123842"/>
                </a:lnTo>
                <a:lnTo>
                  <a:pt x="63723" y="132584"/>
                </a:lnTo>
                <a:lnTo>
                  <a:pt x="19011" y="136102"/>
                </a:lnTo>
                <a:close/>
              </a:path>
              <a:path w="368935" h="365760">
                <a:moveTo>
                  <a:pt x="341767" y="137830"/>
                </a:moveTo>
                <a:lnTo>
                  <a:pt x="178013" y="89870"/>
                </a:lnTo>
                <a:lnTo>
                  <a:pt x="302370" y="89870"/>
                </a:lnTo>
                <a:lnTo>
                  <a:pt x="353001" y="104129"/>
                </a:lnTo>
                <a:lnTo>
                  <a:pt x="341767" y="137830"/>
                </a:lnTo>
                <a:close/>
              </a:path>
              <a:path w="368935" h="365760">
                <a:moveTo>
                  <a:pt x="368556" y="199184"/>
                </a:moveTo>
                <a:lnTo>
                  <a:pt x="0" y="199184"/>
                </a:lnTo>
                <a:lnTo>
                  <a:pt x="0" y="164618"/>
                </a:lnTo>
                <a:lnTo>
                  <a:pt x="368556" y="164618"/>
                </a:lnTo>
                <a:lnTo>
                  <a:pt x="368556" y="199184"/>
                </a:lnTo>
                <a:close/>
              </a:path>
              <a:path w="368935" h="365760">
                <a:moveTo>
                  <a:pt x="184062" y="365531"/>
                </a:moveTo>
                <a:lnTo>
                  <a:pt x="121560" y="362108"/>
                </a:lnTo>
                <a:lnTo>
                  <a:pt x="69995" y="350787"/>
                </a:lnTo>
                <a:lnTo>
                  <a:pt x="34957" y="329987"/>
                </a:lnTo>
                <a:lnTo>
                  <a:pt x="22035" y="298128"/>
                </a:lnTo>
                <a:lnTo>
                  <a:pt x="34957" y="266405"/>
                </a:lnTo>
                <a:lnTo>
                  <a:pt x="69995" y="245902"/>
                </a:lnTo>
                <a:lnTo>
                  <a:pt x="121560" y="234877"/>
                </a:lnTo>
                <a:lnTo>
                  <a:pt x="184062" y="231589"/>
                </a:lnTo>
                <a:lnTo>
                  <a:pt x="246563" y="234877"/>
                </a:lnTo>
                <a:lnTo>
                  <a:pt x="298128" y="245902"/>
                </a:lnTo>
                <a:lnTo>
                  <a:pt x="331263" y="265291"/>
                </a:lnTo>
                <a:lnTo>
                  <a:pt x="184062" y="265291"/>
                </a:lnTo>
                <a:lnTo>
                  <a:pt x="140679" y="266898"/>
                </a:lnTo>
                <a:lnTo>
                  <a:pt x="103372" y="272312"/>
                </a:lnTo>
                <a:lnTo>
                  <a:pt x="77246" y="282425"/>
                </a:lnTo>
                <a:lnTo>
                  <a:pt x="67403" y="298128"/>
                </a:lnTo>
                <a:lnTo>
                  <a:pt x="77246" y="314149"/>
                </a:lnTo>
                <a:lnTo>
                  <a:pt x="103372" y="324539"/>
                </a:lnTo>
                <a:lnTo>
                  <a:pt x="140679" y="330149"/>
                </a:lnTo>
                <a:lnTo>
                  <a:pt x="184062" y="331830"/>
                </a:lnTo>
                <a:lnTo>
                  <a:pt x="330062" y="331830"/>
                </a:lnTo>
                <a:lnTo>
                  <a:pt x="298128" y="350787"/>
                </a:lnTo>
                <a:lnTo>
                  <a:pt x="246563" y="362108"/>
                </a:lnTo>
                <a:lnTo>
                  <a:pt x="184062" y="365531"/>
                </a:lnTo>
                <a:close/>
              </a:path>
              <a:path w="368935" h="365760">
                <a:moveTo>
                  <a:pt x="330062" y="331830"/>
                </a:moveTo>
                <a:lnTo>
                  <a:pt x="184062" y="331830"/>
                </a:lnTo>
                <a:lnTo>
                  <a:pt x="227512" y="330149"/>
                </a:lnTo>
                <a:lnTo>
                  <a:pt x="264967" y="324539"/>
                </a:lnTo>
                <a:lnTo>
                  <a:pt x="291242" y="314149"/>
                </a:lnTo>
                <a:lnTo>
                  <a:pt x="301153" y="298128"/>
                </a:lnTo>
                <a:lnTo>
                  <a:pt x="291242" y="282425"/>
                </a:lnTo>
                <a:lnTo>
                  <a:pt x="264967" y="272312"/>
                </a:lnTo>
                <a:lnTo>
                  <a:pt x="227512" y="266898"/>
                </a:lnTo>
                <a:lnTo>
                  <a:pt x="184062" y="265291"/>
                </a:lnTo>
                <a:lnTo>
                  <a:pt x="331263" y="265291"/>
                </a:lnTo>
                <a:lnTo>
                  <a:pt x="333166" y="266405"/>
                </a:lnTo>
                <a:lnTo>
                  <a:pt x="346088" y="298128"/>
                </a:lnTo>
                <a:lnTo>
                  <a:pt x="333166" y="329987"/>
                </a:lnTo>
                <a:lnTo>
                  <a:pt x="330062" y="331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240260" y="5083809"/>
            <a:ext cx="317500" cy="36830"/>
          </a:xfrm>
          <a:custGeom>
            <a:avLst/>
            <a:gdLst/>
            <a:ahLst/>
            <a:cxnLst/>
            <a:rect l="l" t="t" r="r" b="b"/>
            <a:pathLst>
              <a:path w="317500" h="36829">
                <a:moveTo>
                  <a:pt x="0" y="0"/>
                </a:moveTo>
                <a:lnTo>
                  <a:pt x="317139" y="0"/>
                </a:lnTo>
                <a:lnTo>
                  <a:pt x="317139" y="36830"/>
                </a:lnTo>
                <a:lnTo>
                  <a:pt x="0" y="36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515489" y="5120640"/>
            <a:ext cx="41910" cy="43180"/>
          </a:xfrm>
          <a:custGeom>
            <a:avLst/>
            <a:gdLst/>
            <a:ahLst/>
            <a:cxnLst/>
            <a:rect l="l" t="t" r="r" b="b"/>
            <a:pathLst>
              <a:path w="41909" h="43179">
                <a:moveTo>
                  <a:pt x="0" y="0"/>
                </a:moveTo>
                <a:lnTo>
                  <a:pt x="41910" y="0"/>
                </a:lnTo>
                <a:lnTo>
                  <a:pt x="41910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240260" y="5163820"/>
            <a:ext cx="317500" cy="36830"/>
          </a:xfrm>
          <a:custGeom>
            <a:avLst/>
            <a:gdLst/>
            <a:ahLst/>
            <a:cxnLst/>
            <a:rect l="l" t="t" r="r" b="b"/>
            <a:pathLst>
              <a:path w="317500" h="36829">
                <a:moveTo>
                  <a:pt x="0" y="0"/>
                </a:moveTo>
                <a:lnTo>
                  <a:pt x="317139" y="0"/>
                </a:lnTo>
                <a:lnTo>
                  <a:pt x="317139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240260" y="5200650"/>
            <a:ext cx="42545" cy="43180"/>
          </a:xfrm>
          <a:custGeom>
            <a:avLst/>
            <a:gdLst/>
            <a:ahLst/>
            <a:cxnLst/>
            <a:rect l="l" t="t" r="r" b="b"/>
            <a:pathLst>
              <a:path w="42545" h="43179">
                <a:moveTo>
                  <a:pt x="0" y="0"/>
                </a:moveTo>
                <a:lnTo>
                  <a:pt x="42342" y="0"/>
                </a:lnTo>
                <a:lnTo>
                  <a:pt x="42342" y="43179"/>
                </a:lnTo>
                <a:lnTo>
                  <a:pt x="0" y="431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6240260" y="5243829"/>
            <a:ext cx="323215" cy="36830"/>
          </a:xfrm>
          <a:custGeom>
            <a:avLst/>
            <a:gdLst/>
            <a:ahLst/>
            <a:cxnLst/>
            <a:rect l="l" t="t" r="r" b="b"/>
            <a:pathLst>
              <a:path w="323215" h="36829">
                <a:moveTo>
                  <a:pt x="0" y="0"/>
                </a:moveTo>
                <a:lnTo>
                  <a:pt x="322756" y="0"/>
                </a:lnTo>
                <a:lnTo>
                  <a:pt x="322756" y="36829"/>
                </a:lnTo>
                <a:lnTo>
                  <a:pt x="0" y="368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6214336" y="5323325"/>
            <a:ext cx="368935" cy="38735"/>
          </a:xfrm>
          <a:custGeom>
            <a:avLst/>
            <a:gdLst/>
            <a:ahLst/>
            <a:cxnLst/>
            <a:rect l="l" t="t" r="r" b="b"/>
            <a:pathLst>
              <a:path w="368934" h="38735">
                <a:moveTo>
                  <a:pt x="368556" y="38454"/>
                </a:moveTo>
                <a:lnTo>
                  <a:pt x="0" y="38454"/>
                </a:lnTo>
                <a:lnTo>
                  <a:pt x="0" y="0"/>
                </a:lnTo>
                <a:lnTo>
                  <a:pt x="368556" y="0"/>
                </a:lnTo>
                <a:lnTo>
                  <a:pt x="368556" y="38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6305071" y="5361780"/>
            <a:ext cx="42545" cy="89535"/>
          </a:xfrm>
          <a:custGeom>
            <a:avLst/>
            <a:gdLst/>
            <a:ahLst/>
            <a:cxnLst/>
            <a:rect l="l" t="t" r="r" b="b"/>
            <a:pathLst>
              <a:path w="42545" h="89535">
                <a:moveTo>
                  <a:pt x="42342" y="89006"/>
                </a:moveTo>
                <a:lnTo>
                  <a:pt x="0" y="89006"/>
                </a:lnTo>
                <a:lnTo>
                  <a:pt x="0" y="0"/>
                </a:lnTo>
                <a:lnTo>
                  <a:pt x="42342" y="0"/>
                </a:lnTo>
                <a:lnTo>
                  <a:pt x="42342" y="8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6449383" y="5361780"/>
            <a:ext cx="42545" cy="89535"/>
          </a:xfrm>
          <a:custGeom>
            <a:avLst/>
            <a:gdLst/>
            <a:ahLst/>
            <a:cxnLst/>
            <a:rect l="l" t="t" r="r" b="b"/>
            <a:pathLst>
              <a:path w="42545" h="89535">
                <a:moveTo>
                  <a:pt x="42342" y="89006"/>
                </a:moveTo>
                <a:lnTo>
                  <a:pt x="0" y="89006"/>
                </a:lnTo>
                <a:lnTo>
                  <a:pt x="0" y="0"/>
                </a:lnTo>
                <a:lnTo>
                  <a:pt x="42342" y="0"/>
                </a:lnTo>
                <a:lnTo>
                  <a:pt x="42342" y="890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6714666" y="5066675"/>
            <a:ext cx="387350" cy="370840"/>
          </a:xfrm>
          <a:custGeom>
            <a:avLst/>
            <a:gdLst/>
            <a:ahLst/>
            <a:cxnLst/>
            <a:rect l="l" t="t" r="r" b="b"/>
            <a:pathLst>
              <a:path w="387350" h="370839">
                <a:moveTo>
                  <a:pt x="146904" y="41478"/>
                </a:moveTo>
                <a:lnTo>
                  <a:pt x="103696" y="41478"/>
                </a:lnTo>
                <a:lnTo>
                  <a:pt x="103696" y="0"/>
                </a:lnTo>
                <a:lnTo>
                  <a:pt x="146904" y="0"/>
                </a:lnTo>
                <a:lnTo>
                  <a:pt x="146904" y="41478"/>
                </a:lnTo>
                <a:close/>
              </a:path>
              <a:path w="387350" h="370839">
                <a:moveTo>
                  <a:pt x="250600" y="76476"/>
                </a:moveTo>
                <a:lnTo>
                  <a:pt x="0" y="76476"/>
                </a:lnTo>
                <a:lnTo>
                  <a:pt x="0" y="41478"/>
                </a:lnTo>
                <a:lnTo>
                  <a:pt x="250600" y="41478"/>
                </a:lnTo>
                <a:lnTo>
                  <a:pt x="250600" y="76476"/>
                </a:lnTo>
                <a:close/>
              </a:path>
              <a:path w="387350" h="370839">
                <a:moveTo>
                  <a:pt x="335286" y="283006"/>
                </a:moveTo>
                <a:lnTo>
                  <a:pt x="292511" y="283006"/>
                </a:lnTo>
                <a:lnTo>
                  <a:pt x="292511" y="6481"/>
                </a:lnTo>
                <a:lnTo>
                  <a:pt x="335286" y="6481"/>
                </a:lnTo>
                <a:lnTo>
                  <a:pt x="335286" y="107585"/>
                </a:lnTo>
                <a:lnTo>
                  <a:pt x="387135" y="107585"/>
                </a:lnTo>
                <a:lnTo>
                  <a:pt x="387135" y="148632"/>
                </a:lnTo>
                <a:lnTo>
                  <a:pt x="335286" y="148632"/>
                </a:lnTo>
                <a:lnTo>
                  <a:pt x="335286" y="283006"/>
                </a:lnTo>
                <a:close/>
              </a:path>
              <a:path w="387350" h="370839">
                <a:moveTo>
                  <a:pt x="125300" y="248440"/>
                </a:moveTo>
                <a:lnTo>
                  <a:pt x="82336" y="243431"/>
                </a:lnTo>
                <a:lnTo>
                  <a:pt x="47635" y="228781"/>
                </a:lnTo>
                <a:lnTo>
                  <a:pt x="24438" y="205058"/>
                </a:lnTo>
                <a:lnTo>
                  <a:pt x="15986" y="172828"/>
                </a:lnTo>
                <a:lnTo>
                  <a:pt x="24438" y="140598"/>
                </a:lnTo>
                <a:lnTo>
                  <a:pt x="47635" y="116875"/>
                </a:lnTo>
                <a:lnTo>
                  <a:pt x="82336" y="102225"/>
                </a:lnTo>
                <a:lnTo>
                  <a:pt x="125300" y="97215"/>
                </a:lnTo>
                <a:lnTo>
                  <a:pt x="168196" y="102225"/>
                </a:lnTo>
                <a:lnTo>
                  <a:pt x="202749" y="116875"/>
                </a:lnTo>
                <a:lnTo>
                  <a:pt x="215552" y="130053"/>
                </a:lnTo>
                <a:lnTo>
                  <a:pt x="125300" y="130053"/>
                </a:lnTo>
                <a:lnTo>
                  <a:pt x="97202" y="133273"/>
                </a:lnTo>
                <a:lnTo>
                  <a:pt x="75828" y="142205"/>
                </a:lnTo>
                <a:lnTo>
                  <a:pt x="62231" y="155754"/>
                </a:lnTo>
                <a:lnTo>
                  <a:pt x="57465" y="172828"/>
                </a:lnTo>
                <a:lnTo>
                  <a:pt x="62231" y="190084"/>
                </a:lnTo>
                <a:lnTo>
                  <a:pt x="75828" y="203613"/>
                </a:lnTo>
                <a:lnTo>
                  <a:pt x="97202" y="212443"/>
                </a:lnTo>
                <a:lnTo>
                  <a:pt x="125300" y="215603"/>
                </a:lnTo>
                <a:lnTo>
                  <a:pt x="215552" y="215603"/>
                </a:lnTo>
                <a:lnTo>
                  <a:pt x="202749" y="228781"/>
                </a:lnTo>
                <a:lnTo>
                  <a:pt x="168196" y="243431"/>
                </a:lnTo>
                <a:lnTo>
                  <a:pt x="125300" y="248440"/>
                </a:lnTo>
                <a:close/>
              </a:path>
              <a:path w="387350" h="370839">
                <a:moveTo>
                  <a:pt x="215552" y="215603"/>
                </a:moveTo>
                <a:lnTo>
                  <a:pt x="125300" y="215603"/>
                </a:lnTo>
                <a:lnTo>
                  <a:pt x="153398" y="212443"/>
                </a:lnTo>
                <a:lnTo>
                  <a:pt x="174772" y="203613"/>
                </a:lnTo>
                <a:lnTo>
                  <a:pt x="188369" y="190084"/>
                </a:lnTo>
                <a:lnTo>
                  <a:pt x="193135" y="172828"/>
                </a:lnTo>
                <a:lnTo>
                  <a:pt x="188369" y="155754"/>
                </a:lnTo>
                <a:lnTo>
                  <a:pt x="174772" y="142205"/>
                </a:lnTo>
                <a:lnTo>
                  <a:pt x="153398" y="133273"/>
                </a:lnTo>
                <a:lnTo>
                  <a:pt x="125300" y="130053"/>
                </a:lnTo>
                <a:lnTo>
                  <a:pt x="215552" y="130053"/>
                </a:lnTo>
                <a:lnTo>
                  <a:pt x="225797" y="140598"/>
                </a:lnTo>
                <a:lnTo>
                  <a:pt x="234182" y="172828"/>
                </a:lnTo>
                <a:lnTo>
                  <a:pt x="225797" y="205058"/>
                </a:lnTo>
                <a:lnTo>
                  <a:pt x="215552" y="215603"/>
                </a:lnTo>
                <a:close/>
              </a:path>
              <a:path w="387350" h="370839">
                <a:moveTo>
                  <a:pt x="345224" y="370716"/>
                </a:moveTo>
                <a:lnTo>
                  <a:pt x="26788" y="370716"/>
                </a:lnTo>
                <a:lnTo>
                  <a:pt x="26788" y="269612"/>
                </a:lnTo>
                <a:lnTo>
                  <a:pt x="69995" y="269612"/>
                </a:lnTo>
                <a:lnTo>
                  <a:pt x="69995" y="332694"/>
                </a:lnTo>
                <a:lnTo>
                  <a:pt x="345224" y="332694"/>
                </a:lnTo>
                <a:lnTo>
                  <a:pt x="345224" y="370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122541" y="5073157"/>
            <a:ext cx="346710" cy="369570"/>
          </a:xfrm>
          <a:custGeom>
            <a:avLst/>
            <a:gdLst/>
            <a:ahLst/>
            <a:cxnLst/>
            <a:rect l="l" t="t" r="r" b="b"/>
            <a:pathLst>
              <a:path w="346709" h="369570">
                <a:moveTo>
                  <a:pt x="346520" y="368988"/>
                </a:moveTo>
                <a:lnTo>
                  <a:pt x="306338" y="368988"/>
                </a:lnTo>
                <a:lnTo>
                  <a:pt x="306338" y="0"/>
                </a:lnTo>
                <a:lnTo>
                  <a:pt x="346520" y="0"/>
                </a:lnTo>
                <a:lnTo>
                  <a:pt x="346520" y="368988"/>
                </a:lnTo>
                <a:close/>
              </a:path>
              <a:path w="346709" h="369570">
                <a:moveTo>
                  <a:pt x="255785" y="92463"/>
                </a:moveTo>
                <a:lnTo>
                  <a:pt x="215603" y="92463"/>
                </a:lnTo>
                <a:lnTo>
                  <a:pt x="215603" y="2160"/>
                </a:lnTo>
                <a:lnTo>
                  <a:pt x="255785" y="2160"/>
                </a:lnTo>
                <a:lnTo>
                  <a:pt x="255785" y="92463"/>
                </a:lnTo>
                <a:close/>
              </a:path>
              <a:path w="346709" h="369570">
                <a:moveTo>
                  <a:pt x="0" y="346088"/>
                </a:moveTo>
                <a:lnTo>
                  <a:pt x="0" y="305905"/>
                </a:lnTo>
                <a:lnTo>
                  <a:pt x="37928" y="296165"/>
                </a:lnTo>
                <a:lnTo>
                  <a:pt x="68764" y="270600"/>
                </a:lnTo>
                <a:lnTo>
                  <a:pt x="91740" y="230808"/>
                </a:lnTo>
                <a:lnTo>
                  <a:pt x="106088" y="178386"/>
                </a:lnTo>
                <a:lnTo>
                  <a:pt x="111042" y="114930"/>
                </a:lnTo>
                <a:lnTo>
                  <a:pt x="111042" y="52280"/>
                </a:lnTo>
                <a:lnTo>
                  <a:pt x="0" y="52280"/>
                </a:lnTo>
                <a:lnTo>
                  <a:pt x="0" y="13394"/>
                </a:lnTo>
                <a:lnTo>
                  <a:pt x="152520" y="13394"/>
                </a:lnTo>
                <a:lnTo>
                  <a:pt x="152520" y="92463"/>
                </a:lnTo>
                <a:lnTo>
                  <a:pt x="255785" y="92463"/>
                </a:lnTo>
                <a:lnTo>
                  <a:pt x="255785" y="132213"/>
                </a:lnTo>
                <a:lnTo>
                  <a:pt x="152088" y="132213"/>
                </a:lnTo>
                <a:lnTo>
                  <a:pt x="150704" y="152608"/>
                </a:lnTo>
                <a:lnTo>
                  <a:pt x="148470" y="172234"/>
                </a:lnTo>
                <a:lnTo>
                  <a:pt x="145344" y="190968"/>
                </a:lnTo>
                <a:lnTo>
                  <a:pt x="141287" y="208690"/>
                </a:lnTo>
                <a:lnTo>
                  <a:pt x="255785" y="208690"/>
                </a:lnTo>
                <a:lnTo>
                  <a:pt x="255785" y="248440"/>
                </a:lnTo>
                <a:lnTo>
                  <a:pt x="128324" y="248440"/>
                </a:lnTo>
                <a:lnTo>
                  <a:pt x="105053" y="289703"/>
                </a:lnTo>
                <a:lnTo>
                  <a:pt x="75342" y="320272"/>
                </a:lnTo>
                <a:lnTo>
                  <a:pt x="40040" y="339337"/>
                </a:lnTo>
                <a:lnTo>
                  <a:pt x="0" y="346088"/>
                </a:lnTo>
                <a:close/>
              </a:path>
              <a:path w="346709" h="369570">
                <a:moveTo>
                  <a:pt x="255785" y="208690"/>
                </a:moveTo>
                <a:lnTo>
                  <a:pt x="215603" y="208690"/>
                </a:lnTo>
                <a:lnTo>
                  <a:pt x="215603" y="132213"/>
                </a:lnTo>
                <a:lnTo>
                  <a:pt x="255785" y="132213"/>
                </a:lnTo>
                <a:lnTo>
                  <a:pt x="255785" y="208690"/>
                </a:lnTo>
                <a:close/>
              </a:path>
              <a:path w="346709" h="369570">
                <a:moveTo>
                  <a:pt x="255785" y="362507"/>
                </a:moveTo>
                <a:lnTo>
                  <a:pt x="215603" y="362507"/>
                </a:lnTo>
                <a:lnTo>
                  <a:pt x="215603" y="248440"/>
                </a:lnTo>
                <a:lnTo>
                  <a:pt x="255785" y="248440"/>
                </a:lnTo>
                <a:lnTo>
                  <a:pt x="255785" y="3625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451347" y="6000590"/>
            <a:ext cx="182327" cy="2171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676995" y="6000329"/>
            <a:ext cx="404756" cy="2146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6108283" y="6101670"/>
            <a:ext cx="74930" cy="15875"/>
          </a:xfrm>
          <a:custGeom>
            <a:avLst/>
            <a:gdLst/>
            <a:ahLst/>
            <a:cxnLst/>
            <a:rect l="l" t="t" r="r" b="b"/>
            <a:pathLst>
              <a:path w="74929" h="15875">
                <a:moveTo>
                  <a:pt x="74896" y="15483"/>
                </a:moveTo>
                <a:lnTo>
                  <a:pt x="0" y="15483"/>
                </a:lnTo>
                <a:lnTo>
                  <a:pt x="0" y="0"/>
                </a:lnTo>
                <a:lnTo>
                  <a:pt x="74896" y="0"/>
                </a:lnTo>
                <a:lnTo>
                  <a:pt x="74896" y="15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6235025" y="6008370"/>
            <a:ext cx="146050" cy="12700"/>
          </a:xfrm>
          <a:custGeom>
            <a:avLst/>
            <a:gdLst/>
            <a:ahLst/>
            <a:cxnLst/>
            <a:rect l="l" t="t" r="r" b="b"/>
            <a:pathLst>
              <a:path w="146050" h="12700">
                <a:moveTo>
                  <a:pt x="0" y="0"/>
                </a:moveTo>
                <a:lnTo>
                  <a:pt x="145705" y="0"/>
                </a:lnTo>
                <a:lnTo>
                  <a:pt x="145705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6235025" y="6021070"/>
            <a:ext cx="15240" cy="39370"/>
          </a:xfrm>
          <a:custGeom>
            <a:avLst/>
            <a:gdLst/>
            <a:ahLst/>
            <a:cxnLst/>
            <a:rect l="l" t="t" r="r" b="b"/>
            <a:pathLst>
              <a:path w="15239" h="39370">
                <a:moveTo>
                  <a:pt x="0" y="0"/>
                </a:moveTo>
                <a:lnTo>
                  <a:pt x="15222" y="0"/>
                </a:lnTo>
                <a:lnTo>
                  <a:pt x="15222" y="39369"/>
                </a:lnTo>
                <a:lnTo>
                  <a:pt x="0" y="393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6235025" y="6060440"/>
            <a:ext cx="146050" cy="12700"/>
          </a:xfrm>
          <a:custGeom>
            <a:avLst/>
            <a:gdLst/>
            <a:ahLst/>
            <a:cxnLst/>
            <a:rect l="l" t="t" r="r" b="b"/>
            <a:pathLst>
              <a:path w="146050" h="12700">
                <a:moveTo>
                  <a:pt x="0" y="0"/>
                </a:moveTo>
                <a:lnTo>
                  <a:pt x="145705" y="0"/>
                </a:lnTo>
                <a:lnTo>
                  <a:pt x="145705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6365247" y="6020771"/>
            <a:ext cx="15875" cy="40640"/>
          </a:xfrm>
          <a:custGeom>
            <a:avLst/>
            <a:gdLst/>
            <a:ahLst/>
            <a:cxnLst/>
            <a:rect l="l" t="t" r="r" b="b"/>
            <a:pathLst>
              <a:path w="15875" h="40639">
                <a:moveTo>
                  <a:pt x="15483" y="40014"/>
                </a:moveTo>
                <a:lnTo>
                  <a:pt x="0" y="40014"/>
                </a:lnTo>
                <a:lnTo>
                  <a:pt x="0" y="0"/>
                </a:lnTo>
                <a:lnTo>
                  <a:pt x="15483" y="0"/>
                </a:lnTo>
                <a:lnTo>
                  <a:pt x="15483" y="400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6208841" y="6094102"/>
            <a:ext cx="198120" cy="13335"/>
          </a:xfrm>
          <a:custGeom>
            <a:avLst/>
            <a:gdLst/>
            <a:ahLst/>
            <a:cxnLst/>
            <a:rect l="l" t="t" r="r" b="b"/>
            <a:pathLst>
              <a:path w="198120" h="13335">
                <a:moveTo>
                  <a:pt x="197811" y="12874"/>
                </a:moveTo>
                <a:lnTo>
                  <a:pt x="0" y="12874"/>
                </a:lnTo>
                <a:lnTo>
                  <a:pt x="0" y="0"/>
                </a:lnTo>
                <a:lnTo>
                  <a:pt x="197811" y="0"/>
                </a:lnTo>
                <a:lnTo>
                  <a:pt x="197811" y="1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6299831" y="6106977"/>
            <a:ext cx="15875" cy="24130"/>
          </a:xfrm>
          <a:custGeom>
            <a:avLst/>
            <a:gdLst/>
            <a:ahLst/>
            <a:cxnLst/>
            <a:rect l="l" t="t" r="r" b="b"/>
            <a:pathLst>
              <a:path w="15875" h="24129">
                <a:moveTo>
                  <a:pt x="15396" y="23921"/>
                </a:moveTo>
                <a:lnTo>
                  <a:pt x="0" y="23921"/>
                </a:lnTo>
                <a:lnTo>
                  <a:pt x="0" y="0"/>
                </a:lnTo>
                <a:lnTo>
                  <a:pt x="15396" y="0"/>
                </a:lnTo>
                <a:lnTo>
                  <a:pt x="15396" y="239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6233285" y="6130290"/>
            <a:ext cx="147955" cy="12700"/>
          </a:xfrm>
          <a:custGeom>
            <a:avLst/>
            <a:gdLst/>
            <a:ahLst/>
            <a:cxnLst/>
            <a:rect l="l" t="t" r="r" b="b"/>
            <a:pathLst>
              <a:path w="147954" h="12700">
                <a:moveTo>
                  <a:pt x="0" y="0"/>
                </a:moveTo>
                <a:lnTo>
                  <a:pt x="147445" y="0"/>
                </a:lnTo>
                <a:lnTo>
                  <a:pt x="147445" y="12699"/>
                </a:lnTo>
                <a:lnTo>
                  <a:pt x="0" y="126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6365507" y="6142990"/>
            <a:ext cx="15240" cy="21590"/>
          </a:xfrm>
          <a:custGeom>
            <a:avLst/>
            <a:gdLst/>
            <a:ahLst/>
            <a:cxnLst/>
            <a:rect l="l" t="t" r="r" b="b"/>
            <a:pathLst>
              <a:path w="15239" h="21589">
                <a:moveTo>
                  <a:pt x="0" y="0"/>
                </a:moveTo>
                <a:lnTo>
                  <a:pt x="15222" y="0"/>
                </a:lnTo>
                <a:lnTo>
                  <a:pt x="15222" y="21590"/>
                </a:lnTo>
                <a:lnTo>
                  <a:pt x="0" y="215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6233894" y="6164579"/>
            <a:ext cx="147320" cy="12700"/>
          </a:xfrm>
          <a:custGeom>
            <a:avLst/>
            <a:gdLst/>
            <a:ahLst/>
            <a:cxnLst/>
            <a:rect l="l" t="t" r="r" b="b"/>
            <a:pathLst>
              <a:path w="147320" h="12700">
                <a:moveTo>
                  <a:pt x="0" y="0"/>
                </a:moveTo>
                <a:lnTo>
                  <a:pt x="146836" y="0"/>
                </a:lnTo>
                <a:lnTo>
                  <a:pt x="146836" y="12699"/>
                </a:lnTo>
                <a:lnTo>
                  <a:pt x="0" y="126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6233894" y="6177279"/>
            <a:ext cx="15240" cy="25400"/>
          </a:xfrm>
          <a:custGeom>
            <a:avLst/>
            <a:gdLst/>
            <a:ahLst/>
            <a:cxnLst/>
            <a:rect l="l" t="t" r="r" b="b"/>
            <a:pathLst>
              <a:path w="15239" h="25400">
                <a:moveTo>
                  <a:pt x="0" y="0"/>
                </a:moveTo>
                <a:lnTo>
                  <a:pt x="15135" y="0"/>
                </a:lnTo>
                <a:lnTo>
                  <a:pt x="15135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6233894" y="6202679"/>
            <a:ext cx="153670" cy="12700"/>
          </a:xfrm>
          <a:custGeom>
            <a:avLst/>
            <a:gdLst/>
            <a:ahLst/>
            <a:cxnLst/>
            <a:rect l="l" t="t" r="r" b="b"/>
            <a:pathLst>
              <a:path w="153670" h="12700">
                <a:moveTo>
                  <a:pt x="0" y="0"/>
                </a:moveTo>
                <a:lnTo>
                  <a:pt x="153621" y="0"/>
                </a:lnTo>
                <a:lnTo>
                  <a:pt x="153621" y="12699"/>
                </a:lnTo>
                <a:lnTo>
                  <a:pt x="0" y="126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6487059" y="6012072"/>
            <a:ext cx="197637" cy="20494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6867373" y="6000590"/>
            <a:ext cx="15875" cy="217804"/>
          </a:xfrm>
          <a:custGeom>
            <a:avLst/>
            <a:gdLst/>
            <a:ahLst/>
            <a:cxnLst/>
            <a:rect l="l" t="t" r="r" b="b"/>
            <a:pathLst>
              <a:path w="15875" h="217804">
                <a:moveTo>
                  <a:pt x="15483" y="217383"/>
                </a:moveTo>
                <a:lnTo>
                  <a:pt x="0" y="217383"/>
                </a:lnTo>
                <a:lnTo>
                  <a:pt x="0" y="0"/>
                </a:lnTo>
                <a:lnTo>
                  <a:pt x="15483" y="0"/>
                </a:lnTo>
                <a:lnTo>
                  <a:pt x="15483" y="2173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6717927" y="6019800"/>
            <a:ext cx="15875" cy="132080"/>
          </a:xfrm>
          <a:custGeom>
            <a:avLst/>
            <a:gdLst/>
            <a:ahLst/>
            <a:cxnLst/>
            <a:rect l="l" t="t" r="r" b="b"/>
            <a:pathLst>
              <a:path w="15875" h="132079">
                <a:moveTo>
                  <a:pt x="0" y="0"/>
                </a:moveTo>
                <a:lnTo>
                  <a:pt x="15570" y="0"/>
                </a:lnTo>
                <a:lnTo>
                  <a:pt x="15570" y="132079"/>
                </a:lnTo>
                <a:lnTo>
                  <a:pt x="0" y="13207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6717927" y="6078220"/>
            <a:ext cx="101600" cy="12700"/>
          </a:xfrm>
          <a:custGeom>
            <a:avLst/>
            <a:gdLst/>
            <a:ahLst/>
            <a:cxnLst/>
            <a:rect l="l" t="t" r="r" b="b"/>
            <a:pathLst>
              <a:path w="101600" h="12700">
                <a:moveTo>
                  <a:pt x="0" y="0"/>
                </a:moveTo>
                <a:lnTo>
                  <a:pt x="101341" y="0"/>
                </a:lnTo>
                <a:lnTo>
                  <a:pt x="101341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6717927" y="6151879"/>
            <a:ext cx="101600" cy="12700"/>
          </a:xfrm>
          <a:custGeom>
            <a:avLst/>
            <a:gdLst/>
            <a:ahLst/>
            <a:cxnLst/>
            <a:rect l="l" t="t" r="r" b="b"/>
            <a:pathLst>
              <a:path w="101600" h="12700">
                <a:moveTo>
                  <a:pt x="0" y="0"/>
                </a:moveTo>
                <a:lnTo>
                  <a:pt x="101341" y="0"/>
                </a:lnTo>
                <a:lnTo>
                  <a:pt x="101341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6803784" y="6019466"/>
            <a:ext cx="15875" cy="132715"/>
          </a:xfrm>
          <a:custGeom>
            <a:avLst/>
            <a:gdLst/>
            <a:ahLst/>
            <a:cxnLst/>
            <a:rect l="l" t="t" r="r" b="b"/>
            <a:pathLst>
              <a:path w="15875" h="132714">
                <a:moveTo>
                  <a:pt x="0" y="0"/>
                </a:moveTo>
                <a:lnTo>
                  <a:pt x="15483" y="0"/>
                </a:lnTo>
                <a:lnTo>
                  <a:pt x="15483" y="132135"/>
                </a:lnTo>
                <a:lnTo>
                  <a:pt x="0" y="1321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323" y="8222208"/>
            <a:ext cx="13585825" cy="0"/>
          </a:xfrm>
          <a:custGeom>
            <a:avLst/>
            <a:gdLst/>
            <a:ahLst/>
            <a:cxnLst/>
            <a:rect l="l" t="t" r="r" b="b"/>
            <a:pathLst>
              <a:path w="13585825">
                <a:moveTo>
                  <a:pt x="0" y="0"/>
                </a:moveTo>
                <a:lnTo>
                  <a:pt x="13585352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52769" y="4577887"/>
            <a:ext cx="1037590" cy="1003935"/>
          </a:xfrm>
          <a:custGeom>
            <a:avLst/>
            <a:gdLst/>
            <a:ahLst/>
            <a:cxnLst/>
            <a:rect l="l" t="t" r="r" b="b"/>
            <a:pathLst>
              <a:path w="1037590" h="1003935">
                <a:moveTo>
                  <a:pt x="894145" y="552441"/>
                </a:moveTo>
                <a:lnTo>
                  <a:pt x="776275" y="552441"/>
                </a:lnTo>
                <a:lnTo>
                  <a:pt x="776275" y="0"/>
                </a:lnTo>
                <a:lnTo>
                  <a:pt x="894145" y="0"/>
                </a:lnTo>
                <a:lnTo>
                  <a:pt x="894145" y="208356"/>
                </a:lnTo>
                <a:lnTo>
                  <a:pt x="1037017" y="208356"/>
                </a:lnTo>
                <a:lnTo>
                  <a:pt x="1037017" y="321463"/>
                </a:lnTo>
                <a:lnTo>
                  <a:pt x="894145" y="321463"/>
                </a:lnTo>
                <a:lnTo>
                  <a:pt x="894145" y="552441"/>
                </a:lnTo>
                <a:close/>
              </a:path>
              <a:path w="1037590" h="1003935">
                <a:moveTo>
                  <a:pt x="0" y="523866"/>
                </a:moveTo>
                <a:lnTo>
                  <a:pt x="0" y="421474"/>
                </a:lnTo>
                <a:lnTo>
                  <a:pt x="64280" y="419753"/>
                </a:lnTo>
                <a:lnTo>
                  <a:pt x="124558" y="415106"/>
                </a:lnTo>
                <a:lnTo>
                  <a:pt x="180636" y="407481"/>
                </a:lnTo>
                <a:lnTo>
                  <a:pt x="232313" y="396825"/>
                </a:lnTo>
                <a:lnTo>
                  <a:pt x="279394" y="383087"/>
                </a:lnTo>
                <a:lnTo>
                  <a:pt x="321678" y="366214"/>
                </a:lnTo>
                <a:lnTo>
                  <a:pt x="358967" y="346155"/>
                </a:lnTo>
                <a:lnTo>
                  <a:pt x="391065" y="322857"/>
                </a:lnTo>
                <a:lnTo>
                  <a:pt x="438887" y="266338"/>
                </a:lnTo>
                <a:lnTo>
                  <a:pt x="463559" y="196240"/>
                </a:lnTo>
                <a:lnTo>
                  <a:pt x="466717" y="155969"/>
                </a:lnTo>
                <a:lnTo>
                  <a:pt x="466717" y="125013"/>
                </a:lnTo>
                <a:lnTo>
                  <a:pt x="0" y="125013"/>
                </a:lnTo>
                <a:lnTo>
                  <a:pt x="0" y="25002"/>
                </a:lnTo>
                <a:lnTo>
                  <a:pt x="585778" y="25002"/>
                </a:lnTo>
                <a:lnTo>
                  <a:pt x="585778" y="135729"/>
                </a:lnTo>
                <a:lnTo>
                  <a:pt x="583378" y="182965"/>
                </a:lnTo>
                <a:lnTo>
                  <a:pt x="576274" y="226808"/>
                </a:lnTo>
                <a:lnTo>
                  <a:pt x="564604" y="267328"/>
                </a:lnTo>
                <a:lnTo>
                  <a:pt x="548508" y="304593"/>
                </a:lnTo>
                <a:lnTo>
                  <a:pt x="528125" y="338670"/>
                </a:lnTo>
                <a:lnTo>
                  <a:pt x="503596" y="369628"/>
                </a:lnTo>
                <a:lnTo>
                  <a:pt x="475059" y="397535"/>
                </a:lnTo>
                <a:lnTo>
                  <a:pt x="442655" y="422461"/>
                </a:lnTo>
                <a:lnTo>
                  <a:pt x="406522" y="444472"/>
                </a:lnTo>
                <a:lnTo>
                  <a:pt x="366801" y="463638"/>
                </a:lnTo>
                <a:lnTo>
                  <a:pt x="323631" y="480027"/>
                </a:lnTo>
                <a:lnTo>
                  <a:pt x="277152" y="493707"/>
                </a:lnTo>
                <a:lnTo>
                  <a:pt x="227502" y="504747"/>
                </a:lnTo>
                <a:lnTo>
                  <a:pt x="174823" y="513214"/>
                </a:lnTo>
                <a:lnTo>
                  <a:pt x="119253" y="519177"/>
                </a:lnTo>
                <a:lnTo>
                  <a:pt x="60932" y="522705"/>
                </a:lnTo>
                <a:lnTo>
                  <a:pt x="0" y="523866"/>
                </a:lnTo>
                <a:close/>
              </a:path>
              <a:path w="1037590" h="1003935">
                <a:moveTo>
                  <a:pt x="894145" y="1003680"/>
                </a:moveTo>
                <a:lnTo>
                  <a:pt x="44052" y="1003680"/>
                </a:lnTo>
                <a:lnTo>
                  <a:pt x="44052" y="608399"/>
                </a:lnTo>
                <a:lnTo>
                  <a:pt x="894145" y="608399"/>
                </a:lnTo>
                <a:lnTo>
                  <a:pt x="894145" y="708410"/>
                </a:lnTo>
                <a:lnTo>
                  <a:pt x="161922" y="708410"/>
                </a:lnTo>
                <a:lnTo>
                  <a:pt x="161922" y="903669"/>
                </a:lnTo>
                <a:lnTo>
                  <a:pt x="894145" y="903669"/>
                </a:lnTo>
                <a:lnTo>
                  <a:pt x="894145" y="1003680"/>
                </a:lnTo>
                <a:close/>
              </a:path>
              <a:path w="1037590" h="1003935">
                <a:moveTo>
                  <a:pt x="894145" y="903669"/>
                </a:moveTo>
                <a:lnTo>
                  <a:pt x="776275" y="903669"/>
                </a:lnTo>
                <a:lnTo>
                  <a:pt x="776275" y="708410"/>
                </a:lnTo>
                <a:lnTo>
                  <a:pt x="894145" y="708410"/>
                </a:lnTo>
                <a:lnTo>
                  <a:pt x="894145" y="90366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44554" y="4577887"/>
            <a:ext cx="1055370" cy="1017269"/>
          </a:xfrm>
          <a:custGeom>
            <a:avLst/>
            <a:gdLst/>
            <a:ahLst/>
            <a:cxnLst/>
            <a:rect l="l" t="t" r="r" b="b"/>
            <a:pathLst>
              <a:path w="1055370" h="1017270">
                <a:moveTo>
                  <a:pt x="912004" y="1016777"/>
                </a:moveTo>
                <a:lnTo>
                  <a:pt x="794134" y="1016777"/>
                </a:lnTo>
                <a:lnTo>
                  <a:pt x="794134" y="0"/>
                </a:lnTo>
                <a:lnTo>
                  <a:pt x="912004" y="0"/>
                </a:lnTo>
                <a:lnTo>
                  <a:pt x="912004" y="411949"/>
                </a:lnTo>
                <a:lnTo>
                  <a:pt x="1054876" y="411949"/>
                </a:lnTo>
                <a:lnTo>
                  <a:pt x="1054876" y="525057"/>
                </a:lnTo>
                <a:lnTo>
                  <a:pt x="912004" y="525057"/>
                </a:lnTo>
                <a:lnTo>
                  <a:pt x="912004" y="1016777"/>
                </a:lnTo>
                <a:close/>
              </a:path>
              <a:path w="1055370" h="1017270">
                <a:moveTo>
                  <a:pt x="0" y="956056"/>
                </a:moveTo>
                <a:lnTo>
                  <a:pt x="0" y="836996"/>
                </a:lnTo>
                <a:lnTo>
                  <a:pt x="29805" y="829802"/>
                </a:lnTo>
                <a:lnTo>
                  <a:pt x="58142" y="817989"/>
                </a:lnTo>
                <a:lnTo>
                  <a:pt x="110383" y="781237"/>
                </a:lnTo>
                <a:lnTo>
                  <a:pt x="156681" y="728212"/>
                </a:lnTo>
                <a:lnTo>
                  <a:pt x="177588" y="696057"/>
                </a:lnTo>
                <a:lnTo>
                  <a:pt x="196992" y="660386"/>
                </a:lnTo>
                <a:lnTo>
                  <a:pt x="214890" y="621382"/>
                </a:lnTo>
                <a:lnTo>
                  <a:pt x="231275" y="579229"/>
                </a:lnTo>
                <a:lnTo>
                  <a:pt x="246142" y="534112"/>
                </a:lnTo>
                <a:lnTo>
                  <a:pt x="259485" y="486214"/>
                </a:lnTo>
                <a:lnTo>
                  <a:pt x="271300" y="435720"/>
                </a:lnTo>
                <a:lnTo>
                  <a:pt x="281580" y="382813"/>
                </a:lnTo>
                <a:lnTo>
                  <a:pt x="290321" y="327677"/>
                </a:lnTo>
                <a:lnTo>
                  <a:pt x="297518" y="270496"/>
                </a:lnTo>
                <a:lnTo>
                  <a:pt x="303164" y="211454"/>
                </a:lnTo>
                <a:lnTo>
                  <a:pt x="307254" y="150735"/>
                </a:lnTo>
                <a:lnTo>
                  <a:pt x="309787" y="88360"/>
                </a:lnTo>
                <a:lnTo>
                  <a:pt x="310748" y="25002"/>
                </a:lnTo>
                <a:lnTo>
                  <a:pt x="430999" y="29765"/>
                </a:lnTo>
                <a:lnTo>
                  <a:pt x="429986" y="88523"/>
                </a:lnTo>
                <a:lnTo>
                  <a:pt x="427855" y="145365"/>
                </a:lnTo>
                <a:lnTo>
                  <a:pt x="424574" y="200751"/>
                </a:lnTo>
                <a:lnTo>
                  <a:pt x="420135" y="254492"/>
                </a:lnTo>
                <a:lnTo>
                  <a:pt x="414523" y="306557"/>
                </a:lnTo>
                <a:lnTo>
                  <a:pt x="407726" y="356921"/>
                </a:lnTo>
                <a:lnTo>
                  <a:pt x="399729" y="405554"/>
                </a:lnTo>
                <a:lnTo>
                  <a:pt x="390518" y="452430"/>
                </a:lnTo>
                <a:lnTo>
                  <a:pt x="492583" y="590540"/>
                </a:lnTo>
                <a:lnTo>
                  <a:pt x="353609" y="590540"/>
                </a:lnTo>
                <a:lnTo>
                  <a:pt x="332573" y="648699"/>
                </a:lnTo>
                <a:lnTo>
                  <a:pt x="309121" y="702291"/>
                </a:lnTo>
                <a:lnTo>
                  <a:pt x="283319" y="751175"/>
                </a:lnTo>
                <a:lnTo>
                  <a:pt x="255230" y="795213"/>
                </a:lnTo>
                <a:lnTo>
                  <a:pt x="224919" y="834265"/>
                </a:lnTo>
                <a:lnTo>
                  <a:pt x="192451" y="868192"/>
                </a:lnTo>
                <a:lnTo>
                  <a:pt x="157889" y="896853"/>
                </a:lnTo>
                <a:lnTo>
                  <a:pt x="121299" y="920110"/>
                </a:lnTo>
                <a:lnTo>
                  <a:pt x="82744" y="937822"/>
                </a:lnTo>
                <a:lnTo>
                  <a:pt x="42290" y="949851"/>
                </a:lnTo>
                <a:lnTo>
                  <a:pt x="0" y="956056"/>
                </a:lnTo>
                <a:close/>
              </a:path>
              <a:path w="1055370" h="1017270">
                <a:moveTo>
                  <a:pt x="615543" y="953675"/>
                </a:moveTo>
                <a:lnTo>
                  <a:pt x="353609" y="590540"/>
                </a:lnTo>
                <a:lnTo>
                  <a:pt x="492583" y="590540"/>
                </a:lnTo>
                <a:lnTo>
                  <a:pt x="710791" y="885810"/>
                </a:lnTo>
                <a:lnTo>
                  <a:pt x="615543" y="9536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42293" y="4560028"/>
            <a:ext cx="1066800" cy="1021715"/>
          </a:xfrm>
          <a:custGeom>
            <a:avLst/>
            <a:gdLst/>
            <a:ahLst/>
            <a:cxnLst/>
            <a:rect l="l" t="t" r="r" b="b"/>
            <a:pathLst>
              <a:path w="1066800" h="1021714">
                <a:moveTo>
                  <a:pt x="404806" y="102392"/>
                </a:moveTo>
                <a:lnTo>
                  <a:pt x="285745" y="102392"/>
                </a:lnTo>
                <a:lnTo>
                  <a:pt x="285745" y="0"/>
                </a:lnTo>
                <a:lnTo>
                  <a:pt x="404806" y="0"/>
                </a:lnTo>
                <a:lnTo>
                  <a:pt x="404806" y="102392"/>
                </a:lnTo>
                <a:close/>
              </a:path>
              <a:path w="1066800" h="1021714">
                <a:moveTo>
                  <a:pt x="690551" y="192878"/>
                </a:moveTo>
                <a:lnTo>
                  <a:pt x="0" y="192878"/>
                </a:lnTo>
                <a:lnTo>
                  <a:pt x="0" y="102392"/>
                </a:lnTo>
                <a:lnTo>
                  <a:pt x="690551" y="102392"/>
                </a:lnTo>
                <a:lnTo>
                  <a:pt x="690551" y="192878"/>
                </a:lnTo>
                <a:close/>
              </a:path>
              <a:path w="1066800" h="1021714">
                <a:moveTo>
                  <a:pt x="923910" y="589349"/>
                </a:moveTo>
                <a:lnTo>
                  <a:pt x="806040" y="589349"/>
                </a:lnTo>
                <a:lnTo>
                  <a:pt x="806040" y="17859"/>
                </a:lnTo>
                <a:lnTo>
                  <a:pt x="923910" y="17859"/>
                </a:lnTo>
                <a:lnTo>
                  <a:pt x="923910" y="230977"/>
                </a:lnTo>
                <a:lnTo>
                  <a:pt x="1066782" y="230977"/>
                </a:lnTo>
                <a:lnTo>
                  <a:pt x="1066782" y="340513"/>
                </a:lnTo>
                <a:lnTo>
                  <a:pt x="923910" y="340513"/>
                </a:lnTo>
                <a:lnTo>
                  <a:pt x="923910" y="589349"/>
                </a:lnTo>
                <a:close/>
              </a:path>
              <a:path w="1066800" h="1021714">
                <a:moveTo>
                  <a:pt x="345275" y="602446"/>
                </a:moveTo>
                <a:lnTo>
                  <a:pt x="283894" y="599363"/>
                </a:lnTo>
                <a:lnTo>
                  <a:pt x="227256" y="590280"/>
                </a:lnTo>
                <a:lnTo>
                  <a:pt x="176423" y="575448"/>
                </a:lnTo>
                <a:lnTo>
                  <a:pt x="132454" y="555120"/>
                </a:lnTo>
                <a:lnTo>
                  <a:pt x="96411" y="529545"/>
                </a:lnTo>
                <a:lnTo>
                  <a:pt x="69352" y="498975"/>
                </a:lnTo>
                <a:lnTo>
                  <a:pt x="52340" y="463661"/>
                </a:lnTo>
                <a:lnTo>
                  <a:pt x="46433" y="423855"/>
                </a:lnTo>
                <a:lnTo>
                  <a:pt x="52340" y="384391"/>
                </a:lnTo>
                <a:lnTo>
                  <a:pt x="69352" y="349238"/>
                </a:lnTo>
                <a:lnTo>
                  <a:pt x="96411" y="318689"/>
                </a:lnTo>
                <a:lnTo>
                  <a:pt x="132454" y="293037"/>
                </a:lnTo>
                <a:lnTo>
                  <a:pt x="176423" y="272576"/>
                </a:lnTo>
                <a:lnTo>
                  <a:pt x="227256" y="257598"/>
                </a:lnTo>
                <a:lnTo>
                  <a:pt x="283894" y="248397"/>
                </a:lnTo>
                <a:lnTo>
                  <a:pt x="345275" y="245264"/>
                </a:lnTo>
                <a:lnTo>
                  <a:pt x="406264" y="248397"/>
                </a:lnTo>
                <a:lnTo>
                  <a:pt x="462606" y="257598"/>
                </a:lnTo>
                <a:lnTo>
                  <a:pt x="513227" y="272576"/>
                </a:lnTo>
                <a:lnTo>
                  <a:pt x="557054" y="293037"/>
                </a:lnTo>
                <a:lnTo>
                  <a:pt x="593012" y="318689"/>
                </a:lnTo>
                <a:lnTo>
                  <a:pt x="603888" y="330988"/>
                </a:lnTo>
                <a:lnTo>
                  <a:pt x="345275" y="330988"/>
                </a:lnTo>
                <a:lnTo>
                  <a:pt x="282068" y="335617"/>
                </a:lnTo>
                <a:lnTo>
                  <a:pt x="230520" y="348590"/>
                </a:lnTo>
                <a:lnTo>
                  <a:pt x="192001" y="368535"/>
                </a:lnTo>
                <a:lnTo>
                  <a:pt x="167884" y="394081"/>
                </a:lnTo>
                <a:lnTo>
                  <a:pt x="159541" y="423855"/>
                </a:lnTo>
                <a:lnTo>
                  <a:pt x="167884" y="453630"/>
                </a:lnTo>
                <a:lnTo>
                  <a:pt x="192001" y="479176"/>
                </a:lnTo>
                <a:lnTo>
                  <a:pt x="230520" y="499121"/>
                </a:lnTo>
                <a:lnTo>
                  <a:pt x="282068" y="512093"/>
                </a:lnTo>
                <a:lnTo>
                  <a:pt x="345275" y="516722"/>
                </a:lnTo>
                <a:lnTo>
                  <a:pt x="604343" y="516722"/>
                </a:lnTo>
                <a:lnTo>
                  <a:pt x="593012" y="529545"/>
                </a:lnTo>
                <a:lnTo>
                  <a:pt x="557054" y="555120"/>
                </a:lnTo>
                <a:lnTo>
                  <a:pt x="513227" y="575448"/>
                </a:lnTo>
                <a:lnTo>
                  <a:pt x="462606" y="590280"/>
                </a:lnTo>
                <a:lnTo>
                  <a:pt x="406264" y="599363"/>
                </a:lnTo>
                <a:lnTo>
                  <a:pt x="345275" y="602446"/>
                </a:lnTo>
                <a:close/>
              </a:path>
              <a:path w="1066800" h="1021714">
                <a:moveTo>
                  <a:pt x="604343" y="516722"/>
                </a:moveTo>
                <a:lnTo>
                  <a:pt x="345275" y="516722"/>
                </a:lnTo>
                <a:lnTo>
                  <a:pt x="408025" y="512093"/>
                </a:lnTo>
                <a:lnTo>
                  <a:pt x="459516" y="499121"/>
                </a:lnTo>
                <a:lnTo>
                  <a:pt x="498206" y="479176"/>
                </a:lnTo>
                <a:lnTo>
                  <a:pt x="522552" y="453630"/>
                </a:lnTo>
                <a:lnTo>
                  <a:pt x="531010" y="423855"/>
                </a:lnTo>
                <a:lnTo>
                  <a:pt x="522552" y="394081"/>
                </a:lnTo>
                <a:lnTo>
                  <a:pt x="498206" y="368535"/>
                </a:lnTo>
                <a:lnTo>
                  <a:pt x="459516" y="348590"/>
                </a:lnTo>
                <a:lnTo>
                  <a:pt x="408025" y="335617"/>
                </a:lnTo>
                <a:lnTo>
                  <a:pt x="345275" y="330988"/>
                </a:lnTo>
                <a:lnTo>
                  <a:pt x="603888" y="330988"/>
                </a:lnTo>
                <a:lnTo>
                  <a:pt x="620026" y="349238"/>
                </a:lnTo>
                <a:lnTo>
                  <a:pt x="637023" y="384391"/>
                </a:lnTo>
                <a:lnTo>
                  <a:pt x="642927" y="423855"/>
                </a:lnTo>
                <a:lnTo>
                  <a:pt x="637023" y="463661"/>
                </a:lnTo>
                <a:lnTo>
                  <a:pt x="620026" y="498975"/>
                </a:lnTo>
                <a:lnTo>
                  <a:pt x="604343" y="516722"/>
                </a:lnTo>
                <a:close/>
              </a:path>
              <a:path w="1066800" h="1021714">
                <a:moveTo>
                  <a:pt x="923910" y="1021539"/>
                </a:moveTo>
                <a:lnTo>
                  <a:pt x="73817" y="1021539"/>
                </a:lnTo>
                <a:lnTo>
                  <a:pt x="73817" y="644117"/>
                </a:lnTo>
                <a:lnTo>
                  <a:pt x="188115" y="644117"/>
                </a:lnTo>
                <a:lnTo>
                  <a:pt x="188115" y="735794"/>
                </a:lnTo>
                <a:lnTo>
                  <a:pt x="923910" y="735794"/>
                </a:lnTo>
                <a:lnTo>
                  <a:pt x="923910" y="826280"/>
                </a:lnTo>
                <a:lnTo>
                  <a:pt x="188115" y="826280"/>
                </a:lnTo>
                <a:lnTo>
                  <a:pt x="188115" y="928672"/>
                </a:lnTo>
                <a:lnTo>
                  <a:pt x="923910" y="928672"/>
                </a:lnTo>
                <a:lnTo>
                  <a:pt x="923910" y="1021539"/>
                </a:lnTo>
                <a:close/>
              </a:path>
              <a:path w="1066800" h="1021714">
                <a:moveTo>
                  <a:pt x="923910" y="735794"/>
                </a:moveTo>
                <a:lnTo>
                  <a:pt x="809612" y="735794"/>
                </a:lnTo>
                <a:lnTo>
                  <a:pt x="809612" y="644117"/>
                </a:lnTo>
                <a:lnTo>
                  <a:pt x="923910" y="644117"/>
                </a:lnTo>
                <a:lnTo>
                  <a:pt x="923910" y="735794"/>
                </a:lnTo>
                <a:close/>
              </a:path>
              <a:path w="1066800" h="1021714">
                <a:moveTo>
                  <a:pt x="923910" y="928672"/>
                </a:moveTo>
                <a:lnTo>
                  <a:pt x="809612" y="928672"/>
                </a:lnTo>
                <a:lnTo>
                  <a:pt x="809612" y="826280"/>
                </a:lnTo>
                <a:lnTo>
                  <a:pt x="923910" y="826280"/>
                </a:lnTo>
                <a:lnTo>
                  <a:pt x="923910" y="928672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13849" y="4577887"/>
            <a:ext cx="890905" cy="1018540"/>
          </a:xfrm>
          <a:custGeom>
            <a:avLst/>
            <a:gdLst/>
            <a:ahLst/>
            <a:cxnLst/>
            <a:rect l="l" t="t" r="r" b="b"/>
            <a:pathLst>
              <a:path w="890904" h="1018539">
                <a:moveTo>
                  <a:pt x="772703" y="1017968"/>
                </a:moveTo>
                <a:lnTo>
                  <a:pt x="772703" y="0"/>
                </a:lnTo>
                <a:lnTo>
                  <a:pt x="890573" y="0"/>
                </a:lnTo>
                <a:lnTo>
                  <a:pt x="890573" y="1016777"/>
                </a:lnTo>
                <a:lnTo>
                  <a:pt x="772703" y="1017968"/>
                </a:lnTo>
                <a:close/>
              </a:path>
              <a:path w="890904" h="1018539">
                <a:moveTo>
                  <a:pt x="415521" y="956056"/>
                </a:moveTo>
                <a:lnTo>
                  <a:pt x="0" y="956056"/>
                </a:lnTo>
                <a:lnTo>
                  <a:pt x="0" y="30955"/>
                </a:lnTo>
                <a:lnTo>
                  <a:pt x="120251" y="30955"/>
                </a:lnTo>
                <a:lnTo>
                  <a:pt x="120251" y="847711"/>
                </a:lnTo>
                <a:lnTo>
                  <a:pt x="678645" y="847711"/>
                </a:lnTo>
                <a:lnTo>
                  <a:pt x="678645" y="906051"/>
                </a:lnTo>
                <a:lnTo>
                  <a:pt x="636878" y="923138"/>
                </a:lnTo>
                <a:lnTo>
                  <a:pt x="587397" y="937025"/>
                </a:lnTo>
                <a:lnTo>
                  <a:pt x="532486" y="947369"/>
                </a:lnTo>
                <a:lnTo>
                  <a:pt x="474432" y="953827"/>
                </a:lnTo>
                <a:lnTo>
                  <a:pt x="415521" y="956056"/>
                </a:lnTo>
                <a:close/>
              </a:path>
              <a:path w="890904" h="1018539">
                <a:moveTo>
                  <a:pt x="678645" y="847711"/>
                </a:moveTo>
                <a:lnTo>
                  <a:pt x="415521" y="847711"/>
                </a:lnTo>
                <a:lnTo>
                  <a:pt x="473975" y="845368"/>
                </a:lnTo>
                <a:lnTo>
                  <a:pt x="531972" y="838681"/>
                </a:lnTo>
                <a:lnTo>
                  <a:pt x="587054" y="828166"/>
                </a:lnTo>
                <a:lnTo>
                  <a:pt x="636764" y="814336"/>
                </a:lnTo>
                <a:lnTo>
                  <a:pt x="678645" y="797706"/>
                </a:lnTo>
                <a:lnTo>
                  <a:pt x="678645" y="84771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12779" y="4577887"/>
            <a:ext cx="1016000" cy="1017269"/>
          </a:xfrm>
          <a:custGeom>
            <a:avLst/>
            <a:gdLst/>
            <a:ahLst/>
            <a:cxnLst/>
            <a:rect l="l" t="t" r="r" b="b"/>
            <a:pathLst>
              <a:path w="1016000" h="1017270">
                <a:moveTo>
                  <a:pt x="872714" y="1016777"/>
                </a:moveTo>
                <a:lnTo>
                  <a:pt x="754844" y="1016777"/>
                </a:lnTo>
                <a:lnTo>
                  <a:pt x="754844" y="0"/>
                </a:lnTo>
                <a:lnTo>
                  <a:pt x="872714" y="0"/>
                </a:lnTo>
                <a:lnTo>
                  <a:pt x="872714" y="411949"/>
                </a:lnTo>
                <a:lnTo>
                  <a:pt x="1015586" y="411949"/>
                </a:lnTo>
                <a:lnTo>
                  <a:pt x="1015586" y="525057"/>
                </a:lnTo>
                <a:lnTo>
                  <a:pt x="872714" y="525057"/>
                </a:lnTo>
                <a:lnTo>
                  <a:pt x="872714" y="1016777"/>
                </a:lnTo>
                <a:close/>
              </a:path>
              <a:path w="1016000" h="1017270">
                <a:moveTo>
                  <a:pt x="397662" y="956056"/>
                </a:moveTo>
                <a:lnTo>
                  <a:pt x="0" y="956056"/>
                </a:lnTo>
                <a:lnTo>
                  <a:pt x="0" y="36908"/>
                </a:lnTo>
                <a:lnTo>
                  <a:pt x="586968" y="36908"/>
                </a:lnTo>
                <a:lnTo>
                  <a:pt x="586968" y="144063"/>
                </a:lnTo>
                <a:lnTo>
                  <a:pt x="120251" y="144063"/>
                </a:lnTo>
                <a:lnTo>
                  <a:pt x="120251" y="848902"/>
                </a:lnTo>
                <a:lnTo>
                  <a:pt x="666739" y="848902"/>
                </a:lnTo>
                <a:lnTo>
                  <a:pt x="666739" y="907241"/>
                </a:lnTo>
                <a:lnTo>
                  <a:pt x="624353" y="924205"/>
                </a:lnTo>
                <a:lnTo>
                  <a:pt x="573395" y="937797"/>
                </a:lnTo>
                <a:lnTo>
                  <a:pt x="516722" y="947789"/>
                </a:lnTo>
                <a:lnTo>
                  <a:pt x="457192" y="953951"/>
                </a:lnTo>
                <a:lnTo>
                  <a:pt x="397662" y="956056"/>
                </a:lnTo>
                <a:close/>
              </a:path>
              <a:path w="1016000" h="1017270">
                <a:moveTo>
                  <a:pt x="666739" y="848902"/>
                </a:moveTo>
                <a:lnTo>
                  <a:pt x="403615" y="848902"/>
                </a:lnTo>
                <a:lnTo>
                  <a:pt x="462069" y="846682"/>
                </a:lnTo>
                <a:lnTo>
                  <a:pt x="520066" y="840291"/>
                </a:lnTo>
                <a:lnTo>
                  <a:pt x="575148" y="830128"/>
                </a:lnTo>
                <a:lnTo>
                  <a:pt x="624858" y="816593"/>
                </a:lnTo>
                <a:lnTo>
                  <a:pt x="666739" y="800087"/>
                </a:lnTo>
                <a:lnTo>
                  <a:pt x="666739" y="848902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1323" y="8222208"/>
            <a:ext cx="13585825" cy="0"/>
          </a:xfrm>
          <a:custGeom>
            <a:avLst/>
            <a:gdLst/>
            <a:ahLst/>
            <a:cxnLst/>
            <a:rect l="l" t="t" r="r" b="b"/>
            <a:pathLst>
              <a:path w="13585825">
                <a:moveTo>
                  <a:pt x="0" y="0"/>
                </a:moveTo>
                <a:lnTo>
                  <a:pt x="13585352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722422" y="4593365"/>
            <a:ext cx="1006475" cy="1112520"/>
          </a:xfrm>
          <a:custGeom>
            <a:avLst/>
            <a:gdLst/>
            <a:ahLst/>
            <a:cxnLst/>
            <a:rect l="l" t="t" r="r" b="b"/>
            <a:pathLst>
              <a:path w="1006475" h="1112520">
                <a:moveTo>
                  <a:pt x="503626" y="997727"/>
                </a:moveTo>
                <a:lnTo>
                  <a:pt x="453377" y="995567"/>
                </a:lnTo>
                <a:lnTo>
                  <a:pt x="404855" y="989194"/>
                </a:lnTo>
                <a:lnTo>
                  <a:pt x="358231" y="978772"/>
                </a:lnTo>
                <a:lnTo>
                  <a:pt x="313675" y="964463"/>
                </a:lnTo>
                <a:lnTo>
                  <a:pt x="271356" y="946430"/>
                </a:lnTo>
                <a:lnTo>
                  <a:pt x="231445" y="924837"/>
                </a:lnTo>
                <a:lnTo>
                  <a:pt x="194112" y="899845"/>
                </a:lnTo>
                <a:lnTo>
                  <a:pt x="159527" y="871619"/>
                </a:lnTo>
                <a:lnTo>
                  <a:pt x="127861" y="840319"/>
                </a:lnTo>
                <a:lnTo>
                  <a:pt x="99283" y="806111"/>
                </a:lnTo>
                <a:lnTo>
                  <a:pt x="73963" y="769155"/>
                </a:lnTo>
                <a:lnTo>
                  <a:pt x="52072" y="729616"/>
                </a:lnTo>
                <a:lnTo>
                  <a:pt x="33779" y="687656"/>
                </a:lnTo>
                <a:lnTo>
                  <a:pt x="19256" y="643438"/>
                </a:lnTo>
                <a:lnTo>
                  <a:pt x="8671" y="597125"/>
                </a:lnTo>
                <a:lnTo>
                  <a:pt x="2196" y="548879"/>
                </a:lnTo>
                <a:lnTo>
                  <a:pt x="0" y="498863"/>
                </a:lnTo>
                <a:lnTo>
                  <a:pt x="2184" y="448848"/>
                </a:lnTo>
                <a:lnTo>
                  <a:pt x="8626" y="400602"/>
                </a:lnTo>
                <a:lnTo>
                  <a:pt x="19158" y="354289"/>
                </a:lnTo>
                <a:lnTo>
                  <a:pt x="33613" y="310071"/>
                </a:lnTo>
                <a:lnTo>
                  <a:pt x="51823" y="268110"/>
                </a:lnTo>
                <a:lnTo>
                  <a:pt x="73623" y="228571"/>
                </a:lnTo>
                <a:lnTo>
                  <a:pt x="98843" y="191616"/>
                </a:lnTo>
                <a:lnTo>
                  <a:pt x="127318" y="157407"/>
                </a:lnTo>
                <a:lnTo>
                  <a:pt x="158880" y="126108"/>
                </a:lnTo>
                <a:lnTo>
                  <a:pt x="193361" y="97881"/>
                </a:lnTo>
                <a:lnTo>
                  <a:pt x="230595" y="72890"/>
                </a:lnTo>
                <a:lnTo>
                  <a:pt x="270414" y="51296"/>
                </a:lnTo>
                <a:lnTo>
                  <a:pt x="312651" y="33264"/>
                </a:lnTo>
                <a:lnTo>
                  <a:pt x="357139" y="18955"/>
                </a:lnTo>
                <a:lnTo>
                  <a:pt x="403710" y="8533"/>
                </a:lnTo>
                <a:lnTo>
                  <a:pt x="452198" y="2160"/>
                </a:lnTo>
                <a:lnTo>
                  <a:pt x="502435" y="0"/>
                </a:lnTo>
                <a:lnTo>
                  <a:pt x="552684" y="2160"/>
                </a:lnTo>
                <a:lnTo>
                  <a:pt x="601206" y="8533"/>
                </a:lnTo>
                <a:lnTo>
                  <a:pt x="647830" y="18955"/>
                </a:lnTo>
                <a:lnTo>
                  <a:pt x="692386" y="33264"/>
                </a:lnTo>
                <a:lnTo>
                  <a:pt x="734705" y="51296"/>
                </a:lnTo>
                <a:lnTo>
                  <a:pt x="774616" y="72890"/>
                </a:lnTo>
                <a:lnTo>
                  <a:pt x="811949" y="97881"/>
                </a:lnTo>
                <a:lnTo>
                  <a:pt x="832063" y="114298"/>
                </a:lnTo>
                <a:lnTo>
                  <a:pt x="502435" y="114298"/>
                </a:lnTo>
                <a:lnTo>
                  <a:pt x="453237" y="117087"/>
                </a:lnTo>
                <a:lnTo>
                  <a:pt x="406386" y="125284"/>
                </a:lnTo>
                <a:lnTo>
                  <a:pt x="362159" y="138631"/>
                </a:lnTo>
                <a:lnTo>
                  <a:pt x="320832" y="156871"/>
                </a:lnTo>
                <a:lnTo>
                  <a:pt x="282683" y="179748"/>
                </a:lnTo>
                <a:lnTo>
                  <a:pt x="247986" y="207006"/>
                </a:lnTo>
                <a:lnTo>
                  <a:pt x="217019" y="238386"/>
                </a:lnTo>
                <a:lnTo>
                  <a:pt x="190057" y="273632"/>
                </a:lnTo>
                <a:lnTo>
                  <a:pt x="167379" y="312487"/>
                </a:lnTo>
                <a:lnTo>
                  <a:pt x="149258" y="354695"/>
                </a:lnTo>
                <a:lnTo>
                  <a:pt x="135973" y="399998"/>
                </a:lnTo>
                <a:lnTo>
                  <a:pt x="127799" y="448140"/>
                </a:lnTo>
                <a:lnTo>
                  <a:pt x="125013" y="498863"/>
                </a:lnTo>
                <a:lnTo>
                  <a:pt x="127819" y="549353"/>
                </a:lnTo>
                <a:lnTo>
                  <a:pt x="136049" y="597335"/>
                </a:lnTo>
                <a:lnTo>
                  <a:pt x="149419" y="642544"/>
                </a:lnTo>
                <a:lnTo>
                  <a:pt x="167647" y="684713"/>
                </a:lnTo>
                <a:lnTo>
                  <a:pt x="190450" y="723575"/>
                </a:lnTo>
                <a:lnTo>
                  <a:pt x="217545" y="758863"/>
                </a:lnTo>
                <a:lnTo>
                  <a:pt x="248650" y="790312"/>
                </a:lnTo>
                <a:lnTo>
                  <a:pt x="283480" y="817653"/>
                </a:lnTo>
                <a:lnTo>
                  <a:pt x="321754" y="840622"/>
                </a:lnTo>
                <a:lnTo>
                  <a:pt x="363189" y="858950"/>
                </a:lnTo>
                <a:lnTo>
                  <a:pt x="407501" y="872372"/>
                </a:lnTo>
                <a:lnTo>
                  <a:pt x="454407" y="880620"/>
                </a:lnTo>
                <a:lnTo>
                  <a:pt x="503626" y="883429"/>
                </a:lnTo>
                <a:lnTo>
                  <a:pt x="861361" y="883429"/>
                </a:lnTo>
                <a:lnTo>
                  <a:pt x="905497" y="939388"/>
                </a:lnTo>
                <a:lnTo>
                  <a:pt x="748891" y="939388"/>
                </a:lnTo>
                <a:lnTo>
                  <a:pt x="704638" y="960085"/>
                </a:lnTo>
                <a:lnTo>
                  <a:pt x="657757" y="976382"/>
                </a:lnTo>
                <a:lnTo>
                  <a:pt x="608475" y="988164"/>
                </a:lnTo>
                <a:lnTo>
                  <a:pt x="557022" y="995318"/>
                </a:lnTo>
                <a:lnTo>
                  <a:pt x="503626" y="997727"/>
                </a:lnTo>
                <a:close/>
              </a:path>
              <a:path w="1006475" h="1112520">
                <a:moveTo>
                  <a:pt x="928904" y="773893"/>
                </a:moveTo>
                <a:lnTo>
                  <a:pt x="775084" y="773893"/>
                </a:lnTo>
                <a:lnTo>
                  <a:pt x="806084" y="737646"/>
                </a:lnTo>
                <a:lnTo>
                  <a:pt x="832189" y="697033"/>
                </a:lnTo>
                <a:lnTo>
                  <a:pt x="853069" y="652452"/>
                </a:lnTo>
                <a:lnTo>
                  <a:pt x="868392" y="604298"/>
                </a:lnTo>
                <a:lnTo>
                  <a:pt x="877829" y="552970"/>
                </a:lnTo>
                <a:lnTo>
                  <a:pt x="881048" y="498863"/>
                </a:lnTo>
                <a:lnTo>
                  <a:pt x="878242" y="448140"/>
                </a:lnTo>
                <a:lnTo>
                  <a:pt x="870012" y="399998"/>
                </a:lnTo>
                <a:lnTo>
                  <a:pt x="856642" y="354695"/>
                </a:lnTo>
                <a:lnTo>
                  <a:pt x="838414" y="312487"/>
                </a:lnTo>
                <a:lnTo>
                  <a:pt x="815611" y="273632"/>
                </a:lnTo>
                <a:lnTo>
                  <a:pt x="788516" y="238386"/>
                </a:lnTo>
                <a:lnTo>
                  <a:pt x="757411" y="207006"/>
                </a:lnTo>
                <a:lnTo>
                  <a:pt x="722581" y="179748"/>
                </a:lnTo>
                <a:lnTo>
                  <a:pt x="684307" y="156871"/>
                </a:lnTo>
                <a:lnTo>
                  <a:pt x="642873" y="138631"/>
                </a:lnTo>
                <a:lnTo>
                  <a:pt x="598561" y="125284"/>
                </a:lnTo>
                <a:lnTo>
                  <a:pt x="551654" y="117087"/>
                </a:lnTo>
                <a:lnTo>
                  <a:pt x="502435" y="114298"/>
                </a:lnTo>
                <a:lnTo>
                  <a:pt x="832063" y="114298"/>
                </a:lnTo>
                <a:lnTo>
                  <a:pt x="878200" y="157407"/>
                </a:lnTo>
                <a:lnTo>
                  <a:pt x="906778" y="191616"/>
                </a:lnTo>
                <a:lnTo>
                  <a:pt x="932098" y="228571"/>
                </a:lnTo>
                <a:lnTo>
                  <a:pt x="953989" y="268110"/>
                </a:lnTo>
                <a:lnTo>
                  <a:pt x="972282" y="310071"/>
                </a:lnTo>
                <a:lnTo>
                  <a:pt x="986805" y="354289"/>
                </a:lnTo>
                <a:lnTo>
                  <a:pt x="997390" y="400602"/>
                </a:lnTo>
                <a:lnTo>
                  <a:pt x="1003865" y="448848"/>
                </a:lnTo>
                <a:lnTo>
                  <a:pt x="1006062" y="498863"/>
                </a:lnTo>
                <a:lnTo>
                  <a:pt x="1003364" y="554524"/>
                </a:lnTo>
                <a:lnTo>
                  <a:pt x="995421" y="607953"/>
                </a:lnTo>
                <a:lnTo>
                  <a:pt x="982454" y="658926"/>
                </a:lnTo>
                <a:lnTo>
                  <a:pt x="964688" y="707219"/>
                </a:lnTo>
                <a:lnTo>
                  <a:pt x="942346" y="752611"/>
                </a:lnTo>
                <a:lnTo>
                  <a:pt x="928904" y="773893"/>
                </a:lnTo>
                <a:close/>
              </a:path>
              <a:path w="1006475" h="1112520">
                <a:moveTo>
                  <a:pt x="861361" y="883429"/>
                </a:moveTo>
                <a:lnTo>
                  <a:pt x="503626" y="883429"/>
                </a:lnTo>
                <a:lnTo>
                  <a:pt x="549836" y="880992"/>
                </a:lnTo>
                <a:lnTo>
                  <a:pt x="593814" y="873755"/>
                </a:lnTo>
                <a:lnTo>
                  <a:pt x="635560" y="861831"/>
                </a:lnTo>
                <a:lnTo>
                  <a:pt x="675073" y="845330"/>
                </a:lnTo>
                <a:lnTo>
                  <a:pt x="501245" y="626258"/>
                </a:lnTo>
                <a:lnTo>
                  <a:pt x="598874" y="551250"/>
                </a:lnTo>
                <a:lnTo>
                  <a:pt x="775084" y="773893"/>
                </a:lnTo>
                <a:lnTo>
                  <a:pt x="928904" y="773893"/>
                </a:lnTo>
                <a:lnTo>
                  <a:pt x="915650" y="794878"/>
                </a:lnTo>
                <a:lnTo>
                  <a:pt x="884824" y="833796"/>
                </a:lnTo>
                <a:lnTo>
                  <a:pt x="850092" y="869142"/>
                </a:lnTo>
                <a:lnTo>
                  <a:pt x="861361" y="883429"/>
                </a:lnTo>
                <a:close/>
              </a:path>
              <a:path w="1006475" h="1112520">
                <a:moveTo>
                  <a:pt x="885810" y="1112025"/>
                </a:moveTo>
                <a:lnTo>
                  <a:pt x="748891" y="939388"/>
                </a:lnTo>
                <a:lnTo>
                  <a:pt x="905497" y="939388"/>
                </a:lnTo>
                <a:lnTo>
                  <a:pt x="983440" y="1038208"/>
                </a:lnTo>
                <a:lnTo>
                  <a:pt x="885810" y="11120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13017" y="4592174"/>
            <a:ext cx="859790" cy="999490"/>
          </a:xfrm>
          <a:custGeom>
            <a:avLst/>
            <a:gdLst/>
            <a:ahLst/>
            <a:cxnLst/>
            <a:rect l="l" t="t" r="r" b="b"/>
            <a:pathLst>
              <a:path w="859790" h="999489">
                <a:moveTo>
                  <a:pt x="345275" y="998918"/>
                </a:moveTo>
                <a:lnTo>
                  <a:pt x="283797" y="995897"/>
                </a:lnTo>
                <a:lnTo>
                  <a:pt x="227483" y="987056"/>
                </a:lnTo>
                <a:lnTo>
                  <a:pt x="176650" y="972725"/>
                </a:lnTo>
                <a:lnTo>
                  <a:pt x="131605" y="953234"/>
                </a:lnTo>
                <a:lnTo>
                  <a:pt x="92718" y="928970"/>
                </a:lnTo>
                <a:lnTo>
                  <a:pt x="60158" y="900164"/>
                </a:lnTo>
                <a:lnTo>
                  <a:pt x="34300" y="867187"/>
                </a:lnTo>
                <a:lnTo>
                  <a:pt x="15449" y="830366"/>
                </a:lnTo>
                <a:lnTo>
                  <a:pt x="3913" y="790031"/>
                </a:lnTo>
                <a:lnTo>
                  <a:pt x="0" y="746509"/>
                </a:lnTo>
                <a:lnTo>
                  <a:pt x="4797" y="699390"/>
                </a:lnTo>
                <a:lnTo>
                  <a:pt x="18510" y="656861"/>
                </a:lnTo>
                <a:lnTo>
                  <a:pt x="40120" y="618489"/>
                </a:lnTo>
                <a:lnTo>
                  <a:pt x="68608" y="583843"/>
                </a:lnTo>
                <a:lnTo>
                  <a:pt x="102957" y="552490"/>
                </a:lnTo>
                <a:lnTo>
                  <a:pt x="142147" y="523996"/>
                </a:lnTo>
                <a:lnTo>
                  <a:pt x="185160" y="497931"/>
                </a:lnTo>
                <a:lnTo>
                  <a:pt x="230977" y="473861"/>
                </a:lnTo>
                <a:lnTo>
                  <a:pt x="193449" y="430275"/>
                </a:lnTo>
                <a:lnTo>
                  <a:pt x="160779" y="386061"/>
                </a:lnTo>
                <a:lnTo>
                  <a:pt x="134967" y="340303"/>
                </a:lnTo>
                <a:lnTo>
                  <a:pt x="118012" y="292088"/>
                </a:lnTo>
                <a:lnTo>
                  <a:pt x="111916" y="240502"/>
                </a:lnTo>
                <a:lnTo>
                  <a:pt x="116344" y="194625"/>
                </a:lnTo>
                <a:lnTo>
                  <a:pt x="129170" y="152531"/>
                </a:lnTo>
                <a:lnTo>
                  <a:pt x="149707" y="114650"/>
                </a:lnTo>
                <a:lnTo>
                  <a:pt x="177271" y="81415"/>
                </a:lnTo>
                <a:lnTo>
                  <a:pt x="211174" y="53255"/>
                </a:lnTo>
                <a:lnTo>
                  <a:pt x="250732" y="30602"/>
                </a:lnTo>
                <a:lnTo>
                  <a:pt x="295258" y="13888"/>
                </a:lnTo>
                <a:lnTo>
                  <a:pt x="344067" y="3544"/>
                </a:lnTo>
                <a:lnTo>
                  <a:pt x="396471" y="0"/>
                </a:lnTo>
                <a:lnTo>
                  <a:pt x="449531" y="3400"/>
                </a:lnTo>
                <a:lnTo>
                  <a:pt x="498073" y="13268"/>
                </a:lnTo>
                <a:lnTo>
                  <a:pt x="541637" y="29103"/>
                </a:lnTo>
                <a:lnTo>
                  <a:pt x="579763" y="50407"/>
                </a:lnTo>
                <a:lnTo>
                  <a:pt x="611989" y="76678"/>
                </a:lnTo>
                <a:lnTo>
                  <a:pt x="626613" y="94057"/>
                </a:lnTo>
                <a:lnTo>
                  <a:pt x="397662" y="94057"/>
                </a:lnTo>
                <a:lnTo>
                  <a:pt x="345494" y="100782"/>
                </a:lnTo>
                <a:lnTo>
                  <a:pt x="300642" y="119851"/>
                </a:lnTo>
                <a:lnTo>
                  <a:pt x="265562" y="149606"/>
                </a:lnTo>
                <a:lnTo>
                  <a:pt x="242712" y="188391"/>
                </a:lnTo>
                <a:lnTo>
                  <a:pt x="234549" y="234549"/>
                </a:lnTo>
                <a:lnTo>
                  <a:pt x="239416" y="274010"/>
                </a:lnTo>
                <a:lnTo>
                  <a:pt x="253484" y="310786"/>
                </a:lnTo>
                <a:lnTo>
                  <a:pt x="275953" y="346761"/>
                </a:lnTo>
                <a:lnTo>
                  <a:pt x="306023" y="383822"/>
                </a:lnTo>
                <a:lnTo>
                  <a:pt x="342894" y="423855"/>
                </a:lnTo>
                <a:lnTo>
                  <a:pt x="556144" y="423855"/>
                </a:lnTo>
                <a:lnTo>
                  <a:pt x="544988" y="432234"/>
                </a:lnTo>
                <a:lnTo>
                  <a:pt x="505195" y="457029"/>
                </a:lnTo>
                <a:lnTo>
                  <a:pt x="462178" y="480256"/>
                </a:lnTo>
                <a:lnTo>
                  <a:pt x="416712" y="502435"/>
                </a:lnTo>
                <a:lnTo>
                  <a:pt x="465337" y="554822"/>
                </a:lnTo>
                <a:lnTo>
                  <a:pt x="305985" y="554822"/>
                </a:lnTo>
                <a:lnTo>
                  <a:pt x="254045" y="582388"/>
                </a:lnTo>
                <a:lnTo>
                  <a:pt x="209546" y="609854"/>
                </a:lnTo>
                <a:lnTo>
                  <a:pt x="173381" y="638313"/>
                </a:lnTo>
                <a:lnTo>
                  <a:pt x="146444" y="668855"/>
                </a:lnTo>
                <a:lnTo>
                  <a:pt x="123823" y="740556"/>
                </a:lnTo>
                <a:lnTo>
                  <a:pt x="129050" y="778371"/>
                </a:lnTo>
                <a:lnTo>
                  <a:pt x="169184" y="840463"/>
                </a:lnTo>
                <a:lnTo>
                  <a:pt x="202965" y="863657"/>
                </a:lnTo>
                <a:lnTo>
                  <a:pt x="245139" y="880895"/>
                </a:lnTo>
                <a:lnTo>
                  <a:pt x="295145" y="891635"/>
                </a:lnTo>
                <a:lnTo>
                  <a:pt x="352419" y="895335"/>
                </a:lnTo>
                <a:lnTo>
                  <a:pt x="781790" y="895335"/>
                </a:lnTo>
                <a:lnTo>
                  <a:pt x="786237" y="900098"/>
                </a:lnTo>
                <a:lnTo>
                  <a:pt x="627449" y="900098"/>
                </a:lnTo>
                <a:lnTo>
                  <a:pt x="587019" y="928970"/>
                </a:lnTo>
                <a:lnTo>
                  <a:pt x="543613" y="953275"/>
                </a:lnTo>
                <a:lnTo>
                  <a:pt x="497435" y="972751"/>
                </a:lnTo>
                <a:lnTo>
                  <a:pt x="448783" y="987069"/>
                </a:lnTo>
                <a:lnTo>
                  <a:pt x="397946" y="995901"/>
                </a:lnTo>
                <a:lnTo>
                  <a:pt x="345275" y="998918"/>
                </a:lnTo>
                <a:close/>
              </a:path>
              <a:path w="859790" h="999489">
                <a:moveTo>
                  <a:pt x="556144" y="423855"/>
                </a:moveTo>
                <a:lnTo>
                  <a:pt x="342894" y="423855"/>
                </a:lnTo>
                <a:lnTo>
                  <a:pt x="399343" y="397149"/>
                </a:lnTo>
                <a:lnTo>
                  <a:pt x="449608" y="369749"/>
                </a:lnTo>
                <a:lnTo>
                  <a:pt x="491869" y="340364"/>
                </a:lnTo>
                <a:lnTo>
                  <a:pt x="524307" y="307705"/>
                </a:lnTo>
                <a:lnTo>
                  <a:pt x="545104" y="270482"/>
                </a:lnTo>
                <a:lnTo>
                  <a:pt x="552441" y="227405"/>
                </a:lnTo>
                <a:lnTo>
                  <a:pt x="545030" y="182905"/>
                </a:lnTo>
                <a:lnTo>
                  <a:pt x="524019" y="146006"/>
                </a:lnTo>
                <a:lnTo>
                  <a:pt x="491234" y="118022"/>
                </a:lnTo>
                <a:lnTo>
                  <a:pt x="448506" y="100268"/>
                </a:lnTo>
                <a:lnTo>
                  <a:pt x="397662" y="94057"/>
                </a:lnTo>
                <a:lnTo>
                  <a:pt x="626613" y="94057"/>
                </a:lnTo>
                <a:lnTo>
                  <a:pt x="637856" y="107419"/>
                </a:lnTo>
                <a:lnTo>
                  <a:pt x="656902" y="142127"/>
                </a:lnTo>
                <a:lnTo>
                  <a:pt x="668668" y="180305"/>
                </a:lnTo>
                <a:lnTo>
                  <a:pt x="672692" y="221452"/>
                </a:lnTo>
                <a:lnTo>
                  <a:pt x="668499" y="266561"/>
                </a:lnTo>
                <a:lnTo>
                  <a:pt x="656438" y="306986"/>
                </a:lnTo>
                <a:lnTo>
                  <a:pt x="637282" y="343247"/>
                </a:lnTo>
                <a:lnTo>
                  <a:pt x="611806" y="375862"/>
                </a:lnTo>
                <a:lnTo>
                  <a:pt x="580783" y="405351"/>
                </a:lnTo>
                <a:lnTo>
                  <a:pt x="556144" y="423855"/>
                </a:lnTo>
                <a:close/>
              </a:path>
              <a:path w="859790" h="999489">
                <a:moveTo>
                  <a:pt x="759967" y="734603"/>
                </a:moveTo>
                <a:lnTo>
                  <a:pt x="632211" y="734603"/>
                </a:lnTo>
                <a:lnTo>
                  <a:pt x="658777" y="688095"/>
                </a:lnTo>
                <a:lnTo>
                  <a:pt x="679538" y="638462"/>
                </a:lnTo>
                <a:lnTo>
                  <a:pt x="694495" y="586596"/>
                </a:lnTo>
                <a:lnTo>
                  <a:pt x="703648" y="533391"/>
                </a:lnTo>
                <a:lnTo>
                  <a:pt x="817946" y="533391"/>
                </a:lnTo>
                <a:lnTo>
                  <a:pt x="810245" y="586627"/>
                </a:lnTo>
                <a:lnTo>
                  <a:pt x="798014" y="637812"/>
                </a:lnTo>
                <a:lnTo>
                  <a:pt x="781484" y="686682"/>
                </a:lnTo>
                <a:lnTo>
                  <a:pt x="760885" y="732972"/>
                </a:lnTo>
                <a:lnTo>
                  <a:pt x="759967" y="734603"/>
                </a:lnTo>
                <a:close/>
              </a:path>
              <a:path w="859790" h="999489">
                <a:moveTo>
                  <a:pt x="781790" y="895335"/>
                </a:moveTo>
                <a:lnTo>
                  <a:pt x="352419" y="895335"/>
                </a:lnTo>
                <a:lnTo>
                  <a:pt x="408805" y="890164"/>
                </a:lnTo>
                <a:lnTo>
                  <a:pt x="461508" y="875393"/>
                </a:lnTo>
                <a:lnTo>
                  <a:pt x="509970" y="852139"/>
                </a:lnTo>
                <a:lnTo>
                  <a:pt x="553631" y="821518"/>
                </a:lnTo>
                <a:lnTo>
                  <a:pt x="305985" y="554822"/>
                </a:lnTo>
                <a:lnTo>
                  <a:pt x="465337" y="554822"/>
                </a:lnTo>
                <a:lnTo>
                  <a:pt x="632211" y="734603"/>
                </a:lnTo>
                <a:lnTo>
                  <a:pt x="759967" y="734603"/>
                </a:lnTo>
                <a:lnTo>
                  <a:pt x="736450" y="776418"/>
                </a:lnTo>
                <a:lnTo>
                  <a:pt x="708410" y="816755"/>
                </a:lnTo>
                <a:lnTo>
                  <a:pt x="781790" y="895335"/>
                </a:lnTo>
                <a:close/>
              </a:path>
              <a:path w="859790" h="999489">
                <a:moveTo>
                  <a:pt x="859617" y="978678"/>
                </a:moveTo>
                <a:lnTo>
                  <a:pt x="700076" y="978678"/>
                </a:lnTo>
                <a:lnTo>
                  <a:pt x="627449" y="900098"/>
                </a:lnTo>
                <a:lnTo>
                  <a:pt x="786237" y="900098"/>
                </a:lnTo>
                <a:lnTo>
                  <a:pt x="859617" y="978678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02400" y="4615986"/>
            <a:ext cx="916940" cy="953769"/>
          </a:xfrm>
          <a:custGeom>
            <a:avLst/>
            <a:gdLst/>
            <a:ahLst/>
            <a:cxnLst/>
            <a:rect l="l" t="t" r="r" b="b"/>
            <a:pathLst>
              <a:path w="916940" h="953770">
                <a:moveTo>
                  <a:pt x="130966" y="953675"/>
                </a:moveTo>
                <a:lnTo>
                  <a:pt x="0" y="953675"/>
                </a:lnTo>
                <a:lnTo>
                  <a:pt x="392899" y="0"/>
                </a:lnTo>
                <a:lnTo>
                  <a:pt x="525057" y="0"/>
                </a:lnTo>
                <a:lnTo>
                  <a:pt x="585207" y="146444"/>
                </a:lnTo>
                <a:lnTo>
                  <a:pt x="456002" y="146444"/>
                </a:lnTo>
                <a:lnTo>
                  <a:pt x="270267" y="607209"/>
                </a:lnTo>
                <a:lnTo>
                  <a:pt x="774460" y="607209"/>
                </a:lnTo>
                <a:lnTo>
                  <a:pt x="819939" y="717935"/>
                </a:lnTo>
                <a:lnTo>
                  <a:pt x="226215" y="717935"/>
                </a:lnTo>
                <a:lnTo>
                  <a:pt x="130966" y="953675"/>
                </a:lnTo>
                <a:close/>
              </a:path>
              <a:path w="916940" h="953770">
                <a:moveTo>
                  <a:pt x="774460" y="607209"/>
                </a:moveTo>
                <a:lnTo>
                  <a:pt x="640546" y="607209"/>
                </a:lnTo>
                <a:lnTo>
                  <a:pt x="456002" y="146444"/>
                </a:lnTo>
                <a:lnTo>
                  <a:pt x="585207" y="146444"/>
                </a:lnTo>
                <a:lnTo>
                  <a:pt x="774460" y="607209"/>
                </a:lnTo>
                <a:close/>
              </a:path>
              <a:path w="916940" h="953770">
                <a:moveTo>
                  <a:pt x="916766" y="953675"/>
                </a:moveTo>
                <a:lnTo>
                  <a:pt x="779846" y="953675"/>
                </a:lnTo>
                <a:lnTo>
                  <a:pt x="684598" y="717935"/>
                </a:lnTo>
                <a:lnTo>
                  <a:pt x="819939" y="717935"/>
                </a:lnTo>
                <a:lnTo>
                  <a:pt x="916766" y="9536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629" y="3439469"/>
            <a:ext cx="132365" cy="138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77758" y="3473687"/>
            <a:ext cx="211892" cy="1422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6806" y="3440679"/>
            <a:ext cx="152398" cy="1386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73354" y="3440679"/>
            <a:ext cx="152398" cy="1386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46323" y="3566658"/>
            <a:ext cx="25400" cy="49530"/>
          </a:xfrm>
          <a:custGeom>
            <a:avLst/>
            <a:gdLst/>
            <a:ahLst/>
            <a:cxnLst/>
            <a:rect l="l" t="t" r="r" b="b"/>
            <a:pathLst>
              <a:path w="25400" h="49529">
                <a:moveTo>
                  <a:pt x="11159" y="49275"/>
                </a:moveTo>
                <a:lnTo>
                  <a:pt x="0" y="49275"/>
                </a:lnTo>
                <a:lnTo>
                  <a:pt x="10688" y="0"/>
                </a:lnTo>
                <a:lnTo>
                  <a:pt x="25007" y="0"/>
                </a:lnTo>
                <a:lnTo>
                  <a:pt x="11159" y="4927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43723" y="3439200"/>
            <a:ext cx="104937" cy="1410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07243" y="3438730"/>
            <a:ext cx="95996" cy="1419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27306" y="3475098"/>
            <a:ext cx="78518" cy="1046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8479" y="3473687"/>
            <a:ext cx="76904" cy="1068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24879" y="3473687"/>
            <a:ext cx="324829" cy="1070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77741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5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13505" y="3473687"/>
            <a:ext cx="79526" cy="1070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21064" y="3440679"/>
            <a:ext cx="114954" cy="17525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15766" y="3440679"/>
            <a:ext cx="106080" cy="1376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45778" y="3559062"/>
            <a:ext cx="20955" cy="20320"/>
          </a:xfrm>
          <a:custGeom>
            <a:avLst/>
            <a:gdLst/>
            <a:ahLst/>
            <a:cxnLst/>
            <a:rect l="l" t="t" r="r" b="b"/>
            <a:pathLst>
              <a:path w="20955" h="20320">
                <a:moveTo>
                  <a:pt x="15865" y="20301"/>
                </a:moveTo>
                <a:lnTo>
                  <a:pt x="4705" y="20301"/>
                </a:lnTo>
                <a:lnTo>
                  <a:pt x="0" y="15730"/>
                </a:lnTo>
                <a:lnTo>
                  <a:pt x="134" y="10150"/>
                </a:lnTo>
                <a:lnTo>
                  <a:pt x="0" y="4571"/>
                </a:lnTo>
                <a:lnTo>
                  <a:pt x="4705" y="0"/>
                </a:lnTo>
                <a:lnTo>
                  <a:pt x="15865" y="0"/>
                </a:lnTo>
                <a:lnTo>
                  <a:pt x="20436" y="4571"/>
                </a:lnTo>
                <a:lnTo>
                  <a:pt x="20436" y="15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33621" y="3440679"/>
            <a:ext cx="75426" cy="13955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39029" y="3559062"/>
            <a:ext cx="20955" cy="20320"/>
          </a:xfrm>
          <a:custGeom>
            <a:avLst/>
            <a:gdLst/>
            <a:ahLst/>
            <a:cxnLst/>
            <a:rect l="l" t="t" r="r" b="b"/>
            <a:pathLst>
              <a:path w="20955" h="20320">
                <a:moveTo>
                  <a:pt x="15865" y="20301"/>
                </a:moveTo>
                <a:lnTo>
                  <a:pt x="4705" y="20301"/>
                </a:lnTo>
                <a:lnTo>
                  <a:pt x="0" y="15730"/>
                </a:lnTo>
                <a:lnTo>
                  <a:pt x="134" y="10150"/>
                </a:lnTo>
                <a:lnTo>
                  <a:pt x="0" y="4571"/>
                </a:lnTo>
                <a:lnTo>
                  <a:pt x="4705" y="0"/>
                </a:lnTo>
                <a:lnTo>
                  <a:pt x="15865" y="0"/>
                </a:lnTo>
                <a:lnTo>
                  <a:pt x="20436" y="4571"/>
                </a:lnTo>
                <a:lnTo>
                  <a:pt x="20436" y="15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85615" y="3503534"/>
            <a:ext cx="58419" cy="12065"/>
          </a:xfrm>
          <a:custGeom>
            <a:avLst/>
            <a:gdLst/>
            <a:ahLst/>
            <a:cxnLst/>
            <a:rect l="l" t="t" r="r" b="b"/>
            <a:pathLst>
              <a:path w="58419" h="12064">
                <a:moveTo>
                  <a:pt x="57880" y="11965"/>
                </a:moveTo>
                <a:lnTo>
                  <a:pt x="0" y="11965"/>
                </a:lnTo>
                <a:lnTo>
                  <a:pt x="0" y="0"/>
                </a:lnTo>
                <a:lnTo>
                  <a:pt x="57880" y="0"/>
                </a:lnTo>
                <a:lnTo>
                  <a:pt x="57880" y="1196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72268" y="3440679"/>
            <a:ext cx="89812" cy="1376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85205" y="3559062"/>
            <a:ext cx="20955" cy="20320"/>
          </a:xfrm>
          <a:custGeom>
            <a:avLst/>
            <a:gdLst/>
            <a:ahLst/>
            <a:cxnLst/>
            <a:rect l="l" t="t" r="r" b="b"/>
            <a:pathLst>
              <a:path w="20954" h="20320">
                <a:moveTo>
                  <a:pt x="15865" y="20301"/>
                </a:moveTo>
                <a:lnTo>
                  <a:pt x="4705" y="20301"/>
                </a:lnTo>
                <a:lnTo>
                  <a:pt x="0" y="15730"/>
                </a:lnTo>
                <a:lnTo>
                  <a:pt x="134" y="10150"/>
                </a:lnTo>
                <a:lnTo>
                  <a:pt x="0" y="4571"/>
                </a:lnTo>
                <a:lnTo>
                  <a:pt x="4705" y="0"/>
                </a:lnTo>
                <a:lnTo>
                  <a:pt x="15865" y="0"/>
                </a:lnTo>
                <a:lnTo>
                  <a:pt x="20436" y="4571"/>
                </a:lnTo>
                <a:lnTo>
                  <a:pt x="20436" y="15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76502" y="3438797"/>
            <a:ext cx="114550" cy="1414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14178" y="3559062"/>
            <a:ext cx="20955" cy="20320"/>
          </a:xfrm>
          <a:custGeom>
            <a:avLst/>
            <a:gdLst/>
            <a:ahLst/>
            <a:cxnLst/>
            <a:rect l="l" t="t" r="r" b="b"/>
            <a:pathLst>
              <a:path w="20954" h="20320">
                <a:moveTo>
                  <a:pt x="15865" y="20301"/>
                </a:moveTo>
                <a:lnTo>
                  <a:pt x="4705" y="20301"/>
                </a:lnTo>
                <a:lnTo>
                  <a:pt x="0" y="15730"/>
                </a:lnTo>
                <a:lnTo>
                  <a:pt x="134" y="10150"/>
                </a:lnTo>
                <a:lnTo>
                  <a:pt x="0" y="4571"/>
                </a:lnTo>
                <a:lnTo>
                  <a:pt x="4705" y="0"/>
                </a:lnTo>
                <a:lnTo>
                  <a:pt x="15865" y="0"/>
                </a:lnTo>
                <a:lnTo>
                  <a:pt x="20436" y="4571"/>
                </a:lnTo>
                <a:lnTo>
                  <a:pt x="20436" y="15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14369" y="3434293"/>
            <a:ext cx="36195" cy="172720"/>
          </a:xfrm>
          <a:custGeom>
            <a:avLst/>
            <a:gdLst/>
            <a:ahLst/>
            <a:cxnLst/>
            <a:rect l="l" t="t" r="r" b="b"/>
            <a:pathLst>
              <a:path w="36195" h="172720">
                <a:moveTo>
                  <a:pt x="35763" y="172095"/>
                </a:moveTo>
                <a:lnTo>
                  <a:pt x="24066" y="172095"/>
                </a:lnTo>
                <a:lnTo>
                  <a:pt x="13754" y="152694"/>
                </a:lnTo>
                <a:lnTo>
                  <a:pt x="6209" y="131894"/>
                </a:lnTo>
                <a:lnTo>
                  <a:pt x="1576" y="109683"/>
                </a:lnTo>
                <a:lnTo>
                  <a:pt x="0" y="86047"/>
                </a:lnTo>
                <a:lnTo>
                  <a:pt x="1576" y="62411"/>
                </a:lnTo>
                <a:lnTo>
                  <a:pt x="6209" y="40200"/>
                </a:lnTo>
                <a:lnTo>
                  <a:pt x="13754" y="19400"/>
                </a:lnTo>
                <a:lnTo>
                  <a:pt x="24066" y="0"/>
                </a:lnTo>
                <a:lnTo>
                  <a:pt x="35763" y="0"/>
                </a:lnTo>
                <a:lnTo>
                  <a:pt x="26763" y="17784"/>
                </a:lnTo>
                <a:lnTo>
                  <a:pt x="19680" y="39116"/>
                </a:lnTo>
                <a:lnTo>
                  <a:pt x="15041" y="62402"/>
                </a:lnTo>
                <a:lnTo>
                  <a:pt x="13377" y="86047"/>
                </a:lnTo>
                <a:lnTo>
                  <a:pt x="15050" y="109768"/>
                </a:lnTo>
                <a:lnTo>
                  <a:pt x="19705" y="133079"/>
                </a:lnTo>
                <a:lnTo>
                  <a:pt x="26792" y="154386"/>
                </a:lnTo>
                <a:lnTo>
                  <a:pt x="35763" y="1720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72047" y="3438797"/>
            <a:ext cx="88400" cy="13955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83506" y="3438797"/>
            <a:ext cx="92971" cy="14144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97183" y="3440679"/>
            <a:ext cx="46990" cy="137795"/>
          </a:xfrm>
          <a:custGeom>
            <a:avLst/>
            <a:gdLst/>
            <a:ahLst/>
            <a:cxnLst/>
            <a:rect l="l" t="t" r="r" b="b"/>
            <a:pathLst>
              <a:path w="46989" h="137795">
                <a:moveTo>
                  <a:pt x="46990" y="137676"/>
                </a:moveTo>
                <a:lnTo>
                  <a:pt x="33410" y="137676"/>
                </a:lnTo>
                <a:lnTo>
                  <a:pt x="33410" y="14117"/>
                </a:lnTo>
                <a:lnTo>
                  <a:pt x="32603" y="14117"/>
                </a:lnTo>
                <a:lnTo>
                  <a:pt x="0" y="35629"/>
                </a:lnTo>
                <a:lnTo>
                  <a:pt x="0" y="21780"/>
                </a:lnTo>
                <a:lnTo>
                  <a:pt x="32940" y="0"/>
                </a:lnTo>
                <a:lnTo>
                  <a:pt x="46990" y="0"/>
                </a:lnTo>
                <a:lnTo>
                  <a:pt x="46990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82356" y="3438797"/>
            <a:ext cx="88400" cy="13955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91932" y="3434293"/>
            <a:ext cx="36195" cy="172720"/>
          </a:xfrm>
          <a:custGeom>
            <a:avLst/>
            <a:gdLst/>
            <a:ahLst/>
            <a:cxnLst/>
            <a:rect l="l" t="t" r="r" b="b"/>
            <a:pathLst>
              <a:path w="36195" h="172720">
                <a:moveTo>
                  <a:pt x="11764" y="172095"/>
                </a:moveTo>
                <a:lnTo>
                  <a:pt x="0" y="172095"/>
                </a:lnTo>
                <a:lnTo>
                  <a:pt x="8999" y="154348"/>
                </a:lnTo>
                <a:lnTo>
                  <a:pt x="16083" y="133029"/>
                </a:lnTo>
                <a:lnTo>
                  <a:pt x="20721" y="109730"/>
                </a:lnTo>
                <a:lnTo>
                  <a:pt x="22385" y="86047"/>
                </a:lnTo>
                <a:lnTo>
                  <a:pt x="20721" y="62364"/>
                </a:lnTo>
                <a:lnTo>
                  <a:pt x="16083" y="39065"/>
                </a:lnTo>
                <a:lnTo>
                  <a:pt x="8999" y="17746"/>
                </a:lnTo>
                <a:lnTo>
                  <a:pt x="0" y="0"/>
                </a:lnTo>
                <a:lnTo>
                  <a:pt x="11764" y="0"/>
                </a:lnTo>
                <a:lnTo>
                  <a:pt x="22037" y="19438"/>
                </a:lnTo>
                <a:lnTo>
                  <a:pt x="29562" y="40250"/>
                </a:lnTo>
                <a:lnTo>
                  <a:pt x="34187" y="62449"/>
                </a:lnTo>
                <a:lnTo>
                  <a:pt x="35763" y="86047"/>
                </a:lnTo>
                <a:lnTo>
                  <a:pt x="34187" y="109721"/>
                </a:lnTo>
                <a:lnTo>
                  <a:pt x="29562" y="131945"/>
                </a:lnTo>
                <a:lnTo>
                  <a:pt x="22037" y="152732"/>
                </a:lnTo>
                <a:lnTo>
                  <a:pt x="11764" y="1720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60367" y="3559062"/>
            <a:ext cx="20955" cy="20320"/>
          </a:xfrm>
          <a:custGeom>
            <a:avLst/>
            <a:gdLst/>
            <a:ahLst/>
            <a:cxnLst/>
            <a:rect l="l" t="t" r="r" b="b"/>
            <a:pathLst>
              <a:path w="20954" h="20320">
                <a:moveTo>
                  <a:pt x="15865" y="20301"/>
                </a:moveTo>
                <a:lnTo>
                  <a:pt x="4705" y="20301"/>
                </a:lnTo>
                <a:lnTo>
                  <a:pt x="0" y="15730"/>
                </a:lnTo>
                <a:lnTo>
                  <a:pt x="134" y="10150"/>
                </a:lnTo>
                <a:lnTo>
                  <a:pt x="0" y="4571"/>
                </a:lnTo>
                <a:lnTo>
                  <a:pt x="4705" y="0"/>
                </a:lnTo>
                <a:lnTo>
                  <a:pt x="15865" y="0"/>
                </a:lnTo>
                <a:lnTo>
                  <a:pt x="20436" y="4571"/>
                </a:lnTo>
                <a:lnTo>
                  <a:pt x="20436" y="15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57626" y="3440429"/>
            <a:ext cx="81280" cy="12700"/>
          </a:xfrm>
          <a:custGeom>
            <a:avLst/>
            <a:gdLst/>
            <a:ahLst/>
            <a:cxnLst/>
            <a:rect l="l" t="t" r="r" b="b"/>
            <a:pathLst>
              <a:path w="81279" h="12700">
                <a:moveTo>
                  <a:pt x="0" y="0"/>
                </a:moveTo>
                <a:lnTo>
                  <a:pt x="80669" y="0"/>
                </a:lnTo>
                <a:lnTo>
                  <a:pt x="80669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57626" y="3453129"/>
            <a:ext cx="13970" cy="113030"/>
          </a:xfrm>
          <a:custGeom>
            <a:avLst/>
            <a:gdLst/>
            <a:ahLst/>
            <a:cxnLst/>
            <a:rect l="l" t="t" r="r" b="b"/>
            <a:pathLst>
              <a:path w="13970" h="113029">
                <a:moveTo>
                  <a:pt x="0" y="0"/>
                </a:moveTo>
                <a:lnTo>
                  <a:pt x="13512" y="0"/>
                </a:lnTo>
                <a:lnTo>
                  <a:pt x="13512" y="113029"/>
                </a:lnTo>
                <a:lnTo>
                  <a:pt x="0" y="11302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57626" y="3503929"/>
            <a:ext cx="76835" cy="11430"/>
          </a:xfrm>
          <a:custGeom>
            <a:avLst/>
            <a:gdLst/>
            <a:ahLst/>
            <a:cxnLst/>
            <a:rect l="l" t="t" r="r" b="b"/>
            <a:pathLst>
              <a:path w="76835" h="11429">
                <a:moveTo>
                  <a:pt x="0" y="0"/>
                </a:moveTo>
                <a:lnTo>
                  <a:pt x="76367" y="0"/>
                </a:lnTo>
                <a:lnTo>
                  <a:pt x="76367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57626" y="3566159"/>
            <a:ext cx="81915" cy="12700"/>
          </a:xfrm>
          <a:custGeom>
            <a:avLst/>
            <a:gdLst/>
            <a:ahLst/>
            <a:cxnLst/>
            <a:rect l="l" t="t" r="r" b="b"/>
            <a:pathLst>
              <a:path w="81914" h="12700">
                <a:moveTo>
                  <a:pt x="0" y="0"/>
                </a:moveTo>
                <a:lnTo>
                  <a:pt x="81879" y="0"/>
                </a:lnTo>
                <a:lnTo>
                  <a:pt x="81879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64513" y="3473754"/>
            <a:ext cx="79123" cy="104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71467" y="3440679"/>
            <a:ext cx="79862" cy="13767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574119" y="3473687"/>
            <a:ext cx="79526" cy="10702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81678" y="3473754"/>
            <a:ext cx="79123" cy="104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783389" y="3440679"/>
            <a:ext cx="297401" cy="13982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60199" y="3440679"/>
            <a:ext cx="88198" cy="13982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68296" y="3439469"/>
            <a:ext cx="19050" cy="139065"/>
          </a:xfrm>
          <a:custGeom>
            <a:avLst/>
            <a:gdLst/>
            <a:ahLst/>
            <a:cxnLst/>
            <a:rect l="l" t="t" r="r" b="b"/>
            <a:pathLst>
              <a:path w="19050" h="139064">
                <a:moveTo>
                  <a:pt x="14587" y="18083"/>
                </a:moveTo>
                <a:lnTo>
                  <a:pt x="4302" y="18083"/>
                </a:lnTo>
                <a:lnTo>
                  <a:pt x="0" y="14049"/>
                </a:lnTo>
                <a:lnTo>
                  <a:pt x="0" y="4033"/>
                </a:lnTo>
                <a:lnTo>
                  <a:pt x="4302" y="0"/>
                </a:lnTo>
                <a:lnTo>
                  <a:pt x="14587" y="0"/>
                </a:lnTo>
                <a:lnTo>
                  <a:pt x="18957" y="4033"/>
                </a:lnTo>
                <a:lnTo>
                  <a:pt x="18957" y="14049"/>
                </a:lnTo>
                <a:lnTo>
                  <a:pt x="14587" y="18083"/>
                </a:lnTo>
                <a:close/>
              </a:path>
              <a:path w="19050" h="139064">
                <a:moveTo>
                  <a:pt x="15932" y="138886"/>
                </a:moveTo>
                <a:lnTo>
                  <a:pt x="2890" y="138886"/>
                </a:lnTo>
                <a:lnTo>
                  <a:pt x="2890" y="35629"/>
                </a:lnTo>
                <a:lnTo>
                  <a:pt x="15932" y="35629"/>
                </a:lnTo>
                <a:lnTo>
                  <a:pt x="15932" y="1388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06950" y="3450359"/>
            <a:ext cx="264663" cy="13014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92924" y="3440679"/>
            <a:ext cx="79862" cy="13767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03135" y="3473754"/>
            <a:ext cx="79123" cy="10460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695576" y="3473687"/>
            <a:ext cx="79526" cy="10702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904846" y="3473687"/>
            <a:ext cx="91627" cy="10681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019060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5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101230" y="3440679"/>
            <a:ext cx="88198" cy="1398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214503" y="3473687"/>
            <a:ext cx="89543" cy="10681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26633" y="3440679"/>
            <a:ext cx="79862" cy="13767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426126" y="3440679"/>
            <a:ext cx="191792" cy="17639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648236" y="3473552"/>
            <a:ext cx="139491" cy="1071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807155" y="3439469"/>
            <a:ext cx="89677" cy="14036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916530" y="3473687"/>
            <a:ext cx="91627" cy="10681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30744" y="3473754"/>
            <a:ext cx="79123" cy="104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186703" y="3440679"/>
            <a:ext cx="459076" cy="17639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67090" y="3473552"/>
            <a:ext cx="139491" cy="1071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829370" y="3439469"/>
            <a:ext cx="398507" cy="14103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292073" y="3473687"/>
            <a:ext cx="79526" cy="10702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399633" y="3473754"/>
            <a:ext cx="79123" cy="10460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501343" y="3440679"/>
            <a:ext cx="88198" cy="1398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661661" y="3473687"/>
            <a:ext cx="79526" cy="1070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766061" y="3450359"/>
            <a:ext cx="360122" cy="13014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147493" y="3473552"/>
            <a:ext cx="151390" cy="10695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321471" y="3473687"/>
            <a:ext cx="88198" cy="14339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9429501" y="3439469"/>
            <a:ext cx="19050" cy="139065"/>
          </a:xfrm>
          <a:custGeom>
            <a:avLst/>
            <a:gdLst/>
            <a:ahLst/>
            <a:cxnLst/>
            <a:rect l="l" t="t" r="r" b="b"/>
            <a:pathLst>
              <a:path w="19050" h="139064">
                <a:moveTo>
                  <a:pt x="14587" y="18083"/>
                </a:moveTo>
                <a:lnTo>
                  <a:pt x="4302" y="18083"/>
                </a:lnTo>
                <a:lnTo>
                  <a:pt x="0" y="14049"/>
                </a:lnTo>
                <a:lnTo>
                  <a:pt x="0" y="4033"/>
                </a:lnTo>
                <a:lnTo>
                  <a:pt x="4302" y="0"/>
                </a:lnTo>
                <a:lnTo>
                  <a:pt x="14587" y="0"/>
                </a:lnTo>
                <a:lnTo>
                  <a:pt x="18957" y="4033"/>
                </a:lnTo>
                <a:lnTo>
                  <a:pt x="18957" y="14049"/>
                </a:lnTo>
                <a:lnTo>
                  <a:pt x="14587" y="18083"/>
                </a:lnTo>
                <a:close/>
              </a:path>
              <a:path w="19050" h="139064">
                <a:moveTo>
                  <a:pt x="15932" y="138886"/>
                </a:moveTo>
                <a:lnTo>
                  <a:pt x="2890" y="138886"/>
                </a:lnTo>
                <a:lnTo>
                  <a:pt x="2890" y="35629"/>
                </a:lnTo>
                <a:lnTo>
                  <a:pt x="15932" y="35629"/>
                </a:lnTo>
                <a:lnTo>
                  <a:pt x="15932" y="1388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468154" y="3473687"/>
            <a:ext cx="85711" cy="10681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617183" y="3440679"/>
            <a:ext cx="88198" cy="1398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732943" y="3439469"/>
            <a:ext cx="19050" cy="139065"/>
          </a:xfrm>
          <a:custGeom>
            <a:avLst/>
            <a:gdLst/>
            <a:ahLst/>
            <a:cxnLst/>
            <a:rect l="l" t="t" r="r" b="b"/>
            <a:pathLst>
              <a:path w="19050" h="139064">
                <a:moveTo>
                  <a:pt x="14587" y="18083"/>
                </a:moveTo>
                <a:lnTo>
                  <a:pt x="4302" y="18083"/>
                </a:lnTo>
                <a:lnTo>
                  <a:pt x="0" y="14049"/>
                </a:lnTo>
                <a:lnTo>
                  <a:pt x="0" y="4033"/>
                </a:lnTo>
                <a:lnTo>
                  <a:pt x="4302" y="0"/>
                </a:lnTo>
                <a:lnTo>
                  <a:pt x="14587" y="0"/>
                </a:lnTo>
                <a:lnTo>
                  <a:pt x="18957" y="4033"/>
                </a:lnTo>
                <a:lnTo>
                  <a:pt x="18957" y="14049"/>
                </a:lnTo>
                <a:lnTo>
                  <a:pt x="14587" y="18083"/>
                </a:lnTo>
                <a:close/>
              </a:path>
              <a:path w="19050" h="139064">
                <a:moveTo>
                  <a:pt x="15932" y="138886"/>
                </a:moveTo>
                <a:lnTo>
                  <a:pt x="2890" y="138886"/>
                </a:lnTo>
                <a:lnTo>
                  <a:pt x="2890" y="35629"/>
                </a:lnTo>
                <a:lnTo>
                  <a:pt x="15932" y="35629"/>
                </a:lnTo>
                <a:lnTo>
                  <a:pt x="15932" y="1388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771665" y="3439469"/>
            <a:ext cx="180632" cy="14103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9977238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018043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0053807" y="3473687"/>
            <a:ext cx="79526" cy="10702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0152761" y="3439469"/>
            <a:ext cx="89677" cy="14036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262136" y="3473687"/>
            <a:ext cx="91627" cy="10681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376351" y="3473754"/>
            <a:ext cx="79123" cy="10460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0527176" y="3439469"/>
            <a:ext cx="19050" cy="139065"/>
          </a:xfrm>
          <a:custGeom>
            <a:avLst/>
            <a:gdLst/>
            <a:ahLst/>
            <a:cxnLst/>
            <a:rect l="l" t="t" r="r" b="b"/>
            <a:pathLst>
              <a:path w="19050" h="139064">
                <a:moveTo>
                  <a:pt x="14587" y="18083"/>
                </a:moveTo>
                <a:lnTo>
                  <a:pt x="4302" y="18083"/>
                </a:lnTo>
                <a:lnTo>
                  <a:pt x="0" y="14049"/>
                </a:lnTo>
                <a:lnTo>
                  <a:pt x="0" y="4033"/>
                </a:lnTo>
                <a:lnTo>
                  <a:pt x="4302" y="0"/>
                </a:lnTo>
                <a:lnTo>
                  <a:pt x="14587" y="0"/>
                </a:lnTo>
                <a:lnTo>
                  <a:pt x="18957" y="4033"/>
                </a:lnTo>
                <a:lnTo>
                  <a:pt x="18957" y="14049"/>
                </a:lnTo>
                <a:lnTo>
                  <a:pt x="14587" y="18083"/>
                </a:lnTo>
                <a:close/>
              </a:path>
              <a:path w="19050" h="139064">
                <a:moveTo>
                  <a:pt x="15932" y="138886"/>
                </a:moveTo>
                <a:lnTo>
                  <a:pt x="2890" y="138886"/>
                </a:lnTo>
                <a:lnTo>
                  <a:pt x="2890" y="35629"/>
                </a:lnTo>
                <a:lnTo>
                  <a:pt x="15932" y="35629"/>
                </a:lnTo>
                <a:lnTo>
                  <a:pt x="15932" y="1388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0571074" y="3473754"/>
            <a:ext cx="79123" cy="10460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719780" y="3440679"/>
            <a:ext cx="88198" cy="13982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0835540" y="3439469"/>
            <a:ext cx="160734" cy="13888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1015971" y="3440679"/>
            <a:ext cx="88198" cy="1398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131732" y="3439469"/>
            <a:ext cx="19050" cy="139065"/>
          </a:xfrm>
          <a:custGeom>
            <a:avLst/>
            <a:gdLst/>
            <a:ahLst/>
            <a:cxnLst/>
            <a:rect l="l" t="t" r="r" b="b"/>
            <a:pathLst>
              <a:path w="19050" h="139064">
                <a:moveTo>
                  <a:pt x="14587" y="18083"/>
                </a:moveTo>
                <a:lnTo>
                  <a:pt x="4302" y="18083"/>
                </a:lnTo>
                <a:lnTo>
                  <a:pt x="0" y="14049"/>
                </a:lnTo>
                <a:lnTo>
                  <a:pt x="0" y="4033"/>
                </a:lnTo>
                <a:lnTo>
                  <a:pt x="4302" y="0"/>
                </a:lnTo>
                <a:lnTo>
                  <a:pt x="14587" y="0"/>
                </a:lnTo>
                <a:lnTo>
                  <a:pt x="18957" y="4033"/>
                </a:lnTo>
                <a:lnTo>
                  <a:pt x="18957" y="14049"/>
                </a:lnTo>
                <a:lnTo>
                  <a:pt x="14587" y="18083"/>
                </a:lnTo>
                <a:close/>
              </a:path>
              <a:path w="19050" h="139064">
                <a:moveTo>
                  <a:pt x="15932" y="138886"/>
                </a:moveTo>
                <a:lnTo>
                  <a:pt x="2890" y="138886"/>
                </a:lnTo>
                <a:lnTo>
                  <a:pt x="2890" y="35629"/>
                </a:lnTo>
                <a:lnTo>
                  <a:pt x="15932" y="35629"/>
                </a:lnTo>
                <a:lnTo>
                  <a:pt x="15932" y="13888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175630" y="3473754"/>
            <a:ext cx="79123" cy="10460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1277341" y="3473687"/>
            <a:ext cx="88198" cy="14554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1392026" y="3473687"/>
            <a:ext cx="308359" cy="107021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1728418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1769223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1851356" y="3473687"/>
            <a:ext cx="193943" cy="10682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067887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108692" y="3475098"/>
            <a:ext cx="78518" cy="1046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215042" y="3473754"/>
            <a:ext cx="132096" cy="10460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374969" y="3473754"/>
            <a:ext cx="79123" cy="104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476747" y="3473687"/>
            <a:ext cx="76904" cy="1068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576037" y="3559062"/>
            <a:ext cx="20955" cy="20320"/>
          </a:xfrm>
          <a:custGeom>
            <a:avLst/>
            <a:gdLst/>
            <a:ahLst/>
            <a:cxnLst/>
            <a:rect l="l" t="t" r="r" b="b"/>
            <a:pathLst>
              <a:path w="20954" h="20320">
                <a:moveTo>
                  <a:pt x="15865" y="20301"/>
                </a:moveTo>
                <a:lnTo>
                  <a:pt x="4705" y="20301"/>
                </a:lnTo>
                <a:lnTo>
                  <a:pt x="0" y="15730"/>
                </a:lnTo>
                <a:lnTo>
                  <a:pt x="134" y="10150"/>
                </a:lnTo>
                <a:lnTo>
                  <a:pt x="0" y="4571"/>
                </a:lnTo>
                <a:lnTo>
                  <a:pt x="4705" y="0"/>
                </a:lnTo>
                <a:lnTo>
                  <a:pt x="15865" y="0"/>
                </a:lnTo>
                <a:lnTo>
                  <a:pt x="20436" y="4571"/>
                </a:lnTo>
                <a:lnTo>
                  <a:pt x="20436" y="15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666988" y="3438730"/>
            <a:ext cx="204363" cy="14197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2893939" y="3473687"/>
            <a:ext cx="185271" cy="14339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3107243" y="3473552"/>
            <a:ext cx="139491" cy="1071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3266162" y="3439469"/>
            <a:ext cx="89678" cy="14036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3375537" y="3473687"/>
            <a:ext cx="91627" cy="10681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3489751" y="3473754"/>
            <a:ext cx="79123" cy="104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3638330" y="3473687"/>
            <a:ext cx="79526" cy="1070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3745889" y="3473754"/>
            <a:ext cx="79123" cy="104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3847601" y="3440679"/>
            <a:ext cx="88198" cy="13982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4015380" y="3440679"/>
            <a:ext cx="89812" cy="1376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4128585" y="3475098"/>
            <a:ext cx="78518" cy="1046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4234935" y="3434293"/>
            <a:ext cx="185943" cy="144062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4440575" y="3473687"/>
            <a:ext cx="182044" cy="107021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4642047" y="3439469"/>
            <a:ext cx="89678" cy="14036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4751422" y="3473687"/>
            <a:ext cx="91627" cy="10681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4865636" y="3473754"/>
            <a:ext cx="79123" cy="104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5013461" y="3440429"/>
            <a:ext cx="310107" cy="140077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5345418" y="3440679"/>
            <a:ext cx="79862" cy="13767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5554822" y="3473687"/>
            <a:ext cx="91627" cy="10681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5453111" y="3473754"/>
            <a:ext cx="79123" cy="10460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5669037" y="3440679"/>
            <a:ext cx="13335" cy="137795"/>
          </a:xfrm>
          <a:custGeom>
            <a:avLst/>
            <a:gdLst/>
            <a:ahLst/>
            <a:cxnLst/>
            <a:rect l="l" t="t" r="r" b="b"/>
            <a:pathLst>
              <a:path w="13334" h="137795">
                <a:moveTo>
                  <a:pt x="12974" y="137676"/>
                </a:moveTo>
                <a:lnTo>
                  <a:pt x="0" y="137676"/>
                </a:lnTo>
                <a:lnTo>
                  <a:pt x="0" y="0"/>
                </a:lnTo>
                <a:lnTo>
                  <a:pt x="12974" y="0"/>
                </a:lnTo>
                <a:lnTo>
                  <a:pt x="12974" y="1376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5704599" y="3473687"/>
            <a:ext cx="197169" cy="145541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5921532" y="3475098"/>
            <a:ext cx="126785" cy="141978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6122246" y="3438797"/>
            <a:ext cx="95593" cy="14144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6239889" y="3438797"/>
            <a:ext cx="137137" cy="177136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6448763" y="3440679"/>
            <a:ext cx="88131" cy="13767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6556860" y="3438797"/>
            <a:ext cx="290678" cy="141440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6867841" y="3438797"/>
            <a:ext cx="95593" cy="14144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6987770" y="3559062"/>
            <a:ext cx="20955" cy="20320"/>
          </a:xfrm>
          <a:custGeom>
            <a:avLst/>
            <a:gdLst/>
            <a:ahLst/>
            <a:cxnLst/>
            <a:rect l="l" t="t" r="r" b="b"/>
            <a:pathLst>
              <a:path w="20955" h="20320">
                <a:moveTo>
                  <a:pt x="15865" y="20301"/>
                </a:moveTo>
                <a:lnTo>
                  <a:pt x="4705" y="20301"/>
                </a:lnTo>
                <a:lnTo>
                  <a:pt x="0" y="15730"/>
                </a:lnTo>
                <a:lnTo>
                  <a:pt x="134" y="10150"/>
                </a:lnTo>
                <a:lnTo>
                  <a:pt x="0" y="4571"/>
                </a:lnTo>
                <a:lnTo>
                  <a:pt x="4705" y="0"/>
                </a:lnTo>
                <a:lnTo>
                  <a:pt x="15865" y="0"/>
                </a:lnTo>
                <a:lnTo>
                  <a:pt x="20436" y="4571"/>
                </a:lnTo>
                <a:lnTo>
                  <a:pt x="20436" y="15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96338" y="3819793"/>
            <a:ext cx="102908" cy="131641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3223" y="3851354"/>
            <a:ext cx="178435" cy="102330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923448" y="3851354"/>
            <a:ext cx="84332" cy="139161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034520" y="3852704"/>
            <a:ext cx="75076" cy="10001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129459" y="3940250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30" h="47625">
                <a:moveTo>
                  <a:pt x="10670" y="47115"/>
                </a:moveTo>
                <a:lnTo>
                  <a:pt x="0" y="47115"/>
                </a:lnTo>
                <a:lnTo>
                  <a:pt x="10220" y="0"/>
                </a:lnTo>
                <a:lnTo>
                  <a:pt x="23911" y="0"/>
                </a:lnTo>
                <a:lnTo>
                  <a:pt x="10670" y="471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229652" y="3819793"/>
            <a:ext cx="125534" cy="131641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383919" y="3932987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423128" y="3940250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30" h="47625">
                <a:moveTo>
                  <a:pt x="10670" y="47115"/>
                </a:moveTo>
                <a:lnTo>
                  <a:pt x="0" y="47115"/>
                </a:lnTo>
                <a:lnTo>
                  <a:pt x="10220" y="0"/>
                </a:lnTo>
                <a:lnTo>
                  <a:pt x="23911" y="0"/>
                </a:lnTo>
                <a:lnTo>
                  <a:pt x="10670" y="471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516165" y="3818380"/>
            <a:ext cx="100337" cy="134854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678549" y="3819793"/>
            <a:ext cx="85875" cy="131641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786792" y="3818637"/>
            <a:ext cx="281922" cy="134854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2090313" y="3851354"/>
            <a:ext cx="84332" cy="137104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94828" y="3889342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80" h="12064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277683" y="3819793"/>
            <a:ext cx="102908" cy="131641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406945" y="3818637"/>
            <a:ext cx="222401" cy="134854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650944" y="3819793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685140" y="3851354"/>
            <a:ext cx="76040" cy="10233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782971" y="3851354"/>
            <a:ext cx="124377" cy="136011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983380" y="3819793"/>
            <a:ext cx="125534" cy="131641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137647" y="3932987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233334" y="3813687"/>
            <a:ext cx="1854883" cy="174771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164309" y="3820159"/>
            <a:ext cx="236735" cy="132689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421420" y="3851225"/>
            <a:ext cx="133376" cy="102459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576587" y="3818637"/>
            <a:ext cx="381039" cy="134854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026139" y="3819793"/>
            <a:ext cx="101430" cy="131641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148074" y="3818637"/>
            <a:ext cx="209738" cy="134854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381660" y="3819793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420676" y="3819793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454872" y="3818637"/>
            <a:ext cx="286807" cy="135047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763277" y="3851418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902082" y="3813687"/>
            <a:ext cx="151503" cy="139804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075182" y="3819793"/>
            <a:ext cx="153495" cy="131641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249054" y="3818637"/>
            <a:ext cx="124570" cy="134854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7393807" y="3889342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4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476662" y="3820159"/>
            <a:ext cx="143853" cy="132689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7640891" y="3819793"/>
            <a:ext cx="76362" cy="131641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7739044" y="3851354"/>
            <a:ext cx="76040" cy="10233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7841888" y="3851418"/>
            <a:ext cx="75655" cy="10001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939141" y="3851354"/>
            <a:ext cx="87610" cy="102137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048349" y="3819793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134198" y="3819793"/>
            <a:ext cx="205174" cy="133697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360969" y="3819793"/>
            <a:ext cx="278516" cy="168665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668474" y="3818637"/>
            <a:ext cx="344143" cy="135047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9034216" y="3851418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9136225" y="3858617"/>
            <a:ext cx="19685" cy="91440"/>
          </a:xfrm>
          <a:custGeom>
            <a:avLst/>
            <a:gdLst/>
            <a:ahLst/>
            <a:cxnLst/>
            <a:rect l="l" t="t" r="r" b="b"/>
            <a:pathLst>
              <a:path w="19684" h="91439">
                <a:moveTo>
                  <a:pt x="15233" y="19411"/>
                </a:moveTo>
                <a:lnTo>
                  <a:pt x="4563" y="19411"/>
                </a:lnTo>
                <a:lnTo>
                  <a:pt x="128" y="15041"/>
                </a:lnTo>
                <a:lnTo>
                  <a:pt x="128" y="4370"/>
                </a:lnTo>
                <a:lnTo>
                  <a:pt x="4563" y="0"/>
                </a:lnTo>
                <a:lnTo>
                  <a:pt x="15233" y="0"/>
                </a:lnTo>
                <a:lnTo>
                  <a:pt x="19604" y="4370"/>
                </a:lnTo>
                <a:lnTo>
                  <a:pt x="19604" y="15041"/>
                </a:lnTo>
                <a:lnTo>
                  <a:pt x="15233" y="19411"/>
                </a:lnTo>
                <a:close/>
              </a:path>
              <a:path w="19684" h="91439">
                <a:moveTo>
                  <a:pt x="15169" y="90888"/>
                </a:moveTo>
                <a:lnTo>
                  <a:pt x="4499" y="90888"/>
                </a:lnTo>
                <a:lnTo>
                  <a:pt x="0" y="86518"/>
                </a:lnTo>
                <a:lnTo>
                  <a:pt x="128" y="81182"/>
                </a:lnTo>
                <a:lnTo>
                  <a:pt x="0" y="75847"/>
                </a:lnTo>
                <a:lnTo>
                  <a:pt x="4499" y="71476"/>
                </a:lnTo>
                <a:lnTo>
                  <a:pt x="15169" y="71476"/>
                </a:lnTo>
                <a:lnTo>
                  <a:pt x="19540" y="75847"/>
                </a:lnTo>
                <a:lnTo>
                  <a:pt x="19540" y="86518"/>
                </a:lnTo>
                <a:lnTo>
                  <a:pt x="15169" y="9088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9229025" y="3819793"/>
            <a:ext cx="85875" cy="131641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9337268" y="3851225"/>
            <a:ext cx="46355" cy="100330"/>
          </a:xfrm>
          <a:custGeom>
            <a:avLst/>
            <a:gdLst/>
            <a:ahLst/>
            <a:cxnLst/>
            <a:rect l="l" t="t" r="r" b="b"/>
            <a:pathLst>
              <a:path w="46354" h="100329">
                <a:moveTo>
                  <a:pt x="12405" y="100209"/>
                </a:moveTo>
                <a:lnTo>
                  <a:pt x="0" y="100209"/>
                </a:lnTo>
                <a:lnTo>
                  <a:pt x="0" y="1478"/>
                </a:lnTo>
                <a:lnTo>
                  <a:pt x="12084" y="1478"/>
                </a:lnTo>
                <a:lnTo>
                  <a:pt x="12084" y="16712"/>
                </a:lnTo>
                <a:lnTo>
                  <a:pt x="12919" y="16712"/>
                </a:lnTo>
                <a:lnTo>
                  <a:pt x="17025" y="9870"/>
                </a:lnTo>
                <a:lnTo>
                  <a:pt x="23156" y="4595"/>
                </a:lnTo>
                <a:lnTo>
                  <a:pt x="30853" y="1201"/>
                </a:lnTo>
                <a:lnTo>
                  <a:pt x="39659" y="0"/>
                </a:lnTo>
                <a:lnTo>
                  <a:pt x="46022" y="192"/>
                </a:lnTo>
                <a:lnTo>
                  <a:pt x="46022" y="12727"/>
                </a:lnTo>
                <a:lnTo>
                  <a:pt x="41844" y="11955"/>
                </a:lnTo>
                <a:lnTo>
                  <a:pt x="38695" y="11955"/>
                </a:lnTo>
                <a:lnTo>
                  <a:pt x="28187" y="13826"/>
                </a:lnTo>
                <a:lnTo>
                  <a:pt x="19861" y="19018"/>
                </a:lnTo>
                <a:lnTo>
                  <a:pt x="14380" y="26897"/>
                </a:lnTo>
                <a:lnTo>
                  <a:pt x="12405" y="36831"/>
                </a:lnTo>
                <a:lnTo>
                  <a:pt x="12405" y="10020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9394411" y="3851354"/>
            <a:ext cx="87630" cy="102235"/>
          </a:xfrm>
          <a:custGeom>
            <a:avLst/>
            <a:gdLst/>
            <a:ahLst/>
            <a:cxnLst/>
            <a:rect l="l" t="t" r="r" b="b"/>
            <a:pathLst>
              <a:path w="87629" h="102235">
                <a:moveTo>
                  <a:pt x="43837" y="102137"/>
                </a:moveTo>
                <a:lnTo>
                  <a:pt x="26086" y="98412"/>
                </a:lnTo>
                <a:lnTo>
                  <a:pt x="12228" y="87956"/>
                </a:lnTo>
                <a:lnTo>
                  <a:pt x="3215" y="71847"/>
                </a:lnTo>
                <a:lnTo>
                  <a:pt x="0" y="51165"/>
                </a:lnTo>
                <a:lnTo>
                  <a:pt x="3215" y="30344"/>
                </a:lnTo>
                <a:lnTo>
                  <a:pt x="12228" y="14181"/>
                </a:lnTo>
                <a:lnTo>
                  <a:pt x="26086" y="3719"/>
                </a:lnTo>
                <a:lnTo>
                  <a:pt x="43837" y="0"/>
                </a:lnTo>
                <a:lnTo>
                  <a:pt x="61578" y="3728"/>
                </a:lnTo>
                <a:lnTo>
                  <a:pt x="71339" y="11120"/>
                </a:lnTo>
                <a:lnTo>
                  <a:pt x="43837" y="11120"/>
                </a:lnTo>
                <a:lnTo>
                  <a:pt x="30394" y="14330"/>
                </a:lnTo>
                <a:lnTo>
                  <a:pt x="20560" y="23019"/>
                </a:lnTo>
                <a:lnTo>
                  <a:pt x="14523" y="35769"/>
                </a:lnTo>
                <a:lnTo>
                  <a:pt x="12469" y="51165"/>
                </a:lnTo>
                <a:lnTo>
                  <a:pt x="14514" y="66530"/>
                </a:lnTo>
                <a:lnTo>
                  <a:pt x="20536" y="79214"/>
                </a:lnTo>
                <a:lnTo>
                  <a:pt x="30367" y="87836"/>
                </a:lnTo>
                <a:lnTo>
                  <a:pt x="43837" y="91017"/>
                </a:lnTo>
                <a:lnTo>
                  <a:pt x="71388" y="91017"/>
                </a:lnTo>
                <a:lnTo>
                  <a:pt x="61605" y="98412"/>
                </a:lnTo>
                <a:lnTo>
                  <a:pt x="43837" y="102137"/>
                </a:lnTo>
                <a:close/>
              </a:path>
              <a:path w="87629" h="102235">
                <a:moveTo>
                  <a:pt x="71388" y="91017"/>
                </a:moveTo>
                <a:lnTo>
                  <a:pt x="43837" y="91017"/>
                </a:lnTo>
                <a:lnTo>
                  <a:pt x="57280" y="87836"/>
                </a:lnTo>
                <a:lnTo>
                  <a:pt x="67114" y="79214"/>
                </a:lnTo>
                <a:lnTo>
                  <a:pt x="73151" y="66530"/>
                </a:lnTo>
                <a:lnTo>
                  <a:pt x="75205" y="51165"/>
                </a:lnTo>
                <a:lnTo>
                  <a:pt x="73151" y="35769"/>
                </a:lnTo>
                <a:lnTo>
                  <a:pt x="67114" y="23019"/>
                </a:lnTo>
                <a:lnTo>
                  <a:pt x="57280" y="14330"/>
                </a:lnTo>
                <a:lnTo>
                  <a:pt x="43837" y="11120"/>
                </a:lnTo>
                <a:lnTo>
                  <a:pt x="71339" y="11120"/>
                </a:lnTo>
                <a:lnTo>
                  <a:pt x="75382" y="14181"/>
                </a:lnTo>
                <a:lnTo>
                  <a:pt x="75483" y="14330"/>
                </a:lnTo>
                <a:lnTo>
                  <a:pt x="84404" y="30371"/>
                </a:lnTo>
                <a:lnTo>
                  <a:pt x="87610" y="51165"/>
                </a:lnTo>
                <a:lnTo>
                  <a:pt x="84413" y="71847"/>
                </a:lnTo>
                <a:lnTo>
                  <a:pt x="75438" y="87956"/>
                </a:lnTo>
                <a:lnTo>
                  <a:pt x="71388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9498606" y="3851354"/>
            <a:ext cx="82550" cy="102235"/>
          </a:xfrm>
          <a:custGeom>
            <a:avLst/>
            <a:gdLst/>
            <a:ahLst/>
            <a:cxnLst/>
            <a:rect l="l" t="t" r="r" b="b"/>
            <a:pathLst>
              <a:path w="82550" h="102235">
                <a:moveTo>
                  <a:pt x="44030" y="102137"/>
                </a:moveTo>
                <a:lnTo>
                  <a:pt x="25842" y="98312"/>
                </a:lnTo>
                <a:lnTo>
                  <a:pt x="11963" y="87691"/>
                </a:lnTo>
                <a:lnTo>
                  <a:pt x="3110" y="71549"/>
                </a:lnTo>
                <a:lnTo>
                  <a:pt x="0" y="51165"/>
                </a:lnTo>
                <a:lnTo>
                  <a:pt x="3179" y="30615"/>
                </a:lnTo>
                <a:lnTo>
                  <a:pt x="12132" y="14422"/>
                </a:lnTo>
                <a:lnTo>
                  <a:pt x="25978" y="3809"/>
                </a:lnTo>
                <a:lnTo>
                  <a:pt x="43837" y="0"/>
                </a:lnTo>
                <a:lnTo>
                  <a:pt x="57855" y="2226"/>
                </a:lnTo>
                <a:lnTo>
                  <a:pt x="69395" y="8508"/>
                </a:lnTo>
                <a:lnTo>
                  <a:pt x="77670" y="18249"/>
                </a:lnTo>
                <a:lnTo>
                  <a:pt x="81890" y="30853"/>
                </a:lnTo>
                <a:lnTo>
                  <a:pt x="69484" y="30853"/>
                </a:lnTo>
                <a:lnTo>
                  <a:pt x="66456" y="23214"/>
                </a:lnTo>
                <a:lnTo>
                  <a:pt x="61072" y="16937"/>
                </a:lnTo>
                <a:lnTo>
                  <a:pt x="53530" y="12684"/>
                </a:lnTo>
                <a:lnTo>
                  <a:pt x="44030" y="11120"/>
                </a:lnTo>
                <a:lnTo>
                  <a:pt x="31207" y="13999"/>
                </a:lnTo>
                <a:lnTo>
                  <a:pt x="21235" y="22103"/>
                </a:lnTo>
                <a:lnTo>
                  <a:pt x="14770" y="34630"/>
                </a:lnTo>
                <a:lnTo>
                  <a:pt x="12469" y="50779"/>
                </a:lnTo>
                <a:lnTo>
                  <a:pt x="14725" y="67079"/>
                </a:lnTo>
                <a:lnTo>
                  <a:pt x="21115" y="79752"/>
                </a:lnTo>
                <a:lnTo>
                  <a:pt x="31072" y="87966"/>
                </a:lnTo>
                <a:lnTo>
                  <a:pt x="44030" y="90888"/>
                </a:lnTo>
                <a:lnTo>
                  <a:pt x="53034" y="89531"/>
                </a:lnTo>
                <a:lnTo>
                  <a:pt x="60573" y="85618"/>
                </a:lnTo>
                <a:lnTo>
                  <a:pt x="66221" y="79391"/>
                </a:lnTo>
                <a:lnTo>
                  <a:pt x="69548" y="71091"/>
                </a:lnTo>
                <a:lnTo>
                  <a:pt x="81954" y="71091"/>
                </a:lnTo>
                <a:lnTo>
                  <a:pt x="77872" y="83507"/>
                </a:lnTo>
                <a:lnTo>
                  <a:pt x="69837" y="93339"/>
                </a:lnTo>
                <a:lnTo>
                  <a:pt x="58380" y="99808"/>
                </a:lnTo>
                <a:lnTo>
                  <a:pt x="44030" y="10213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9596437" y="3851354"/>
            <a:ext cx="85725" cy="102235"/>
          </a:xfrm>
          <a:custGeom>
            <a:avLst/>
            <a:gdLst/>
            <a:ahLst/>
            <a:cxnLst/>
            <a:rect l="l" t="t" r="r" b="b"/>
            <a:pathLst>
              <a:path w="85725" h="102235">
                <a:moveTo>
                  <a:pt x="45251" y="102137"/>
                </a:moveTo>
                <a:lnTo>
                  <a:pt x="26466" y="98415"/>
                </a:lnTo>
                <a:lnTo>
                  <a:pt x="12212" y="87980"/>
                </a:lnTo>
                <a:lnTo>
                  <a:pt x="3165" y="71928"/>
                </a:lnTo>
                <a:lnTo>
                  <a:pt x="0" y="51358"/>
                </a:lnTo>
                <a:lnTo>
                  <a:pt x="3184" y="30669"/>
                </a:lnTo>
                <a:lnTo>
                  <a:pt x="12124" y="14422"/>
                </a:lnTo>
                <a:lnTo>
                  <a:pt x="25896" y="3803"/>
                </a:lnTo>
                <a:lnTo>
                  <a:pt x="43580" y="0"/>
                </a:lnTo>
                <a:lnTo>
                  <a:pt x="59178" y="2884"/>
                </a:lnTo>
                <a:lnTo>
                  <a:pt x="71675" y="11120"/>
                </a:lnTo>
                <a:lnTo>
                  <a:pt x="43644" y="11120"/>
                </a:lnTo>
                <a:lnTo>
                  <a:pt x="31452" y="13708"/>
                </a:lnTo>
                <a:lnTo>
                  <a:pt x="21846" y="20737"/>
                </a:lnTo>
                <a:lnTo>
                  <a:pt x="15361" y="31105"/>
                </a:lnTo>
                <a:lnTo>
                  <a:pt x="12534" y="43708"/>
                </a:lnTo>
                <a:lnTo>
                  <a:pt x="84808" y="43708"/>
                </a:lnTo>
                <a:lnTo>
                  <a:pt x="85618" y="48658"/>
                </a:lnTo>
                <a:lnTo>
                  <a:pt x="85618" y="54507"/>
                </a:lnTo>
                <a:lnTo>
                  <a:pt x="12469" y="54507"/>
                </a:lnTo>
                <a:lnTo>
                  <a:pt x="15088" y="69594"/>
                </a:lnTo>
                <a:lnTo>
                  <a:pt x="21750" y="81102"/>
                </a:lnTo>
                <a:lnTo>
                  <a:pt x="31967" y="88440"/>
                </a:lnTo>
                <a:lnTo>
                  <a:pt x="45251" y="91017"/>
                </a:lnTo>
                <a:lnTo>
                  <a:pt x="74612" y="91017"/>
                </a:lnTo>
                <a:lnTo>
                  <a:pt x="70303" y="95034"/>
                </a:lnTo>
                <a:lnTo>
                  <a:pt x="59067" y="100237"/>
                </a:lnTo>
                <a:lnTo>
                  <a:pt x="45251" y="102137"/>
                </a:lnTo>
                <a:close/>
              </a:path>
              <a:path w="85725" h="102235">
                <a:moveTo>
                  <a:pt x="84808" y="43708"/>
                </a:moveTo>
                <a:lnTo>
                  <a:pt x="73019" y="43708"/>
                </a:lnTo>
                <a:lnTo>
                  <a:pt x="70861" y="30834"/>
                </a:lnTo>
                <a:lnTo>
                  <a:pt x="64816" y="20496"/>
                </a:lnTo>
                <a:lnTo>
                  <a:pt x="55529" y="13617"/>
                </a:lnTo>
                <a:lnTo>
                  <a:pt x="43644" y="11120"/>
                </a:lnTo>
                <a:lnTo>
                  <a:pt x="71675" y="11120"/>
                </a:lnTo>
                <a:lnTo>
                  <a:pt x="72625" y="11746"/>
                </a:lnTo>
                <a:lnTo>
                  <a:pt x="82059" y="26900"/>
                </a:lnTo>
                <a:lnTo>
                  <a:pt x="84808" y="43708"/>
                </a:lnTo>
                <a:close/>
              </a:path>
              <a:path w="85725" h="102235">
                <a:moveTo>
                  <a:pt x="74612" y="91017"/>
                </a:moveTo>
                <a:lnTo>
                  <a:pt x="45251" y="91017"/>
                </a:lnTo>
                <a:lnTo>
                  <a:pt x="54439" y="89824"/>
                </a:lnTo>
                <a:lnTo>
                  <a:pt x="61626" y="86726"/>
                </a:lnTo>
                <a:lnTo>
                  <a:pt x="66909" y="82448"/>
                </a:lnTo>
                <a:lnTo>
                  <a:pt x="70384" y="77711"/>
                </a:lnTo>
                <a:lnTo>
                  <a:pt x="83689" y="77711"/>
                </a:lnTo>
                <a:lnTo>
                  <a:pt x="78623" y="87277"/>
                </a:lnTo>
                <a:lnTo>
                  <a:pt x="74612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9698703" y="3851354"/>
            <a:ext cx="73660" cy="102235"/>
          </a:xfrm>
          <a:custGeom>
            <a:avLst/>
            <a:gdLst/>
            <a:ahLst/>
            <a:cxnLst/>
            <a:rect l="l" t="t" r="r" b="b"/>
            <a:pathLst>
              <a:path w="73659" h="102235">
                <a:moveTo>
                  <a:pt x="36445" y="102137"/>
                </a:moveTo>
                <a:lnTo>
                  <a:pt x="22272" y="100348"/>
                </a:lnTo>
                <a:lnTo>
                  <a:pt x="11328" y="95107"/>
                </a:lnTo>
                <a:lnTo>
                  <a:pt x="3832" y="86599"/>
                </a:lnTo>
                <a:lnTo>
                  <a:pt x="0" y="75012"/>
                </a:lnTo>
                <a:lnTo>
                  <a:pt x="12984" y="75012"/>
                </a:lnTo>
                <a:lnTo>
                  <a:pt x="15553" y="82071"/>
                </a:lnTo>
                <a:lnTo>
                  <a:pt x="20327" y="87136"/>
                </a:lnTo>
                <a:lnTo>
                  <a:pt x="27247" y="90188"/>
                </a:lnTo>
                <a:lnTo>
                  <a:pt x="36252" y="91210"/>
                </a:lnTo>
                <a:lnTo>
                  <a:pt x="46407" y="89981"/>
                </a:lnTo>
                <a:lnTo>
                  <a:pt x="54146" y="86493"/>
                </a:lnTo>
                <a:lnTo>
                  <a:pt x="59076" y="81041"/>
                </a:lnTo>
                <a:lnTo>
                  <a:pt x="60806" y="73919"/>
                </a:lnTo>
                <a:lnTo>
                  <a:pt x="60806" y="66077"/>
                </a:lnTo>
                <a:lnTo>
                  <a:pt x="55471" y="60614"/>
                </a:lnTo>
                <a:lnTo>
                  <a:pt x="28796" y="54314"/>
                </a:lnTo>
                <a:lnTo>
                  <a:pt x="17795" y="50398"/>
                </a:lnTo>
                <a:lnTo>
                  <a:pt x="9826" y="44632"/>
                </a:lnTo>
                <a:lnTo>
                  <a:pt x="4978" y="37167"/>
                </a:lnTo>
                <a:lnTo>
                  <a:pt x="3342" y="28153"/>
                </a:lnTo>
                <a:lnTo>
                  <a:pt x="5875" y="16803"/>
                </a:lnTo>
                <a:lnTo>
                  <a:pt x="13000" y="7882"/>
                </a:lnTo>
                <a:lnTo>
                  <a:pt x="24005" y="2057"/>
                </a:lnTo>
                <a:lnTo>
                  <a:pt x="38181" y="0"/>
                </a:lnTo>
                <a:lnTo>
                  <a:pt x="51366" y="1886"/>
                </a:lnTo>
                <a:lnTo>
                  <a:pt x="61610" y="7183"/>
                </a:lnTo>
                <a:lnTo>
                  <a:pt x="68624" y="15348"/>
                </a:lnTo>
                <a:lnTo>
                  <a:pt x="72119" y="25839"/>
                </a:lnTo>
                <a:lnTo>
                  <a:pt x="59778" y="25839"/>
                </a:lnTo>
                <a:lnTo>
                  <a:pt x="57217" y="19610"/>
                </a:lnTo>
                <a:lnTo>
                  <a:pt x="52739" y="14864"/>
                </a:lnTo>
                <a:lnTo>
                  <a:pt x="46382" y="11829"/>
                </a:lnTo>
                <a:lnTo>
                  <a:pt x="38181" y="10734"/>
                </a:lnTo>
                <a:lnTo>
                  <a:pt x="29116" y="12017"/>
                </a:lnTo>
                <a:lnTo>
                  <a:pt x="22023" y="15555"/>
                </a:lnTo>
                <a:lnTo>
                  <a:pt x="17400" y="20876"/>
                </a:lnTo>
                <a:lnTo>
                  <a:pt x="15748" y="27510"/>
                </a:lnTo>
                <a:lnTo>
                  <a:pt x="15748" y="35095"/>
                </a:lnTo>
                <a:lnTo>
                  <a:pt x="21404" y="40366"/>
                </a:lnTo>
                <a:lnTo>
                  <a:pt x="48465" y="47051"/>
                </a:lnTo>
                <a:lnTo>
                  <a:pt x="59460" y="50976"/>
                </a:lnTo>
                <a:lnTo>
                  <a:pt x="67290" y="56660"/>
                </a:lnTo>
                <a:lnTo>
                  <a:pt x="71976" y="64081"/>
                </a:lnTo>
                <a:lnTo>
                  <a:pt x="73533" y="73212"/>
                </a:lnTo>
                <a:lnTo>
                  <a:pt x="71029" y="84809"/>
                </a:lnTo>
                <a:lnTo>
                  <a:pt x="63763" y="93966"/>
                </a:lnTo>
                <a:lnTo>
                  <a:pt x="52111" y="99977"/>
                </a:lnTo>
                <a:lnTo>
                  <a:pt x="36445" y="10213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9788949" y="3851354"/>
            <a:ext cx="73660" cy="102235"/>
          </a:xfrm>
          <a:custGeom>
            <a:avLst/>
            <a:gdLst/>
            <a:ahLst/>
            <a:cxnLst/>
            <a:rect l="l" t="t" r="r" b="b"/>
            <a:pathLst>
              <a:path w="73659" h="102235">
                <a:moveTo>
                  <a:pt x="36445" y="102137"/>
                </a:moveTo>
                <a:lnTo>
                  <a:pt x="22272" y="100348"/>
                </a:lnTo>
                <a:lnTo>
                  <a:pt x="11328" y="95107"/>
                </a:lnTo>
                <a:lnTo>
                  <a:pt x="3832" y="86599"/>
                </a:lnTo>
                <a:lnTo>
                  <a:pt x="0" y="75012"/>
                </a:lnTo>
                <a:lnTo>
                  <a:pt x="12984" y="75012"/>
                </a:lnTo>
                <a:lnTo>
                  <a:pt x="15553" y="82071"/>
                </a:lnTo>
                <a:lnTo>
                  <a:pt x="20327" y="87136"/>
                </a:lnTo>
                <a:lnTo>
                  <a:pt x="27247" y="90188"/>
                </a:lnTo>
                <a:lnTo>
                  <a:pt x="36252" y="91210"/>
                </a:lnTo>
                <a:lnTo>
                  <a:pt x="46407" y="89981"/>
                </a:lnTo>
                <a:lnTo>
                  <a:pt x="54146" y="86493"/>
                </a:lnTo>
                <a:lnTo>
                  <a:pt x="59076" y="81041"/>
                </a:lnTo>
                <a:lnTo>
                  <a:pt x="60806" y="73919"/>
                </a:lnTo>
                <a:lnTo>
                  <a:pt x="60806" y="66077"/>
                </a:lnTo>
                <a:lnTo>
                  <a:pt x="55471" y="60614"/>
                </a:lnTo>
                <a:lnTo>
                  <a:pt x="28796" y="54314"/>
                </a:lnTo>
                <a:lnTo>
                  <a:pt x="17795" y="50398"/>
                </a:lnTo>
                <a:lnTo>
                  <a:pt x="9826" y="44632"/>
                </a:lnTo>
                <a:lnTo>
                  <a:pt x="4978" y="37167"/>
                </a:lnTo>
                <a:lnTo>
                  <a:pt x="3342" y="28153"/>
                </a:lnTo>
                <a:lnTo>
                  <a:pt x="5875" y="16803"/>
                </a:lnTo>
                <a:lnTo>
                  <a:pt x="13000" y="7882"/>
                </a:lnTo>
                <a:lnTo>
                  <a:pt x="24005" y="2057"/>
                </a:lnTo>
                <a:lnTo>
                  <a:pt x="38181" y="0"/>
                </a:lnTo>
                <a:lnTo>
                  <a:pt x="51366" y="1886"/>
                </a:lnTo>
                <a:lnTo>
                  <a:pt x="61610" y="7183"/>
                </a:lnTo>
                <a:lnTo>
                  <a:pt x="68624" y="15348"/>
                </a:lnTo>
                <a:lnTo>
                  <a:pt x="72119" y="25839"/>
                </a:lnTo>
                <a:lnTo>
                  <a:pt x="59778" y="25839"/>
                </a:lnTo>
                <a:lnTo>
                  <a:pt x="57217" y="19610"/>
                </a:lnTo>
                <a:lnTo>
                  <a:pt x="52739" y="14864"/>
                </a:lnTo>
                <a:lnTo>
                  <a:pt x="46382" y="11829"/>
                </a:lnTo>
                <a:lnTo>
                  <a:pt x="38181" y="10734"/>
                </a:lnTo>
                <a:lnTo>
                  <a:pt x="29116" y="12017"/>
                </a:lnTo>
                <a:lnTo>
                  <a:pt x="22023" y="15555"/>
                </a:lnTo>
                <a:lnTo>
                  <a:pt x="17400" y="20876"/>
                </a:lnTo>
                <a:lnTo>
                  <a:pt x="15748" y="27510"/>
                </a:lnTo>
                <a:lnTo>
                  <a:pt x="15748" y="35095"/>
                </a:lnTo>
                <a:lnTo>
                  <a:pt x="21404" y="40366"/>
                </a:lnTo>
                <a:lnTo>
                  <a:pt x="48465" y="47051"/>
                </a:lnTo>
                <a:lnTo>
                  <a:pt x="59460" y="50976"/>
                </a:lnTo>
                <a:lnTo>
                  <a:pt x="67290" y="56660"/>
                </a:lnTo>
                <a:lnTo>
                  <a:pt x="71976" y="64081"/>
                </a:lnTo>
                <a:lnTo>
                  <a:pt x="73533" y="73212"/>
                </a:lnTo>
                <a:lnTo>
                  <a:pt x="71029" y="84809"/>
                </a:lnTo>
                <a:lnTo>
                  <a:pt x="63763" y="93966"/>
                </a:lnTo>
                <a:lnTo>
                  <a:pt x="52111" y="99977"/>
                </a:lnTo>
                <a:lnTo>
                  <a:pt x="36445" y="10213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9931082" y="3818637"/>
            <a:ext cx="435675" cy="17187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0393496" y="3851418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0489014" y="3940250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29" h="47625">
                <a:moveTo>
                  <a:pt x="10670" y="47115"/>
                </a:moveTo>
                <a:lnTo>
                  <a:pt x="0" y="47115"/>
                </a:lnTo>
                <a:lnTo>
                  <a:pt x="10220" y="0"/>
                </a:lnTo>
                <a:lnTo>
                  <a:pt x="23911" y="0"/>
                </a:lnTo>
                <a:lnTo>
                  <a:pt x="10670" y="471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0583361" y="3817930"/>
            <a:ext cx="91788" cy="135754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0695527" y="3818637"/>
            <a:ext cx="18415" cy="133350"/>
          </a:xfrm>
          <a:custGeom>
            <a:avLst/>
            <a:gdLst/>
            <a:ahLst/>
            <a:cxnLst/>
            <a:rect l="l" t="t" r="r" b="b"/>
            <a:pathLst>
              <a:path w="18415" h="133350">
                <a:moveTo>
                  <a:pt x="13948" y="17290"/>
                </a:moveTo>
                <a:lnTo>
                  <a:pt x="4113" y="17290"/>
                </a:lnTo>
                <a:lnTo>
                  <a:pt x="0" y="13434"/>
                </a:lnTo>
                <a:lnTo>
                  <a:pt x="0" y="3856"/>
                </a:lnTo>
                <a:lnTo>
                  <a:pt x="4113" y="0"/>
                </a:lnTo>
                <a:lnTo>
                  <a:pt x="13948" y="0"/>
                </a:lnTo>
                <a:lnTo>
                  <a:pt x="18126" y="3856"/>
                </a:lnTo>
                <a:lnTo>
                  <a:pt x="18126" y="13434"/>
                </a:lnTo>
                <a:lnTo>
                  <a:pt x="13948" y="17290"/>
                </a:lnTo>
                <a:close/>
              </a:path>
              <a:path w="18415" h="133350">
                <a:moveTo>
                  <a:pt x="15233" y="132798"/>
                </a:moveTo>
                <a:lnTo>
                  <a:pt x="2763" y="132798"/>
                </a:lnTo>
                <a:lnTo>
                  <a:pt x="2763" y="34067"/>
                </a:lnTo>
                <a:lnTo>
                  <a:pt x="15233" y="34067"/>
                </a:lnTo>
                <a:lnTo>
                  <a:pt x="15233" y="13279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0737500" y="3851418"/>
            <a:ext cx="126306" cy="100016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10890417" y="3852704"/>
            <a:ext cx="75076" cy="100016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0992105" y="3819793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1026300" y="3818637"/>
            <a:ext cx="286807" cy="135047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1334705" y="3851418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1430222" y="3940250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29" h="47625">
                <a:moveTo>
                  <a:pt x="10670" y="47115"/>
                </a:moveTo>
                <a:lnTo>
                  <a:pt x="0" y="47115"/>
                </a:lnTo>
                <a:lnTo>
                  <a:pt x="10220" y="0"/>
                </a:lnTo>
                <a:lnTo>
                  <a:pt x="23911" y="0"/>
                </a:lnTo>
                <a:lnTo>
                  <a:pt x="10670" y="471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1523209" y="3851354"/>
            <a:ext cx="76040" cy="10233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1626053" y="3851418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1723306" y="3819793"/>
            <a:ext cx="84332" cy="133697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1878063" y="3817994"/>
            <a:ext cx="367990" cy="135497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2301312" y="3819793"/>
            <a:ext cx="202089" cy="131641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2525192" y="3851354"/>
            <a:ext cx="76040" cy="10233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2628036" y="3818637"/>
            <a:ext cx="333409" cy="169821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2982850" y="3932987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3075718" y="3819793"/>
            <a:ext cx="85875" cy="131641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3183962" y="3851225"/>
            <a:ext cx="46355" cy="100330"/>
          </a:xfrm>
          <a:custGeom>
            <a:avLst/>
            <a:gdLst/>
            <a:ahLst/>
            <a:cxnLst/>
            <a:rect l="l" t="t" r="r" b="b"/>
            <a:pathLst>
              <a:path w="46355" h="100329">
                <a:moveTo>
                  <a:pt x="12405" y="100209"/>
                </a:moveTo>
                <a:lnTo>
                  <a:pt x="0" y="100209"/>
                </a:lnTo>
                <a:lnTo>
                  <a:pt x="0" y="1478"/>
                </a:lnTo>
                <a:lnTo>
                  <a:pt x="12084" y="1478"/>
                </a:lnTo>
                <a:lnTo>
                  <a:pt x="12084" y="16712"/>
                </a:lnTo>
                <a:lnTo>
                  <a:pt x="12919" y="16712"/>
                </a:lnTo>
                <a:lnTo>
                  <a:pt x="17025" y="9870"/>
                </a:lnTo>
                <a:lnTo>
                  <a:pt x="23156" y="4595"/>
                </a:lnTo>
                <a:lnTo>
                  <a:pt x="30853" y="1201"/>
                </a:lnTo>
                <a:lnTo>
                  <a:pt x="39659" y="0"/>
                </a:lnTo>
                <a:lnTo>
                  <a:pt x="46022" y="192"/>
                </a:lnTo>
                <a:lnTo>
                  <a:pt x="46022" y="12727"/>
                </a:lnTo>
                <a:lnTo>
                  <a:pt x="41844" y="11955"/>
                </a:lnTo>
                <a:lnTo>
                  <a:pt x="38695" y="11955"/>
                </a:lnTo>
                <a:lnTo>
                  <a:pt x="28187" y="13826"/>
                </a:lnTo>
                <a:lnTo>
                  <a:pt x="19861" y="19018"/>
                </a:lnTo>
                <a:lnTo>
                  <a:pt x="14380" y="26897"/>
                </a:lnTo>
                <a:lnTo>
                  <a:pt x="12405" y="36831"/>
                </a:lnTo>
                <a:lnTo>
                  <a:pt x="12405" y="10020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3241104" y="3851354"/>
            <a:ext cx="87630" cy="102235"/>
          </a:xfrm>
          <a:custGeom>
            <a:avLst/>
            <a:gdLst/>
            <a:ahLst/>
            <a:cxnLst/>
            <a:rect l="l" t="t" r="r" b="b"/>
            <a:pathLst>
              <a:path w="87630" h="102235">
                <a:moveTo>
                  <a:pt x="43837" y="102137"/>
                </a:moveTo>
                <a:lnTo>
                  <a:pt x="26086" y="98412"/>
                </a:lnTo>
                <a:lnTo>
                  <a:pt x="12228" y="87956"/>
                </a:lnTo>
                <a:lnTo>
                  <a:pt x="3215" y="71847"/>
                </a:lnTo>
                <a:lnTo>
                  <a:pt x="0" y="51165"/>
                </a:lnTo>
                <a:lnTo>
                  <a:pt x="3215" y="30344"/>
                </a:lnTo>
                <a:lnTo>
                  <a:pt x="12228" y="14181"/>
                </a:lnTo>
                <a:lnTo>
                  <a:pt x="26086" y="3719"/>
                </a:lnTo>
                <a:lnTo>
                  <a:pt x="43837" y="0"/>
                </a:lnTo>
                <a:lnTo>
                  <a:pt x="61578" y="3728"/>
                </a:lnTo>
                <a:lnTo>
                  <a:pt x="71339" y="11120"/>
                </a:lnTo>
                <a:lnTo>
                  <a:pt x="43837" y="11120"/>
                </a:lnTo>
                <a:lnTo>
                  <a:pt x="30394" y="14330"/>
                </a:lnTo>
                <a:lnTo>
                  <a:pt x="20560" y="23019"/>
                </a:lnTo>
                <a:lnTo>
                  <a:pt x="14523" y="35769"/>
                </a:lnTo>
                <a:lnTo>
                  <a:pt x="12469" y="51165"/>
                </a:lnTo>
                <a:lnTo>
                  <a:pt x="14514" y="66530"/>
                </a:lnTo>
                <a:lnTo>
                  <a:pt x="20536" y="79214"/>
                </a:lnTo>
                <a:lnTo>
                  <a:pt x="30367" y="87836"/>
                </a:lnTo>
                <a:lnTo>
                  <a:pt x="43837" y="91017"/>
                </a:lnTo>
                <a:lnTo>
                  <a:pt x="71388" y="91017"/>
                </a:lnTo>
                <a:lnTo>
                  <a:pt x="61605" y="98412"/>
                </a:lnTo>
                <a:lnTo>
                  <a:pt x="43837" y="102137"/>
                </a:lnTo>
                <a:close/>
              </a:path>
              <a:path w="87630" h="102235">
                <a:moveTo>
                  <a:pt x="71388" y="91017"/>
                </a:moveTo>
                <a:lnTo>
                  <a:pt x="43837" y="91017"/>
                </a:lnTo>
                <a:lnTo>
                  <a:pt x="57280" y="87836"/>
                </a:lnTo>
                <a:lnTo>
                  <a:pt x="67114" y="79214"/>
                </a:lnTo>
                <a:lnTo>
                  <a:pt x="73151" y="66530"/>
                </a:lnTo>
                <a:lnTo>
                  <a:pt x="75205" y="51165"/>
                </a:lnTo>
                <a:lnTo>
                  <a:pt x="73151" y="35769"/>
                </a:lnTo>
                <a:lnTo>
                  <a:pt x="67114" y="23019"/>
                </a:lnTo>
                <a:lnTo>
                  <a:pt x="57280" y="14330"/>
                </a:lnTo>
                <a:lnTo>
                  <a:pt x="43837" y="11120"/>
                </a:lnTo>
                <a:lnTo>
                  <a:pt x="71339" y="11120"/>
                </a:lnTo>
                <a:lnTo>
                  <a:pt x="75382" y="14181"/>
                </a:lnTo>
                <a:lnTo>
                  <a:pt x="75483" y="14330"/>
                </a:lnTo>
                <a:lnTo>
                  <a:pt x="84404" y="30371"/>
                </a:lnTo>
                <a:lnTo>
                  <a:pt x="87610" y="51165"/>
                </a:lnTo>
                <a:lnTo>
                  <a:pt x="84413" y="71847"/>
                </a:lnTo>
                <a:lnTo>
                  <a:pt x="75438" y="87956"/>
                </a:lnTo>
                <a:lnTo>
                  <a:pt x="71388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3345300" y="3851354"/>
            <a:ext cx="82550" cy="102235"/>
          </a:xfrm>
          <a:custGeom>
            <a:avLst/>
            <a:gdLst/>
            <a:ahLst/>
            <a:cxnLst/>
            <a:rect l="l" t="t" r="r" b="b"/>
            <a:pathLst>
              <a:path w="82550" h="102235">
                <a:moveTo>
                  <a:pt x="44030" y="102137"/>
                </a:moveTo>
                <a:lnTo>
                  <a:pt x="25842" y="98312"/>
                </a:lnTo>
                <a:lnTo>
                  <a:pt x="11963" y="87691"/>
                </a:lnTo>
                <a:lnTo>
                  <a:pt x="3110" y="71549"/>
                </a:lnTo>
                <a:lnTo>
                  <a:pt x="0" y="51165"/>
                </a:lnTo>
                <a:lnTo>
                  <a:pt x="3179" y="30615"/>
                </a:lnTo>
                <a:lnTo>
                  <a:pt x="12132" y="14422"/>
                </a:lnTo>
                <a:lnTo>
                  <a:pt x="25978" y="3809"/>
                </a:lnTo>
                <a:lnTo>
                  <a:pt x="43837" y="0"/>
                </a:lnTo>
                <a:lnTo>
                  <a:pt x="57855" y="2226"/>
                </a:lnTo>
                <a:lnTo>
                  <a:pt x="69395" y="8508"/>
                </a:lnTo>
                <a:lnTo>
                  <a:pt x="77670" y="18249"/>
                </a:lnTo>
                <a:lnTo>
                  <a:pt x="81890" y="30853"/>
                </a:lnTo>
                <a:lnTo>
                  <a:pt x="69484" y="30853"/>
                </a:lnTo>
                <a:lnTo>
                  <a:pt x="66456" y="23214"/>
                </a:lnTo>
                <a:lnTo>
                  <a:pt x="61072" y="16937"/>
                </a:lnTo>
                <a:lnTo>
                  <a:pt x="53530" y="12684"/>
                </a:lnTo>
                <a:lnTo>
                  <a:pt x="44030" y="11120"/>
                </a:lnTo>
                <a:lnTo>
                  <a:pt x="31207" y="13999"/>
                </a:lnTo>
                <a:lnTo>
                  <a:pt x="21235" y="22103"/>
                </a:lnTo>
                <a:lnTo>
                  <a:pt x="14770" y="34630"/>
                </a:lnTo>
                <a:lnTo>
                  <a:pt x="12469" y="50779"/>
                </a:lnTo>
                <a:lnTo>
                  <a:pt x="14725" y="67079"/>
                </a:lnTo>
                <a:lnTo>
                  <a:pt x="21115" y="79752"/>
                </a:lnTo>
                <a:lnTo>
                  <a:pt x="31072" y="87966"/>
                </a:lnTo>
                <a:lnTo>
                  <a:pt x="44030" y="90888"/>
                </a:lnTo>
                <a:lnTo>
                  <a:pt x="53034" y="89531"/>
                </a:lnTo>
                <a:lnTo>
                  <a:pt x="60573" y="85618"/>
                </a:lnTo>
                <a:lnTo>
                  <a:pt x="66221" y="79391"/>
                </a:lnTo>
                <a:lnTo>
                  <a:pt x="69548" y="71091"/>
                </a:lnTo>
                <a:lnTo>
                  <a:pt x="81954" y="71091"/>
                </a:lnTo>
                <a:lnTo>
                  <a:pt x="77872" y="83507"/>
                </a:lnTo>
                <a:lnTo>
                  <a:pt x="69837" y="93339"/>
                </a:lnTo>
                <a:lnTo>
                  <a:pt x="58380" y="99808"/>
                </a:lnTo>
                <a:lnTo>
                  <a:pt x="44030" y="10213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3443131" y="3851354"/>
            <a:ext cx="85725" cy="102235"/>
          </a:xfrm>
          <a:custGeom>
            <a:avLst/>
            <a:gdLst/>
            <a:ahLst/>
            <a:cxnLst/>
            <a:rect l="l" t="t" r="r" b="b"/>
            <a:pathLst>
              <a:path w="85725" h="102235">
                <a:moveTo>
                  <a:pt x="45251" y="102137"/>
                </a:moveTo>
                <a:lnTo>
                  <a:pt x="26466" y="98415"/>
                </a:lnTo>
                <a:lnTo>
                  <a:pt x="12212" y="87980"/>
                </a:lnTo>
                <a:lnTo>
                  <a:pt x="3165" y="71928"/>
                </a:lnTo>
                <a:lnTo>
                  <a:pt x="0" y="51358"/>
                </a:lnTo>
                <a:lnTo>
                  <a:pt x="3184" y="30669"/>
                </a:lnTo>
                <a:lnTo>
                  <a:pt x="12124" y="14422"/>
                </a:lnTo>
                <a:lnTo>
                  <a:pt x="25896" y="3803"/>
                </a:lnTo>
                <a:lnTo>
                  <a:pt x="43580" y="0"/>
                </a:lnTo>
                <a:lnTo>
                  <a:pt x="59178" y="2884"/>
                </a:lnTo>
                <a:lnTo>
                  <a:pt x="71675" y="11120"/>
                </a:lnTo>
                <a:lnTo>
                  <a:pt x="43644" y="11120"/>
                </a:lnTo>
                <a:lnTo>
                  <a:pt x="31452" y="13708"/>
                </a:lnTo>
                <a:lnTo>
                  <a:pt x="21846" y="20737"/>
                </a:lnTo>
                <a:lnTo>
                  <a:pt x="15361" y="31105"/>
                </a:lnTo>
                <a:lnTo>
                  <a:pt x="12534" y="43708"/>
                </a:lnTo>
                <a:lnTo>
                  <a:pt x="84808" y="43708"/>
                </a:lnTo>
                <a:lnTo>
                  <a:pt x="85618" y="48658"/>
                </a:lnTo>
                <a:lnTo>
                  <a:pt x="85618" y="54507"/>
                </a:lnTo>
                <a:lnTo>
                  <a:pt x="12469" y="54507"/>
                </a:lnTo>
                <a:lnTo>
                  <a:pt x="15088" y="69594"/>
                </a:lnTo>
                <a:lnTo>
                  <a:pt x="21750" y="81102"/>
                </a:lnTo>
                <a:lnTo>
                  <a:pt x="31967" y="88440"/>
                </a:lnTo>
                <a:lnTo>
                  <a:pt x="45251" y="91017"/>
                </a:lnTo>
                <a:lnTo>
                  <a:pt x="74612" y="91017"/>
                </a:lnTo>
                <a:lnTo>
                  <a:pt x="70303" y="95034"/>
                </a:lnTo>
                <a:lnTo>
                  <a:pt x="59067" y="100237"/>
                </a:lnTo>
                <a:lnTo>
                  <a:pt x="45251" y="102137"/>
                </a:lnTo>
                <a:close/>
              </a:path>
              <a:path w="85725" h="102235">
                <a:moveTo>
                  <a:pt x="84808" y="43708"/>
                </a:moveTo>
                <a:lnTo>
                  <a:pt x="73019" y="43708"/>
                </a:lnTo>
                <a:lnTo>
                  <a:pt x="70861" y="30834"/>
                </a:lnTo>
                <a:lnTo>
                  <a:pt x="64816" y="20496"/>
                </a:lnTo>
                <a:lnTo>
                  <a:pt x="55529" y="13617"/>
                </a:lnTo>
                <a:lnTo>
                  <a:pt x="43644" y="11120"/>
                </a:lnTo>
                <a:lnTo>
                  <a:pt x="71675" y="11120"/>
                </a:lnTo>
                <a:lnTo>
                  <a:pt x="72625" y="11746"/>
                </a:lnTo>
                <a:lnTo>
                  <a:pt x="82059" y="26900"/>
                </a:lnTo>
                <a:lnTo>
                  <a:pt x="84808" y="43708"/>
                </a:lnTo>
                <a:close/>
              </a:path>
              <a:path w="85725" h="102235">
                <a:moveTo>
                  <a:pt x="74612" y="91017"/>
                </a:moveTo>
                <a:lnTo>
                  <a:pt x="45251" y="91017"/>
                </a:lnTo>
                <a:lnTo>
                  <a:pt x="54439" y="89824"/>
                </a:lnTo>
                <a:lnTo>
                  <a:pt x="61626" y="86726"/>
                </a:lnTo>
                <a:lnTo>
                  <a:pt x="66909" y="82448"/>
                </a:lnTo>
                <a:lnTo>
                  <a:pt x="70384" y="77711"/>
                </a:lnTo>
                <a:lnTo>
                  <a:pt x="83689" y="77711"/>
                </a:lnTo>
                <a:lnTo>
                  <a:pt x="78623" y="87277"/>
                </a:lnTo>
                <a:lnTo>
                  <a:pt x="74612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3545396" y="3851354"/>
            <a:ext cx="73660" cy="102235"/>
          </a:xfrm>
          <a:custGeom>
            <a:avLst/>
            <a:gdLst/>
            <a:ahLst/>
            <a:cxnLst/>
            <a:rect l="l" t="t" r="r" b="b"/>
            <a:pathLst>
              <a:path w="73659" h="102235">
                <a:moveTo>
                  <a:pt x="36445" y="102137"/>
                </a:moveTo>
                <a:lnTo>
                  <a:pt x="22272" y="100348"/>
                </a:lnTo>
                <a:lnTo>
                  <a:pt x="11328" y="95107"/>
                </a:lnTo>
                <a:lnTo>
                  <a:pt x="3832" y="86599"/>
                </a:lnTo>
                <a:lnTo>
                  <a:pt x="0" y="75012"/>
                </a:lnTo>
                <a:lnTo>
                  <a:pt x="12984" y="75012"/>
                </a:lnTo>
                <a:lnTo>
                  <a:pt x="15553" y="82071"/>
                </a:lnTo>
                <a:lnTo>
                  <a:pt x="20327" y="87136"/>
                </a:lnTo>
                <a:lnTo>
                  <a:pt x="27247" y="90188"/>
                </a:lnTo>
                <a:lnTo>
                  <a:pt x="36252" y="91210"/>
                </a:lnTo>
                <a:lnTo>
                  <a:pt x="46407" y="89981"/>
                </a:lnTo>
                <a:lnTo>
                  <a:pt x="54146" y="86493"/>
                </a:lnTo>
                <a:lnTo>
                  <a:pt x="59076" y="81041"/>
                </a:lnTo>
                <a:lnTo>
                  <a:pt x="60806" y="73919"/>
                </a:lnTo>
                <a:lnTo>
                  <a:pt x="60806" y="66077"/>
                </a:lnTo>
                <a:lnTo>
                  <a:pt x="55471" y="60614"/>
                </a:lnTo>
                <a:lnTo>
                  <a:pt x="28796" y="54314"/>
                </a:lnTo>
                <a:lnTo>
                  <a:pt x="17795" y="50398"/>
                </a:lnTo>
                <a:lnTo>
                  <a:pt x="9826" y="44632"/>
                </a:lnTo>
                <a:lnTo>
                  <a:pt x="4978" y="37167"/>
                </a:lnTo>
                <a:lnTo>
                  <a:pt x="3342" y="28153"/>
                </a:lnTo>
                <a:lnTo>
                  <a:pt x="5875" y="16803"/>
                </a:lnTo>
                <a:lnTo>
                  <a:pt x="13000" y="7882"/>
                </a:lnTo>
                <a:lnTo>
                  <a:pt x="24005" y="2057"/>
                </a:lnTo>
                <a:lnTo>
                  <a:pt x="38181" y="0"/>
                </a:lnTo>
                <a:lnTo>
                  <a:pt x="51366" y="1886"/>
                </a:lnTo>
                <a:lnTo>
                  <a:pt x="61610" y="7183"/>
                </a:lnTo>
                <a:lnTo>
                  <a:pt x="68624" y="15348"/>
                </a:lnTo>
                <a:lnTo>
                  <a:pt x="72119" y="25839"/>
                </a:lnTo>
                <a:lnTo>
                  <a:pt x="59778" y="25839"/>
                </a:lnTo>
                <a:lnTo>
                  <a:pt x="57217" y="19610"/>
                </a:lnTo>
                <a:lnTo>
                  <a:pt x="52739" y="14864"/>
                </a:lnTo>
                <a:lnTo>
                  <a:pt x="46382" y="11829"/>
                </a:lnTo>
                <a:lnTo>
                  <a:pt x="38181" y="10734"/>
                </a:lnTo>
                <a:lnTo>
                  <a:pt x="29116" y="12017"/>
                </a:lnTo>
                <a:lnTo>
                  <a:pt x="22023" y="15555"/>
                </a:lnTo>
                <a:lnTo>
                  <a:pt x="17400" y="20876"/>
                </a:lnTo>
                <a:lnTo>
                  <a:pt x="15748" y="27510"/>
                </a:lnTo>
                <a:lnTo>
                  <a:pt x="15748" y="35095"/>
                </a:lnTo>
                <a:lnTo>
                  <a:pt x="21404" y="40366"/>
                </a:lnTo>
                <a:lnTo>
                  <a:pt x="48465" y="47051"/>
                </a:lnTo>
                <a:lnTo>
                  <a:pt x="59460" y="50976"/>
                </a:lnTo>
                <a:lnTo>
                  <a:pt x="67290" y="56660"/>
                </a:lnTo>
                <a:lnTo>
                  <a:pt x="71976" y="64081"/>
                </a:lnTo>
                <a:lnTo>
                  <a:pt x="73533" y="73212"/>
                </a:lnTo>
                <a:lnTo>
                  <a:pt x="71029" y="84809"/>
                </a:lnTo>
                <a:lnTo>
                  <a:pt x="63763" y="93966"/>
                </a:lnTo>
                <a:lnTo>
                  <a:pt x="52111" y="99977"/>
                </a:lnTo>
                <a:lnTo>
                  <a:pt x="36445" y="10213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3635642" y="3851354"/>
            <a:ext cx="73660" cy="102235"/>
          </a:xfrm>
          <a:custGeom>
            <a:avLst/>
            <a:gdLst/>
            <a:ahLst/>
            <a:cxnLst/>
            <a:rect l="l" t="t" r="r" b="b"/>
            <a:pathLst>
              <a:path w="73659" h="102235">
                <a:moveTo>
                  <a:pt x="36445" y="102137"/>
                </a:moveTo>
                <a:lnTo>
                  <a:pt x="22272" y="100348"/>
                </a:lnTo>
                <a:lnTo>
                  <a:pt x="11328" y="95107"/>
                </a:lnTo>
                <a:lnTo>
                  <a:pt x="3832" y="86599"/>
                </a:lnTo>
                <a:lnTo>
                  <a:pt x="0" y="75012"/>
                </a:lnTo>
                <a:lnTo>
                  <a:pt x="12984" y="75012"/>
                </a:lnTo>
                <a:lnTo>
                  <a:pt x="15553" y="82071"/>
                </a:lnTo>
                <a:lnTo>
                  <a:pt x="20327" y="87136"/>
                </a:lnTo>
                <a:lnTo>
                  <a:pt x="27247" y="90188"/>
                </a:lnTo>
                <a:lnTo>
                  <a:pt x="36252" y="91210"/>
                </a:lnTo>
                <a:lnTo>
                  <a:pt x="46407" y="89981"/>
                </a:lnTo>
                <a:lnTo>
                  <a:pt x="54146" y="86493"/>
                </a:lnTo>
                <a:lnTo>
                  <a:pt x="59076" y="81041"/>
                </a:lnTo>
                <a:lnTo>
                  <a:pt x="60806" y="73919"/>
                </a:lnTo>
                <a:lnTo>
                  <a:pt x="60806" y="66077"/>
                </a:lnTo>
                <a:lnTo>
                  <a:pt x="55471" y="60614"/>
                </a:lnTo>
                <a:lnTo>
                  <a:pt x="28796" y="54314"/>
                </a:lnTo>
                <a:lnTo>
                  <a:pt x="17795" y="50398"/>
                </a:lnTo>
                <a:lnTo>
                  <a:pt x="9826" y="44632"/>
                </a:lnTo>
                <a:lnTo>
                  <a:pt x="4978" y="37167"/>
                </a:lnTo>
                <a:lnTo>
                  <a:pt x="3342" y="28153"/>
                </a:lnTo>
                <a:lnTo>
                  <a:pt x="5875" y="16803"/>
                </a:lnTo>
                <a:lnTo>
                  <a:pt x="13000" y="7882"/>
                </a:lnTo>
                <a:lnTo>
                  <a:pt x="24005" y="2057"/>
                </a:lnTo>
                <a:lnTo>
                  <a:pt x="38181" y="0"/>
                </a:lnTo>
                <a:lnTo>
                  <a:pt x="51366" y="1886"/>
                </a:lnTo>
                <a:lnTo>
                  <a:pt x="61610" y="7183"/>
                </a:lnTo>
                <a:lnTo>
                  <a:pt x="68624" y="15348"/>
                </a:lnTo>
                <a:lnTo>
                  <a:pt x="72119" y="25839"/>
                </a:lnTo>
                <a:lnTo>
                  <a:pt x="59778" y="25839"/>
                </a:lnTo>
                <a:lnTo>
                  <a:pt x="57217" y="19610"/>
                </a:lnTo>
                <a:lnTo>
                  <a:pt x="52739" y="14864"/>
                </a:lnTo>
                <a:lnTo>
                  <a:pt x="46382" y="11829"/>
                </a:lnTo>
                <a:lnTo>
                  <a:pt x="38181" y="10734"/>
                </a:lnTo>
                <a:lnTo>
                  <a:pt x="29116" y="12017"/>
                </a:lnTo>
                <a:lnTo>
                  <a:pt x="22023" y="15555"/>
                </a:lnTo>
                <a:lnTo>
                  <a:pt x="17400" y="20876"/>
                </a:lnTo>
                <a:lnTo>
                  <a:pt x="15748" y="27510"/>
                </a:lnTo>
                <a:lnTo>
                  <a:pt x="15748" y="35095"/>
                </a:lnTo>
                <a:lnTo>
                  <a:pt x="21404" y="40366"/>
                </a:lnTo>
                <a:lnTo>
                  <a:pt x="48465" y="47051"/>
                </a:lnTo>
                <a:lnTo>
                  <a:pt x="59460" y="50976"/>
                </a:lnTo>
                <a:lnTo>
                  <a:pt x="67290" y="56660"/>
                </a:lnTo>
                <a:lnTo>
                  <a:pt x="71976" y="64081"/>
                </a:lnTo>
                <a:lnTo>
                  <a:pt x="73533" y="73212"/>
                </a:lnTo>
                <a:lnTo>
                  <a:pt x="71029" y="84809"/>
                </a:lnTo>
                <a:lnTo>
                  <a:pt x="63763" y="93966"/>
                </a:lnTo>
                <a:lnTo>
                  <a:pt x="52111" y="99977"/>
                </a:lnTo>
                <a:lnTo>
                  <a:pt x="36445" y="10213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3725824" y="3851354"/>
            <a:ext cx="85725" cy="102235"/>
          </a:xfrm>
          <a:custGeom>
            <a:avLst/>
            <a:gdLst/>
            <a:ahLst/>
            <a:cxnLst/>
            <a:rect l="l" t="t" r="r" b="b"/>
            <a:pathLst>
              <a:path w="85725" h="102235">
                <a:moveTo>
                  <a:pt x="45251" y="102137"/>
                </a:moveTo>
                <a:lnTo>
                  <a:pt x="26466" y="98415"/>
                </a:lnTo>
                <a:lnTo>
                  <a:pt x="12212" y="87980"/>
                </a:lnTo>
                <a:lnTo>
                  <a:pt x="3165" y="71928"/>
                </a:lnTo>
                <a:lnTo>
                  <a:pt x="0" y="51358"/>
                </a:lnTo>
                <a:lnTo>
                  <a:pt x="3184" y="30669"/>
                </a:lnTo>
                <a:lnTo>
                  <a:pt x="12124" y="14422"/>
                </a:lnTo>
                <a:lnTo>
                  <a:pt x="25896" y="3803"/>
                </a:lnTo>
                <a:lnTo>
                  <a:pt x="43580" y="0"/>
                </a:lnTo>
                <a:lnTo>
                  <a:pt x="59178" y="2884"/>
                </a:lnTo>
                <a:lnTo>
                  <a:pt x="71675" y="11120"/>
                </a:lnTo>
                <a:lnTo>
                  <a:pt x="43644" y="11120"/>
                </a:lnTo>
                <a:lnTo>
                  <a:pt x="31452" y="13708"/>
                </a:lnTo>
                <a:lnTo>
                  <a:pt x="21846" y="20737"/>
                </a:lnTo>
                <a:lnTo>
                  <a:pt x="15361" y="31105"/>
                </a:lnTo>
                <a:lnTo>
                  <a:pt x="12534" y="43708"/>
                </a:lnTo>
                <a:lnTo>
                  <a:pt x="84808" y="43708"/>
                </a:lnTo>
                <a:lnTo>
                  <a:pt x="85618" y="48658"/>
                </a:lnTo>
                <a:lnTo>
                  <a:pt x="85618" y="54507"/>
                </a:lnTo>
                <a:lnTo>
                  <a:pt x="12469" y="54507"/>
                </a:lnTo>
                <a:lnTo>
                  <a:pt x="15088" y="69594"/>
                </a:lnTo>
                <a:lnTo>
                  <a:pt x="21750" y="81102"/>
                </a:lnTo>
                <a:lnTo>
                  <a:pt x="31967" y="88440"/>
                </a:lnTo>
                <a:lnTo>
                  <a:pt x="45251" y="91017"/>
                </a:lnTo>
                <a:lnTo>
                  <a:pt x="74612" y="91017"/>
                </a:lnTo>
                <a:lnTo>
                  <a:pt x="70303" y="95034"/>
                </a:lnTo>
                <a:lnTo>
                  <a:pt x="59067" y="100237"/>
                </a:lnTo>
                <a:lnTo>
                  <a:pt x="45251" y="102137"/>
                </a:lnTo>
                <a:close/>
              </a:path>
              <a:path w="85725" h="102235">
                <a:moveTo>
                  <a:pt x="84808" y="43708"/>
                </a:moveTo>
                <a:lnTo>
                  <a:pt x="73019" y="43708"/>
                </a:lnTo>
                <a:lnTo>
                  <a:pt x="70861" y="30834"/>
                </a:lnTo>
                <a:lnTo>
                  <a:pt x="64816" y="20496"/>
                </a:lnTo>
                <a:lnTo>
                  <a:pt x="55529" y="13617"/>
                </a:lnTo>
                <a:lnTo>
                  <a:pt x="43644" y="11120"/>
                </a:lnTo>
                <a:lnTo>
                  <a:pt x="71675" y="11120"/>
                </a:lnTo>
                <a:lnTo>
                  <a:pt x="72625" y="11746"/>
                </a:lnTo>
                <a:lnTo>
                  <a:pt x="82059" y="26900"/>
                </a:lnTo>
                <a:lnTo>
                  <a:pt x="84808" y="43708"/>
                </a:lnTo>
                <a:close/>
              </a:path>
              <a:path w="85725" h="102235">
                <a:moveTo>
                  <a:pt x="74612" y="91017"/>
                </a:moveTo>
                <a:lnTo>
                  <a:pt x="45251" y="91017"/>
                </a:lnTo>
                <a:lnTo>
                  <a:pt x="54439" y="89824"/>
                </a:lnTo>
                <a:lnTo>
                  <a:pt x="61626" y="86726"/>
                </a:lnTo>
                <a:lnTo>
                  <a:pt x="66909" y="82448"/>
                </a:lnTo>
                <a:lnTo>
                  <a:pt x="70384" y="77711"/>
                </a:lnTo>
                <a:lnTo>
                  <a:pt x="83689" y="77711"/>
                </a:lnTo>
                <a:lnTo>
                  <a:pt x="78623" y="87277"/>
                </a:lnTo>
                <a:lnTo>
                  <a:pt x="74612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3828090" y="3851354"/>
            <a:ext cx="73660" cy="102235"/>
          </a:xfrm>
          <a:custGeom>
            <a:avLst/>
            <a:gdLst/>
            <a:ahLst/>
            <a:cxnLst/>
            <a:rect l="l" t="t" r="r" b="b"/>
            <a:pathLst>
              <a:path w="73659" h="102235">
                <a:moveTo>
                  <a:pt x="36445" y="102137"/>
                </a:moveTo>
                <a:lnTo>
                  <a:pt x="22272" y="100348"/>
                </a:lnTo>
                <a:lnTo>
                  <a:pt x="11328" y="95107"/>
                </a:lnTo>
                <a:lnTo>
                  <a:pt x="3832" y="86599"/>
                </a:lnTo>
                <a:lnTo>
                  <a:pt x="0" y="75012"/>
                </a:lnTo>
                <a:lnTo>
                  <a:pt x="12984" y="75012"/>
                </a:lnTo>
                <a:lnTo>
                  <a:pt x="15553" y="82071"/>
                </a:lnTo>
                <a:lnTo>
                  <a:pt x="20327" y="87136"/>
                </a:lnTo>
                <a:lnTo>
                  <a:pt x="27247" y="90188"/>
                </a:lnTo>
                <a:lnTo>
                  <a:pt x="36252" y="91210"/>
                </a:lnTo>
                <a:lnTo>
                  <a:pt x="46407" y="89981"/>
                </a:lnTo>
                <a:lnTo>
                  <a:pt x="54146" y="86493"/>
                </a:lnTo>
                <a:lnTo>
                  <a:pt x="59076" y="81041"/>
                </a:lnTo>
                <a:lnTo>
                  <a:pt x="60806" y="73919"/>
                </a:lnTo>
                <a:lnTo>
                  <a:pt x="60806" y="66077"/>
                </a:lnTo>
                <a:lnTo>
                  <a:pt x="55471" y="60614"/>
                </a:lnTo>
                <a:lnTo>
                  <a:pt x="28796" y="54314"/>
                </a:lnTo>
                <a:lnTo>
                  <a:pt x="17795" y="50398"/>
                </a:lnTo>
                <a:lnTo>
                  <a:pt x="9826" y="44632"/>
                </a:lnTo>
                <a:lnTo>
                  <a:pt x="4978" y="37167"/>
                </a:lnTo>
                <a:lnTo>
                  <a:pt x="3342" y="28153"/>
                </a:lnTo>
                <a:lnTo>
                  <a:pt x="5875" y="16803"/>
                </a:lnTo>
                <a:lnTo>
                  <a:pt x="13000" y="7882"/>
                </a:lnTo>
                <a:lnTo>
                  <a:pt x="24005" y="2057"/>
                </a:lnTo>
                <a:lnTo>
                  <a:pt x="38181" y="0"/>
                </a:lnTo>
                <a:lnTo>
                  <a:pt x="51366" y="1886"/>
                </a:lnTo>
                <a:lnTo>
                  <a:pt x="61610" y="7183"/>
                </a:lnTo>
                <a:lnTo>
                  <a:pt x="68624" y="15348"/>
                </a:lnTo>
                <a:lnTo>
                  <a:pt x="72119" y="25839"/>
                </a:lnTo>
                <a:lnTo>
                  <a:pt x="59778" y="25839"/>
                </a:lnTo>
                <a:lnTo>
                  <a:pt x="57217" y="19610"/>
                </a:lnTo>
                <a:lnTo>
                  <a:pt x="52739" y="14864"/>
                </a:lnTo>
                <a:lnTo>
                  <a:pt x="46382" y="11829"/>
                </a:lnTo>
                <a:lnTo>
                  <a:pt x="38181" y="10734"/>
                </a:lnTo>
                <a:lnTo>
                  <a:pt x="29116" y="12017"/>
                </a:lnTo>
                <a:lnTo>
                  <a:pt x="22023" y="15555"/>
                </a:lnTo>
                <a:lnTo>
                  <a:pt x="17400" y="20876"/>
                </a:lnTo>
                <a:lnTo>
                  <a:pt x="15748" y="27510"/>
                </a:lnTo>
                <a:lnTo>
                  <a:pt x="15748" y="35095"/>
                </a:lnTo>
                <a:lnTo>
                  <a:pt x="21404" y="40366"/>
                </a:lnTo>
                <a:lnTo>
                  <a:pt x="48465" y="47051"/>
                </a:lnTo>
                <a:lnTo>
                  <a:pt x="59460" y="50976"/>
                </a:lnTo>
                <a:lnTo>
                  <a:pt x="67290" y="56660"/>
                </a:lnTo>
                <a:lnTo>
                  <a:pt x="71976" y="64081"/>
                </a:lnTo>
                <a:lnTo>
                  <a:pt x="73533" y="73212"/>
                </a:lnTo>
                <a:lnTo>
                  <a:pt x="71029" y="84809"/>
                </a:lnTo>
                <a:lnTo>
                  <a:pt x="63763" y="93966"/>
                </a:lnTo>
                <a:lnTo>
                  <a:pt x="52111" y="99977"/>
                </a:lnTo>
                <a:lnTo>
                  <a:pt x="36445" y="10213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3916536" y="3940250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30" h="47625">
                <a:moveTo>
                  <a:pt x="10670" y="47115"/>
                </a:moveTo>
                <a:lnTo>
                  <a:pt x="0" y="47115"/>
                </a:lnTo>
                <a:lnTo>
                  <a:pt x="10220" y="0"/>
                </a:lnTo>
                <a:lnTo>
                  <a:pt x="23911" y="0"/>
                </a:lnTo>
                <a:lnTo>
                  <a:pt x="10670" y="471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3969245" y="3817994"/>
            <a:ext cx="88574" cy="135240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4087901" y="3813687"/>
            <a:ext cx="97123" cy="164551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4218578" y="3819793"/>
            <a:ext cx="45085" cy="132080"/>
          </a:xfrm>
          <a:custGeom>
            <a:avLst/>
            <a:gdLst/>
            <a:ahLst/>
            <a:cxnLst/>
            <a:rect l="l" t="t" r="r" b="b"/>
            <a:pathLst>
              <a:path w="45084" h="132079">
                <a:moveTo>
                  <a:pt x="44930" y="131641"/>
                </a:moveTo>
                <a:lnTo>
                  <a:pt x="31946" y="131641"/>
                </a:lnTo>
                <a:lnTo>
                  <a:pt x="31946" y="13498"/>
                </a:lnTo>
                <a:lnTo>
                  <a:pt x="31174" y="13498"/>
                </a:lnTo>
                <a:lnTo>
                  <a:pt x="0" y="34067"/>
                </a:lnTo>
                <a:lnTo>
                  <a:pt x="0" y="20826"/>
                </a:lnTo>
                <a:lnTo>
                  <a:pt x="31496" y="0"/>
                </a:lnTo>
                <a:lnTo>
                  <a:pt x="44930" y="0"/>
                </a:lnTo>
                <a:lnTo>
                  <a:pt x="44930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4295133" y="3813687"/>
            <a:ext cx="34290" cy="165100"/>
          </a:xfrm>
          <a:custGeom>
            <a:avLst/>
            <a:gdLst/>
            <a:ahLst/>
            <a:cxnLst/>
            <a:rect l="l" t="t" r="r" b="b"/>
            <a:pathLst>
              <a:path w="34290" h="165100">
                <a:moveTo>
                  <a:pt x="11248" y="164551"/>
                </a:moveTo>
                <a:lnTo>
                  <a:pt x="0" y="164551"/>
                </a:lnTo>
                <a:lnTo>
                  <a:pt x="8605" y="147582"/>
                </a:lnTo>
                <a:lnTo>
                  <a:pt x="15378" y="127197"/>
                </a:lnTo>
                <a:lnTo>
                  <a:pt x="19813" y="104920"/>
                </a:lnTo>
                <a:lnTo>
                  <a:pt x="21404" y="82275"/>
                </a:lnTo>
                <a:lnTo>
                  <a:pt x="19813" y="59630"/>
                </a:lnTo>
                <a:lnTo>
                  <a:pt x="15378" y="37353"/>
                </a:lnTo>
                <a:lnTo>
                  <a:pt x="8605" y="16968"/>
                </a:lnTo>
                <a:lnTo>
                  <a:pt x="0" y="0"/>
                </a:lnTo>
                <a:lnTo>
                  <a:pt x="11248" y="0"/>
                </a:lnTo>
                <a:lnTo>
                  <a:pt x="21071" y="18586"/>
                </a:lnTo>
                <a:lnTo>
                  <a:pt x="28266" y="38486"/>
                </a:lnTo>
                <a:lnTo>
                  <a:pt x="32689" y="59712"/>
                </a:lnTo>
                <a:lnTo>
                  <a:pt x="34195" y="82275"/>
                </a:lnTo>
                <a:lnTo>
                  <a:pt x="32689" y="104911"/>
                </a:lnTo>
                <a:lnTo>
                  <a:pt x="28266" y="126161"/>
                </a:lnTo>
                <a:lnTo>
                  <a:pt x="21071" y="146037"/>
                </a:lnTo>
                <a:lnTo>
                  <a:pt x="11248" y="1645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4354075" y="3940250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30" h="47625">
                <a:moveTo>
                  <a:pt x="10670" y="47115"/>
                </a:moveTo>
                <a:lnTo>
                  <a:pt x="0" y="47115"/>
                </a:lnTo>
                <a:lnTo>
                  <a:pt x="10220" y="0"/>
                </a:lnTo>
                <a:lnTo>
                  <a:pt x="23911" y="0"/>
                </a:lnTo>
                <a:lnTo>
                  <a:pt x="10670" y="4711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4451181" y="3817994"/>
            <a:ext cx="88574" cy="135240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4562511" y="3817994"/>
            <a:ext cx="89860" cy="135240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4675961" y="3817994"/>
            <a:ext cx="88574" cy="135240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4786198" y="3819793"/>
            <a:ext cx="93717" cy="131641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4902733" y="3932987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4995822" y="3819793"/>
            <a:ext cx="101430" cy="131641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5116922" y="3817994"/>
            <a:ext cx="114414" cy="135240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5256789" y="3819793"/>
            <a:ext cx="13335" cy="132080"/>
          </a:xfrm>
          <a:custGeom>
            <a:avLst/>
            <a:gdLst/>
            <a:ahLst/>
            <a:cxnLst/>
            <a:rect l="l" t="t" r="r" b="b"/>
            <a:pathLst>
              <a:path w="13334" h="132079">
                <a:moveTo>
                  <a:pt x="12919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919" y="0"/>
                </a:lnTo>
                <a:lnTo>
                  <a:pt x="12919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5298377" y="3846083"/>
            <a:ext cx="19685" cy="86360"/>
          </a:xfrm>
          <a:custGeom>
            <a:avLst/>
            <a:gdLst/>
            <a:ahLst/>
            <a:cxnLst/>
            <a:rect l="l" t="t" r="r" b="b"/>
            <a:pathLst>
              <a:path w="19684" h="86360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lnTo>
                  <a:pt x="15169" y="19411"/>
                </a:lnTo>
                <a:close/>
              </a:path>
              <a:path w="19684" h="86360">
                <a:moveTo>
                  <a:pt x="15169" y="86068"/>
                </a:moveTo>
                <a:lnTo>
                  <a:pt x="4499" y="86068"/>
                </a:lnTo>
                <a:lnTo>
                  <a:pt x="0" y="81697"/>
                </a:lnTo>
                <a:lnTo>
                  <a:pt x="128" y="76362"/>
                </a:lnTo>
                <a:lnTo>
                  <a:pt x="0" y="71027"/>
                </a:lnTo>
                <a:lnTo>
                  <a:pt x="4499" y="66656"/>
                </a:lnTo>
                <a:lnTo>
                  <a:pt x="15169" y="66656"/>
                </a:lnTo>
                <a:lnTo>
                  <a:pt x="19540" y="71027"/>
                </a:lnTo>
                <a:lnTo>
                  <a:pt x="19540" y="81697"/>
                </a:lnTo>
                <a:lnTo>
                  <a:pt x="15169" y="8606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5385766" y="3813623"/>
            <a:ext cx="1729974" cy="174835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596338" y="4189997"/>
            <a:ext cx="290407" cy="133697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907636" y="4189997"/>
            <a:ext cx="316439" cy="133698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245673" y="4189997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284690" y="4189997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358463" y="4189997"/>
            <a:ext cx="372747" cy="133697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752808" y="4221622"/>
            <a:ext cx="126306" cy="100016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900904" y="4188840"/>
            <a:ext cx="286807" cy="135047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209310" y="4221622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311318" y="4303191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2406642" y="4183891"/>
            <a:ext cx="34290" cy="165100"/>
          </a:xfrm>
          <a:custGeom>
            <a:avLst/>
            <a:gdLst/>
            <a:ahLst/>
            <a:cxnLst/>
            <a:rect l="l" t="t" r="r" b="b"/>
            <a:pathLst>
              <a:path w="34289" h="165100">
                <a:moveTo>
                  <a:pt x="34195" y="164551"/>
                </a:moveTo>
                <a:lnTo>
                  <a:pt x="23011" y="164551"/>
                </a:lnTo>
                <a:lnTo>
                  <a:pt x="13151" y="146001"/>
                </a:lnTo>
                <a:lnTo>
                  <a:pt x="5937" y="126113"/>
                </a:lnTo>
                <a:lnTo>
                  <a:pt x="1507" y="104875"/>
                </a:lnTo>
                <a:lnTo>
                  <a:pt x="0" y="82275"/>
                </a:lnTo>
                <a:lnTo>
                  <a:pt x="1507" y="59675"/>
                </a:lnTo>
                <a:lnTo>
                  <a:pt x="5937" y="38438"/>
                </a:lnTo>
                <a:lnTo>
                  <a:pt x="13151" y="18550"/>
                </a:lnTo>
                <a:lnTo>
                  <a:pt x="23011" y="0"/>
                </a:lnTo>
                <a:lnTo>
                  <a:pt x="34195" y="0"/>
                </a:lnTo>
                <a:lnTo>
                  <a:pt x="25590" y="17004"/>
                </a:lnTo>
                <a:lnTo>
                  <a:pt x="18817" y="37401"/>
                </a:lnTo>
                <a:lnTo>
                  <a:pt x="14382" y="59666"/>
                </a:lnTo>
                <a:lnTo>
                  <a:pt x="12791" y="82275"/>
                </a:lnTo>
                <a:lnTo>
                  <a:pt x="14391" y="104956"/>
                </a:lnTo>
                <a:lnTo>
                  <a:pt x="18841" y="127246"/>
                </a:lnTo>
                <a:lnTo>
                  <a:pt x="25617" y="147619"/>
                </a:lnTo>
                <a:lnTo>
                  <a:pt x="34195" y="1645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2461792" y="4188197"/>
            <a:ext cx="84525" cy="133440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2568365" y="4188198"/>
            <a:ext cx="88896" cy="135240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2680015" y="4188197"/>
            <a:ext cx="84525" cy="133440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2786524" y="4183891"/>
            <a:ext cx="145717" cy="164551"/>
          </a:xfrm>
          <a:prstGeom prst="rect">
            <a:avLst/>
          </a:prstGeom>
          <a:blipFill>
            <a:blip r:embed="rId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2963481" y="4303191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3056486" y="4189729"/>
            <a:ext cx="143853" cy="133322"/>
          </a:xfrm>
          <a:prstGeom prst="rect">
            <a:avLst/>
          </a:prstGeom>
          <a:blipFill>
            <a:blip r:embed="rId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3220716" y="4189997"/>
            <a:ext cx="76362" cy="131641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3318869" y="4221558"/>
            <a:ext cx="76040" cy="102330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3421713" y="4221622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3518965" y="4221558"/>
            <a:ext cx="87610" cy="102137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3628173" y="4189997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3706880" y="4188840"/>
            <a:ext cx="2348621" cy="169822"/>
          </a:xfrm>
          <a:prstGeom prst="rect">
            <a:avLst/>
          </a:prstGeom>
          <a:blipFill>
            <a:blip r:embed="rId1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6129475" y="4189997"/>
            <a:ext cx="243677" cy="133697"/>
          </a:xfrm>
          <a:prstGeom prst="rect">
            <a:avLst/>
          </a:prstGeom>
          <a:blipFill>
            <a:blip r:embed="rId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6402142" y="4222908"/>
            <a:ext cx="75076" cy="10001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6498816" y="4221558"/>
            <a:ext cx="273630" cy="102137"/>
          </a:xfrm>
          <a:prstGeom prst="rect">
            <a:avLst/>
          </a:prstGeom>
          <a:blipFill>
            <a:blip r:embed="rId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6833712" y="4199253"/>
            <a:ext cx="466721" cy="158316"/>
          </a:xfrm>
          <a:prstGeom prst="rect">
            <a:avLst/>
          </a:prstGeom>
          <a:blipFill>
            <a:blip r:embed="rId1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7366682" y="4188840"/>
            <a:ext cx="231914" cy="134212"/>
          </a:xfrm>
          <a:prstGeom prst="rect">
            <a:avLst/>
          </a:prstGeom>
          <a:blipFill>
            <a:blip r:embed="rId1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7618973" y="4189997"/>
            <a:ext cx="76362" cy="131641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7769137" y="4189997"/>
            <a:ext cx="290407" cy="133697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8080434" y="4189997"/>
            <a:ext cx="316440" cy="133698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8418472" y="4189997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8457488" y="4189997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8531262" y="4189997"/>
            <a:ext cx="372747" cy="133697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8925607" y="4221622"/>
            <a:ext cx="126306" cy="100016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9073703" y="4188840"/>
            <a:ext cx="286807" cy="135047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9382108" y="4221622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9523973" y="4221558"/>
            <a:ext cx="177792" cy="102137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9723363" y="4189997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9762380" y="4188840"/>
            <a:ext cx="285651" cy="134854"/>
          </a:xfrm>
          <a:prstGeom prst="rect">
            <a:avLst/>
          </a:prstGeom>
          <a:blipFill>
            <a:blip r:embed="rId1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0069628" y="4221622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0171637" y="4303191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90553" y="4550238"/>
            <a:ext cx="217323" cy="143661"/>
          </a:xfrm>
          <a:prstGeom prst="rect">
            <a:avLst/>
          </a:prstGeom>
          <a:blipFill>
            <a:blip r:embed="rId1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829474" y="4591826"/>
            <a:ext cx="126306" cy="100016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977377" y="4591761"/>
            <a:ext cx="178756" cy="102137"/>
          </a:xfrm>
          <a:prstGeom prst="rect">
            <a:avLst/>
          </a:prstGeom>
          <a:blipFill>
            <a:blip r:embed="rId1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176446" y="4629750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80" h="12064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253515" y="4558401"/>
            <a:ext cx="203118" cy="135690"/>
          </a:xfrm>
          <a:prstGeom prst="rect">
            <a:avLst/>
          </a:prstGeom>
          <a:blipFill>
            <a:blip r:embed="rId1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478487" y="4569457"/>
            <a:ext cx="136847" cy="124441"/>
          </a:xfrm>
          <a:prstGeom prst="rect">
            <a:avLst/>
          </a:prstGeom>
          <a:blipFill>
            <a:blip r:embed="rId1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635711" y="4591633"/>
            <a:ext cx="144753" cy="102266"/>
          </a:xfrm>
          <a:prstGeom prst="rect">
            <a:avLst/>
          </a:prstGeom>
          <a:blipFill>
            <a:blip r:embed="rId1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841488" y="4569457"/>
            <a:ext cx="148867" cy="124442"/>
          </a:xfrm>
          <a:prstGeom prst="rect">
            <a:avLst/>
          </a:prstGeom>
          <a:blipFill>
            <a:blip r:embed="rId1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2050742" y="4591761"/>
            <a:ext cx="76040" cy="102330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2153586" y="4560201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2192346" y="4673394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2288139" y="4554095"/>
            <a:ext cx="34290" cy="165100"/>
          </a:xfrm>
          <a:custGeom>
            <a:avLst/>
            <a:gdLst/>
            <a:ahLst/>
            <a:cxnLst/>
            <a:rect l="l" t="t" r="r" b="b"/>
            <a:pathLst>
              <a:path w="34289" h="165100">
                <a:moveTo>
                  <a:pt x="34195" y="164551"/>
                </a:moveTo>
                <a:lnTo>
                  <a:pt x="23011" y="164551"/>
                </a:lnTo>
                <a:lnTo>
                  <a:pt x="13151" y="146001"/>
                </a:lnTo>
                <a:lnTo>
                  <a:pt x="5937" y="126113"/>
                </a:lnTo>
                <a:lnTo>
                  <a:pt x="1507" y="104875"/>
                </a:lnTo>
                <a:lnTo>
                  <a:pt x="0" y="82275"/>
                </a:lnTo>
                <a:lnTo>
                  <a:pt x="1507" y="59675"/>
                </a:lnTo>
                <a:lnTo>
                  <a:pt x="5937" y="38438"/>
                </a:lnTo>
                <a:lnTo>
                  <a:pt x="13151" y="18550"/>
                </a:lnTo>
                <a:lnTo>
                  <a:pt x="23011" y="0"/>
                </a:lnTo>
                <a:lnTo>
                  <a:pt x="34195" y="0"/>
                </a:lnTo>
                <a:lnTo>
                  <a:pt x="25590" y="17004"/>
                </a:lnTo>
                <a:lnTo>
                  <a:pt x="18817" y="37401"/>
                </a:lnTo>
                <a:lnTo>
                  <a:pt x="14382" y="59666"/>
                </a:lnTo>
                <a:lnTo>
                  <a:pt x="12791" y="82275"/>
                </a:lnTo>
                <a:lnTo>
                  <a:pt x="14391" y="104956"/>
                </a:lnTo>
                <a:lnTo>
                  <a:pt x="18841" y="127246"/>
                </a:lnTo>
                <a:lnTo>
                  <a:pt x="25617" y="147619"/>
                </a:lnTo>
                <a:lnTo>
                  <a:pt x="34195" y="16455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2343289" y="4558401"/>
            <a:ext cx="84525" cy="133440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2449862" y="4558401"/>
            <a:ext cx="88896" cy="135240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2561512" y="4558401"/>
            <a:ext cx="84525" cy="133440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2670913" y="4554095"/>
            <a:ext cx="138261" cy="164551"/>
          </a:xfrm>
          <a:prstGeom prst="rect">
            <a:avLst/>
          </a:prstGeom>
          <a:blipFill>
            <a:blip r:embed="rId1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2840414" y="4673394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2927599" y="4558401"/>
            <a:ext cx="314383" cy="135497"/>
          </a:xfrm>
          <a:prstGeom prst="rect">
            <a:avLst/>
          </a:prstGeom>
          <a:blipFill>
            <a:blip r:embed="rId1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3263580" y="4591633"/>
            <a:ext cx="242584" cy="102266"/>
          </a:xfrm>
          <a:prstGeom prst="rect">
            <a:avLst/>
          </a:prstGeom>
          <a:blipFill>
            <a:blip r:embed="rId1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3527762" y="4591826"/>
            <a:ext cx="126306" cy="100016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3678044" y="4559044"/>
            <a:ext cx="18415" cy="133350"/>
          </a:xfrm>
          <a:custGeom>
            <a:avLst/>
            <a:gdLst/>
            <a:ahLst/>
            <a:cxnLst/>
            <a:rect l="l" t="t" r="r" b="b"/>
            <a:pathLst>
              <a:path w="18414" h="133350">
                <a:moveTo>
                  <a:pt x="13948" y="17290"/>
                </a:moveTo>
                <a:lnTo>
                  <a:pt x="4113" y="17290"/>
                </a:lnTo>
                <a:lnTo>
                  <a:pt x="0" y="13434"/>
                </a:lnTo>
                <a:lnTo>
                  <a:pt x="0" y="3856"/>
                </a:lnTo>
                <a:lnTo>
                  <a:pt x="4113" y="0"/>
                </a:lnTo>
                <a:lnTo>
                  <a:pt x="13948" y="0"/>
                </a:lnTo>
                <a:lnTo>
                  <a:pt x="18126" y="3856"/>
                </a:lnTo>
                <a:lnTo>
                  <a:pt x="18126" y="13434"/>
                </a:lnTo>
                <a:lnTo>
                  <a:pt x="13948" y="17290"/>
                </a:lnTo>
                <a:close/>
              </a:path>
              <a:path w="18414" h="133350">
                <a:moveTo>
                  <a:pt x="15233" y="132798"/>
                </a:moveTo>
                <a:lnTo>
                  <a:pt x="2763" y="132798"/>
                </a:lnTo>
                <a:lnTo>
                  <a:pt x="2763" y="34067"/>
                </a:lnTo>
                <a:lnTo>
                  <a:pt x="15233" y="34067"/>
                </a:lnTo>
                <a:lnTo>
                  <a:pt x="15233" y="13279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3720017" y="4591826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3817270" y="4591761"/>
            <a:ext cx="84332" cy="139161"/>
          </a:xfrm>
          <a:prstGeom prst="rect">
            <a:avLst/>
          </a:prstGeom>
          <a:blipFill>
            <a:blip r:embed="rId1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3964609" y="4569457"/>
            <a:ext cx="50165" cy="123825"/>
          </a:xfrm>
          <a:custGeom>
            <a:avLst/>
            <a:gdLst/>
            <a:ahLst/>
            <a:cxnLst/>
            <a:rect l="l" t="t" r="r" b="b"/>
            <a:pathLst>
              <a:path w="50164" h="123825">
                <a:moveTo>
                  <a:pt x="44737" y="123799"/>
                </a:moveTo>
                <a:lnTo>
                  <a:pt x="40559" y="123799"/>
                </a:lnTo>
                <a:lnTo>
                  <a:pt x="31108" y="122237"/>
                </a:lnTo>
                <a:lnTo>
                  <a:pt x="22850" y="117572"/>
                </a:lnTo>
                <a:lnTo>
                  <a:pt x="17003" y="109833"/>
                </a:lnTo>
                <a:lnTo>
                  <a:pt x="14783" y="99052"/>
                </a:lnTo>
                <a:lnTo>
                  <a:pt x="14783" y="34260"/>
                </a:lnTo>
                <a:lnTo>
                  <a:pt x="0" y="34260"/>
                </a:lnTo>
                <a:lnTo>
                  <a:pt x="0" y="23654"/>
                </a:lnTo>
                <a:lnTo>
                  <a:pt x="14783" y="23654"/>
                </a:lnTo>
                <a:lnTo>
                  <a:pt x="14783" y="0"/>
                </a:lnTo>
                <a:lnTo>
                  <a:pt x="27189" y="0"/>
                </a:lnTo>
                <a:lnTo>
                  <a:pt x="27189" y="23654"/>
                </a:lnTo>
                <a:lnTo>
                  <a:pt x="47951" y="23654"/>
                </a:lnTo>
                <a:lnTo>
                  <a:pt x="47951" y="34260"/>
                </a:lnTo>
                <a:lnTo>
                  <a:pt x="27189" y="34260"/>
                </a:lnTo>
                <a:lnTo>
                  <a:pt x="27189" y="108501"/>
                </a:lnTo>
                <a:lnTo>
                  <a:pt x="34131" y="111972"/>
                </a:lnTo>
                <a:lnTo>
                  <a:pt x="41716" y="111972"/>
                </a:lnTo>
                <a:lnTo>
                  <a:pt x="49879" y="111650"/>
                </a:lnTo>
                <a:lnTo>
                  <a:pt x="49879" y="123220"/>
                </a:lnTo>
                <a:lnTo>
                  <a:pt x="44737" y="12379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4034865" y="4560201"/>
            <a:ext cx="76362" cy="131641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4132824" y="4591761"/>
            <a:ext cx="85618" cy="102137"/>
          </a:xfrm>
          <a:prstGeom prst="rect">
            <a:avLst/>
          </a:prstGeom>
          <a:blipFill>
            <a:blip r:embed="rId1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4287268" y="4554030"/>
            <a:ext cx="2248960" cy="174835"/>
          </a:xfrm>
          <a:prstGeom prst="rect">
            <a:avLst/>
          </a:prstGeom>
          <a:blipFill>
            <a:blip r:embed="rId1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6600142" y="4560201"/>
            <a:ext cx="91440" cy="132080"/>
          </a:xfrm>
          <a:custGeom>
            <a:avLst/>
            <a:gdLst/>
            <a:ahLst/>
            <a:cxnLst/>
            <a:rect l="l" t="t" r="r" b="b"/>
            <a:pathLst>
              <a:path w="91440" h="132079">
                <a:moveTo>
                  <a:pt x="12919" y="131641"/>
                </a:moveTo>
                <a:lnTo>
                  <a:pt x="0" y="131641"/>
                </a:lnTo>
                <a:lnTo>
                  <a:pt x="0" y="0"/>
                </a:lnTo>
                <a:lnTo>
                  <a:pt x="43001" y="0"/>
                </a:lnTo>
                <a:lnTo>
                  <a:pt x="61686" y="2942"/>
                </a:lnTo>
                <a:lnTo>
                  <a:pt x="75092" y="11152"/>
                </a:lnTo>
                <a:lnTo>
                  <a:pt x="75361" y="11570"/>
                </a:lnTo>
                <a:lnTo>
                  <a:pt x="12919" y="11570"/>
                </a:lnTo>
                <a:lnTo>
                  <a:pt x="12919" y="67106"/>
                </a:lnTo>
                <a:lnTo>
                  <a:pt x="75278" y="67106"/>
                </a:lnTo>
                <a:lnTo>
                  <a:pt x="71882" y="70690"/>
                </a:lnTo>
                <a:lnTo>
                  <a:pt x="61063" y="76233"/>
                </a:lnTo>
                <a:lnTo>
                  <a:pt x="62433" y="78740"/>
                </a:lnTo>
                <a:lnTo>
                  <a:pt x="47822" y="78740"/>
                </a:lnTo>
                <a:lnTo>
                  <a:pt x="44801" y="78868"/>
                </a:lnTo>
                <a:lnTo>
                  <a:pt x="12919" y="78868"/>
                </a:lnTo>
                <a:lnTo>
                  <a:pt x="12919" y="131641"/>
                </a:lnTo>
                <a:close/>
              </a:path>
              <a:path w="91440" h="132079">
                <a:moveTo>
                  <a:pt x="75278" y="67106"/>
                </a:moveTo>
                <a:lnTo>
                  <a:pt x="42680" y="67106"/>
                </a:lnTo>
                <a:lnTo>
                  <a:pt x="56108" y="65194"/>
                </a:lnTo>
                <a:lnTo>
                  <a:pt x="65595" y="59722"/>
                </a:lnTo>
                <a:lnTo>
                  <a:pt x="71225" y="51079"/>
                </a:lnTo>
                <a:lnTo>
                  <a:pt x="73083" y="39659"/>
                </a:lnTo>
                <a:lnTo>
                  <a:pt x="71223" y="28111"/>
                </a:lnTo>
                <a:lnTo>
                  <a:pt x="65579" y="19251"/>
                </a:lnTo>
                <a:lnTo>
                  <a:pt x="56054" y="13572"/>
                </a:lnTo>
                <a:lnTo>
                  <a:pt x="42551" y="11570"/>
                </a:lnTo>
                <a:lnTo>
                  <a:pt x="75361" y="11570"/>
                </a:lnTo>
                <a:lnTo>
                  <a:pt x="83171" y="23700"/>
                </a:lnTo>
                <a:lnTo>
                  <a:pt x="85875" y="39659"/>
                </a:lnTo>
                <a:lnTo>
                  <a:pt x="84312" y="52035"/>
                </a:lnTo>
                <a:lnTo>
                  <a:pt x="79640" y="62502"/>
                </a:lnTo>
                <a:lnTo>
                  <a:pt x="75278" y="67106"/>
                </a:lnTo>
                <a:close/>
              </a:path>
              <a:path w="91440" h="132079">
                <a:moveTo>
                  <a:pt x="91338" y="131641"/>
                </a:moveTo>
                <a:lnTo>
                  <a:pt x="76362" y="131641"/>
                </a:lnTo>
                <a:lnTo>
                  <a:pt x="47822" y="78740"/>
                </a:lnTo>
                <a:lnTo>
                  <a:pt x="62433" y="78740"/>
                </a:lnTo>
                <a:lnTo>
                  <a:pt x="91338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6704400" y="4591761"/>
            <a:ext cx="85725" cy="102235"/>
          </a:xfrm>
          <a:custGeom>
            <a:avLst/>
            <a:gdLst/>
            <a:ahLst/>
            <a:cxnLst/>
            <a:rect l="l" t="t" r="r" b="b"/>
            <a:pathLst>
              <a:path w="85725" h="102235">
                <a:moveTo>
                  <a:pt x="45251" y="102137"/>
                </a:moveTo>
                <a:lnTo>
                  <a:pt x="26466" y="98415"/>
                </a:lnTo>
                <a:lnTo>
                  <a:pt x="12212" y="87980"/>
                </a:lnTo>
                <a:lnTo>
                  <a:pt x="3165" y="71928"/>
                </a:lnTo>
                <a:lnTo>
                  <a:pt x="0" y="51358"/>
                </a:lnTo>
                <a:lnTo>
                  <a:pt x="3184" y="30669"/>
                </a:lnTo>
                <a:lnTo>
                  <a:pt x="12124" y="14422"/>
                </a:lnTo>
                <a:lnTo>
                  <a:pt x="25896" y="3803"/>
                </a:lnTo>
                <a:lnTo>
                  <a:pt x="43580" y="0"/>
                </a:lnTo>
                <a:lnTo>
                  <a:pt x="59178" y="2884"/>
                </a:lnTo>
                <a:lnTo>
                  <a:pt x="71675" y="11120"/>
                </a:lnTo>
                <a:lnTo>
                  <a:pt x="43644" y="11120"/>
                </a:lnTo>
                <a:lnTo>
                  <a:pt x="31452" y="13708"/>
                </a:lnTo>
                <a:lnTo>
                  <a:pt x="21846" y="20737"/>
                </a:lnTo>
                <a:lnTo>
                  <a:pt x="15361" y="31105"/>
                </a:lnTo>
                <a:lnTo>
                  <a:pt x="12534" y="43708"/>
                </a:lnTo>
                <a:lnTo>
                  <a:pt x="84808" y="43708"/>
                </a:lnTo>
                <a:lnTo>
                  <a:pt x="85618" y="48658"/>
                </a:lnTo>
                <a:lnTo>
                  <a:pt x="85618" y="54507"/>
                </a:lnTo>
                <a:lnTo>
                  <a:pt x="12469" y="54507"/>
                </a:lnTo>
                <a:lnTo>
                  <a:pt x="15088" y="69594"/>
                </a:lnTo>
                <a:lnTo>
                  <a:pt x="21750" y="81102"/>
                </a:lnTo>
                <a:lnTo>
                  <a:pt x="31967" y="88440"/>
                </a:lnTo>
                <a:lnTo>
                  <a:pt x="45251" y="91017"/>
                </a:lnTo>
                <a:lnTo>
                  <a:pt x="74612" y="91017"/>
                </a:lnTo>
                <a:lnTo>
                  <a:pt x="70303" y="95034"/>
                </a:lnTo>
                <a:lnTo>
                  <a:pt x="59067" y="100237"/>
                </a:lnTo>
                <a:lnTo>
                  <a:pt x="45251" y="102137"/>
                </a:lnTo>
                <a:close/>
              </a:path>
              <a:path w="85725" h="102235">
                <a:moveTo>
                  <a:pt x="84808" y="43708"/>
                </a:moveTo>
                <a:lnTo>
                  <a:pt x="73019" y="43708"/>
                </a:lnTo>
                <a:lnTo>
                  <a:pt x="70861" y="30834"/>
                </a:lnTo>
                <a:lnTo>
                  <a:pt x="64816" y="20496"/>
                </a:lnTo>
                <a:lnTo>
                  <a:pt x="55529" y="13617"/>
                </a:lnTo>
                <a:lnTo>
                  <a:pt x="43644" y="11120"/>
                </a:lnTo>
                <a:lnTo>
                  <a:pt x="71675" y="11120"/>
                </a:lnTo>
                <a:lnTo>
                  <a:pt x="72625" y="11746"/>
                </a:lnTo>
                <a:lnTo>
                  <a:pt x="82059" y="26900"/>
                </a:lnTo>
                <a:lnTo>
                  <a:pt x="84808" y="43708"/>
                </a:lnTo>
                <a:close/>
              </a:path>
              <a:path w="85725" h="102235">
                <a:moveTo>
                  <a:pt x="74612" y="91017"/>
                </a:moveTo>
                <a:lnTo>
                  <a:pt x="45251" y="91017"/>
                </a:lnTo>
                <a:lnTo>
                  <a:pt x="54439" y="89824"/>
                </a:lnTo>
                <a:lnTo>
                  <a:pt x="61626" y="86726"/>
                </a:lnTo>
                <a:lnTo>
                  <a:pt x="66909" y="82448"/>
                </a:lnTo>
                <a:lnTo>
                  <a:pt x="70384" y="77711"/>
                </a:lnTo>
                <a:lnTo>
                  <a:pt x="83689" y="77711"/>
                </a:lnTo>
                <a:lnTo>
                  <a:pt x="78623" y="87277"/>
                </a:lnTo>
                <a:lnTo>
                  <a:pt x="74612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6803774" y="4593111"/>
            <a:ext cx="85725" cy="99060"/>
          </a:xfrm>
          <a:custGeom>
            <a:avLst/>
            <a:gdLst/>
            <a:ahLst/>
            <a:cxnLst/>
            <a:rect l="l" t="t" r="r" b="b"/>
            <a:pathLst>
              <a:path w="85725" h="99060">
                <a:moveTo>
                  <a:pt x="49172" y="98730"/>
                </a:moveTo>
                <a:lnTo>
                  <a:pt x="36059" y="98730"/>
                </a:lnTo>
                <a:lnTo>
                  <a:pt x="0" y="0"/>
                </a:lnTo>
                <a:lnTo>
                  <a:pt x="13369" y="0"/>
                </a:lnTo>
                <a:lnTo>
                  <a:pt x="42230" y="82597"/>
                </a:lnTo>
                <a:lnTo>
                  <a:pt x="43066" y="82597"/>
                </a:lnTo>
                <a:lnTo>
                  <a:pt x="71926" y="0"/>
                </a:lnTo>
                <a:lnTo>
                  <a:pt x="85296" y="0"/>
                </a:lnTo>
                <a:lnTo>
                  <a:pt x="49172" y="98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6905204" y="4559044"/>
            <a:ext cx="18415" cy="133350"/>
          </a:xfrm>
          <a:custGeom>
            <a:avLst/>
            <a:gdLst/>
            <a:ahLst/>
            <a:cxnLst/>
            <a:rect l="l" t="t" r="r" b="b"/>
            <a:pathLst>
              <a:path w="18415" h="133350">
                <a:moveTo>
                  <a:pt x="13948" y="17290"/>
                </a:moveTo>
                <a:lnTo>
                  <a:pt x="4113" y="17290"/>
                </a:lnTo>
                <a:lnTo>
                  <a:pt x="0" y="13434"/>
                </a:lnTo>
                <a:lnTo>
                  <a:pt x="0" y="3856"/>
                </a:lnTo>
                <a:lnTo>
                  <a:pt x="4113" y="0"/>
                </a:lnTo>
                <a:lnTo>
                  <a:pt x="13948" y="0"/>
                </a:lnTo>
                <a:lnTo>
                  <a:pt x="18126" y="3856"/>
                </a:lnTo>
                <a:lnTo>
                  <a:pt x="18126" y="13434"/>
                </a:lnTo>
                <a:lnTo>
                  <a:pt x="13948" y="17290"/>
                </a:lnTo>
                <a:close/>
              </a:path>
              <a:path w="18415" h="133350">
                <a:moveTo>
                  <a:pt x="15233" y="132798"/>
                </a:moveTo>
                <a:lnTo>
                  <a:pt x="2763" y="132798"/>
                </a:lnTo>
                <a:lnTo>
                  <a:pt x="2763" y="34067"/>
                </a:lnTo>
                <a:lnTo>
                  <a:pt x="15233" y="34067"/>
                </a:lnTo>
                <a:lnTo>
                  <a:pt x="15233" y="13279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6942164" y="4591761"/>
            <a:ext cx="85725" cy="102235"/>
          </a:xfrm>
          <a:custGeom>
            <a:avLst/>
            <a:gdLst/>
            <a:ahLst/>
            <a:cxnLst/>
            <a:rect l="l" t="t" r="r" b="b"/>
            <a:pathLst>
              <a:path w="85725" h="102235">
                <a:moveTo>
                  <a:pt x="45251" y="102137"/>
                </a:moveTo>
                <a:lnTo>
                  <a:pt x="26466" y="98415"/>
                </a:lnTo>
                <a:lnTo>
                  <a:pt x="12212" y="87980"/>
                </a:lnTo>
                <a:lnTo>
                  <a:pt x="3165" y="71928"/>
                </a:lnTo>
                <a:lnTo>
                  <a:pt x="0" y="51358"/>
                </a:lnTo>
                <a:lnTo>
                  <a:pt x="3184" y="30669"/>
                </a:lnTo>
                <a:lnTo>
                  <a:pt x="12124" y="14422"/>
                </a:lnTo>
                <a:lnTo>
                  <a:pt x="25896" y="3803"/>
                </a:lnTo>
                <a:lnTo>
                  <a:pt x="43580" y="0"/>
                </a:lnTo>
                <a:lnTo>
                  <a:pt x="59178" y="2884"/>
                </a:lnTo>
                <a:lnTo>
                  <a:pt x="71675" y="11120"/>
                </a:lnTo>
                <a:lnTo>
                  <a:pt x="43644" y="11120"/>
                </a:lnTo>
                <a:lnTo>
                  <a:pt x="31452" y="13708"/>
                </a:lnTo>
                <a:lnTo>
                  <a:pt x="21846" y="20737"/>
                </a:lnTo>
                <a:lnTo>
                  <a:pt x="15361" y="31105"/>
                </a:lnTo>
                <a:lnTo>
                  <a:pt x="12534" y="43708"/>
                </a:lnTo>
                <a:lnTo>
                  <a:pt x="84808" y="43708"/>
                </a:lnTo>
                <a:lnTo>
                  <a:pt x="85618" y="48658"/>
                </a:lnTo>
                <a:lnTo>
                  <a:pt x="85618" y="54507"/>
                </a:lnTo>
                <a:lnTo>
                  <a:pt x="12469" y="54507"/>
                </a:lnTo>
                <a:lnTo>
                  <a:pt x="15088" y="69594"/>
                </a:lnTo>
                <a:lnTo>
                  <a:pt x="21750" y="81102"/>
                </a:lnTo>
                <a:lnTo>
                  <a:pt x="31967" y="88440"/>
                </a:lnTo>
                <a:lnTo>
                  <a:pt x="45251" y="91017"/>
                </a:lnTo>
                <a:lnTo>
                  <a:pt x="74612" y="91017"/>
                </a:lnTo>
                <a:lnTo>
                  <a:pt x="70303" y="95034"/>
                </a:lnTo>
                <a:lnTo>
                  <a:pt x="59067" y="100237"/>
                </a:lnTo>
                <a:lnTo>
                  <a:pt x="45251" y="102137"/>
                </a:lnTo>
                <a:close/>
              </a:path>
              <a:path w="85725" h="102235">
                <a:moveTo>
                  <a:pt x="84808" y="43708"/>
                </a:moveTo>
                <a:lnTo>
                  <a:pt x="73019" y="43708"/>
                </a:lnTo>
                <a:lnTo>
                  <a:pt x="70861" y="30834"/>
                </a:lnTo>
                <a:lnTo>
                  <a:pt x="64816" y="20496"/>
                </a:lnTo>
                <a:lnTo>
                  <a:pt x="55529" y="13617"/>
                </a:lnTo>
                <a:lnTo>
                  <a:pt x="43644" y="11120"/>
                </a:lnTo>
                <a:lnTo>
                  <a:pt x="71675" y="11120"/>
                </a:lnTo>
                <a:lnTo>
                  <a:pt x="72625" y="11746"/>
                </a:lnTo>
                <a:lnTo>
                  <a:pt x="82059" y="26900"/>
                </a:lnTo>
                <a:lnTo>
                  <a:pt x="84808" y="43708"/>
                </a:lnTo>
                <a:close/>
              </a:path>
              <a:path w="85725" h="102235">
                <a:moveTo>
                  <a:pt x="74612" y="91017"/>
                </a:moveTo>
                <a:lnTo>
                  <a:pt x="45251" y="91017"/>
                </a:lnTo>
                <a:lnTo>
                  <a:pt x="54439" y="89824"/>
                </a:lnTo>
                <a:lnTo>
                  <a:pt x="61626" y="86726"/>
                </a:lnTo>
                <a:lnTo>
                  <a:pt x="66909" y="82448"/>
                </a:lnTo>
                <a:lnTo>
                  <a:pt x="70384" y="77711"/>
                </a:lnTo>
                <a:lnTo>
                  <a:pt x="83689" y="77711"/>
                </a:lnTo>
                <a:lnTo>
                  <a:pt x="78623" y="87277"/>
                </a:lnTo>
                <a:lnTo>
                  <a:pt x="74612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7041538" y="4593111"/>
            <a:ext cx="132715" cy="99060"/>
          </a:xfrm>
          <a:custGeom>
            <a:avLst/>
            <a:gdLst/>
            <a:ahLst/>
            <a:cxnLst/>
            <a:rect l="l" t="t" r="r" b="b"/>
            <a:pathLst>
              <a:path w="132715" h="99060">
                <a:moveTo>
                  <a:pt x="102394" y="98730"/>
                </a:moveTo>
                <a:lnTo>
                  <a:pt x="89731" y="98730"/>
                </a:lnTo>
                <a:lnTo>
                  <a:pt x="66720" y="18961"/>
                </a:lnTo>
                <a:lnTo>
                  <a:pt x="65434" y="18961"/>
                </a:lnTo>
                <a:lnTo>
                  <a:pt x="42551" y="98730"/>
                </a:lnTo>
                <a:lnTo>
                  <a:pt x="29760" y="98730"/>
                </a:lnTo>
                <a:lnTo>
                  <a:pt x="0" y="0"/>
                </a:lnTo>
                <a:lnTo>
                  <a:pt x="13048" y="0"/>
                </a:lnTo>
                <a:lnTo>
                  <a:pt x="35931" y="80218"/>
                </a:lnTo>
                <a:lnTo>
                  <a:pt x="36831" y="80218"/>
                </a:lnTo>
                <a:lnTo>
                  <a:pt x="59585" y="0"/>
                </a:lnTo>
                <a:lnTo>
                  <a:pt x="72762" y="0"/>
                </a:lnTo>
                <a:lnTo>
                  <a:pt x="95324" y="80025"/>
                </a:lnTo>
                <a:lnTo>
                  <a:pt x="96223" y="80025"/>
                </a:lnTo>
                <a:lnTo>
                  <a:pt x="119106" y="0"/>
                </a:lnTo>
                <a:lnTo>
                  <a:pt x="132155" y="0"/>
                </a:lnTo>
                <a:lnTo>
                  <a:pt x="102394" y="98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7232260" y="4591761"/>
            <a:ext cx="87610" cy="102137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7341468" y="4591826"/>
            <a:ext cx="75655" cy="10001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7484947" y="4558337"/>
            <a:ext cx="195404" cy="135754"/>
          </a:xfrm>
          <a:prstGeom prst="rect">
            <a:avLst/>
          </a:prstGeom>
          <a:blipFill>
            <a:blip r:embed="rId1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7701950" y="4591761"/>
            <a:ext cx="177149" cy="137104"/>
          </a:xfrm>
          <a:prstGeom prst="rect">
            <a:avLst/>
          </a:prstGeom>
          <a:blipFill>
            <a:blip r:embed="rId1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7905903" y="4559044"/>
            <a:ext cx="344143" cy="135047"/>
          </a:xfrm>
          <a:prstGeom prst="rect">
            <a:avLst/>
          </a:prstGeom>
          <a:blipFill>
            <a:blip r:embed="rId1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8271644" y="4591826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8413003" y="4560570"/>
            <a:ext cx="296513" cy="133329"/>
          </a:xfrm>
          <a:prstGeom prst="rect">
            <a:avLst/>
          </a:prstGeom>
          <a:blipFill>
            <a:blip r:embed="rId1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8730407" y="4560201"/>
            <a:ext cx="76362" cy="131641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8833380" y="4591826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8930633" y="4591761"/>
            <a:ext cx="87610" cy="102137"/>
          </a:xfrm>
          <a:prstGeom prst="rect">
            <a:avLst/>
          </a:prstGeom>
          <a:blipFill>
            <a:blip r:embed="rId1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9039841" y="4560201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9073844" y="4591761"/>
            <a:ext cx="188526" cy="139161"/>
          </a:xfrm>
          <a:prstGeom prst="rect">
            <a:avLst/>
          </a:prstGeom>
          <a:blipFill>
            <a:blip r:embed="rId1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9286475" y="4559044"/>
            <a:ext cx="212759" cy="134854"/>
          </a:xfrm>
          <a:prstGeom prst="rect">
            <a:avLst/>
          </a:prstGeom>
          <a:blipFill>
            <a:blip r:embed="rId1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9557259" y="4554095"/>
            <a:ext cx="151503" cy="139804"/>
          </a:xfrm>
          <a:prstGeom prst="rect">
            <a:avLst/>
          </a:prstGeom>
          <a:blipFill>
            <a:blip r:embed="rId1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9730359" y="4591633"/>
            <a:ext cx="46355" cy="100330"/>
          </a:xfrm>
          <a:custGeom>
            <a:avLst/>
            <a:gdLst/>
            <a:ahLst/>
            <a:cxnLst/>
            <a:rect l="l" t="t" r="r" b="b"/>
            <a:pathLst>
              <a:path w="46354" h="100329">
                <a:moveTo>
                  <a:pt x="12405" y="100209"/>
                </a:moveTo>
                <a:lnTo>
                  <a:pt x="0" y="100209"/>
                </a:lnTo>
                <a:lnTo>
                  <a:pt x="0" y="1478"/>
                </a:lnTo>
                <a:lnTo>
                  <a:pt x="12084" y="1478"/>
                </a:lnTo>
                <a:lnTo>
                  <a:pt x="12084" y="16712"/>
                </a:lnTo>
                <a:lnTo>
                  <a:pt x="12919" y="16712"/>
                </a:lnTo>
                <a:lnTo>
                  <a:pt x="17025" y="9870"/>
                </a:lnTo>
                <a:lnTo>
                  <a:pt x="23156" y="4595"/>
                </a:lnTo>
                <a:lnTo>
                  <a:pt x="30853" y="1201"/>
                </a:lnTo>
                <a:lnTo>
                  <a:pt x="39659" y="0"/>
                </a:lnTo>
                <a:lnTo>
                  <a:pt x="46022" y="192"/>
                </a:lnTo>
                <a:lnTo>
                  <a:pt x="46022" y="12727"/>
                </a:lnTo>
                <a:lnTo>
                  <a:pt x="41844" y="11955"/>
                </a:lnTo>
                <a:lnTo>
                  <a:pt x="38695" y="11955"/>
                </a:lnTo>
                <a:lnTo>
                  <a:pt x="28187" y="13826"/>
                </a:lnTo>
                <a:lnTo>
                  <a:pt x="19861" y="19018"/>
                </a:lnTo>
                <a:lnTo>
                  <a:pt x="14380" y="26897"/>
                </a:lnTo>
                <a:lnTo>
                  <a:pt x="12405" y="36831"/>
                </a:lnTo>
                <a:lnTo>
                  <a:pt x="12405" y="10020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9839698" y="4554095"/>
            <a:ext cx="480927" cy="139804"/>
          </a:xfrm>
          <a:prstGeom prst="rect">
            <a:avLst/>
          </a:prstGeom>
          <a:blipFill>
            <a:blip r:embed="rId1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10342222" y="4569457"/>
            <a:ext cx="143918" cy="123799"/>
          </a:xfrm>
          <a:prstGeom prst="rect">
            <a:avLst/>
          </a:prstGeom>
          <a:blipFill>
            <a:blip r:embed="rId1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10553547" y="4560570"/>
            <a:ext cx="143853" cy="132686"/>
          </a:xfrm>
          <a:prstGeom prst="rect">
            <a:avLst/>
          </a:prstGeom>
          <a:blipFill>
            <a:blip r:embed="rId1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10717777" y="4560201"/>
            <a:ext cx="76362" cy="131641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10815929" y="4591761"/>
            <a:ext cx="76040" cy="102330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10918774" y="4591826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11016026" y="4591761"/>
            <a:ext cx="87610" cy="102137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11125234" y="4560201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11211269" y="4560201"/>
            <a:ext cx="205174" cy="133697"/>
          </a:xfrm>
          <a:prstGeom prst="rect">
            <a:avLst/>
          </a:prstGeom>
          <a:blipFill>
            <a:blip r:embed="rId1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11438041" y="4560201"/>
            <a:ext cx="278516" cy="168665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11745546" y="4559044"/>
            <a:ext cx="344144" cy="135047"/>
          </a:xfrm>
          <a:prstGeom prst="rect">
            <a:avLst/>
          </a:prstGeom>
          <a:blipFill>
            <a:blip r:embed="rId1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12111287" y="4591826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12213297" y="4673394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5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585571" y="4924310"/>
            <a:ext cx="2948104" cy="176892"/>
          </a:xfrm>
          <a:prstGeom prst="rect">
            <a:avLst/>
          </a:prstGeom>
          <a:blipFill>
            <a:blip r:embed="rId1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3548395" y="5000029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4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3623922" y="4939737"/>
            <a:ext cx="148867" cy="124442"/>
          </a:xfrm>
          <a:prstGeom prst="rect">
            <a:avLst/>
          </a:prstGeom>
          <a:blipFill>
            <a:blip r:embed="rId1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3793165" y="4930481"/>
            <a:ext cx="76362" cy="131641"/>
          </a:xfrm>
          <a:prstGeom prst="rect">
            <a:avLst/>
          </a:prstGeom>
          <a:blipFill>
            <a:blip r:embed="rId1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3891318" y="4962041"/>
            <a:ext cx="76040" cy="10233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3994162" y="4962106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4091415" y="4962041"/>
            <a:ext cx="87610" cy="102137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4200623" y="4930481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4238225" y="5000029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4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4313945" y="4962041"/>
            <a:ext cx="76040" cy="10233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4413768" y="4939737"/>
            <a:ext cx="344336" cy="124442"/>
          </a:xfrm>
          <a:prstGeom prst="rect">
            <a:avLst/>
          </a:prstGeom>
          <a:blipFill>
            <a:blip r:embed="rId1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4778481" y="4961913"/>
            <a:ext cx="144753" cy="102266"/>
          </a:xfrm>
          <a:prstGeom prst="rect">
            <a:avLst/>
          </a:prstGeom>
          <a:blipFill>
            <a:blip r:embed="rId1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4944832" y="4929324"/>
            <a:ext cx="222208" cy="169822"/>
          </a:xfrm>
          <a:prstGeom prst="rect">
            <a:avLst/>
          </a:prstGeom>
          <a:blipFill>
            <a:blip r:embed="rId1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5186517" y="5000029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4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5267057" y="4929324"/>
            <a:ext cx="225615" cy="169822"/>
          </a:xfrm>
          <a:prstGeom prst="rect">
            <a:avLst/>
          </a:prstGeom>
          <a:blipFill>
            <a:blip r:embed="rId1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5516519" y="4924374"/>
            <a:ext cx="421148" cy="176828"/>
          </a:xfrm>
          <a:prstGeom prst="rect">
            <a:avLst/>
          </a:prstGeom>
          <a:blipFill>
            <a:blip r:embed="rId1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5960872" y="4928681"/>
            <a:ext cx="278322" cy="144946"/>
          </a:xfrm>
          <a:prstGeom prst="rect">
            <a:avLst/>
          </a:prstGeom>
          <a:blipFill>
            <a:blip r:embed="rId1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6259057" y="4930481"/>
            <a:ext cx="84268" cy="131641"/>
          </a:xfrm>
          <a:prstGeom prst="rect">
            <a:avLst/>
          </a:prstGeom>
          <a:blipFill>
            <a:blip r:embed="rId1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6365501" y="4928681"/>
            <a:ext cx="84525" cy="133440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6469888" y="4930481"/>
            <a:ext cx="84268" cy="131641"/>
          </a:xfrm>
          <a:prstGeom prst="rect">
            <a:avLst/>
          </a:prstGeom>
          <a:blipFill>
            <a:blip r:embed="rId1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6576333" y="4928681"/>
            <a:ext cx="84525" cy="133440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6685862" y="4928681"/>
            <a:ext cx="88574" cy="135240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6793977" y="4930481"/>
            <a:ext cx="84268" cy="131641"/>
          </a:xfrm>
          <a:prstGeom prst="rect">
            <a:avLst/>
          </a:prstGeom>
          <a:blipFill>
            <a:blip r:embed="rId1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6900164" y="4930481"/>
            <a:ext cx="85103" cy="133440"/>
          </a:xfrm>
          <a:prstGeom prst="rect">
            <a:avLst/>
          </a:prstGeom>
          <a:blipFill>
            <a:blip r:embed="rId1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7006352" y="4928681"/>
            <a:ext cx="91403" cy="135240"/>
          </a:xfrm>
          <a:prstGeom prst="rect">
            <a:avLst/>
          </a:prstGeom>
          <a:blipFill>
            <a:blip r:embed="rId1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616592" y="5283522"/>
            <a:ext cx="2950547" cy="155709"/>
          </a:xfrm>
          <a:prstGeom prst="rect">
            <a:avLst/>
          </a:prstGeom>
          <a:blipFill>
            <a:blip r:embed="rId1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3590733" y="5288953"/>
            <a:ext cx="165157" cy="126004"/>
          </a:xfrm>
          <a:prstGeom prst="rect">
            <a:avLst/>
          </a:prstGeom>
          <a:blipFill>
            <a:blip r:embed="rId1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3779485" y="5316791"/>
            <a:ext cx="66675" cy="88265"/>
          </a:xfrm>
          <a:custGeom>
            <a:avLst/>
            <a:gdLst/>
            <a:ahLst/>
            <a:cxnLst/>
            <a:rect l="l" t="t" r="r" b="b"/>
            <a:pathLst>
              <a:path w="66675" h="88264">
                <a:moveTo>
                  <a:pt x="66594" y="88038"/>
                </a:moveTo>
                <a:lnTo>
                  <a:pt x="55618" y="88038"/>
                </a:lnTo>
                <a:lnTo>
                  <a:pt x="55618" y="32646"/>
                </a:lnTo>
                <a:lnTo>
                  <a:pt x="54121" y="23197"/>
                </a:lnTo>
                <a:lnTo>
                  <a:pt x="49840" y="16033"/>
                </a:lnTo>
                <a:lnTo>
                  <a:pt x="43086" y="11490"/>
                </a:lnTo>
                <a:lnTo>
                  <a:pt x="34174" y="9901"/>
                </a:lnTo>
                <a:lnTo>
                  <a:pt x="24859" y="11560"/>
                </a:lnTo>
                <a:lnTo>
                  <a:pt x="17497" y="16344"/>
                </a:lnTo>
                <a:lnTo>
                  <a:pt x="12659" y="23960"/>
                </a:lnTo>
                <a:lnTo>
                  <a:pt x="10919" y="34117"/>
                </a:lnTo>
                <a:lnTo>
                  <a:pt x="10919" y="88038"/>
                </a:lnTo>
                <a:lnTo>
                  <a:pt x="0" y="88038"/>
                </a:lnTo>
                <a:lnTo>
                  <a:pt x="0" y="1131"/>
                </a:lnTo>
                <a:lnTo>
                  <a:pt x="10637" y="1131"/>
                </a:lnTo>
                <a:lnTo>
                  <a:pt x="10637" y="14880"/>
                </a:lnTo>
                <a:lnTo>
                  <a:pt x="11542" y="14880"/>
                </a:lnTo>
                <a:lnTo>
                  <a:pt x="15450" y="8760"/>
                </a:lnTo>
                <a:lnTo>
                  <a:pt x="21040" y="4066"/>
                </a:lnTo>
                <a:lnTo>
                  <a:pt x="28275" y="1059"/>
                </a:lnTo>
                <a:lnTo>
                  <a:pt x="37116" y="0"/>
                </a:lnTo>
                <a:lnTo>
                  <a:pt x="49122" y="2066"/>
                </a:lnTo>
                <a:lnTo>
                  <a:pt x="58433" y="8168"/>
                </a:lnTo>
                <a:lnTo>
                  <a:pt x="64455" y="18164"/>
                </a:lnTo>
                <a:lnTo>
                  <a:pt x="66594" y="31911"/>
                </a:lnTo>
                <a:lnTo>
                  <a:pt x="66594" y="8803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3865091" y="5288953"/>
            <a:ext cx="74295" cy="118110"/>
          </a:xfrm>
          <a:custGeom>
            <a:avLst/>
            <a:gdLst/>
            <a:ahLst/>
            <a:cxnLst/>
            <a:rect l="l" t="t" r="r" b="b"/>
            <a:pathLst>
              <a:path w="74295" h="118110">
                <a:moveTo>
                  <a:pt x="74233" y="45151"/>
                </a:moveTo>
                <a:lnTo>
                  <a:pt x="63313" y="45151"/>
                </a:lnTo>
                <a:lnTo>
                  <a:pt x="63313" y="0"/>
                </a:lnTo>
                <a:lnTo>
                  <a:pt x="74233" y="0"/>
                </a:lnTo>
                <a:lnTo>
                  <a:pt x="74233" y="45151"/>
                </a:lnTo>
                <a:close/>
              </a:path>
              <a:path w="74295" h="118110">
                <a:moveTo>
                  <a:pt x="35928" y="117686"/>
                </a:moveTo>
                <a:lnTo>
                  <a:pt x="21315" y="114453"/>
                </a:lnTo>
                <a:lnTo>
                  <a:pt x="9965" y="105310"/>
                </a:lnTo>
                <a:lnTo>
                  <a:pt x="2614" y="91095"/>
                </a:lnTo>
                <a:lnTo>
                  <a:pt x="0" y="72649"/>
                </a:lnTo>
                <a:lnTo>
                  <a:pt x="2632" y="54276"/>
                </a:lnTo>
                <a:lnTo>
                  <a:pt x="10028" y="40115"/>
                </a:lnTo>
                <a:lnTo>
                  <a:pt x="21435" y="31004"/>
                </a:lnTo>
                <a:lnTo>
                  <a:pt x="36098" y="27780"/>
                </a:lnTo>
                <a:lnTo>
                  <a:pt x="46495" y="29452"/>
                </a:lnTo>
                <a:lnTo>
                  <a:pt x="54012" y="33686"/>
                </a:lnTo>
                <a:lnTo>
                  <a:pt x="57621" y="37625"/>
                </a:lnTo>
                <a:lnTo>
                  <a:pt x="37399" y="37625"/>
                </a:lnTo>
                <a:lnTo>
                  <a:pt x="26023" y="40302"/>
                </a:lnTo>
                <a:lnTo>
                  <a:pt x="17766" y="47668"/>
                </a:lnTo>
                <a:lnTo>
                  <a:pt x="12734" y="58726"/>
                </a:lnTo>
                <a:lnTo>
                  <a:pt x="11033" y="72479"/>
                </a:lnTo>
                <a:lnTo>
                  <a:pt x="12757" y="86374"/>
                </a:lnTo>
                <a:lnTo>
                  <a:pt x="17829" y="97579"/>
                </a:lnTo>
                <a:lnTo>
                  <a:pt x="26094" y="105061"/>
                </a:lnTo>
                <a:lnTo>
                  <a:pt x="37399" y="107785"/>
                </a:lnTo>
                <a:lnTo>
                  <a:pt x="57484" y="107785"/>
                </a:lnTo>
                <a:lnTo>
                  <a:pt x="53821" y="111760"/>
                </a:lnTo>
                <a:lnTo>
                  <a:pt x="46280" y="116012"/>
                </a:lnTo>
                <a:lnTo>
                  <a:pt x="35928" y="117686"/>
                </a:lnTo>
                <a:close/>
              </a:path>
              <a:path w="74295" h="118110">
                <a:moveTo>
                  <a:pt x="57484" y="107785"/>
                </a:moveTo>
                <a:lnTo>
                  <a:pt x="37399" y="107785"/>
                </a:lnTo>
                <a:lnTo>
                  <a:pt x="48477" y="105165"/>
                </a:lnTo>
                <a:lnTo>
                  <a:pt x="56686" y="97855"/>
                </a:lnTo>
                <a:lnTo>
                  <a:pt x="61786" y="86684"/>
                </a:lnTo>
                <a:lnTo>
                  <a:pt x="63539" y="72479"/>
                </a:lnTo>
                <a:lnTo>
                  <a:pt x="61810" y="58368"/>
                </a:lnTo>
                <a:lnTo>
                  <a:pt x="56750" y="47350"/>
                </a:lnTo>
                <a:lnTo>
                  <a:pt x="48549" y="40183"/>
                </a:lnTo>
                <a:lnTo>
                  <a:pt x="37399" y="37625"/>
                </a:lnTo>
                <a:lnTo>
                  <a:pt x="57621" y="37625"/>
                </a:lnTo>
                <a:lnTo>
                  <a:pt x="59164" y="39310"/>
                </a:lnTo>
                <a:lnTo>
                  <a:pt x="62464" y="45151"/>
                </a:lnTo>
                <a:lnTo>
                  <a:pt x="74233" y="45151"/>
                </a:lnTo>
                <a:lnTo>
                  <a:pt x="74233" y="100147"/>
                </a:lnTo>
                <a:lnTo>
                  <a:pt x="62464" y="100147"/>
                </a:lnTo>
                <a:lnTo>
                  <a:pt x="59050" y="106086"/>
                </a:lnTo>
                <a:lnTo>
                  <a:pt x="57484" y="107785"/>
                </a:lnTo>
                <a:close/>
              </a:path>
              <a:path w="74295" h="118110">
                <a:moveTo>
                  <a:pt x="74233" y="115876"/>
                </a:moveTo>
                <a:lnTo>
                  <a:pt x="63652" y="115876"/>
                </a:lnTo>
                <a:lnTo>
                  <a:pt x="63652" y="100147"/>
                </a:lnTo>
                <a:lnTo>
                  <a:pt x="74233" y="100147"/>
                </a:lnTo>
                <a:lnTo>
                  <a:pt x="74233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3951433" y="5404830"/>
            <a:ext cx="71755" cy="10160"/>
          </a:xfrm>
          <a:custGeom>
            <a:avLst/>
            <a:gdLst/>
            <a:ahLst/>
            <a:cxnLst/>
            <a:rect l="l" t="t" r="r" b="b"/>
            <a:pathLst>
              <a:path w="71754" h="10160">
                <a:moveTo>
                  <a:pt x="71460" y="10127"/>
                </a:moveTo>
                <a:lnTo>
                  <a:pt x="0" y="10127"/>
                </a:lnTo>
                <a:lnTo>
                  <a:pt x="0" y="0"/>
                </a:lnTo>
                <a:lnTo>
                  <a:pt x="71460" y="0"/>
                </a:lnTo>
                <a:lnTo>
                  <a:pt x="71460" y="1012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4028099" y="5289550"/>
            <a:ext cx="85090" cy="10160"/>
          </a:xfrm>
          <a:custGeom>
            <a:avLst/>
            <a:gdLst/>
            <a:ahLst/>
            <a:cxnLst/>
            <a:rect l="l" t="t" r="r" b="b"/>
            <a:pathLst>
              <a:path w="85089" h="10160">
                <a:moveTo>
                  <a:pt x="0" y="0"/>
                </a:moveTo>
                <a:lnTo>
                  <a:pt x="84757" y="0"/>
                </a:lnTo>
                <a:lnTo>
                  <a:pt x="84757" y="10159"/>
                </a:lnTo>
                <a:lnTo>
                  <a:pt x="0" y="1015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4064820" y="5299709"/>
            <a:ext cx="11430" cy="105410"/>
          </a:xfrm>
          <a:custGeom>
            <a:avLst/>
            <a:gdLst/>
            <a:ahLst/>
            <a:cxnLst/>
            <a:rect l="l" t="t" r="r" b="b"/>
            <a:pathLst>
              <a:path w="11429" h="105410">
                <a:moveTo>
                  <a:pt x="0" y="0"/>
                </a:moveTo>
                <a:lnTo>
                  <a:pt x="11429" y="0"/>
                </a:lnTo>
                <a:lnTo>
                  <a:pt x="11429" y="105410"/>
                </a:lnTo>
                <a:lnTo>
                  <a:pt x="0" y="10541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4131414" y="5288953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10" h="116204">
                <a:moveTo>
                  <a:pt x="67217" y="115876"/>
                </a:moveTo>
                <a:lnTo>
                  <a:pt x="56297" y="115876"/>
                </a:lnTo>
                <a:lnTo>
                  <a:pt x="56297" y="60484"/>
                </a:lnTo>
                <a:lnTo>
                  <a:pt x="54781" y="50962"/>
                </a:lnTo>
                <a:lnTo>
                  <a:pt x="50448" y="43807"/>
                </a:lnTo>
                <a:lnTo>
                  <a:pt x="43622" y="39303"/>
                </a:lnTo>
                <a:lnTo>
                  <a:pt x="34627" y="37739"/>
                </a:lnTo>
                <a:lnTo>
                  <a:pt x="25170" y="39398"/>
                </a:lnTo>
                <a:lnTo>
                  <a:pt x="17660" y="44182"/>
                </a:lnTo>
                <a:lnTo>
                  <a:pt x="12706" y="51798"/>
                </a:lnTo>
                <a:lnTo>
                  <a:pt x="10919" y="61955"/>
                </a:lnTo>
                <a:lnTo>
                  <a:pt x="10919" y="115876"/>
                </a:lnTo>
                <a:lnTo>
                  <a:pt x="0" y="115876"/>
                </a:lnTo>
                <a:lnTo>
                  <a:pt x="0" y="0"/>
                </a:lnTo>
                <a:lnTo>
                  <a:pt x="10919" y="0"/>
                </a:lnTo>
                <a:lnTo>
                  <a:pt x="10919" y="42718"/>
                </a:lnTo>
                <a:lnTo>
                  <a:pt x="11881" y="42718"/>
                </a:lnTo>
                <a:lnTo>
                  <a:pt x="15760" y="36573"/>
                </a:lnTo>
                <a:lnTo>
                  <a:pt x="21309" y="31882"/>
                </a:lnTo>
                <a:lnTo>
                  <a:pt x="28566" y="28889"/>
                </a:lnTo>
                <a:lnTo>
                  <a:pt x="37569" y="27837"/>
                </a:lnTo>
                <a:lnTo>
                  <a:pt x="49649" y="29879"/>
                </a:lnTo>
                <a:lnTo>
                  <a:pt x="59013" y="35942"/>
                </a:lnTo>
                <a:lnTo>
                  <a:pt x="65067" y="45930"/>
                </a:lnTo>
                <a:lnTo>
                  <a:pt x="67217" y="59748"/>
                </a:lnTo>
                <a:lnTo>
                  <a:pt x="67217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4217643" y="5316734"/>
            <a:ext cx="75565" cy="90170"/>
          </a:xfrm>
          <a:custGeom>
            <a:avLst/>
            <a:gdLst/>
            <a:ahLst/>
            <a:cxnLst/>
            <a:rect l="l" t="t" r="r" b="b"/>
            <a:pathLst>
              <a:path w="75564" h="90170">
                <a:moveTo>
                  <a:pt x="39832" y="89906"/>
                </a:moveTo>
                <a:lnTo>
                  <a:pt x="23296" y="86629"/>
                </a:lnTo>
                <a:lnTo>
                  <a:pt x="10750" y="77444"/>
                </a:lnTo>
                <a:lnTo>
                  <a:pt x="2786" y="63315"/>
                </a:lnTo>
                <a:lnTo>
                  <a:pt x="0" y="45207"/>
                </a:lnTo>
                <a:lnTo>
                  <a:pt x="2803" y="26996"/>
                </a:lnTo>
                <a:lnTo>
                  <a:pt x="10672" y="12695"/>
                </a:lnTo>
                <a:lnTo>
                  <a:pt x="22795" y="3347"/>
                </a:lnTo>
                <a:lnTo>
                  <a:pt x="38361" y="0"/>
                </a:lnTo>
                <a:lnTo>
                  <a:pt x="52091" y="2539"/>
                </a:lnTo>
                <a:lnTo>
                  <a:pt x="63091" y="9788"/>
                </a:lnTo>
                <a:lnTo>
                  <a:pt x="38418" y="9788"/>
                </a:lnTo>
                <a:lnTo>
                  <a:pt x="27686" y="12066"/>
                </a:lnTo>
                <a:lnTo>
                  <a:pt x="19230" y="18254"/>
                </a:lnTo>
                <a:lnTo>
                  <a:pt x="13521" y="27380"/>
                </a:lnTo>
                <a:lnTo>
                  <a:pt x="11033" y="38474"/>
                </a:lnTo>
                <a:lnTo>
                  <a:pt x="74652" y="38474"/>
                </a:lnTo>
                <a:lnTo>
                  <a:pt x="75364" y="42831"/>
                </a:lnTo>
                <a:lnTo>
                  <a:pt x="75364" y="47980"/>
                </a:lnTo>
                <a:lnTo>
                  <a:pt x="10976" y="47980"/>
                </a:lnTo>
                <a:lnTo>
                  <a:pt x="13281" y="61260"/>
                </a:lnTo>
                <a:lnTo>
                  <a:pt x="19145" y="71390"/>
                </a:lnTo>
                <a:lnTo>
                  <a:pt x="28138" y="77849"/>
                </a:lnTo>
                <a:lnTo>
                  <a:pt x="39832" y="80117"/>
                </a:lnTo>
                <a:lnTo>
                  <a:pt x="65677" y="80117"/>
                </a:lnTo>
                <a:lnTo>
                  <a:pt x="61884" y="83653"/>
                </a:lnTo>
                <a:lnTo>
                  <a:pt x="51993" y="88233"/>
                </a:lnTo>
                <a:lnTo>
                  <a:pt x="39832" y="89906"/>
                </a:lnTo>
                <a:close/>
              </a:path>
              <a:path w="75564" h="90170">
                <a:moveTo>
                  <a:pt x="74652" y="38474"/>
                </a:moveTo>
                <a:lnTo>
                  <a:pt x="64275" y="38474"/>
                </a:lnTo>
                <a:lnTo>
                  <a:pt x="62415" y="27380"/>
                </a:lnTo>
                <a:lnTo>
                  <a:pt x="62290" y="26996"/>
                </a:lnTo>
                <a:lnTo>
                  <a:pt x="57054" y="18042"/>
                </a:lnTo>
                <a:lnTo>
                  <a:pt x="48879" y="11987"/>
                </a:lnTo>
                <a:lnTo>
                  <a:pt x="38418" y="9788"/>
                </a:lnTo>
                <a:lnTo>
                  <a:pt x="63091" y="9788"/>
                </a:lnTo>
                <a:lnTo>
                  <a:pt x="63928" y="10340"/>
                </a:lnTo>
                <a:lnTo>
                  <a:pt x="72232" y="23678"/>
                </a:lnTo>
                <a:lnTo>
                  <a:pt x="74652" y="38474"/>
                </a:lnTo>
                <a:close/>
              </a:path>
              <a:path w="75564" h="90170">
                <a:moveTo>
                  <a:pt x="65677" y="80117"/>
                </a:moveTo>
                <a:lnTo>
                  <a:pt x="51827" y="80117"/>
                </a:lnTo>
                <a:lnTo>
                  <a:pt x="58900" y="73950"/>
                </a:lnTo>
                <a:lnTo>
                  <a:pt x="61955" y="68405"/>
                </a:lnTo>
                <a:lnTo>
                  <a:pt x="73667" y="68405"/>
                </a:lnTo>
                <a:lnTo>
                  <a:pt x="69208" y="76825"/>
                </a:lnTo>
                <a:lnTo>
                  <a:pt x="65677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4307606" y="5316734"/>
            <a:ext cx="77470" cy="90170"/>
          </a:xfrm>
          <a:custGeom>
            <a:avLst/>
            <a:gdLst/>
            <a:ahLst/>
            <a:cxnLst/>
            <a:rect l="l" t="t" r="r" b="b"/>
            <a:pathLst>
              <a:path w="77470" h="90170">
                <a:moveTo>
                  <a:pt x="38587" y="89906"/>
                </a:moveTo>
                <a:lnTo>
                  <a:pt x="22962" y="86627"/>
                </a:lnTo>
                <a:lnTo>
                  <a:pt x="10764" y="77423"/>
                </a:lnTo>
                <a:lnTo>
                  <a:pt x="2830" y="63243"/>
                </a:lnTo>
                <a:lnTo>
                  <a:pt x="0" y="45037"/>
                </a:lnTo>
                <a:lnTo>
                  <a:pt x="2830" y="26710"/>
                </a:lnTo>
                <a:lnTo>
                  <a:pt x="10764" y="12483"/>
                </a:lnTo>
                <a:lnTo>
                  <a:pt x="22962" y="3273"/>
                </a:lnTo>
                <a:lnTo>
                  <a:pt x="38587" y="0"/>
                </a:lnTo>
                <a:lnTo>
                  <a:pt x="54203" y="3281"/>
                </a:lnTo>
                <a:lnTo>
                  <a:pt x="62796" y="9788"/>
                </a:lnTo>
                <a:lnTo>
                  <a:pt x="38587" y="9788"/>
                </a:lnTo>
                <a:lnTo>
                  <a:pt x="26754" y="12614"/>
                </a:lnTo>
                <a:lnTo>
                  <a:pt x="18098" y="20262"/>
                </a:lnTo>
                <a:lnTo>
                  <a:pt x="12784" y="31486"/>
                </a:lnTo>
                <a:lnTo>
                  <a:pt x="10976" y="45037"/>
                </a:lnTo>
                <a:lnTo>
                  <a:pt x="12776" y="58563"/>
                </a:lnTo>
                <a:lnTo>
                  <a:pt x="18077" y="69728"/>
                </a:lnTo>
                <a:lnTo>
                  <a:pt x="26730" y="77317"/>
                </a:lnTo>
                <a:lnTo>
                  <a:pt x="38587" y="80117"/>
                </a:lnTo>
                <a:lnTo>
                  <a:pt x="62839" y="80117"/>
                </a:lnTo>
                <a:lnTo>
                  <a:pt x="54227" y="86627"/>
                </a:lnTo>
                <a:lnTo>
                  <a:pt x="38587" y="89906"/>
                </a:lnTo>
                <a:close/>
              </a:path>
              <a:path w="77470" h="90170">
                <a:moveTo>
                  <a:pt x="62839" y="80117"/>
                </a:moveTo>
                <a:lnTo>
                  <a:pt x="38587" y="80117"/>
                </a:lnTo>
                <a:lnTo>
                  <a:pt x="50420" y="77317"/>
                </a:lnTo>
                <a:lnTo>
                  <a:pt x="59076" y="69728"/>
                </a:lnTo>
                <a:lnTo>
                  <a:pt x="64390" y="58563"/>
                </a:lnTo>
                <a:lnTo>
                  <a:pt x="66198" y="45037"/>
                </a:lnTo>
                <a:lnTo>
                  <a:pt x="64390" y="31486"/>
                </a:lnTo>
                <a:lnTo>
                  <a:pt x="59076" y="20262"/>
                </a:lnTo>
                <a:lnTo>
                  <a:pt x="50420" y="12614"/>
                </a:lnTo>
                <a:lnTo>
                  <a:pt x="38587" y="9788"/>
                </a:lnTo>
                <a:lnTo>
                  <a:pt x="62796" y="9788"/>
                </a:lnTo>
                <a:lnTo>
                  <a:pt x="66354" y="12483"/>
                </a:lnTo>
                <a:lnTo>
                  <a:pt x="66444" y="12614"/>
                </a:lnTo>
                <a:lnTo>
                  <a:pt x="74296" y="26734"/>
                </a:lnTo>
                <a:lnTo>
                  <a:pt x="77118" y="45037"/>
                </a:lnTo>
                <a:lnTo>
                  <a:pt x="74304" y="63243"/>
                </a:lnTo>
                <a:lnTo>
                  <a:pt x="66404" y="77423"/>
                </a:lnTo>
                <a:lnTo>
                  <a:pt x="62839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4403735" y="5316621"/>
            <a:ext cx="40640" cy="88265"/>
          </a:xfrm>
          <a:custGeom>
            <a:avLst/>
            <a:gdLst/>
            <a:ahLst/>
            <a:cxnLst/>
            <a:rect l="l" t="t" r="r" b="b"/>
            <a:pathLst>
              <a:path w="40639" h="88264">
                <a:moveTo>
                  <a:pt x="10919" y="88208"/>
                </a:moveTo>
                <a:lnTo>
                  <a:pt x="0" y="88208"/>
                </a:lnTo>
                <a:lnTo>
                  <a:pt x="0" y="1301"/>
                </a:lnTo>
                <a:lnTo>
                  <a:pt x="10637" y="1301"/>
                </a:lnTo>
                <a:lnTo>
                  <a:pt x="10637" y="14710"/>
                </a:lnTo>
                <a:lnTo>
                  <a:pt x="11372" y="14710"/>
                </a:lnTo>
                <a:lnTo>
                  <a:pt x="14986" y="8688"/>
                </a:lnTo>
                <a:lnTo>
                  <a:pt x="20383" y="4045"/>
                </a:lnTo>
                <a:lnTo>
                  <a:pt x="27158" y="1057"/>
                </a:lnTo>
                <a:lnTo>
                  <a:pt x="34910" y="0"/>
                </a:lnTo>
                <a:lnTo>
                  <a:pt x="40511" y="169"/>
                </a:lnTo>
                <a:lnTo>
                  <a:pt x="40511" y="11202"/>
                </a:lnTo>
                <a:lnTo>
                  <a:pt x="36833" y="10523"/>
                </a:lnTo>
                <a:lnTo>
                  <a:pt x="34061" y="10523"/>
                </a:lnTo>
                <a:lnTo>
                  <a:pt x="24812" y="12170"/>
                </a:lnTo>
                <a:lnTo>
                  <a:pt x="17483" y="16740"/>
                </a:lnTo>
                <a:lnTo>
                  <a:pt x="12658" y="23676"/>
                </a:lnTo>
                <a:lnTo>
                  <a:pt x="10919" y="32420"/>
                </a:lnTo>
                <a:lnTo>
                  <a:pt x="10919" y="8820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4454035" y="5316734"/>
            <a:ext cx="75565" cy="90170"/>
          </a:xfrm>
          <a:custGeom>
            <a:avLst/>
            <a:gdLst/>
            <a:ahLst/>
            <a:cxnLst/>
            <a:rect l="l" t="t" r="r" b="b"/>
            <a:pathLst>
              <a:path w="75564" h="90170">
                <a:moveTo>
                  <a:pt x="39832" y="89906"/>
                </a:moveTo>
                <a:lnTo>
                  <a:pt x="23296" y="86629"/>
                </a:lnTo>
                <a:lnTo>
                  <a:pt x="10750" y="77444"/>
                </a:lnTo>
                <a:lnTo>
                  <a:pt x="2786" y="63315"/>
                </a:lnTo>
                <a:lnTo>
                  <a:pt x="0" y="45207"/>
                </a:lnTo>
                <a:lnTo>
                  <a:pt x="2803" y="26996"/>
                </a:lnTo>
                <a:lnTo>
                  <a:pt x="10672" y="12695"/>
                </a:lnTo>
                <a:lnTo>
                  <a:pt x="22795" y="3347"/>
                </a:lnTo>
                <a:lnTo>
                  <a:pt x="38361" y="0"/>
                </a:lnTo>
                <a:lnTo>
                  <a:pt x="52091" y="2539"/>
                </a:lnTo>
                <a:lnTo>
                  <a:pt x="63091" y="9788"/>
                </a:lnTo>
                <a:lnTo>
                  <a:pt x="38417" y="9788"/>
                </a:lnTo>
                <a:lnTo>
                  <a:pt x="27686" y="12066"/>
                </a:lnTo>
                <a:lnTo>
                  <a:pt x="19230" y="18254"/>
                </a:lnTo>
                <a:lnTo>
                  <a:pt x="13521" y="27380"/>
                </a:lnTo>
                <a:lnTo>
                  <a:pt x="11033" y="38474"/>
                </a:lnTo>
                <a:lnTo>
                  <a:pt x="74652" y="38474"/>
                </a:lnTo>
                <a:lnTo>
                  <a:pt x="75364" y="42831"/>
                </a:lnTo>
                <a:lnTo>
                  <a:pt x="75364" y="47980"/>
                </a:lnTo>
                <a:lnTo>
                  <a:pt x="10976" y="47980"/>
                </a:lnTo>
                <a:lnTo>
                  <a:pt x="13281" y="61260"/>
                </a:lnTo>
                <a:lnTo>
                  <a:pt x="19145" y="71390"/>
                </a:lnTo>
                <a:lnTo>
                  <a:pt x="28138" y="77849"/>
                </a:lnTo>
                <a:lnTo>
                  <a:pt x="39832" y="80117"/>
                </a:lnTo>
                <a:lnTo>
                  <a:pt x="65677" y="80117"/>
                </a:lnTo>
                <a:lnTo>
                  <a:pt x="61884" y="83653"/>
                </a:lnTo>
                <a:lnTo>
                  <a:pt x="51993" y="88233"/>
                </a:lnTo>
                <a:lnTo>
                  <a:pt x="39832" y="89906"/>
                </a:lnTo>
                <a:close/>
              </a:path>
              <a:path w="75564" h="90170">
                <a:moveTo>
                  <a:pt x="74652" y="38474"/>
                </a:moveTo>
                <a:lnTo>
                  <a:pt x="64275" y="38474"/>
                </a:lnTo>
                <a:lnTo>
                  <a:pt x="62415" y="27380"/>
                </a:lnTo>
                <a:lnTo>
                  <a:pt x="62290" y="26996"/>
                </a:lnTo>
                <a:lnTo>
                  <a:pt x="57054" y="18042"/>
                </a:lnTo>
                <a:lnTo>
                  <a:pt x="48879" y="11987"/>
                </a:lnTo>
                <a:lnTo>
                  <a:pt x="38417" y="9788"/>
                </a:lnTo>
                <a:lnTo>
                  <a:pt x="63091" y="9788"/>
                </a:lnTo>
                <a:lnTo>
                  <a:pt x="63928" y="10340"/>
                </a:lnTo>
                <a:lnTo>
                  <a:pt x="72232" y="23678"/>
                </a:lnTo>
                <a:lnTo>
                  <a:pt x="74652" y="38474"/>
                </a:lnTo>
                <a:close/>
              </a:path>
              <a:path w="75564" h="90170">
                <a:moveTo>
                  <a:pt x="65677" y="80117"/>
                </a:moveTo>
                <a:lnTo>
                  <a:pt x="51827" y="80117"/>
                </a:lnTo>
                <a:lnTo>
                  <a:pt x="58900" y="73950"/>
                </a:lnTo>
                <a:lnTo>
                  <a:pt x="61955" y="68405"/>
                </a:lnTo>
                <a:lnTo>
                  <a:pt x="73667" y="68405"/>
                </a:lnTo>
                <a:lnTo>
                  <a:pt x="69208" y="76825"/>
                </a:lnTo>
                <a:lnTo>
                  <a:pt x="65677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4541168" y="5297101"/>
            <a:ext cx="44450" cy="109220"/>
          </a:xfrm>
          <a:custGeom>
            <a:avLst/>
            <a:gdLst/>
            <a:ahLst/>
            <a:cxnLst/>
            <a:rect l="l" t="t" r="r" b="b"/>
            <a:pathLst>
              <a:path w="44450" h="109220">
                <a:moveTo>
                  <a:pt x="39379" y="108973"/>
                </a:moveTo>
                <a:lnTo>
                  <a:pt x="35702" y="108973"/>
                </a:lnTo>
                <a:lnTo>
                  <a:pt x="27383" y="107598"/>
                </a:lnTo>
                <a:lnTo>
                  <a:pt x="20114" y="103492"/>
                </a:lnTo>
                <a:lnTo>
                  <a:pt x="14967" y="96680"/>
                </a:lnTo>
                <a:lnTo>
                  <a:pt x="13013" y="87190"/>
                </a:lnTo>
                <a:lnTo>
                  <a:pt x="13013" y="30157"/>
                </a:lnTo>
                <a:lnTo>
                  <a:pt x="0" y="30157"/>
                </a:lnTo>
                <a:lnTo>
                  <a:pt x="0" y="20821"/>
                </a:lnTo>
                <a:lnTo>
                  <a:pt x="13013" y="20821"/>
                </a:lnTo>
                <a:lnTo>
                  <a:pt x="13013" y="0"/>
                </a:lnTo>
                <a:lnTo>
                  <a:pt x="23933" y="0"/>
                </a:lnTo>
                <a:lnTo>
                  <a:pt x="23933" y="20821"/>
                </a:lnTo>
                <a:lnTo>
                  <a:pt x="42208" y="20821"/>
                </a:lnTo>
                <a:lnTo>
                  <a:pt x="42208" y="30157"/>
                </a:lnTo>
                <a:lnTo>
                  <a:pt x="23933" y="30157"/>
                </a:lnTo>
                <a:lnTo>
                  <a:pt x="23933" y="95507"/>
                </a:lnTo>
                <a:lnTo>
                  <a:pt x="30044" y="98562"/>
                </a:lnTo>
                <a:lnTo>
                  <a:pt x="36720" y="98562"/>
                </a:lnTo>
                <a:lnTo>
                  <a:pt x="43906" y="98279"/>
                </a:lnTo>
                <a:lnTo>
                  <a:pt x="43906" y="108464"/>
                </a:lnTo>
                <a:lnTo>
                  <a:pt x="39379" y="10897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4600691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10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10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4633225" y="5316734"/>
            <a:ext cx="72390" cy="90170"/>
          </a:xfrm>
          <a:custGeom>
            <a:avLst/>
            <a:gdLst/>
            <a:ahLst/>
            <a:cxnLst/>
            <a:rect l="l" t="t" r="r" b="b"/>
            <a:pathLst>
              <a:path w="72389" h="90170">
                <a:moveTo>
                  <a:pt x="38757" y="89906"/>
                </a:moveTo>
                <a:lnTo>
                  <a:pt x="22747" y="86539"/>
                </a:lnTo>
                <a:lnTo>
                  <a:pt x="10530" y="77189"/>
                </a:lnTo>
                <a:lnTo>
                  <a:pt x="2737" y="62980"/>
                </a:lnTo>
                <a:lnTo>
                  <a:pt x="0" y="45037"/>
                </a:lnTo>
                <a:lnTo>
                  <a:pt x="2798" y="26948"/>
                </a:lnTo>
                <a:lnTo>
                  <a:pt x="10679" y="12695"/>
                </a:lnTo>
                <a:lnTo>
                  <a:pt x="22867" y="3353"/>
                </a:lnTo>
                <a:lnTo>
                  <a:pt x="38587" y="0"/>
                </a:lnTo>
                <a:lnTo>
                  <a:pt x="50926" y="1959"/>
                </a:lnTo>
                <a:lnTo>
                  <a:pt x="61085" y="7489"/>
                </a:lnTo>
                <a:lnTo>
                  <a:pt x="68369" y="16064"/>
                </a:lnTo>
                <a:lnTo>
                  <a:pt x="72083" y="27158"/>
                </a:lnTo>
                <a:lnTo>
                  <a:pt x="61163" y="27158"/>
                </a:lnTo>
                <a:lnTo>
                  <a:pt x="58497" y="20434"/>
                </a:lnTo>
                <a:lnTo>
                  <a:pt x="53758" y="14908"/>
                </a:lnTo>
                <a:lnTo>
                  <a:pt x="47119" y="11165"/>
                </a:lnTo>
                <a:lnTo>
                  <a:pt x="38757" y="9788"/>
                </a:lnTo>
                <a:lnTo>
                  <a:pt x="27470" y="12323"/>
                </a:lnTo>
                <a:lnTo>
                  <a:pt x="18692" y="19456"/>
                </a:lnTo>
                <a:lnTo>
                  <a:pt x="13001" y="30483"/>
                </a:lnTo>
                <a:lnTo>
                  <a:pt x="10976" y="44698"/>
                </a:lnTo>
                <a:lnTo>
                  <a:pt x="12962" y="59046"/>
                </a:lnTo>
                <a:lnTo>
                  <a:pt x="18586" y="70201"/>
                </a:lnTo>
                <a:lnTo>
                  <a:pt x="27351" y="77431"/>
                </a:lnTo>
                <a:lnTo>
                  <a:pt x="38757" y="80004"/>
                </a:lnTo>
                <a:lnTo>
                  <a:pt x="46683" y="78809"/>
                </a:lnTo>
                <a:lnTo>
                  <a:pt x="53319" y="75364"/>
                </a:lnTo>
                <a:lnTo>
                  <a:pt x="58290" y="69883"/>
                </a:lnTo>
                <a:lnTo>
                  <a:pt x="61219" y="62577"/>
                </a:lnTo>
                <a:lnTo>
                  <a:pt x="72139" y="62577"/>
                </a:lnTo>
                <a:lnTo>
                  <a:pt x="68546" y="73507"/>
                </a:lnTo>
                <a:lnTo>
                  <a:pt x="61474" y="82161"/>
                </a:lnTo>
                <a:lnTo>
                  <a:pt x="51389" y="87855"/>
                </a:lnTo>
                <a:lnTo>
                  <a:pt x="38757" y="8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4719510" y="5316734"/>
            <a:ext cx="67310" cy="90170"/>
          </a:xfrm>
          <a:custGeom>
            <a:avLst/>
            <a:gdLst/>
            <a:ahLst/>
            <a:cxnLst/>
            <a:rect l="l" t="t" r="r" b="b"/>
            <a:pathLst>
              <a:path w="67310" h="90170">
                <a:moveTo>
                  <a:pt x="13749" y="22745"/>
                </a:moveTo>
                <a:lnTo>
                  <a:pt x="2432" y="22745"/>
                </a:lnTo>
                <a:lnTo>
                  <a:pt x="5861" y="13438"/>
                </a:lnTo>
                <a:lnTo>
                  <a:pt x="12928" y="6259"/>
                </a:lnTo>
                <a:lnTo>
                  <a:pt x="23008" y="1636"/>
                </a:lnTo>
                <a:lnTo>
                  <a:pt x="35475" y="0"/>
                </a:lnTo>
                <a:lnTo>
                  <a:pt x="45905" y="1238"/>
                </a:lnTo>
                <a:lnTo>
                  <a:pt x="56106" y="5749"/>
                </a:lnTo>
                <a:lnTo>
                  <a:pt x="59446" y="9618"/>
                </a:lnTo>
                <a:lnTo>
                  <a:pt x="23593" y="9618"/>
                </a:lnTo>
                <a:lnTo>
                  <a:pt x="15899" y="14937"/>
                </a:lnTo>
                <a:lnTo>
                  <a:pt x="13749" y="22745"/>
                </a:lnTo>
                <a:close/>
              </a:path>
              <a:path w="67310" h="90170">
                <a:moveTo>
                  <a:pt x="28742" y="90075"/>
                </a:moveTo>
                <a:lnTo>
                  <a:pt x="17544" y="88320"/>
                </a:lnTo>
                <a:lnTo>
                  <a:pt x="8409" y="83201"/>
                </a:lnTo>
                <a:lnTo>
                  <a:pt x="2255" y="74942"/>
                </a:lnTo>
                <a:lnTo>
                  <a:pt x="0" y="63765"/>
                </a:lnTo>
                <a:lnTo>
                  <a:pt x="2512" y="52495"/>
                </a:lnTo>
                <a:lnTo>
                  <a:pt x="37908" y="37625"/>
                </a:lnTo>
                <a:lnTo>
                  <a:pt x="56127" y="36550"/>
                </a:lnTo>
                <a:lnTo>
                  <a:pt x="56127" y="28403"/>
                </a:lnTo>
                <a:lnTo>
                  <a:pt x="54739" y="20551"/>
                </a:lnTo>
                <a:lnTo>
                  <a:pt x="50667" y="14640"/>
                </a:lnTo>
                <a:lnTo>
                  <a:pt x="44049" y="10914"/>
                </a:lnTo>
                <a:lnTo>
                  <a:pt x="35023" y="9618"/>
                </a:lnTo>
                <a:lnTo>
                  <a:pt x="59446" y="9618"/>
                </a:lnTo>
                <a:lnTo>
                  <a:pt x="63781" y="14640"/>
                </a:lnTo>
                <a:lnTo>
                  <a:pt x="63901" y="14937"/>
                </a:lnTo>
                <a:lnTo>
                  <a:pt x="66934" y="29365"/>
                </a:lnTo>
                <a:lnTo>
                  <a:pt x="66934" y="45660"/>
                </a:lnTo>
                <a:lnTo>
                  <a:pt x="56127" y="45660"/>
                </a:lnTo>
                <a:lnTo>
                  <a:pt x="51884" y="45943"/>
                </a:lnTo>
                <a:lnTo>
                  <a:pt x="37965" y="47018"/>
                </a:lnTo>
                <a:lnTo>
                  <a:pt x="33608" y="47301"/>
                </a:lnTo>
                <a:lnTo>
                  <a:pt x="23618" y="48997"/>
                </a:lnTo>
                <a:lnTo>
                  <a:pt x="16535" y="52428"/>
                </a:lnTo>
                <a:lnTo>
                  <a:pt x="12316" y="57525"/>
                </a:lnTo>
                <a:lnTo>
                  <a:pt x="11014" y="63765"/>
                </a:lnTo>
                <a:lnTo>
                  <a:pt x="10919" y="74516"/>
                </a:lnTo>
                <a:lnTo>
                  <a:pt x="19180" y="80287"/>
                </a:lnTo>
                <a:lnTo>
                  <a:pt x="51804" y="80287"/>
                </a:lnTo>
                <a:lnTo>
                  <a:pt x="46218" y="85181"/>
                </a:lnTo>
                <a:lnTo>
                  <a:pt x="38533" y="88721"/>
                </a:lnTo>
                <a:lnTo>
                  <a:pt x="28742" y="90075"/>
                </a:lnTo>
                <a:close/>
              </a:path>
              <a:path w="67310" h="90170">
                <a:moveTo>
                  <a:pt x="51804" y="80287"/>
                </a:moveTo>
                <a:lnTo>
                  <a:pt x="30383" y="80287"/>
                </a:lnTo>
                <a:lnTo>
                  <a:pt x="41089" y="78277"/>
                </a:lnTo>
                <a:lnTo>
                  <a:pt x="49196" y="72825"/>
                </a:lnTo>
                <a:lnTo>
                  <a:pt x="54332" y="64795"/>
                </a:lnTo>
                <a:lnTo>
                  <a:pt x="56127" y="55052"/>
                </a:lnTo>
                <a:lnTo>
                  <a:pt x="56127" y="45660"/>
                </a:lnTo>
                <a:lnTo>
                  <a:pt x="66934" y="45660"/>
                </a:lnTo>
                <a:lnTo>
                  <a:pt x="66934" y="74685"/>
                </a:lnTo>
                <a:lnTo>
                  <a:pt x="55505" y="74685"/>
                </a:lnTo>
                <a:lnTo>
                  <a:pt x="51856" y="80241"/>
                </a:lnTo>
                <a:close/>
              </a:path>
              <a:path w="67310" h="90170">
                <a:moveTo>
                  <a:pt x="66934" y="88095"/>
                </a:moveTo>
                <a:lnTo>
                  <a:pt x="56127" y="88095"/>
                </a:lnTo>
                <a:lnTo>
                  <a:pt x="56127" y="74685"/>
                </a:lnTo>
                <a:lnTo>
                  <a:pt x="66934" y="74685"/>
                </a:lnTo>
                <a:lnTo>
                  <a:pt x="66934" y="880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4810038" y="5287369"/>
            <a:ext cx="195824" cy="127588"/>
          </a:xfrm>
          <a:prstGeom prst="rect">
            <a:avLst/>
          </a:prstGeom>
          <a:blipFill>
            <a:blip r:embed="rId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5025552" y="5288953"/>
            <a:ext cx="291784" cy="117687"/>
          </a:xfrm>
          <a:prstGeom prst="rect">
            <a:avLst/>
          </a:prstGeom>
          <a:blipFill>
            <a:blip r:embed="rId1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5338441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10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10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5371031" y="5316734"/>
            <a:ext cx="64769" cy="90170"/>
          </a:xfrm>
          <a:custGeom>
            <a:avLst/>
            <a:gdLst/>
            <a:ahLst/>
            <a:cxnLst/>
            <a:rect l="l" t="t" r="r" b="b"/>
            <a:pathLst>
              <a:path w="64770" h="90170">
                <a:moveTo>
                  <a:pt x="32081" y="89906"/>
                </a:moveTo>
                <a:lnTo>
                  <a:pt x="19605" y="88331"/>
                </a:lnTo>
                <a:lnTo>
                  <a:pt x="9972" y="83717"/>
                </a:lnTo>
                <a:lnTo>
                  <a:pt x="3373" y="76228"/>
                </a:lnTo>
                <a:lnTo>
                  <a:pt x="0" y="66029"/>
                </a:lnTo>
                <a:lnTo>
                  <a:pt x="11429" y="66029"/>
                </a:lnTo>
                <a:lnTo>
                  <a:pt x="13126" y="75478"/>
                </a:lnTo>
                <a:lnTo>
                  <a:pt x="20142" y="80287"/>
                </a:lnTo>
                <a:lnTo>
                  <a:pt x="31911" y="80287"/>
                </a:lnTo>
                <a:lnTo>
                  <a:pt x="40850" y="79206"/>
                </a:lnTo>
                <a:lnTo>
                  <a:pt x="47661" y="76135"/>
                </a:lnTo>
                <a:lnTo>
                  <a:pt x="52001" y="71336"/>
                </a:lnTo>
                <a:lnTo>
                  <a:pt x="53524" y="65067"/>
                </a:lnTo>
                <a:lnTo>
                  <a:pt x="53524" y="58164"/>
                </a:lnTo>
                <a:lnTo>
                  <a:pt x="48828" y="53355"/>
                </a:lnTo>
                <a:lnTo>
                  <a:pt x="25347" y="47810"/>
                </a:lnTo>
                <a:lnTo>
                  <a:pt x="15664" y="44363"/>
                </a:lnTo>
                <a:lnTo>
                  <a:pt x="8649" y="39287"/>
                </a:lnTo>
                <a:lnTo>
                  <a:pt x="4382" y="32716"/>
                </a:lnTo>
                <a:lnTo>
                  <a:pt x="2942" y="24782"/>
                </a:lnTo>
                <a:lnTo>
                  <a:pt x="5171" y="14791"/>
                </a:lnTo>
                <a:lnTo>
                  <a:pt x="11443" y="6938"/>
                </a:lnTo>
                <a:lnTo>
                  <a:pt x="21130" y="1811"/>
                </a:lnTo>
                <a:lnTo>
                  <a:pt x="33608" y="0"/>
                </a:lnTo>
                <a:lnTo>
                  <a:pt x="45214" y="1660"/>
                </a:lnTo>
                <a:lnTo>
                  <a:pt x="54232" y="6322"/>
                </a:lnTo>
                <a:lnTo>
                  <a:pt x="60406" y="13510"/>
                </a:lnTo>
                <a:lnTo>
                  <a:pt x="63483" y="22745"/>
                </a:lnTo>
                <a:lnTo>
                  <a:pt x="52619" y="22745"/>
                </a:lnTo>
                <a:lnTo>
                  <a:pt x="50752" y="14654"/>
                </a:lnTo>
                <a:lnTo>
                  <a:pt x="44302" y="9505"/>
                </a:lnTo>
                <a:lnTo>
                  <a:pt x="22009" y="9448"/>
                </a:lnTo>
                <a:lnTo>
                  <a:pt x="13862" y="15842"/>
                </a:lnTo>
                <a:lnTo>
                  <a:pt x="13862" y="30892"/>
                </a:lnTo>
                <a:lnTo>
                  <a:pt x="18841" y="35532"/>
                </a:lnTo>
                <a:lnTo>
                  <a:pt x="42661" y="41416"/>
                </a:lnTo>
                <a:lnTo>
                  <a:pt x="52339" y="44871"/>
                </a:lnTo>
                <a:lnTo>
                  <a:pt x="59232" y="49875"/>
                </a:lnTo>
                <a:lnTo>
                  <a:pt x="63356" y="56406"/>
                </a:lnTo>
                <a:lnTo>
                  <a:pt x="64727" y="64444"/>
                </a:lnTo>
                <a:lnTo>
                  <a:pt x="62522" y="74653"/>
                </a:lnTo>
                <a:lnTo>
                  <a:pt x="56127" y="82713"/>
                </a:lnTo>
                <a:lnTo>
                  <a:pt x="45870" y="88004"/>
                </a:lnTo>
                <a:lnTo>
                  <a:pt x="32081" y="8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5447584" y="5297101"/>
            <a:ext cx="44450" cy="109220"/>
          </a:xfrm>
          <a:custGeom>
            <a:avLst/>
            <a:gdLst/>
            <a:ahLst/>
            <a:cxnLst/>
            <a:rect l="l" t="t" r="r" b="b"/>
            <a:pathLst>
              <a:path w="44450" h="109220">
                <a:moveTo>
                  <a:pt x="39379" y="108973"/>
                </a:moveTo>
                <a:lnTo>
                  <a:pt x="35702" y="108973"/>
                </a:lnTo>
                <a:lnTo>
                  <a:pt x="27383" y="107598"/>
                </a:lnTo>
                <a:lnTo>
                  <a:pt x="20114" y="103492"/>
                </a:lnTo>
                <a:lnTo>
                  <a:pt x="14967" y="96680"/>
                </a:lnTo>
                <a:lnTo>
                  <a:pt x="13013" y="87190"/>
                </a:lnTo>
                <a:lnTo>
                  <a:pt x="13013" y="30157"/>
                </a:lnTo>
                <a:lnTo>
                  <a:pt x="0" y="30157"/>
                </a:lnTo>
                <a:lnTo>
                  <a:pt x="0" y="20821"/>
                </a:lnTo>
                <a:lnTo>
                  <a:pt x="13013" y="20821"/>
                </a:lnTo>
                <a:lnTo>
                  <a:pt x="13013" y="0"/>
                </a:lnTo>
                <a:lnTo>
                  <a:pt x="23933" y="0"/>
                </a:lnTo>
                <a:lnTo>
                  <a:pt x="23933" y="20821"/>
                </a:lnTo>
                <a:lnTo>
                  <a:pt x="42208" y="20821"/>
                </a:lnTo>
                <a:lnTo>
                  <a:pt x="42208" y="30157"/>
                </a:lnTo>
                <a:lnTo>
                  <a:pt x="23933" y="30157"/>
                </a:lnTo>
                <a:lnTo>
                  <a:pt x="23933" y="95507"/>
                </a:lnTo>
                <a:lnTo>
                  <a:pt x="30044" y="98562"/>
                </a:lnTo>
                <a:lnTo>
                  <a:pt x="36720" y="98562"/>
                </a:lnTo>
                <a:lnTo>
                  <a:pt x="43906" y="98279"/>
                </a:lnTo>
                <a:lnTo>
                  <a:pt x="43906" y="108464"/>
                </a:lnTo>
                <a:lnTo>
                  <a:pt x="39379" y="10897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5509426" y="5316621"/>
            <a:ext cx="40640" cy="88265"/>
          </a:xfrm>
          <a:custGeom>
            <a:avLst/>
            <a:gdLst/>
            <a:ahLst/>
            <a:cxnLst/>
            <a:rect l="l" t="t" r="r" b="b"/>
            <a:pathLst>
              <a:path w="40639" h="88264">
                <a:moveTo>
                  <a:pt x="10919" y="88208"/>
                </a:moveTo>
                <a:lnTo>
                  <a:pt x="0" y="88208"/>
                </a:lnTo>
                <a:lnTo>
                  <a:pt x="0" y="1301"/>
                </a:lnTo>
                <a:lnTo>
                  <a:pt x="10637" y="1301"/>
                </a:lnTo>
                <a:lnTo>
                  <a:pt x="10637" y="14710"/>
                </a:lnTo>
                <a:lnTo>
                  <a:pt x="11372" y="14710"/>
                </a:lnTo>
                <a:lnTo>
                  <a:pt x="14986" y="8688"/>
                </a:lnTo>
                <a:lnTo>
                  <a:pt x="20383" y="4045"/>
                </a:lnTo>
                <a:lnTo>
                  <a:pt x="27158" y="1057"/>
                </a:lnTo>
                <a:lnTo>
                  <a:pt x="34910" y="0"/>
                </a:lnTo>
                <a:lnTo>
                  <a:pt x="40511" y="169"/>
                </a:lnTo>
                <a:lnTo>
                  <a:pt x="40511" y="11202"/>
                </a:lnTo>
                <a:lnTo>
                  <a:pt x="36833" y="10523"/>
                </a:lnTo>
                <a:lnTo>
                  <a:pt x="34061" y="10523"/>
                </a:lnTo>
                <a:lnTo>
                  <a:pt x="24812" y="12170"/>
                </a:lnTo>
                <a:lnTo>
                  <a:pt x="17483" y="16740"/>
                </a:lnTo>
                <a:lnTo>
                  <a:pt x="12658" y="23676"/>
                </a:lnTo>
                <a:lnTo>
                  <a:pt x="10919" y="32420"/>
                </a:lnTo>
                <a:lnTo>
                  <a:pt x="10919" y="8820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5557237" y="5317923"/>
            <a:ext cx="75565" cy="120014"/>
          </a:xfrm>
          <a:custGeom>
            <a:avLst/>
            <a:gdLst/>
            <a:ahLst/>
            <a:cxnLst/>
            <a:rect l="l" t="t" r="r" b="b"/>
            <a:pathLst>
              <a:path w="75564" h="120014">
                <a:moveTo>
                  <a:pt x="13692" y="119497"/>
                </a:moveTo>
                <a:lnTo>
                  <a:pt x="7751" y="119271"/>
                </a:lnTo>
                <a:lnTo>
                  <a:pt x="7808" y="109482"/>
                </a:lnTo>
                <a:lnTo>
                  <a:pt x="18671" y="109652"/>
                </a:lnTo>
                <a:lnTo>
                  <a:pt x="24272" y="108860"/>
                </a:lnTo>
                <a:lnTo>
                  <a:pt x="31967" y="87755"/>
                </a:lnTo>
                <a:lnTo>
                  <a:pt x="0" y="0"/>
                </a:lnTo>
                <a:lnTo>
                  <a:pt x="11768" y="0"/>
                </a:lnTo>
                <a:lnTo>
                  <a:pt x="37173" y="72762"/>
                </a:lnTo>
                <a:lnTo>
                  <a:pt x="37908" y="72762"/>
                </a:lnTo>
                <a:lnTo>
                  <a:pt x="63313" y="0"/>
                </a:lnTo>
                <a:lnTo>
                  <a:pt x="75082" y="0"/>
                </a:lnTo>
                <a:lnTo>
                  <a:pt x="38361" y="100373"/>
                </a:lnTo>
                <a:lnTo>
                  <a:pt x="34180" y="108779"/>
                </a:lnTo>
                <a:lnTo>
                  <a:pt x="28721" y="114751"/>
                </a:lnTo>
                <a:lnTo>
                  <a:pt x="21915" y="118315"/>
                </a:lnTo>
                <a:lnTo>
                  <a:pt x="13692" y="11949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5635431" y="5404830"/>
            <a:ext cx="71755" cy="10160"/>
          </a:xfrm>
          <a:custGeom>
            <a:avLst/>
            <a:gdLst/>
            <a:ahLst/>
            <a:cxnLst/>
            <a:rect l="l" t="t" r="r" b="b"/>
            <a:pathLst>
              <a:path w="71754" h="10160">
                <a:moveTo>
                  <a:pt x="71460" y="10127"/>
                </a:moveTo>
                <a:lnTo>
                  <a:pt x="0" y="10127"/>
                </a:lnTo>
                <a:lnTo>
                  <a:pt x="0" y="0"/>
                </a:lnTo>
                <a:lnTo>
                  <a:pt x="71460" y="0"/>
                </a:lnTo>
                <a:lnTo>
                  <a:pt x="71460" y="1012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5712097" y="5283522"/>
            <a:ext cx="2137998" cy="153898"/>
          </a:xfrm>
          <a:prstGeom prst="rect">
            <a:avLst/>
          </a:prstGeom>
          <a:blipFill>
            <a:blip r:embed="rId1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7873689" y="5288953"/>
            <a:ext cx="215004" cy="126004"/>
          </a:xfrm>
          <a:prstGeom prst="rect">
            <a:avLst/>
          </a:prstGeom>
          <a:blipFill>
            <a:blip r:embed="rId1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109799" y="5288953"/>
            <a:ext cx="165949" cy="117686"/>
          </a:xfrm>
          <a:prstGeom prst="rect">
            <a:avLst/>
          </a:prstGeom>
          <a:blipFill>
            <a:blip r:embed="rId1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8301266" y="5317923"/>
            <a:ext cx="66085" cy="88038"/>
          </a:xfrm>
          <a:prstGeom prst="rect">
            <a:avLst/>
          </a:prstGeom>
          <a:blipFill>
            <a:blip r:embed="rId1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390776" y="5283578"/>
            <a:ext cx="306268" cy="144845"/>
          </a:xfrm>
          <a:prstGeom prst="rect">
            <a:avLst/>
          </a:prstGeom>
          <a:blipFill>
            <a:blip r:embed="rId1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8717867" y="5288953"/>
            <a:ext cx="75591" cy="115876"/>
          </a:xfrm>
          <a:prstGeom prst="rect">
            <a:avLst/>
          </a:prstGeom>
          <a:blipFill>
            <a:blip r:embed="rId1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813148" y="5287935"/>
            <a:ext cx="438214" cy="149484"/>
          </a:xfrm>
          <a:prstGeom prst="rect">
            <a:avLst/>
          </a:prstGeom>
          <a:blipFill>
            <a:blip r:embed="rId1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9274956" y="5288953"/>
            <a:ext cx="165158" cy="126004"/>
          </a:xfrm>
          <a:prstGeom prst="rect">
            <a:avLst/>
          </a:prstGeom>
          <a:blipFill>
            <a:blip r:embed="rId1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9463707" y="5316791"/>
            <a:ext cx="66675" cy="88265"/>
          </a:xfrm>
          <a:custGeom>
            <a:avLst/>
            <a:gdLst/>
            <a:ahLst/>
            <a:cxnLst/>
            <a:rect l="l" t="t" r="r" b="b"/>
            <a:pathLst>
              <a:path w="66675" h="88264">
                <a:moveTo>
                  <a:pt x="66594" y="88038"/>
                </a:moveTo>
                <a:lnTo>
                  <a:pt x="55618" y="88038"/>
                </a:lnTo>
                <a:lnTo>
                  <a:pt x="55618" y="32646"/>
                </a:lnTo>
                <a:lnTo>
                  <a:pt x="54121" y="23197"/>
                </a:lnTo>
                <a:lnTo>
                  <a:pt x="49840" y="16033"/>
                </a:lnTo>
                <a:lnTo>
                  <a:pt x="43086" y="11490"/>
                </a:lnTo>
                <a:lnTo>
                  <a:pt x="34174" y="9901"/>
                </a:lnTo>
                <a:lnTo>
                  <a:pt x="24859" y="11560"/>
                </a:lnTo>
                <a:lnTo>
                  <a:pt x="17497" y="16344"/>
                </a:lnTo>
                <a:lnTo>
                  <a:pt x="12659" y="23960"/>
                </a:lnTo>
                <a:lnTo>
                  <a:pt x="10919" y="34117"/>
                </a:lnTo>
                <a:lnTo>
                  <a:pt x="10919" y="88038"/>
                </a:lnTo>
                <a:lnTo>
                  <a:pt x="0" y="88038"/>
                </a:lnTo>
                <a:lnTo>
                  <a:pt x="0" y="1131"/>
                </a:lnTo>
                <a:lnTo>
                  <a:pt x="10637" y="1131"/>
                </a:lnTo>
                <a:lnTo>
                  <a:pt x="10637" y="14880"/>
                </a:lnTo>
                <a:lnTo>
                  <a:pt x="11542" y="14880"/>
                </a:lnTo>
                <a:lnTo>
                  <a:pt x="15450" y="8760"/>
                </a:lnTo>
                <a:lnTo>
                  <a:pt x="21040" y="4066"/>
                </a:lnTo>
                <a:lnTo>
                  <a:pt x="28275" y="1059"/>
                </a:lnTo>
                <a:lnTo>
                  <a:pt x="37116" y="0"/>
                </a:lnTo>
                <a:lnTo>
                  <a:pt x="49122" y="2066"/>
                </a:lnTo>
                <a:lnTo>
                  <a:pt x="58433" y="8168"/>
                </a:lnTo>
                <a:lnTo>
                  <a:pt x="64455" y="18164"/>
                </a:lnTo>
                <a:lnTo>
                  <a:pt x="66594" y="31911"/>
                </a:lnTo>
                <a:lnTo>
                  <a:pt x="66594" y="8803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9549314" y="5288953"/>
            <a:ext cx="74295" cy="118110"/>
          </a:xfrm>
          <a:custGeom>
            <a:avLst/>
            <a:gdLst/>
            <a:ahLst/>
            <a:cxnLst/>
            <a:rect l="l" t="t" r="r" b="b"/>
            <a:pathLst>
              <a:path w="74295" h="118110">
                <a:moveTo>
                  <a:pt x="74233" y="45151"/>
                </a:moveTo>
                <a:lnTo>
                  <a:pt x="63313" y="45151"/>
                </a:lnTo>
                <a:lnTo>
                  <a:pt x="63313" y="0"/>
                </a:lnTo>
                <a:lnTo>
                  <a:pt x="74233" y="0"/>
                </a:lnTo>
                <a:lnTo>
                  <a:pt x="74233" y="45151"/>
                </a:lnTo>
                <a:close/>
              </a:path>
              <a:path w="74295" h="118110">
                <a:moveTo>
                  <a:pt x="35928" y="117686"/>
                </a:moveTo>
                <a:lnTo>
                  <a:pt x="21315" y="114453"/>
                </a:lnTo>
                <a:lnTo>
                  <a:pt x="9965" y="105310"/>
                </a:lnTo>
                <a:lnTo>
                  <a:pt x="2614" y="91095"/>
                </a:lnTo>
                <a:lnTo>
                  <a:pt x="0" y="72649"/>
                </a:lnTo>
                <a:lnTo>
                  <a:pt x="2632" y="54276"/>
                </a:lnTo>
                <a:lnTo>
                  <a:pt x="10028" y="40115"/>
                </a:lnTo>
                <a:lnTo>
                  <a:pt x="21435" y="31004"/>
                </a:lnTo>
                <a:lnTo>
                  <a:pt x="36098" y="27780"/>
                </a:lnTo>
                <a:lnTo>
                  <a:pt x="46495" y="29452"/>
                </a:lnTo>
                <a:lnTo>
                  <a:pt x="54012" y="33686"/>
                </a:lnTo>
                <a:lnTo>
                  <a:pt x="57621" y="37625"/>
                </a:lnTo>
                <a:lnTo>
                  <a:pt x="37399" y="37625"/>
                </a:lnTo>
                <a:lnTo>
                  <a:pt x="26023" y="40302"/>
                </a:lnTo>
                <a:lnTo>
                  <a:pt x="17766" y="47668"/>
                </a:lnTo>
                <a:lnTo>
                  <a:pt x="12734" y="58726"/>
                </a:lnTo>
                <a:lnTo>
                  <a:pt x="11033" y="72479"/>
                </a:lnTo>
                <a:lnTo>
                  <a:pt x="12757" y="86374"/>
                </a:lnTo>
                <a:lnTo>
                  <a:pt x="17829" y="97579"/>
                </a:lnTo>
                <a:lnTo>
                  <a:pt x="26094" y="105061"/>
                </a:lnTo>
                <a:lnTo>
                  <a:pt x="37399" y="107785"/>
                </a:lnTo>
                <a:lnTo>
                  <a:pt x="57484" y="107785"/>
                </a:lnTo>
                <a:lnTo>
                  <a:pt x="53821" y="111760"/>
                </a:lnTo>
                <a:lnTo>
                  <a:pt x="46280" y="116012"/>
                </a:lnTo>
                <a:lnTo>
                  <a:pt x="35928" y="117686"/>
                </a:lnTo>
                <a:close/>
              </a:path>
              <a:path w="74295" h="118110">
                <a:moveTo>
                  <a:pt x="57484" y="107785"/>
                </a:moveTo>
                <a:lnTo>
                  <a:pt x="37399" y="107785"/>
                </a:lnTo>
                <a:lnTo>
                  <a:pt x="48477" y="105165"/>
                </a:lnTo>
                <a:lnTo>
                  <a:pt x="56686" y="97855"/>
                </a:lnTo>
                <a:lnTo>
                  <a:pt x="61786" y="86684"/>
                </a:lnTo>
                <a:lnTo>
                  <a:pt x="63539" y="72479"/>
                </a:lnTo>
                <a:lnTo>
                  <a:pt x="61810" y="58368"/>
                </a:lnTo>
                <a:lnTo>
                  <a:pt x="56749" y="47350"/>
                </a:lnTo>
                <a:lnTo>
                  <a:pt x="48549" y="40183"/>
                </a:lnTo>
                <a:lnTo>
                  <a:pt x="37399" y="37625"/>
                </a:lnTo>
                <a:lnTo>
                  <a:pt x="57621" y="37625"/>
                </a:lnTo>
                <a:lnTo>
                  <a:pt x="59164" y="39310"/>
                </a:lnTo>
                <a:lnTo>
                  <a:pt x="62464" y="45151"/>
                </a:lnTo>
                <a:lnTo>
                  <a:pt x="74233" y="45151"/>
                </a:lnTo>
                <a:lnTo>
                  <a:pt x="74233" y="100147"/>
                </a:lnTo>
                <a:lnTo>
                  <a:pt x="62464" y="100147"/>
                </a:lnTo>
                <a:lnTo>
                  <a:pt x="59050" y="106086"/>
                </a:lnTo>
                <a:lnTo>
                  <a:pt x="57484" y="107785"/>
                </a:lnTo>
                <a:close/>
              </a:path>
              <a:path w="74295" h="118110">
                <a:moveTo>
                  <a:pt x="74233" y="115876"/>
                </a:moveTo>
                <a:lnTo>
                  <a:pt x="63652" y="115876"/>
                </a:lnTo>
                <a:lnTo>
                  <a:pt x="63652" y="100147"/>
                </a:lnTo>
                <a:lnTo>
                  <a:pt x="74233" y="100147"/>
                </a:lnTo>
                <a:lnTo>
                  <a:pt x="74233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9635655" y="5404830"/>
            <a:ext cx="71755" cy="10160"/>
          </a:xfrm>
          <a:custGeom>
            <a:avLst/>
            <a:gdLst/>
            <a:ahLst/>
            <a:cxnLst/>
            <a:rect l="l" t="t" r="r" b="b"/>
            <a:pathLst>
              <a:path w="71754" h="10160">
                <a:moveTo>
                  <a:pt x="71460" y="10127"/>
                </a:moveTo>
                <a:lnTo>
                  <a:pt x="0" y="10127"/>
                </a:lnTo>
                <a:lnTo>
                  <a:pt x="0" y="0"/>
                </a:lnTo>
                <a:lnTo>
                  <a:pt x="71460" y="0"/>
                </a:lnTo>
                <a:lnTo>
                  <a:pt x="71460" y="1012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9712321" y="5289550"/>
            <a:ext cx="85090" cy="10160"/>
          </a:xfrm>
          <a:custGeom>
            <a:avLst/>
            <a:gdLst/>
            <a:ahLst/>
            <a:cxnLst/>
            <a:rect l="l" t="t" r="r" b="b"/>
            <a:pathLst>
              <a:path w="85090" h="10160">
                <a:moveTo>
                  <a:pt x="0" y="0"/>
                </a:moveTo>
                <a:lnTo>
                  <a:pt x="84757" y="0"/>
                </a:lnTo>
                <a:lnTo>
                  <a:pt x="84757" y="10159"/>
                </a:lnTo>
                <a:lnTo>
                  <a:pt x="0" y="1015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9749042" y="5299709"/>
            <a:ext cx="11430" cy="105410"/>
          </a:xfrm>
          <a:custGeom>
            <a:avLst/>
            <a:gdLst/>
            <a:ahLst/>
            <a:cxnLst/>
            <a:rect l="l" t="t" r="r" b="b"/>
            <a:pathLst>
              <a:path w="11429" h="105410">
                <a:moveTo>
                  <a:pt x="0" y="0"/>
                </a:moveTo>
                <a:lnTo>
                  <a:pt x="11429" y="0"/>
                </a:lnTo>
                <a:lnTo>
                  <a:pt x="11429" y="105410"/>
                </a:lnTo>
                <a:lnTo>
                  <a:pt x="0" y="10541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9815637" y="5288953"/>
            <a:ext cx="67310" cy="116205"/>
          </a:xfrm>
          <a:custGeom>
            <a:avLst/>
            <a:gdLst/>
            <a:ahLst/>
            <a:cxnLst/>
            <a:rect l="l" t="t" r="r" b="b"/>
            <a:pathLst>
              <a:path w="67309" h="116204">
                <a:moveTo>
                  <a:pt x="67217" y="115876"/>
                </a:moveTo>
                <a:lnTo>
                  <a:pt x="56297" y="115876"/>
                </a:lnTo>
                <a:lnTo>
                  <a:pt x="56297" y="60484"/>
                </a:lnTo>
                <a:lnTo>
                  <a:pt x="54781" y="50962"/>
                </a:lnTo>
                <a:lnTo>
                  <a:pt x="50448" y="43807"/>
                </a:lnTo>
                <a:lnTo>
                  <a:pt x="43622" y="39303"/>
                </a:lnTo>
                <a:lnTo>
                  <a:pt x="34627" y="37739"/>
                </a:lnTo>
                <a:lnTo>
                  <a:pt x="25170" y="39398"/>
                </a:lnTo>
                <a:lnTo>
                  <a:pt x="17660" y="44182"/>
                </a:lnTo>
                <a:lnTo>
                  <a:pt x="12706" y="51798"/>
                </a:lnTo>
                <a:lnTo>
                  <a:pt x="10919" y="61955"/>
                </a:lnTo>
                <a:lnTo>
                  <a:pt x="10919" y="115876"/>
                </a:lnTo>
                <a:lnTo>
                  <a:pt x="0" y="115876"/>
                </a:lnTo>
                <a:lnTo>
                  <a:pt x="0" y="0"/>
                </a:lnTo>
                <a:lnTo>
                  <a:pt x="10919" y="0"/>
                </a:lnTo>
                <a:lnTo>
                  <a:pt x="10919" y="42718"/>
                </a:lnTo>
                <a:lnTo>
                  <a:pt x="11881" y="42718"/>
                </a:lnTo>
                <a:lnTo>
                  <a:pt x="15760" y="36573"/>
                </a:lnTo>
                <a:lnTo>
                  <a:pt x="21309" y="31882"/>
                </a:lnTo>
                <a:lnTo>
                  <a:pt x="28566" y="28889"/>
                </a:lnTo>
                <a:lnTo>
                  <a:pt x="37569" y="27837"/>
                </a:lnTo>
                <a:lnTo>
                  <a:pt x="49649" y="29879"/>
                </a:lnTo>
                <a:lnTo>
                  <a:pt x="59013" y="35942"/>
                </a:lnTo>
                <a:lnTo>
                  <a:pt x="65067" y="45930"/>
                </a:lnTo>
                <a:lnTo>
                  <a:pt x="67217" y="59748"/>
                </a:lnTo>
                <a:lnTo>
                  <a:pt x="67217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9901865" y="5316734"/>
            <a:ext cx="75565" cy="90170"/>
          </a:xfrm>
          <a:custGeom>
            <a:avLst/>
            <a:gdLst/>
            <a:ahLst/>
            <a:cxnLst/>
            <a:rect l="l" t="t" r="r" b="b"/>
            <a:pathLst>
              <a:path w="75565" h="90170">
                <a:moveTo>
                  <a:pt x="39832" y="89906"/>
                </a:moveTo>
                <a:lnTo>
                  <a:pt x="23296" y="86629"/>
                </a:lnTo>
                <a:lnTo>
                  <a:pt x="10750" y="77444"/>
                </a:lnTo>
                <a:lnTo>
                  <a:pt x="2786" y="63315"/>
                </a:lnTo>
                <a:lnTo>
                  <a:pt x="0" y="45207"/>
                </a:lnTo>
                <a:lnTo>
                  <a:pt x="2803" y="26996"/>
                </a:lnTo>
                <a:lnTo>
                  <a:pt x="10672" y="12695"/>
                </a:lnTo>
                <a:lnTo>
                  <a:pt x="22795" y="3347"/>
                </a:lnTo>
                <a:lnTo>
                  <a:pt x="38361" y="0"/>
                </a:lnTo>
                <a:lnTo>
                  <a:pt x="52091" y="2539"/>
                </a:lnTo>
                <a:lnTo>
                  <a:pt x="63091" y="9788"/>
                </a:lnTo>
                <a:lnTo>
                  <a:pt x="38417" y="9788"/>
                </a:lnTo>
                <a:lnTo>
                  <a:pt x="27686" y="12066"/>
                </a:lnTo>
                <a:lnTo>
                  <a:pt x="19230" y="18254"/>
                </a:lnTo>
                <a:lnTo>
                  <a:pt x="13521" y="27380"/>
                </a:lnTo>
                <a:lnTo>
                  <a:pt x="11033" y="38474"/>
                </a:lnTo>
                <a:lnTo>
                  <a:pt x="74652" y="38474"/>
                </a:lnTo>
                <a:lnTo>
                  <a:pt x="75364" y="42831"/>
                </a:lnTo>
                <a:lnTo>
                  <a:pt x="75364" y="47980"/>
                </a:lnTo>
                <a:lnTo>
                  <a:pt x="10976" y="47980"/>
                </a:lnTo>
                <a:lnTo>
                  <a:pt x="13281" y="61260"/>
                </a:lnTo>
                <a:lnTo>
                  <a:pt x="19145" y="71390"/>
                </a:lnTo>
                <a:lnTo>
                  <a:pt x="28138" y="77849"/>
                </a:lnTo>
                <a:lnTo>
                  <a:pt x="39832" y="80117"/>
                </a:lnTo>
                <a:lnTo>
                  <a:pt x="65677" y="80117"/>
                </a:lnTo>
                <a:lnTo>
                  <a:pt x="61884" y="83653"/>
                </a:lnTo>
                <a:lnTo>
                  <a:pt x="51993" y="88233"/>
                </a:lnTo>
                <a:lnTo>
                  <a:pt x="39832" y="89906"/>
                </a:lnTo>
                <a:close/>
              </a:path>
              <a:path w="75565" h="90170">
                <a:moveTo>
                  <a:pt x="74652" y="38474"/>
                </a:moveTo>
                <a:lnTo>
                  <a:pt x="64275" y="38474"/>
                </a:lnTo>
                <a:lnTo>
                  <a:pt x="62415" y="27380"/>
                </a:lnTo>
                <a:lnTo>
                  <a:pt x="62290" y="26996"/>
                </a:lnTo>
                <a:lnTo>
                  <a:pt x="57054" y="18042"/>
                </a:lnTo>
                <a:lnTo>
                  <a:pt x="48879" y="11987"/>
                </a:lnTo>
                <a:lnTo>
                  <a:pt x="38417" y="9788"/>
                </a:lnTo>
                <a:lnTo>
                  <a:pt x="63091" y="9788"/>
                </a:lnTo>
                <a:lnTo>
                  <a:pt x="63928" y="10340"/>
                </a:lnTo>
                <a:lnTo>
                  <a:pt x="72232" y="23678"/>
                </a:lnTo>
                <a:lnTo>
                  <a:pt x="74652" y="38474"/>
                </a:lnTo>
                <a:close/>
              </a:path>
              <a:path w="75565" h="90170">
                <a:moveTo>
                  <a:pt x="65677" y="80117"/>
                </a:moveTo>
                <a:lnTo>
                  <a:pt x="51827" y="80117"/>
                </a:lnTo>
                <a:lnTo>
                  <a:pt x="58900" y="73950"/>
                </a:lnTo>
                <a:lnTo>
                  <a:pt x="61955" y="68405"/>
                </a:lnTo>
                <a:lnTo>
                  <a:pt x="73667" y="68405"/>
                </a:lnTo>
                <a:lnTo>
                  <a:pt x="69208" y="76825"/>
                </a:lnTo>
                <a:lnTo>
                  <a:pt x="65677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9991828" y="5316734"/>
            <a:ext cx="77470" cy="90170"/>
          </a:xfrm>
          <a:custGeom>
            <a:avLst/>
            <a:gdLst/>
            <a:ahLst/>
            <a:cxnLst/>
            <a:rect l="l" t="t" r="r" b="b"/>
            <a:pathLst>
              <a:path w="77470" h="90170">
                <a:moveTo>
                  <a:pt x="38587" y="89906"/>
                </a:moveTo>
                <a:lnTo>
                  <a:pt x="22962" y="86627"/>
                </a:lnTo>
                <a:lnTo>
                  <a:pt x="10764" y="77423"/>
                </a:lnTo>
                <a:lnTo>
                  <a:pt x="2830" y="63243"/>
                </a:lnTo>
                <a:lnTo>
                  <a:pt x="0" y="45037"/>
                </a:lnTo>
                <a:lnTo>
                  <a:pt x="2830" y="26710"/>
                </a:lnTo>
                <a:lnTo>
                  <a:pt x="10764" y="12483"/>
                </a:lnTo>
                <a:lnTo>
                  <a:pt x="22962" y="3273"/>
                </a:lnTo>
                <a:lnTo>
                  <a:pt x="38587" y="0"/>
                </a:lnTo>
                <a:lnTo>
                  <a:pt x="54203" y="3281"/>
                </a:lnTo>
                <a:lnTo>
                  <a:pt x="62796" y="9788"/>
                </a:lnTo>
                <a:lnTo>
                  <a:pt x="38587" y="9788"/>
                </a:lnTo>
                <a:lnTo>
                  <a:pt x="26754" y="12614"/>
                </a:lnTo>
                <a:lnTo>
                  <a:pt x="18098" y="20262"/>
                </a:lnTo>
                <a:lnTo>
                  <a:pt x="12784" y="31486"/>
                </a:lnTo>
                <a:lnTo>
                  <a:pt x="10976" y="45037"/>
                </a:lnTo>
                <a:lnTo>
                  <a:pt x="12776" y="58563"/>
                </a:lnTo>
                <a:lnTo>
                  <a:pt x="18077" y="69728"/>
                </a:lnTo>
                <a:lnTo>
                  <a:pt x="26730" y="77317"/>
                </a:lnTo>
                <a:lnTo>
                  <a:pt x="38587" y="80117"/>
                </a:lnTo>
                <a:lnTo>
                  <a:pt x="62839" y="80117"/>
                </a:lnTo>
                <a:lnTo>
                  <a:pt x="54227" y="86627"/>
                </a:lnTo>
                <a:lnTo>
                  <a:pt x="38587" y="89906"/>
                </a:lnTo>
                <a:close/>
              </a:path>
              <a:path w="77470" h="90170">
                <a:moveTo>
                  <a:pt x="62839" y="80117"/>
                </a:moveTo>
                <a:lnTo>
                  <a:pt x="38587" y="80117"/>
                </a:lnTo>
                <a:lnTo>
                  <a:pt x="50420" y="77317"/>
                </a:lnTo>
                <a:lnTo>
                  <a:pt x="59076" y="69728"/>
                </a:lnTo>
                <a:lnTo>
                  <a:pt x="64390" y="58563"/>
                </a:lnTo>
                <a:lnTo>
                  <a:pt x="66198" y="45037"/>
                </a:lnTo>
                <a:lnTo>
                  <a:pt x="64390" y="31486"/>
                </a:lnTo>
                <a:lnTo>
                  <a:pt x="59076" y="20262"/>
                </a:lnTo>
                <a:lnTo>
                  <a:pt x="50420" y="12614"/>
                </a:lnTo>
                <a:lnTo>
                  <a:pt x="38587" y="9788"/>
                </a:lnTo>
                <a:lnTo>
                  <a:pt x="62796" y="9788"/>
                </a:lnTo>
                <a:lnTo>
                  <a:pt x="66354" y="12483"/>
                </a:lnTo>
                <a:lnTo>
                  <a:pt x="66444" y="12614"/>
                </a:lnTo>
                <a:lnTo>
                  <a:pt x="74296" y="26734"/>
                </a:lnTo>
                <a:lnTo>
                  <a:pt x="77118" y="45037"/>
                </a:lnTo>
                <a:lnTo>
                  <a:pt x="74304" y="63243"/>
                </a:lnTo>
                <a:lnTo>
                  <a:pt x="66404" y="77423"/>
                </a:lnTo>
                <a:lnTo>
                  <a:pt x="62839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10087957" y="5316621"/>
            <a:ext cx="40640" cy="88265"/>
          </a:xfrm>
          <a:custGeom>
            <a:avLst/>
            <a:gdLst/>
            <a:ahLst/>
            <a:cxnLst/>
            <a:rect l="l" t="t" r="r" b="b"/>
            <a:pathLst>
              <a:path w="40640" h="88264">
                <a:moveTo>
                  <a:pt x="10919" y="88208"/>
                </a:moveTo>
                <a:lnTo>
                  <a:pt x="0" y="88208"/>
                </a:lnTo>
                <a:lnTo>
                  <a:pt x="0" y="1301"/>
                </a:lnTo>
                <a:lnTo>
                  <a:pt x="10637" y="1301"/>
                </a:lnTo>
                <a:lnTo>
                  <a:pt x="10637" y="14710"/>
                </a:lnTo>
                <a:lnTo>
                  <a:pt x="11372" y="14710"/>
                </a:lnTo>
                <a:lnTo>
                  <a:pt x="14986" y="8688"/>
                </a:lnTo>
                <a:lnTo>
                  <a:pt x="20383" y="4045"/>
                </a:lnTo>
                <a:lnTo>
                  <a:pt x="27158" y="1057"/>
                </a:lnTo>
                <a:lnTo>
                  <a:pt x="34910" y="0"/>
                </a:lnTo>
                <a:lnTo>
                  <a:pt x="40511" y="169"/>
                </a:lnTo>
                <a:lnTo>
                  <a:pt x="40511" y="11202"/>
                </a:lnTo>
                <a:lnTo>
                  <a:pt x="36833" y="10523"/>
                </a:lnTo>
                <a:lnTo>
                  <a:pt x="34061" y="10523"/>
                </a:lnTo>
                <a:lnTo>
                  <a:pt x="24812" y="12170"/>
                </a:lnTo>
                <a:lnTo>
                  <a:pt x="17483" y="16740"/>
                </a:lnTo>
                <a:lnTo>
                  <a:pt x="12658" y="23676"/>
                </a:lnTo>
                <a:lnTo>
                  <a:pt x="10919" y="32420"/>
                </a:lnTo>
                <a:lnTo>
                  <a:pt x="10919" y="8820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10138257" y="5316734"/>
            <a:ext cx="75565" cy="90170"/>
          </a:xfrm>
          <a:custGeom>
            <a:avLst/>
            <a:gdLst/>
            <a:ahLst/>
            <a:cxnLst/>
            <a:rect l="l" t="t" r="r" b="b"/>
            <a:pathLst>
              <a:path w="75565" h="90170">
                <a:moveTo>
                  <a:pt x="39832" y="89906"/>
                </a:moveTo>
                <a:lnTo>
                  <a:pt x="23296" y="86629"/>
                </a:lnTo>
                <a:lnTo>
                  <a:pt x="10750" y="77444"/>
                </a:lnTo>
                <a:lnTo>
                  <a:pt x="2786" y="63315"/>
                </a:lnTo>
                <a:lnTo>
                  <a:pt x="0" y="45207"/>
                </a:lnTo>
                <a:lnTo>
                  <a:pt x="2803" y="26996"/>
                </a:lnTo>
                <a:lnTo>
                  <a:pt x="10672" y="12695"/>
                </a:lnTo>
                <a:lnTo>
                  <a:pt x="22795" y="3347"/>
                </a:lnTo>
                <a:lnTo>
                  <a:pt x="38361" y="0"/>
                </a:lnTo>
                <a:lnTo>
                  <a:pt x="52091" y="2539"/>
                </a:lnTo>
                <a:lnTo>
                  <a:pt x="63091" y="9788"/>
                </a:lnTo>
                <a:lnTo>
                  <a:pt x="38417" y="9788"/>
                </a:lnTo>
                <a:lnTo>
                  <a:pt x="27686" y="12066"/>
                </a:lnTo>
                <a:lnTo>
                  <a:pt x="19230" y="18254"/>
                </a:lnTo>
                <a:lnTo>
                  <a:pt x="13521" y="27380"/>
                </a:lnTo>
                <a:lnTo>
                  <a:pt x="11033" y="38474"/>
                </a:lnTo>
                <a:lnTo>
                  <a:pt x="74652" y="38474"/>
                </a:lnTo>
                <a:lnTo>
                  <a:pt x="75364" y="42831"/>
                </a:lnTo>
                <a:lnTo>
                  <a:pt x="75364" y="47980"/>
                </a:lnTo>
                <a:lnTo>
                  <a:pt x="10976" y="47980"/>
                </a:lnTo>
                <a:lnTo>
                  <a:pt x="13281" y="61260"/>
                </a:lnTo>
                <a:lnTo>
                  <a:pt x="19145" y="71390"/>
                </a:lnTo>
                <a:lnTo>
                  <a:pt x="28138" y="77849"/>
                </a:lnTo>
                <a:lnTo>
                  <a:pt x="39832" y="80117"/>
                </a:lnTo>
                <a:lnTo>
                  <a:pt x="65677" y="80117"/>
                </a:lnTo>
                <a:lnTo>
                  <a:pt x="61884" y="83653"/>
                </a:lnTo>
                <a:lnTo>
                  <a:pt x="51993" y="88233"/>
                </a:lnTo>
                <a:lnTo>
                  <a:pt x="39832" y="89906"/>
                </a:lnTo>
                <a:close/>
              </a:path>
              <a:path w="75565" h="90170">
                <a:moveTo>
                  <a:pt x="74652" y="38474"/>
                </a:moveTo>
                <a:lnTo>
                  <a:pt x="64275" y="38474"/>
                </a:lnTo>
                <a:lnTo>
                  <a:pt x="62415" y="27380"/>
                </a:lnTo>
                <a:lnTo>
                  <a:pt x="62290" y="26996"/>
                </a:lnTo>
                <a:lnTo>
                  <a:pt x="57054" y="18042"/>
                </a:lnTo>
                <a:lnTo>
                  <a:pt x="48879" y="11987"/>
                </a:lnTo>
                <a:lnTo>
                  <a:pt x="38417" y="9788"/>
                </a:lnTo>
                <a:lnTo>
                  <a:pt x="63091" y="9788"/>
                </a:lnTo>
                <a:lnTo>
                  <a:pt x="63928" y="10340"/>
                </a:lnTo>
                <a:lnTo>
                  <a:pt x="72232" y="23678"/>
                </a:lnTo>
                <a:lnTo>
                  <a:pt x="74652" y="38474"/>
                </a:lnTo>
                <a:close/>
              </a:path>
              <a:path w="75565" h="90170">
                <a:moveTo>
                  <a:pt x="65677" y="80117"/>
                </a:moveTo>
                <a:lnTo>
                  <a:pt x="51827" y="80117"/>
                </a:lnTo>
                <a:lnTo>
                  <a:pt x="58900" y="73950"/>
                </a:lnTo>
                <a:lnTo>
                  <a:pt x="61955" y="68405"/>
                </a:lnTo>
                <a:lnTo>
                  <a:pt x="73667" y="68405"/>
                </a:lnTo>
                <a:lnTo>
                  <a:pt x="69208" y="76825"/>
                </a:lnTo>
                <a:lnTo>
                  <a:pt x="65677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10225391" y="5297101"/>
            <a:ext cx="44450" cy="109220"/>
          </a:xfrm>
          <a:custGeom>
            <a:avLst/>
            <a:gdLst/>
            <a:ahLst/>
            <a:cxnLst/>
            <a:rect l="l" t="t" r="r" b="b"/>
            <a:pathLst>
              <a:path w="44450" h="109220">
                <a:moveTo>
                  <a:pt x="39379" y="108973"/>
                </a:moveTo>
                <a:lnTo>
                  <a:pt x="35702" y="108973"/>
                </a:lnTo>
                <a:lnTo>
                  <a:pt x="27383" y="107598"/>
                </a:lnTo>
                <a:lnTo>
                  <a:pt x="20114" y="103492"/>
                </a:lnTo>
                <a:lnTo>
                  <a:pt x="14967" y="96680"/>
                </a:lnTo>
                <a:lnTo>
                  <a:pt x="13013" y="87190"/>
                </a:lnTo>
                <a:lnTo>
                  <a:pt x="13013" y="30157"/>
                </a:lnTo>
                <a:lnTo>
                  <a:pt x="0" y="30157"/>
                </a:lnTo>
                <a:lnTo>
                  <a:pt x="0" y="20821"/>
                </a:lnTo>
                <a:lnTo>
                  <a:pt x="13013" y="20821"/>
                </a:lnTo>
                <a:lnTo>
                  <a:pt x="13013" y="0"/>
                </a:lnTo>
                <a:lnTo>
                  <a:pt x="23933" y="0"/>
                </a:lnTo>
                <a:lnTo>
                  <a:pt x="23933" y="20821"/>
                </a:lnTo>
                <a:lnTo>
                  <a:pt x="42208" y="20821"/>
                </a:lnTo>
                <a:lnTo>
                  <a:pt x="42208" y="30157"/>
                </a:lnTo>
                <a:lnTo>
                  <a:pt x="23933" y="30157"/>
                </a:lnTo>
                <a:lnTo>
                  <a:pt x="23933" y="95507"/>
                </a:lnTo>
                <a:lnTo>
                  <a:pt x="30044" y="98562"/>
                </a:lnTo>
                <a:lnTo>
                  <a:pt x="36720" y="98562"/>
                </a:lnTo>
                <a:lnTo>
                  <a:pt x="43906" y="98279"/>
                </a:lnTo>
                <a:lnTo>
                  <a:pt x="43906" y="108464"/>
                </a:lnTo>
                <a:lnTo>
                  <a:pt x="39379" y="10897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10284914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09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09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10317446" y="5316734"/>
            <a:ext cx="72390" cy="90170"/>
          </a:xfrm>
          <a:custGeom>
            <a:avLst/>
            <a:gdLst/>
            <a:ahLst/>
            <a:cxnLst/>
            <a:rect l="l" t="t" r="r" b="b"/>
            <a:pathLst>
              <a:path w="72390" h="90170">
                <a:moveTo>
                  <a:pt x="38757" y="89906"/>
                </a:moveTo>
                <a:lnTo>
                  <a:pt x="22747" y="86539"/>
                </a:lnTo>
                <a:lnTo>
                  <a:pt x="10531" y="77189"/>
                </a:lnTo>
                <a:lnTo>
                  <a:pt x="2737" y="62980"/>
                </a:lnTo>
                <a:lnTo>
                  <a:pt x="0" y="45037"/>
                </a:lnTo>
                <a:lnTo>
                  <a:pt x="2798" y="26948"/>
                </a:lnTo>
                <a:lnTo>
                  <a:pt x="10679" y="12695"/>
                </a:lnTo>
                <a:lnTo>
                  <a:pt x="22867" y="3353"/>
                </a:lnTo>
                <a:lnTo>
                  <a:pt x="38587" y="0"/>
                </a:lnTo>
                <a:lnTo>
                  <a:pt x="50926" y="1959"/>
                </a:lnTo>
                <a:lnTo>
                  <a:pt x="61085" y="7489"/>
                </a:lnTo>
                <a:lnTo>
                  <a:pt x="68369" y="16064"/>
                </a:lnTo>
                <a:lnTo>
                  <a:pt x="72083" y="27158"/>
                </a:lnTo>
                <a:lnTo>
                  <a:pt x="61163" y="27158"/>
                </a:lnTo>
                <a:lnTo>
                  <a:pt x="58497" y="20434"/>
                </a:lnTo>
                <a:lnTo>
                  <a:pt x="53758" y="14908"/>
                </a:lnTo>
                <a:lnTo>
                  <a:pt x="47119" y="11165"/>
                </a:lnTo>
                <a:lnTo>
                  <a:pt x="38757" y="9788"/>
                </a:lnTo>
                <a:lnTo>
                  <a:pt x="27470" y="12323"/>
                </a:lnTo>
                <a:lnTo>
                  <a:pt x="18692" y="19456"/>
                </a:lnTo>
                <a:lnTo>
                  <a:pt x="13001" y="30483"/>
                </a:lnTo>
                <a:lnTo>
                  <a:pt x="10976" y="44698"/>
                </a:lnTo>
                <a:lnTo>
                  <a:pt x="12962" y="59046"/>
                </a:lnTo>
                <a:lnTo>
                  <a:pt x="18586" y="70201"/>
                </a:lnTo>
                <a:lnTo>
                  <a:pt x="27351" y="77431"/>
                </a:lnTo>
                <a:lnTo>
                  <a:pt x="38757" y="80004"/>
                </a:lnTo>
                <a:lnTo>
                  <a:pt x="46683" y="78809"/>
                </a:lnTo>
                <a:lnTo>
                  <a:pt x="53319" y="75364"/>
                </a:lnTo>
                <a:lnTo>
                  <a:pt x="58290" y="69883"/>
                </a:lnTo>
                <a:lnTo>
                  <a:pt x="61219" y="62577"/>
                </a:lnTo>
                <a:lnTo>
                  <a:pt x="72139" y="62577"/>
                </a:lnTo>
                <a:lnTo>
                  <a:pt x="68546" y="73507"/>
                </a:lnTo>
                <a:lnTo>
                  <a:pt x="61474" y="82161"/>
                </a:lnTo>
                <a:lnTo>
                  <a:pt x="51389" y="87855"/>
                </a:lnTo>
                <a:lnTo>
                  <a:pt x="38757" y="8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10403732" y="5316734"/>
            <a:ext cx="67310" cy="90170"/>
          </a:xfrm>
          <a:custGeom>
            <a:avLst/>
            <a:gdLst/>
            <a:ahLst/>
            <a:cxnLst/>
            <a:rect l="l" t="t" r="r" b="b"/>
            <a:pathLst>
              <a:path w="67309" h="90170">
                <a:moveTo>
                  <a:pt x="13749" y="22745"/>
                </a:moveTo>
                <a:lnTo>
                  <a:pt x="2432" y="22745"/>
                </a:lnTo>
                <a:lnTo>
                  <a:pt x="5861" y="13438"/>
                </a:lnTo>
                <a:lnTo>
                  <a:pt x="12928" y="6259"/>
                </a:lnTo>
                <a:lnTo>
                  <a:pt x="23008" y="1636"/>
                </a:lnTo>
                <a:lnTo>
                  <a:pt x="35475" y="0"/>
                </a:lnTo>
                <a:lnTo>
                  <a:pt x="45905" y="1238"/>
                </a:lnTo>
                <a:lnTo>
                  <a:pt x="56106" y="5749"/>
                </a:lnTo>
                <a:lnTo>
                  <a:pt x="59446" y="9618"/>
                </a:lnTo>
                <a:lnTo>
                  <a:pt x="23593" y="9618"/>
                </a:lnTo>
                <a:lnTo>
                  <a:pt x="15899" y="14937"/>
                </a:lnTo>
                <a:lnTo>
                  <a:pt x="13749" y="22745"/>
                </a:lnTo>
                <a:close/>
              </a:path>
              <a:path w="67309" h="90170">
                <a:moveTo>
                  <a:pt x="28742" y="90075"/>
                </a:moveTo>
                <a:lnTo>
                  <a:pt x="17544" y="88320"/>
                </a:lnTo>
                <a:lnTo>
                  <a:pt x="8409" y="83201"/>
                </a:lnTo>
                <a:lnTo>
                  <a:pt x="2255" y="74942"/>
                </a:lnTo>
                <a:lnTo>
                  <a:pt x="0" y="63765"/>
                </a:lnTo>
                <a:lnTo>
                  <a:pt x="2512" y="52495"/>
                </a:lnTo>
                <a:lnTo>
                  <a:pt x="37908" y="37625"/>
                </a:lnTo>
                <a:lnTo>
                  <a:pt x="56127" y="36550"/>
                </a:lnTo>
                <a:lnTo>
                  <a:pt x="56127" y="28403"/>
                </a:lnTo>
                <a:lnTo>
                  <a:pt x="54739" y="20551"/>
                </a:lnTo>
                <a:lnTo>
                  <a:pt x="50667" y="14640"/>
                </a:lnTo>
                <a:lnTo>
                  <a:pt x="44049" y="10914"/>
                </a:lnTo>
                <a:lnTo>
                  <a:pt x="35023" y="9618"/>
                </a:lnTo>
                <a:lnTo>
                  <a:pt x="59446" y="9618"/>
                </a:lnTo>
                <a:lnTo>
                  <a:pt x="63781" y="14640"/>
                </a:lnTo>
                <a:lnTo>
                  <a:pt x="63901" y="14937"/>
                </a:lnTo>
                <a:lnTo>
                  <a:pt x="66934" y="29365"/>
                </a:lnTo>
                <a:lnTo>
                  <a:pt x="66934" y="45660"/>
                </a:lnTo>
                <a:lnTo>
                  <a:pt x="56127" y="45660"/>
                </a:lnTo>
                <a:lnTo>
                  <a:pt x="51884" y="45943"/>
                </a:lnTo>
                <a:lnTo>
                  <a:pt x="37965" y="47018"/>
                </a:lnTo>
                <a:lnTo>
                  <a:pt x="33608" y="47301"/>
                </a:lnTo>
                <a:lnTo>
                  <a:pt x="23618" y="48997"/>
                </a:lnTo>
                <a:lnTo>
                  <a:pt x="16535" y="52428"/>
                </a:lnTo>
                <a:lnTo>
                  <a:pt x="12316" y="57525"/>
                </a:lnTo>
                <a:lnTo>
                  <a:pt x="11014" y="63765"/>
                </a:lnTo>
                <a:lnTo>
                  <a:pt x="10919" y="74516"/>
                </a:lnTo>
                <a:lnTo>
                  <a:pt x="19180" y="80287"/>
                </a:lnTo>
                <a:lnTo>
                  <a:pt x="51804" y="80287"/>
                </a:lnTo>
                <a:lnTo>
                  <a:pt x="46218" y="85181"/>
                </a:lnTo>
                <a:lnTo>
                  <a:pt x="38533" y="88721"/>
                </a:lnTo>
                <a:lnTo>
                  <a:pt x="28742" y="90075"/>
                </a:lnTo>
                <a:close/>
              </a:path>
              <a:path w="67309" h="90170">
                <a:moveTo>
                  <a:pt x="51804" y="80287"/>
                </a:moveTo>
                <a:lnTo>
                  <a:pt x="30383" y="80287"/>
                </a:lnTo>
                <a:lnTo>
                  <a:pt x="41089" y="78277"/>
                </a:lnTo>
                <a:lnTo>
                  <a:pt x="49196" y="72825"/>
                </a:lnTo>
                <a:lnTo>
                  <a:pt x="54332" y="64795"/>
                </a:lnTo>
                <a:lnTo>
                  <a:pt x="56127" y="55052"/>
                </a:lnTo>
                <a:lnTo>
                  <a:pt x="56127" y="45660"/>
                </a:lnTo>
                <a:lnTo>
                  <a:pt x="66934" y="45660"/>
                </a:lnTo>
                <a:lnTo>
                  <a:pt x="66934" y="74685"/>
                </a:lnTo>
                <a:lnTo>
                  <a:pt x="55505" y="74685"/>
                </a:lnTo>
                <a:lnTo>
                  <a:pt x="51856" y="80241"/>
                </a:lnTo>
                <a:close/>
              </a:path>
              <a:path w="67309" h="90170">
                <a:moveTo>
                  <a:pt x="66934" y="88095"/>
                </a:moveTo>
                <a:lnTo>
                  <a:pt x="56127" y="88095"/>
                </a:lnTo>
                <a:lnTo>
                  <a:pt x="56127" y="74685"/>
                </a:lnTo>
                <a:lnTo>
                  <a:pt x="66934" y="74685"/>
                </a:lnTo>
                <a:lnTo>
                  <a:pt x="66934" y="880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10494260" y="5287369"/>
            <a:ext cx="195824" cy="127588"/>
          </a:xfrm>
          <a:prstGeom prst="rect">
            <a:avLst/>
          </a:prstGeom>
          <a:blipFill>
            <a:blip r:embed="rId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10709774" y="5288953"/>
            <a:ext cx="291784" cy="117687"/>
          </a:xfrm>
          <a:prstGeom prst="rect">
            <a:avLst/>
          </a:prstGeom>
          <a:blipFill>
            <a:blip r:embed="rId1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11022663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09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09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11055253" y="5316734"/>
            <a:ext cx="64769" cy="90170"/>
          </a:xfrm>
          <a:custGeom>
            <a:avLst/>
            <a:gdLst/>
            <a:ahLst/>
            <a:cxnLst/>
            <a:rect l="l" t="t" r="r" b="b"/>
            <a:pathLst>
              <a:path w="64770" h="90170">
                <a:moveTo>
                  <a:pt x="32081" y="89906"/>
                </a:moveTo>
                <a:lnTo>
                  <a:pt x="19605" y="88331"/>
                </a:lnTo>
                <a:lnTo>
                  <a:pt x="9972" y="83717"/>
                </a:lnTo>
                <a:lnTo>
                  <a:pt x="3373" y="76228"/>
                </a:lnTo>
                <a:lnTo>
                  <a:pt x="0" y="66029"/>
                </a:lnTo>
                <a:lnTo>
                  <a:pt x="11429" y="66029"/>
                </a:lnTo>
                <a:lnTo>
                  <a:pt x="13126" y="75478"/>
                </a:lnTo>
                <a:lnTo>
                  <a:pt x="20142" y="80287"/>
                </a:lnTo>
                <a:lnTo>
                  <a:pt x="31911" y="80287"/>
                </a:lnTo>
                <a:lnTo>
                  <a:pt x="40850" y="79206"/>
                </a:lnTo>
                <a:lnTo>
                  <a:pt x="47661" y="76135"/>
                </a:lnTo>
                <a:lnTo>
                  <a:pt x="52001" y="71336"/>
                </a:lnTo>
                <a:lnTo>
                  <a:pt x="53524" y="65067"/>
                </a:lnTo>
                <a:lnTo>
                  <a:pt x="53524" y="58164"/>
                </a:lnTo>
                <a:lnTo>
                  <a:pt x="48828" y="53355"/>
                </a:lnTo>
                <a:lnTo>
                  <a:pt x="25347" y="47810"/>
                </a:lnTo>
                <a:lnTo>
                  <a:pt x="15664" y="44363"/>
                </a:lnTo>
                <a:lnTo>
                  <a:pt x="8649" y="39287"/>
                </a:lnTo>
                <a:lnTo>
                  <a:pt x="4382" y="32716"/>
                </a:lnTo>
                <a:lnTo>
                  <a:pt x="2942" y="24782"/>
                </a:lnTo>
                <a:lnTo>
                  <a:pt x="5171" y="14791"/>
                </a:lnTo>
                <a:lnTo>
                  <a:pt x="11443" y="6938"/>
                </a:lnTo>
                <a:lnTo>
                  <a:pt x="21130" y="1811"/>
                </a:lnTo>
                <a:lnTo>
                  <a:pt x="33608" y="0"/>
                </a:lnTo>
                <a:lnTo>
                  <a:pt x="45214" y="1660"/>
                </a:lnTo>
                <a:lnTo>
                  <a:pt x="54232" y="6322"/>
                </a:lnTo>
                <a:lnTo>
                  <a:pt x="60406" y="13510"/>
                </a:lnTo>
                <a:lnTo>
                  <a:pt x="63483" y="22745"/>
                </a:lnTo>
                <a:lnTo>
                  <a:pt x="52619" y="22745"/>
                </a:lnTo>
                <a:lnTo>
                  <a:pt x="50752" y="14654"/>
                </a:lnTo>
                <a:lnTo>
                  <a:pt x="44302" y="9505"/>
                </a:lnTo>
                <a:lnTo>
                  <a:pt x="22009" y="9448"/>
                </a:lnTo>
                <a:lnTo>
                  <a:pt x="13862" y="15842"/>
                </a:lnTo>
                <a:lnTo>
                  <a:pt x="13862" y="30892"/>
                </a:lnTo>
                <a:lnTo>
                  <a:pt x="18841" y="35532"/>
                </a:lnTo>
                <a:lnTo>
                  <a:pt x="42661" y="41416"/>
                </a:lnTo>
                <a:lnTo>
                  <a:pt x="52339" y="44871"/>
                </a:lnTo>
                <a:lnTo>
                  <a:pt x="59232" y="49875"/>
                </a:lnTo>
                <a:lnTo>
                  <a:pt x="63356" y="56406"/>
                </a:lnTo>
                <a:lnTo>
                  <a:pt x="64727" y="64444"/>
                </a:lnTo>
                <a:lnTo>
                  <a:pt x="62522" y="74653"/>
                </a:lnTo>
                <a:lnTo>
                  <a:pt x="56127" y="82713"/>
                </a:lnTo>
                <a:lnTo>
                  <a:pt x="45870" y="88004"/>
                </a:lnTo>
                <a:lnTo>
                  <a:pt x="32081" y="8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11131807" y="5297101"/>
            <a:ext cx="44450" cy="109220"/>
          </a:xfrm>
          <a:custGeom>
            <a:avLst/>
            <a:gdLst/>
            <a:ahLst/>
            <a:cxnLst/>
            <a:rect l="l" t="t" r="r" b="b"/>
            <a:pathLst>
              <a:path w="44450" h="109220">
                <a:moveTo>
                  <a:pt x="39379" y="108973"/>
                </a:moveTo>
                <a:lnTo>
                  <a:pt x="35702" y="108973"/>
                </a:lnTo>
                <a:lnTo>
                  <a:pt x="27383" y="107598"/>
                </a:lnTo>
                <a:lnTo>
                  <a:pt x="20114" y="103492"/>
                </a:lnTo>
                <a:lnTo>
                  <a:pt x="14967" y="96680"/>
                </a:lnTo>
                <a:lnTo>
                  <a:pt x="13013" y="87190"/>
                </a:lnTo>
                <a:lnTo>
                  <a:pt x="13013" y="30157"/>
                </a:lnTo>
                <a:lnTo>
                  <a:pt x="0" y="30157"/>
                </a:lnTo>
                <a:lnTo>
                  <a:pt x="0" y="20821"/>
                </a:lnTo>
                <a:lnTo>
                  <a:pt x="13013" y="20821"/>
                </a:lnTo>
                <a:lnTo>
                  <a:pt x="13013" y="0"/>
                </a:lnTo>
                <a:lnTo>
                  <a:pt x="23933" y="0"/>
                </a:lnTo>
                <a:lnTo>
                  <a:pt x="23933" y="20821"/>
                </a:lnTo>
                <a:lnTo>
                  <a:pt x="42208" y="20821"/>
                </a:lnTo>
                <a:lnTo>
                  <a:pt x="42208" y="30157"/>
                </a:lnTo>
                <a:lnTo>
                  <a:pt x="23933" y="30157"/>
                </a:lnTo>
                <a:lnTo>
                  <a:pt x="23933" y="95507"/>
                </a:lnTo>
                <a:lnTo>
                  <a:pt x="30044" y="98562"/>
                </a:lnTo>
                <a:lnTo>
                  <a:pt x="36720" y="98562"/>
                </a:lnTo>
                <a:lnTo>
                  <a:pt x="43906" y="98279"/>
                </a:lnTo>
                <a:lnTo>
                  <a:pt x="43906" y="108464"/>
                </a:lnTo>
                <a:lnTo>
                  <a:pt x="39379" y="10897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11193649" y="5316621"/>
            <a:ext cx="40640" cy="88265"/>
          </a:xfrm>
          <a:custGeom>
            <a:avLst/>
            <a:gdLst/>
            <a:ahLst/>
            <a:cxnLst/>
            <a:rect l="l" t="t" r="r" b="b"/>
            <a:pathLst>
              <a:path w="40640" h="88264">
                <a:moveTo>
                  <a:pt x="10919" y="88208"/>
                </a:moveTo>
                <a:lnTo>
                  <a:pt x="0" y="88208"/>
                </a:lnTo>
                <a:lnTo>
                  <a:pt x="0" y="1301"/>
                </a:lnTo>
                <a:lnTo>
                  <a:pt x="10637" y="1301"/>
                </a:lnTo>
                <a:lnTo>
                  <a:pt x="10637" y="14710"/>
                </a:lnTo>
                <a:lnTo>
                  <a:pt x="11372" y="14710"/>
                </a:lnTo>
                <a:lnTo>
                  <a:pt x="14986" y="8688"/>
                </a:lnTo>
                <a:lnTo>
                  <a:pt x="20383" y="4045"/>
                </a:lnTo>
                <a:lnTo>
                  <a:pt x="27158" y="1057"/>
                </a:lnTo>
                <a:lnTo>
                  <a:pt x="34910" y="0"/>
                </a:lnTo>
                <a:lnTo>
                  <a:pt x="40511" y="169"/>
                </a:lnTo>
                <a:lnTo>
                  <a:pt x="40511" y="11202"/>
                </a:lnTo>
                <a:lnTo>
                  <a:pt x="36833" y="10523"/>
                </a:lnTo>
                <a:lnTo>
                  <a:pt x="34061" y="10523"/>
                </a:lnTo>
                <a:lnTo>
                  <a:pt x="24812" y="12170"/>
                </a:lnTo>
                <a:lnTo>
                  <a:pt x="17483" y="16740"/>
                </a:lnTo>
                <a:lnTo>
                  <a:pt x="12658" y="23676"/>
                </a:lnTo>
                <a:lnTo>
                  <a:pt x="10919" y="32420"/>
                </a:lnTo>
                <a:lnTo>
                  <a:pt x="10919" y="8820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11241459" y="5317923"/>
            <a:ext cx="75565" cy="120014"/>
          </a:xfrm>
          <a:custGeom>
            <a:avLst/>
            <a:gdLst/>
            <a:ahLst/>
            <a:cxnLst/>
            <a:rect l="l" t="t" r="r" b="b"/>
            <a:pathLst>
              <a:path w="75565" h="120014">
                <a:moveTo>
                  <a:pt x="13692" y="119497"/>
                </a:moveTo>
                <a:lnTo>
                  <a:pt x="7751" y="119271"/>
                </a:lnTo>
                <a:lnTo>
                  <a:pt x="7808" y="109482"/>
                </a:lnTo>
                <a:lnTo>
                  <a:pt x="18671" y="109652"/>
                </a:lnTo>
                <a:lnTo>
                  <a:pt x="24272" y="108860"/>
                </a:lnTo>
                <a:lnTo>
                  <a:pt x="31967" y="87755"/>
                </a:lnTo>
                <a:lnTo>
                  <a:pt x="0" y="0"/>
                </a:lnTo>
                <a:lnTo>
                  <a:pt x="11768" y="0"/>
                </a:lnTo>
                <a:lnTo>
                  <a:pt x="37173" y="72762"/>
                </a:lnTo>
                <a:lnTo>
                  <a:pt x="37908" y="72762"/>
                </a:lnTo>
                <a:lnTo>
                  <a:pt x="63313" y="0"/>
                </a:lnTo>
                <a:lnTo>
                  <a:pt x="75081" y="0"/>
                </a:lnTo>
                <a:lnTo>
                  <a:pt x="38361" y="100373"/>
                </a:lnTo>
                <a:lnTo>
                  <a:pt x="34180" y="108779"/>
                </a:lnTo>
                <a:lnTo>
                  <a:pt x="28721" y="114751"/>
                </a:lnTo>
                <a:lnTo>
                  <a:pt x="21915" y="118315"/>
                </a:lnTo>
                <a:lnTo>
                  <a:pt x="13692" y="11949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11328423" y="5283578"/>
            <a:ext cx="30480" cy="145415"/>
          </a:xfrm>
          <a:custGeom>
            <a:avLst/>
            <a:gdLst/>
            <a:ahLst/>
            <a:cxnLst/>
            <a:rect l="l" t="t" r="r" b="b"/>
            <a:pathLst>
              <a:path w="30479" h="145414">
                <a:moveTo>
                  <a:pt x="9901" y="144845"/>
                </a:moveTo>
                <a:lnTo>
                  <a:pt x="0" y="144845"/>
                </a:lnTo>
                <a:lnTo>
                  <a:pt x="7574" y="129909"/>
                </a:lnTo>
                <a:lnTo>
                  <a:pt x="13536" y="111965"/>
                </a:lnTo>
                <a:lnTo>
                  <a:pt x="17440" y="92355"/>
                </a:lnTo>
                <a:lnTo>
                  <a:pt x="18841" y="72422"/>
                </a:lnTo>
                <a:lnTo>
                  <a:pt x="17440" y="52489"/>
                </a:lnTo>
                <a:lnTo>
                  <a:pt x="13536" y="32880"/>
                </a:lnTo>
                <a:lnTo>
                  <a:pt x="7574" y="14936"/>
                </a:lnTo>
                <a:lnTo>
                  <a:pt x="0" y="0"/>
                </a:lnTo>
                <a:lnTo>
                  <a:pt x="9901" y="0"/>
                </a:lnTo>
                <a:lnTo>
                  <a:pt x="18547" y="16360"/>
                </a:lnTo>
                <a:lnTo>
                  <a:pt x="24881" y="33877"/>
                </a:lnTo>
                <a:lnTo>
                  <a:pt x="28774" y="52561"/>
                </a:lnTo>
                <a:lnTo>
                  <a:pt x="30100" y="72422"/>
                </a:lnTo>
                <a:lnTo>
                  <a:pt x="28774" y="92347"/>
                </a:lnTo>
                <a:lnTo>
                  <a:pt x="24881" y="111052"/>
                </a:lnTo>
                <a:lnTo>
                  <a:pt x="18547" y="128548"/>
                </a:lnTo>
                <a:lnTo>
                  <a:pt x="9901" y="14484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11377195" y="5283522"/>
            <a:ext cx="47625" cy="139065"/>
          </a:xfrm>
          <a:custGeom>
            <a:avLst/>
            <a:gdLst/>
            <a:ahLst/>
            <a:cxnLst/>
            <a:rect l="l" t="t" r="r" b="b"/>
            <a:pathLst>
              <a:path w="47625" h="139064">
                <a:moveTo>
                  <a:pt x="10127" y="138734"/>
                </a:moveTo>
                <a:lnTo>
                  <a:pt x="0" y="138734"/>
                </a:lnTo>
                <a:lnTo>
                  <a:pt x="37342" y="0"/>
                </a:lnTo>
                <a:lnTo>
                  <a:pt x="47470" y="0"/>
                </a:lnTo>
                <a:lnTo>
                  <a:pt x="10127" y="13873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11441017" y="5289550"/>
            <a:ext cx="67945" cy="10160"/>
          </a:xfrm>
          <a:custGeom>
            <a:avLst/>
            <a:gdLst/>
            <a:ahLst/>
            <a:cxnLst/>
            <a:rect l="l" t="t" r="r" b="b"/>
            <a:pathLst>
              <a:path w="67945" h="10160">
                <a:moveTo>
                  <a:pt x="0" y="0"/>
                </a:moveTo>
                <a:lnTo>
                  <a:pt x="67896" y="0"/>
                </a:lnTo>
                <a:lnTo>
                  <a:pt x="67896" y="10159"/>
                </a:lnTo>
                <a:lnTo>
                  <a:pt x="0" y="10159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11441017" y="5299709"/>
            <a:ext cx="11430" cy="95250"/>
          </a:xfrm>
          <a:custGeom>
            <a:avLst/>
            <a:gdLst/>
            <a:ahLst/>
            <a:cxnLst/>
            <a:rect l="l" t="t" r="r" b="b"/>
            <a:pathLst>
              <a:path w="11429" h="95250">
                <a:moveTo>
                  <a:pt x="0" y="0"/>
                </a:moveTo>
                <a:lnTo>
                  <a:pt x="11372" y="0"/>
                </a:lnTo>
                <a:lnTo>
                  <a:pt x="11372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11441017" y="5341620"/>
            <a:ext cx="64769" cy="10160"/>
          </a:xfrm>
          <a:custGeom>
            <a:avLst/>
            <a:gdLst/>
            <a:ahLst/>
            <a:cxnLst/>
            <a:rect l="l" t="t" r="r" b="b"/>
            <a:pathLst>
              <a:path w="64770" h="10160">
                <a:moveTo>
                  <a:pt x="0" y="0"/>
                </a:moveTo>
                <a:lnTo>
                  <a:pt x="64275" y="0"/>
                </a:lnTo>
                <a:lnTo>
                  <a:pt x="64275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11441017" y="5394959"/>
            <a:ext cx="69215" cy="10160"/>
          </a:xfrm>
          <a:custGeom>
            <a:avLst/>
            <a:gdLst/>
            <a:ahLst/>
            <a:cxnLst/>
            <a:rect l="l" t="t" r="r" b="b"/>
            <a:pathLst>
              <a:path w="69215" h="10160">
                <a:moveTo>
                  <a:pt x="0" y="0"/>
                </a:moveTo>
                <a:lnTo>
                  <a:pt x="68914" y="0"/>
                </a:lnTo>
                <a:lnTo>
                  <a:pt x="68914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11526567" y="5316734"/>
            <a:ext cx="74295" cy="121285"/>
          </a:xfrm>
          <a:custGeom>
            <a:avLst/>
            <a:gdLst/>
            <a:ahLst/>
            <a:cxnLst/>
            <a:rect l="l" t="t" r="r" b="b"/>
            <a:pathLst>
              <a:path w="74295" h="121285">
                <a:moveTo>
                  <a:pt x="35928" y="89906"/>
                </a:moveTo>
                <a:lnTo>
                  <a:pt x="21363" y="86672"/>
                </a:lnTo>
                <a:lnTo>
                  <a:pt x="10007" y="77529"/>
                </a:lnTo>
                <a:lnTo>
                  <a:pt x="2630" y="63315"/>
                </a:lnTo>
                <a:lnTo>
                  <a:pt x="0" y="44868"/>
                </a:lnTo>
                <a:lnTo>
                  <a:pt x="2624" y="26471"/>
                </a:lnTo>
                <a:lnTo>
                  <a:pt x="10007" y="12313"/>
                </a:lnTo>
                <a:lnTo>
                  <a:pt x="21411" y="3215"/>
                </a:lnTo>
                <a:lnTo>
                  <a:pt x="36098" y="0"/>
                </a:lnTo>
                <a:lnTo>
                  <a:pt x="46511" y="1671"/>
                </a:lnTo>
                <a:lnTo>
                  <a:pt x="54012" y="5905"/>
                </a:lnTo>
                <a:lnTo>
                  <a:pt x="57610" y="9844"/>
                </a:lnTo>
                <a:lnTo>
                  <a:pt x="37399" y="9844"/>
                </a:lnTo>
                <a:lnTo>
                  <a:pt x="26023" y="12521"/>
                </a:lnTo>
                <a:lnTo>
                  <a:pt x="17766" y="19887"/>
                </a:lnTo>
                <a:lnTo>
                  <a:pt x="12734" y="30945"/>
                </a:lnTo>
                <a:lnTo>
                  <a:pt x="11033" y="44698"/>
                </a:lnTo>
                <a:lnTo>
                  <a:pt x="12757" y="58593"/>
                </a:lnTo>
                <a:lnTo>
                  <a:pt x="17829" y="69798"/>
                </a:lnTo>
                <a:lnTo>
                  <a:pt x="26094" y="77280"/>
                </a:lnTo>
                <a:lnTo>
                  <a:pt x="37399" y="80004"/>
                </a:lnTo>
                <a:lnTo>
                  <a:pt x="57495" y="80004"/>
                </a:lnTo>
                <a:lnTo>
                  <a:pt x="53821" y="83979"/>
                </a:lnTo>
                <a:lnTo>
                  <a:pt x="46264" y="88231"/>
                </a:lnTo>
                <a:lnTo>
                  <a:pt x="35928" y="89906"/>
                </a:lnTo>
                <a:close/>
              </a:path>
              <a:path w="74295" h="121285">
                <a:moveTo>
                  <a:pt x="74233" y="17370"/>
                </a:moveTo>
                <a:lnTo>
                  <a:pt x="63652" y="17370"/>
                </a:lnTo>
                <a:lnTo>
                  <a:pt x="63652" y="1188"/>
                </a:lnTo>
                <a:lnTo>
                  <a:pt x="74233" y="1188"/>
                </a:lnTo>
                <a:lnTo>
                  <a:pt x="74233" y="17370"/>
                </a:lnTo>
                <a:close/>
              </a:path>
              <a:path w="74295" h="121285">
                <a:moveTo>
                  <a:pt x="57495" y="80004"/>
                </a:moveTo>
                <a:lnTo>
                  <a:pt x="37399" y="80004"/>
                </a:lnTo>
                <a:lnTo>
                  <a:pt x="48477" y="77384"/>
                </a:lnTo>
                <a:lnTo>
                  <a:pt x="56686" y="70074"/>
                </a:lnTo>
                <a:lnTo>
                  <a:pt x="61786" y="58903"/>
                </a:lnTo>
                <a:lnTo>
                  <a:pt x="63539" y="44698"/>
                </a:lnTo>
                <a:lnTo>
                  <a:pt x="61810" y="30587"/>
                </a:lnTo>
                <a:lnTo>
                  <a:pt x="56750" y="19569"/>
                </a:lnTo>
                <a:lnTo>
                  <a:pt x="48549" y="12402"/>
                </a:lnTo>
                <a:lnTo>
                  <a:pt x="37399" y="9844"/>
                </a:lnTo>
                <a:lnTo>
                  <a:pt x="57610" y="9844"/>
                </a:lnTo>
                <a:lnTo>
                  <a:pt x="59148" y="11529"/>
                </a:lnTo>
                <a:lnTo>
                  <a:pt x="62464" y="17370"/>
                </a:lnTo>
                <a:lnTo>
                  <a:pt x="74233" y="17370"/>
                </a:lnTo>
                <a:lnTo>
                  <a:pt x="74233" y="72366"/>
                </a:lnTo>
                <a:lnTo>
                  <a:pt x="62464" y="72366"/>
                </a:lnTo>
                <a:lnTo>
                  <a:pt x="59066" y="78305"/>
                </a:lnTo>
                <a:lnTo>
                  <a:pt x="57495" y="80004"/>
                </a:lnTo>
                <a:close/>
              </a:path>
              <a:path w="74295" h="121285">
                <a:moveTo>
                  <a:pt x="74233" y="120685"/>
                </a:moveTo>
                <a:lnTo>
                  <a:pt x="63313" y="120685"/>
                </a:lnTo>
                <a:lnTo>
                  <a:pt x="63313" y="72366"/>
                </a:lnTo>
                <a:lnTo>
                  <a:pt x="74233" y="72366"/>
                </a:lnTo>
                <a:lnTo>
                  <a:pt x="74233" y="12068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11624224" y="5317923"/>
            <a:ext cx="66085" cy="88038"/>
          </a:xfrm>
          <a:prstGeom prst="rect">
            <a:avLst/>
          </a:prstGeom>
          <a:blipFill>
            <a:blip r:embed="rId1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11711415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09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09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11748361" y="5288953"/>
            <a:ext cx="11430" cy="116205"/>
          </a:xfrm>
          <a:custGeom>
            <a:avLst/>
            <a:gdLst/>
            <a:ahLst/>
            <a:cxnLst/>
            <a:rect l="l" t="t" r="r" b="b"/>
            <a:pathLst>
              <a:path w="11429" h="116204">
                <a:moveTo>
                  <a:pt x="10919" y="115876"/>
                </a:moveTo>
                <a:lnTo>
                  <a:pt x="0" y="115876"/>
                </a:lnTo>
                <a:lnTo>
                  <a:pt x="0" y="0"/>
                </a:lnTo>
                <a:lnTo>
                  <a:pt x="10919" y="0"/>
                </a:lnTo>
                <a:lnTo>
                  <a:pt x="10919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11780387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09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09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11819370" y="5288953"/>
            <a:ext cx="74233" cy="117686"/>
          </a:xfrm>
          <a:prstGeom prst="rect">
            <a:avLst/>
          </a:prstGeom>
          <a:blipFill>
            <a:blip r:embed="rId1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11912671" y="5283522"/>
            <a:ext cx="305986" cy="138734"/>
          </a:xfrm>
          <a:prstGeom prst="rect">
            <a:avLst/>
          </a:prstGeom>
          <a:blipFill>
            <a:blip r:embed="rId1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12238346" y="5287935"/>
            <a:ext cx="438214" cy="149484"/>
          </a:xfrm>
          <a:prstGeom prst="rect">
            <a:avLst/>
          </a:prstGeom>
          <a:blipFill>
            <a:blip r:embed="rId1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12700155" y="5288953"/>
            <a:ext cx="264286" cy="148466"/>
          </a:xfrm>
          <a:prstGeom prst="rect">
            <a:avLst/>
          </a:prstGeom>
          <a:blipFill>
            <a:blip r:embed="rId1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12987865" y="5317923"/>
            <a:ext cx="66085" cy="88038"/>
          </a:xfrm>
          <a:prstGeom prst="rect">
            <a:avLst/>
          </a:prstGeom>
          <a:blipFill>
            <a:blip r:embed="rId1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13075056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09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09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13112002" y="5288953"/>
            <a:ext cx="11430" cy="116205"/>
          </a:xfrm>
          <a:custGeom>
            <a:avLst/>
            <a:gdLst/>
            <a:ahLst/>
            <a:cxnLst/>
            <a:rect l="l" t="t" r="r" b="b"/>
            <a:pathLst>
              <a:path w="11430" h="116204">
                <a:moveTo>
                  <a:pt x="10919" y="115876"/>
                </a:moveTo>
                <a:lnTo>
                  <a:pt x="0" y="115876"/>
                </a:lnTo>
                <a:lnTo>
                  <a:pt x="0" y="0"/>
                </a:lnTo>
                <a:lnTo>
                  <a:pt x="10919" y="0"/>
                </a:lnTo>
                <a:lnTo>
                  <a:pt x="10919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13144027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09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09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13183010" y="5288953"/>
            <a:ext cx="74233" cy="117686"/>
          </a:xfrm>
          <a:prstGeom prst="rect">
            <a:avLst/>
          </a:prstGeom>
          <a:blipFill>
            <a:blip r:embed="rId1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13276312" y="5283522"/>
            <a:ext cx="298008" cy="138734"/>
          </a:xfrm>
          <a:prstGeom prst="rect">
            <a:avLst/>
          </a:prstGeom>
          <a:blipFill>
            <a:blip r:embed="rId1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13595424" y="5316621"/>
            <a:ext cx="117404" cy="90189"/>
          </a:xfrm>
          <a:prstGeom prst="rect">
            <a:avLst/>
          </a:prstGeom>
          <a:blipFill>
            <a:blip r:embed="rId1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13732009" y="5287935"/>
            <a:ext cx="338067" cy="118705"/>
          </a:xfrm>
          <a:prstGeom prst="rect">
            <a:avLst/>
          </a:prstGeom>
          <a:blipFill>
            <a:blip r:embed="rId1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14089257" y="5316734"/>
            <a:ext cx="66934" cy="90075"/>
          </a:xfrm>
          <a:prstGeom prst="rect">
            <a:avLst/>
          </a:prstGeom>
          <a:blipFill>
            <a:blip r:embed="rId1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14179785" y="5287935"/>
            <a:ext cx="396458" cy="127022"/>
          </a:xfrm>
          <a:prstGeom prst="rect">
            <a:avLst/>
          </a:prstGeom>
          <a:blipFill>
            <a:blip r:embed="rId1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14597234" y="5288953"/>
            <a:ext cx="11430" cy="116205"/>
          </a:xfrm>
          <a:custGeom>
            <a:avLst/>
            <a:gdLst/>
            <a:ahLst/>
            <a:cxnLst/>
            <a:rect l="l" t="t" r="r" b="b"/>
            <a:pathLst>
              <a:path w="11430" h="116204">
                <a:moveTo>
                  <a:pt x="10919" y="115876"/>
                </a:moveTo>
                <a:lnTo>
                  <a:pt x="0" y="115876"/>
                </a:lnTo>
                <a:lnTo>
                  <a:pt x="0" y="0"/>
                </a:lnTo>
                <a:lnTo>
                  <a:pt x="10919" y="0"/>
                </a:lnTo>
                <a:lnTo>
                  <a:pt x="10919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14631578" y="5288953"/>
            <a:ext cx="11430" cy="116205"/>
          </a:xfrm>
          <a:custGeom>
            <a:avLst/>
            <a:gdLst/>
            <a:ahLst/>
            <a:cxnLst/>
            <a:rect l="l" t="t" r="r" b="b"/>
            <a:pathLst>
              <a:path w="11430" h="116204">
                <a:moveTo>
                  <a:pt x="10919" y="115876"/>
                </a:moveTo>
                <a:lnTo>
                  <a:pt x="0" y="115876"/>
                </a:lnTo>
                <a:lnTo>
                  <a:pt x="0" y="0"/>
                </a:lnTo>
                <a:lnTo>
                  <a:pt x="10919" y="0"/>
                </a:lnTo>
                <a:lnTo>
                  <a:pt x="10919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14661680" y="5316734"/>
            <a:ext cx="67310" cy="90170"/>
          </a:xfrm>
          <a:custGeom>
            <a:avLst/>
            <a:gdLst/>
            <a:ahLst/>
            <a:cxnLst/>
            <a:rect l="l" t="t" r="r" b="b"/>
            <a:pathLst>
              <a:path w="67309" h="90170">
                <a:moveTo>
                  <a:pt x="13748" y="22745"/>
                </a:moveTo>
                <a:lnTo>
                  <a:pt x="2432" y="22745"/>
                </a:lnTo>
                <a:lnTo>
                  <a:pt x="5861" y="13438"/>
                </a:lnTo>
                <a:lnTo>
                  <a:pt x="12928" y="6259"/>
                </a:lnTo>
                <a:lnTo>
                  <a:pt x="23008" y="1636"/>
                </a:lnTo>
                <a:lnTo>
                  <a:pt x="35475" y="0"/>
                </a:lnTo>
                <a:lnTo>
                  <a:pt x="45905" y="1238"/>
                </a:lnTo>
                <a:lnTo>
                  <a:pt x="56106" y="5749"/>
                </a:lnTo>
                <a:lnTo>
                  <a:pt x="59446" y="9618"/>
                </a:lnTo>
                <a:lnTo>
                  <a:pt x="23593" y="9618"/>
                </a:lnTo>
                <a:lnTo>
                  <a:pt x="15899" y="14937"/>
                </a:lnTo>
                <a:lnTo>
                  <a:pt x="13748" y="22745"/>
                </a:lnTo>
                <a:close/>
              </a:path>
              <a:path w="67309" h="90170">
                <a:moveTo>
                  <a:pt x="28742" y="90075"/>
                </a:moveTo>
                <a:lnTo>
                  <a:pt x="17544" y="88320"/>
                </a:lnTo>
                <a:lnTo>
                  <a:pt x="8409" y="83201"/>
                </a:lnTo>
                <a:lnTo>
                  <a:pt x="2255" y="74942"/>
                </a:lnTo>
                <a:lnTo>
                  <a:pt x="0" y="63765"/>
                </a:lnTo>
                <a:lnTo>
                  <a:pt x="2512" y="52495"/>
                </a:lnTo>
                <a:lnTo>
                  <a:pt x="37908" y="37625"/>
                </a:lnTo>
                <a:lnTo>
                  <a:pt x="56127" y="36550"/>
                </a:lnTo>
                <a:lnTo>
                  <a:pt x="56127" y="28403"/>
                </a:lnTo>
                <a:lnTo>
                  <a:pt x="54739" y="20551"/>
                </a:lnTo>
                <a:lnTo>
                  <a:pt x="50667" y="14640"/>
                </a:lnTo>
                <a:lnTo>
                  <a:pt x="44049" y="10914"/>
                </a:lnTo>
                <a:lnTo>
                  <a:pt x="35023" y="9618"/>
                </a:lnTo>
                <a:lnTo>
                  <a:pt x="59446" y="9618"/>
                </a:lnTo>
                <a:lnTo>
                  <a:pt x="63781" y="14640"/>
                </a:lnTo>
                <a:lnTo>
                  <a:pt x="63901" y="14937"/>
                </a:lnTo>
                <a:lnTo>
                  <a:pt x="66934" y="29365"/>
                </a:lnTo>
                <a:lnTo>
                  <a:pt x="66934" y="45660"/>
                </a:lnTo>
                <a:lnTo>
                  <a:pt x="56127" y="45660"/>
                </a:lnTo>
                <a:lnTo>
                  <a:pt x="51884" y="45943"/>
                </a:lnTo>
                <a:lnTo>
                  <a:pt x="37965" y="47018"/>
                </a:lnTo>
                <a:lnTo>
                  <a:pt x="33608" y="47301"/>
                </a:lnTo>
                <a:lnTo>
                  <a:pt x="23618" y="48997"/>
                </a:lnTo>
                <a:lnTo>
                  <a:pt x="16535" y="52428"/>
                </a:lnTo>
                <a:lnTo>
                  <a:pt x="12316" y="57525"/>
                </a:lnTo>
                <a:lnTo>
                  <a:pt x="11014" y="63765"/>
                </a:lnTo>
                <a:lnTo>
                  <a:pt x="10919" y="74516"/>
                </a:lnTo>
                <a:lnTo>
                  <a:pt x="19180" y="80287"/>
                </a:lnTo>
                <a:lnTo>
                  <a:pt x="51804" y="80287"/>
                </a:lnTo>
                <a:lnTo>
                  <a:pt x="46218" y="85181"/>
                </a:lnTo>
                <a:lnTo>
                  <a:pt x="38533" y="88721"/>
                </a:lnTo>
                <a:lnTo>
                  <a:pt x="28742" y="90075"/>
                </a:lnTo>
                <a:close/>
              </a:path>
              <a:path w="67309" h="90170">
                <a:moveTo>
                  <a:pt x="51804" y="80287"/>
                </a:moveTo>
                <a:lnTo>
                  <a:pt x="30383" y="80287"/>
                </a:lnTo>
                <a:lnTo>
                  <a:pt x="41089" y="78277"/>
                </a:lnTo>
                <a:lnTo>
                  <a:pt x="49196" y="72825"/>
                </a:lnTo>
                <a:lnTo>
                  <a:pt x="54332" y="64795"/>
                </a:lnTo>
                <a:lnTo>
                  <a:pt x="56127" y="55052"/>
                </a:lnTo>
                <a:lnTo>
                  <a:pt x="56127" y="45660"/>
                </a:lnTo>
                <a:lnTo>
                  <a:pt x="66934" y="45660"/>
                </a:lnTo>
                <a:lnTo>
                  <a:pt x="66934" y="74685"/>
                </a:lnTo>
                <a:lnTo>
                  <a:pt x="55505" y="74685"/>
                </a:lnTo>
                <a:lnTo>
                  <a:pt x="51856" y="80241"/>
                </a:lnTo>
                <a:close/>
              </a:path>
              <a:path w="67309" h="90170">
                <a:moveTo>
                  <a:pt x="66934" y="88095"/>
                </a:moveTo>
                <a:lnTo>
                  <a:pt x="56127" y="88095"/>
                </a:lnTo>
                <a:lnTo>
                  <a:pt x="56127" y="74685"/>
                </a:lnTo>
                <a:lnTo>
                  <a:pt x="66934" y="74685"/>
                </a:lnTo>
                <a:lnTo>
                  <a:pt x="66934" y="8809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14744965" y="5297101"/>
            <a:ext cx="44450" cy="109220"/>
          </a:xfrm>
          <a:custGeom>
            <a:avLst/>
            <a:gdLst/>
            <a:ahLst/>
            <a:cxnLst/>
            <a:rect l="l" t="t" r="r" b="b"/>
            <a:pathLst>
              <a:path w="44450" h="109220">
                <a:moveTo>
                  <a:pt x="39379" y="108973"/>
                </a:moveTo>
                <a:lnTo>
                  <a:pt x="35702" y="108973"/>
                </a:lnTo>
                <a:lnTo>
                  <a:pt x="27383" y="107598"/>
                </a:lnTo>
                <a:lnTo>
                  <a:pt x="20114" y="103492"/>
                </a:lnTo>
                <a:lnTo>
                  <a:pt x="14967" y="96680"/>
                </a:lnTo>
                <a:lnTo>
                  <a:pt x="13013" y="87190"/>
                </a:lnTo>
                <a:lnTo>
                  <a:pt x="13013" y="30157"/>
                </a:lnTo>
                <a:lnTo>
                  <a:pt x="0" y="30157"/>
                </a:lnTo>
                <a:lnTo>
                  <a:pt x="0" y="20821"/>
                </a:lnTo>
                <a:lnTo>
                  <a:pt x="13013" y="20821"/>
                </a:lnTo>
                <a:lnTo>
                  <a:pt x="13013" y="0"/>
                </a:lnTo>
                <a:lnTo>
                  <a:pt x="23933" y="0"/>
                </a:lnTo>
                <a:lnTo>
                  <a:pt x="23933" y="20821"/>
                </a:lnTo>
                <a:lnTo>
                  <a:pt x="42208" y="20821"/>
                </a:lnTo>
                <a:lnTo>
                  <a:pt x="42208" y="30157"/>
                </a:lnTo>
                <a:lnTo>
                  <a:pt x="23933" y="30157"/>
                </a:lnTo>
                <a:lnTo>
                  <a:pt x="23933" y="95507"/>
                </a:lnTo>
                <a:lnTo>
                  <a:pt x="30044" y="98562"/>
                </a:lnTo>
                <a:lnTo>
                  <a:pt x="36720" y="98562"/>
                </a:lnTo>
                <a:lnTo>
                  <a:pt x="43906" y="98279"/>
                </a:lnTo>
                <a:lnTo>
                  <a:pt x="43906" y="108464"/>
                </a:lnTo>
                <a:lnTo>
                  <a:pt x="39379" y="10897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14804488" y="5287935"/>
            <a:ext cx="16510" cy="117475"/>
          </a:xfrm>
          <a:custGeom>
            <a:avLst/>
            <a:gdLst/>
            <a:ahLst/>
            <a:cxnLst/>
            <a:rect l="l" t="t" r="r" b="b"/>
            <a:pathLst>
              <a:path w="16509" h="117475">
                <a:moveTo>
                  <a:pt x="12277" y="15220"/>
                </a:moveTo>
                <a:lnTo>
                  <a:pt x="3621" y="15220"/>
                </a:lnTo>
                <a:lnTo>
                  <a:pt x="0" y="11825"/>
                </a:lnTo>
                <a:lnTo>
                  <a:pt x="0" y="3394"/>
                </a:lnTo>
                <a:lnTo>
                  <a:pt x="3621" y="0"/>
                </a:lnTo>
                <a:lnTo>
                  <a:pt x="12277" y="0"/>
                </a:lnTo>
                <a:lnTo>
                  <a:pt x="15955" y="3394"/>
                </a:lnTo>
                <a:lnTo>
                  <a:pt x="15955" y="11825"/>
                </a:lnTo>
                <a:lnTo>
                  <a:pt x="12277" y="15220"/>
                </a:lnTo>
                <a:close/>
              </a:path>
              <a:path w="16509" h="117475">
                <a:moveTo>
                  <a:pt x="13409" y="116894"/>
                </a:moveTo>
                <a:lnTo>
                  <a:pt x="2432" y="116894"/>
                </a:lnTo>
                <a:lnTo>
                  <a:pt x="2432" y="29987"/>
                </a:lnTo>
                <a:lnTo>
                  <a:pt x="13409" y="29987"/>
                </a:lnTo>
                <a:lnTo>
                  <a:pt x="13409" y="11689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14837021" y="5316734"/>
            <a:ext cx="77470" cy="90170"/>
          </a:xfrm>
          <a:custGeom>
            <a:avLst/>
            <a:gdLst/>
            <a:ahLst/>
            <a:cxnLst/>
            <a:rect l="l" t="t" r="r" b="b"/>
            <a:pathLst>
              <a:path w="77469" h="90170">
                <a:moveTo>
                  <a:pt x="38587" y="89906"/>
                </a:moveTo>
                <a:lnTo>
                  <a:pt x="22962" y="86627"/>
                </a:lnTo>
                <a:lnTo>
                  <a:pt x="10764" y="77423"/>
                </a:lnTo>
                <a:lnTo>
                  <a:pt x="2830" y="63243"/>
                </a:lnTo>
                <a:lnTo>
                  <a:pt x="0" y="45037"/>
                </a:lnTo>
                <a:lnTo>
                  <a:pt x="2830" y="26710"/>
                </a:lnTo>
                <a:lnTo>
                  <a:pt x="10764" y="12483"/>
                </a:lnTo>
                <a:lnTo>
                  <a:pt x="22962" y="3273"/>
                </a:lnTo>
                <a:lnTo>
                  <a:pt x="38587" y="0"/>
                </a:lnTo>
                <a:lnTo>
                  <a:pt x="54203" y="3281"/>
                </a:lnTo>
                <a:lnTo>
                  <a:pt x="62796" y="9788"/>
                </a:lnTo>
                <a:lnTo>
                  <a:pt x="38587" y="9788"/>
                </a:lnTo>
                <a:lnTo>
                  <a:pt x="26754" y="12614"/>
                </a:lnTo>
                <a:lnTo>
                  <a:pt x="18098" y="20262"/>
                </a:lnTo>
                <a:lnTo>
                  <a:pt x="12784" y="31486"/>
                </a:lnTo>
                <a:lnTo>
                  <a:pt x="10976" y="45037"/>
                </a:lnTo>
                <a:lnTo>
                  <a:pt x="12776" y="58563"/>
                </a:lnTo>
                <a:lnTo>
                  <a:pt x="18077" y="69728"/>
                </a:lnTo>
                <a:lnTo>
                  <a:pt x="26730" y="77317"/>
                </a:lnTo>
                <a:lnTo>
                  <a:pt x="38587" y="80117"/>
                </a:lnTo>
                <a:lnTo>
                  <a:pt x="62839" y="80117"/>
                </a:lnTo>
                <a:lnTo>
                  <a:pt x="54227" y="86627"/>
                </a:lnTo>
                <a:lnTo>
                  <a:pt x="38587" y="89906"/>
                </a:lnTo>
                <a:close/>
              </a:path>
              <a:path w="77469" h="90170">
                <a:moveTo>
                  <a:pt x="62839" y="80117"/>
                </a:moveTo>
                <a:lnTo>
                  <a:pt x="38587" y="80117"/>
                </a:lnTo>
                <a:lnTo>
                  <a:pt x="50420" y="77317"/>
                </a:lnTo>
                <a:lnTo>
                  <a:pt x="59076" y="69728"/>
                </a:lnTo>
                <a:lnTo>
                  <a:pt x="64390" y="58563"/>
                </a:lnTo>
                <a:lnTo>
                  <a:pt x="66198" y="45037"/>
                </a:lnTo>
                <a:lnTo>
                  <a:pt x="64390" y="31486"/>
                </a:lnTo>
                <a:lnTo>
                  <a:pt x="59076" y="20262"/>
                </a:lnTo>
                <a:lnTo>
                  <a:pt x="50420" y="12614"/>
                </a:lnTo>
                <a:lnTo>
                  <a:pt x="38587" y="9788"/>
                </a:lnTo>
                <a:lnTo>
                  <a:pt x="62796" y="9788"/>
                </a:lnTo>
                <a:lnTo>
                  <a:pt x="66354" y="12483"/>
                </a:lnTo>
                <a:lnTo>
                  <a:pt x="66444" y="12614"/>
                </a:lnTo>
                <a:lnTo>
                  <a:pt x="74296" y="26734"/>
                </a:lnTo>
                <a:lnTo>
                  <a:pt x="77118" y="45037"/>
                </a:lnTo>
                <a:lnTo>
                  <a:pt x="74304" y="63243"/>
                </a:lnTo>
                <a:lnTo>
                  <a:pt x="66404" y="77423"/>
                </a:lnTo>
                <a:lnTo>
                  <a:pt x="62839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14933152" y="5316791"/>
            <a:ext cx="66675" cy="88265"/>
          </a:xfrm>
          <a:custGeom>
            <a:avLst/>
            <a:gdLst/>
            <a:ahLst/>
            <a:cxnLst/>
            <a:rect l="l" t="t" r="r" b="b"/>
            <a:pathLst>
              <a:path w="66675" h="88264">
                <a:moveTo>
                  <a:pt x="66594" y="88038"/>
                </a:moveTo>
                <a:lnTo>
                  <a:pt x="55618" y="88038"/>
                </a:lnTo>
                <a:lnTo>
                  <a:pt x="55618" y="32646"/>
                </a:lnTo>
                <a:lnTo>
                  <a:pt x="54121" y="23197"/>
                </a:lnTo>
                <a:lnTo>
                  <a:pt x="49840" y="16033"/>
                </a:lnTo>
                <a:lnTo>
                  <a:pt x="43086" y="11490"/>
                </a:lnTo>
                <a:lnTo>
                  <a:pt x="34174" y="9901"/>
                </a:lnTo>
                <a:lnTo>
                  <a:pt x="24859" y="11560"/>
                </a:lnTo>
                <a:lnTo>
                  <a:pt x="17497" y="16344"/>
                </a:lnTo>
                <a:lnTo>
                  <a:pt x="12659" y="23960"/>
                </a:lnTo>
                <a:lnTo>
                  <a:pt x="10919" y="34117"/>
                </a:lnTo>
                <a:lnTo>
                  <a:pt x="10919" y="88038"/>
                </a:lnTo>
                <a:lnTo>
                  <a:pt x="0" y="88038"/>
                </a:lnTo>
                <a:lnTo>
                  <a:pt x="0" y="1131"/>
                </a:lnTo>
                <a:lnTo>
                  <a:pt x="10637" y="1131"/>
                </a:lnTo>
                <a:lnTo>
                  <a:pt x="10637" y="14880"/>
                </a:lnTo>
                <a:lnTo>
                  <a:pt x="11542" y="14880"/>
                </a:lnTo>
                <a:lnTo>
                  <a:pt x="15450" y="8760"/>
                </a:lnTo>
                <a:lnTo>
                  <a:pt x="21040" y="4066"/>
                </a:lnTo>
                <a:lnTo>
                  <a:pt x="28275" y="1059"/>
                </a:lnTo>
                <a:lnTo>
                  <a:pt x="37116" y="0"/>
                </a:lnTo>
                <a:lnTo>
                  <a:pt x="49122" y="2066"/>
                </a:lnTo>
                <a:lnTo>
                  <a:pt x="58433" y="8168"/>
                </a:lnTo>
                <a:lnTo>
                  <a:pt x="64455" y="18164"/>
                </a:lnTo>
                <a:lnTo>
                  <a:pt x="66594" y="31911"/>
                </a:lnTo>
                <a:lnTo>
                  <a:pt x="66594" y="8803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15009761" y="5404830"/>
            <a:ext cx="71755" cy="10160"/>
          </a:xfrm>
          <a:custGeom>
            <a:avLst/>
            <a:gdLst/>
            <a:ahLst/>
            <a:cxnLst/>
            <a:rect l="l" t="t" r="r" b="b"/>
            <a:pathLst>
              <a:path w="71755" h="10160">
                <a:moveTo>
                  <a:pt x="71460" y="10127"/>
                </a:moveTo>
                <a:lnTo>
                  <a:pt x="0" y="10127"/>
                </a:lnTo>
                <a:lnTo>
                  <a:pt x="0" y="0"/>
                </a:lnTo>
                <a:lnTo>
                  <a:pt x="71460" y="0"/>
                </a:lnTo>
                <a:lnTo>
                  <a:pt x="71460" y="1012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15086880" y="5316734"/>
            <a:ext cx="77470" cy="90170"/>
          </a:xfrm>
          <a:custGeom>
            <a:avLst/>
            <a:gdLst/>
            <a:ahLst/>
            <a:cxnLst/>
            <a:rect l="l" t="t" r="r" b="b"/>
            <a:pathLst>
              <a:path w="77469" h="90170">
                <a:moveTo>
                  <a:pt x="38587" y="89906"/>
                </a:moveTo>
                <a:lnTo>
                  <a:pt x="22962" y="86627"/>
                </a:lnTo>
                <a:lnTo>
                  <a:pt x="10764" y="77423"/>
                </a:lnTo>
                <a:lnTo>
                  <a:pt x="2830" y="63243"/>
                </a:lnTo>
                <a:lnTo>
                  <a:pt x="0" y="45037"/>
                </a:lnTo>
                <a:lnTo>
                  <a:pt x="2830" y="26710"/>
                </a:lnTo>
                <a:lnTo>
                  <a:pt x="10764" y="12483"/>
                </a:lnTo>
                <a:lnTo>
                  <a:pt x="22962" y="3273"/>
                </a:lnTo>
                <a:lnTo>
                  <a:pt x="38587" y="0"/>
                </a:lnTo>
                <a:lnTo>
                  <a:pt x="54203" y="3281"/>
                </a:lnTo>
                <a:lnTo>
                  <a:pt x="62796" y="9788"/>
                </a:lnTo>
                <a:lnTo>
                  <a:pt x="38587" y="9788"/>
                </a:lnTo>
                <a:lnTo>
                  <a:pt x="26754" y="12614"/>
                </a:lnTo>
                <a:lnTo>
                  <a:pt x="18098" y="20262"/>
                </a:lnTo>
                <a:lnTo>
                  <a:pt x="12784" y="31486"/>
                </a:lnTo>
                <a:lnTo>
                  <a:pt x="10976" y="45037"/>
                </a:lnTo>
                <a:lnTo>
                  <a:pt x="12776" y="58563"/>
                </a:lnTo>
                <a:lnTo>
                  <a:pt x="18077" y="69728"/>
                </a:lnTo>
                <a:lnTo>
                  <a:pt x="26730" y="77317"/>
                </a:lnTo>
                <a:lnTo>
                  <a:pt x="38587" y="80117"/>
                </a:lnTo>
                <a:lnTo>
                  <a:pt x="62839" y="80117"/>
                </a:lnTo>
                <a:lnTo>
                  <a:pt x="54227" y="86627"/>
                </a:lnTo>
                <a:lnTo>
                  <a:pt x="38587" y="89906"/>
                </a:lnTo>
                <a:close/>
              </a:path>
              <a:path w="77469" h="90170">
                <a:moveTo>
                  <a:pt x="62839" y="80117"/>
                </a:moveTo>
                <a:lnTo>
                  <a:pt x="38587" y="80117"/>
                </a:lnTo>
                <a:lnTo>
                  <a:pt x="50420" y="77317"/>
                </a:lnTo>
                <a:lnTo>
                  <a:pt x="59076" y="69728"/>
                </a:lnTo>
                <a:lnTo>
                  <a:pt x="64390" y="58563"/>
                </a:lnTo>
                <a:lnTo>
                  <a:pt x="66198" y="45037"/>
                </a:lnTo>
                <a:lnTo>
                  <a:pt x="64390" y="31486"/>
                </a:lnTo>
                <a:lnTo>
                  <a:pt x="59076" y="20262"/>
                </a:lnTo>
                <a:lnTo>
                  <a:pt x="50420" y="12614"/>
                </a:lnTo>
                <a:lnTo>
                  <a:pt x="38587" y="9788"/>
                </a:lnTo>
                <a:lnTo>
                  <a:pt x="62796" y="9788"/>
                </a:lnTo>
                <a:lnTo>
                  <a:pt x="66354" y="12483"/>
                </a:lnTo>
                <a:lnTo>
                  <a:pt x="66444" y="12614"/>
                </a:lnTo>
                <a:lnTo>
                  <a:pt x="74296" y="26734"/>
                </a:lnTo>
                <a:lnTo>
                  <a:pt x="77118" y="45037"/>
                </a:lnTo>
                <a:lnTo>
                  <a:pt x="74304" y="63243"/>
                </a:lnTo>
                <a:lnTo>
                  <a:pt x="66404" y="77423"/>
                </a:lnTo>
                <a:lnTo>
                  <a:pt x="62839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15175881" y="5283578"/>
            <a:ext cx="45720" cy="121285"/>
          </a:xfrm>
          <a:custGeom>
            <a:avLst/>
            <a:gdLst/>
            <a:ahLst/>
            <a:cxnLst/>
            <a:rect l="l" t="t" r="r" b="b"/>
            <a:pathLst>
              <a:path w="45719" h="121285">
                <a:moveTo>
                  <a:pt x="24386" y="121251"/>
                </a:moveTo>
                <a:lnTo>
                  <a:pt x="13466" y="121251"/>
                </a:lnTo>
                <a:lnTo>
                  <a:pt x="13466" y="43679"/>
                </a:lnTo>
                <a:lnTo>
                  <a:pt x="0" y="43679"/>
                </a:lnTo>
                <a:lnTo>
                  <a:pt x="0" y="34344"/>
                </a:lnTo>
                <a:lnTo>
                  <a:pt x="13466" y="34344"/>
                </a:lnTo>
                <a:lnTo>
                  <a:pt x="13466" y="21896"/>
                </a:lnTo>
                <a:lnTo>
                  <a:pt x="15022" y="12722"/>
                </a:lnTo>
                <a:lnTo>
                  <a:pt x="19506" y="5834"/>
                </a:lnTo>
                <a:lnTo>
                  <a:pt x="26642" y="1503"/>
                </a:lnTo>
                <a:lnTo>
                  <a:pt x="36154" y="0"/>
                </a:lnTo>
                <a:lnTo>
                  <a:pt x="39153" y="0"/>
                </a:lnTo>
                <a:lnTo>
                  <a:pt x="42718" y="396"/>
                </a:lnTo>
                <a:lnTo>
                  <a:pt x="45207" y="905"/>
                </a:lnTo>
                <a:lnTo>
                  <a:pt x="45207" y="10693"/>
                </a:lnTo>
                <a:lnTo>
                  <a:pt x="42661" y="10241"/>
                </a:lnTo>
                <a:lnTo>
                  <a:pt x="28855" y="10127"/>
                </a:lnTo>
                <a:lnTo>
                  <a:pt x="24386" y="14710"/>
                </a:lnTo>
                <a:lnTo>
                  <a:pt x="24386" y="34344"/>
                </a:lnTo>
                <a:lnTo>
                  <a:pt x="43510" y="34344"/>
                </a:lnTo>
                <a:lnTo>
                  <a:pt x="43510" y="43679"/>
                </a:lnTo>
                <a:lnTo>
                  <a:pt x="24386" y="4367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15223125" y="5404830"/>
            <a:ext cx="71755" cy="10160"/>
          </a:xfrm>
          <a:custGeom>
            <a:avLst/>
            <a:gdLst/>
            <a:ahLst/>
            <a:cxnLst/>
            <a:rect l="l" t="t" r="r" b="b"/>
            <a:pathLst>
              <a:path w="71755" h="10160">
                <a:moveTo>
                  <a:pt x="71460" y="10127"/>
                </a:moveTo>
                <a:lnTo>
                  <a:pt x="0" y="10127"/>
                </a:lnTo>
                <a:lnTo>
                  <a:pt x="0" y="0"/>
                </a:lnTo>
                <a:lnTo>
                  <a:pt x="71460" y="0"/>
                </a:lnTo>
                <a:lnTo>
                  <a:pt x="71460" y="1012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15306693" y="5288953"/>
            <a:ext cx="90805" cy="116205"/>
          </a:xfrm>
          <a:custGeom>
            <a:avLst/>
            <a:gdLst/>
            <a:ahLst/>
            <a:cxnLst/>
            <a:rect l="l" t="t" r="r" b="b"/>
            <a:pathLst>
              <a:path w="90805" h="116204">
                <a:moveTo>
                  <a:pt x="90584" y="115876"/>
                </a:moveTo>
                <a:lnTo>
                  <a:pt x="79665" y="115876"/>
                </a:lnTo>
                <a:lnTo>
                  <a:pt x="12334" y="20368"/>
                </a:lnTo>
                <a:lnTo>
                  <a:pt x="11372" y="20368"/>
                </a:lnTo>
                <a:lnTo>
                  <a:pt x="11372" y="115876"/>
                </a:lnTo>
                <a:lnTo>
                  <a:pt x="0" y="115876"/>
                </a:lnTo>
                <a:lnTo>
                  <a:pt x="0" y="0"/>
                </a:lnTo>
                <a:lnTo>
                  <a:pt x="11033" y="0"/>
                </a:lnTo>
                <a:lnTo>
                  <a:pt x="78476" y="95677"/>
                </a:lnTo>
                <a:lnTo>
                  <a:pt x="79438" y="95677"/>
                </a:lnTo>
                <a:lnTo>
                  <a:pt x="79438" y="0"/>
                </a:lnTo>
                <a:lnTo>
                  <a:pt x="90584" y="0"/>
                </a:lnTo>
                <a:lnTo>
                  <a:pt x="90584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15418384" y="5316734"/>
            <a:ext cx="162724" cy="89906"/>
          </a:xfrm>
          <a:prstGeom prst="rect">
            <a:avLst/>
          </a:prstGeom>
          <a:blipFill>
            <a:blip r:embed="rId1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15603287" y="5350173"/>
            <a:ext cx="48895" cy="10160"/>
          </a:xfrm>
          <a:custGeom>
            <a:avLst/>
            <a:gdLst/>
            <a:ahLst/>
            <a:cxnLst/>
            <a:rect l="l" t="t" r="r" b="b"/>
            <a:pathLst>
              <a:path w="48894" h="10160">
                <a:moveTo>
                  <a:pt x="48715" y="10127"/>
                </a:moveTo>
                <a:lnTo>
                  <a:pt x="0" y="10127"/>
                </a:lnTo>
                <a:lnTo>
                  <a:pt x="0" y="0"/>
                </a:lnTo>
                <a:lnTo>
                  <a:pt x="48715" y="0"/>
                </a:lnTo>
                <a:lnTo>
                  <a:pt x="48715" y="1012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15671863" y="5287935"/>
            <a:ext cx="106766" cy="118705"/>
          </a:xfrm>
          <a:prstGeom prst="rect">
            <a:avLst/>
          </a:prstGeom>
          <a:blipFill>
            <a:blip r:embed="rId1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15799734" y="5316734"/>
            <a:ext cx="157066" cy="90075"/>
          </a:xfrm>
          <a:prstGeom prst="rect">
            <a:avLst/>
          </a:prstGeom>
          <a:blipFill>
            <a:blip r:embed="rId1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15980395" y="5288953"/>
            <a:ext cx="215004" cy="126004"/>
          </a:xfrm>
          <a:prstGeom prst="rect">
            <a:avLst/>
          </a:prstGeom>
          <a:blipFill>
            <a:blip r:embed="rId1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16218599" y="5287935"/>
            <a:ext cx="239390" cy="118139"/>
          </a:xfrm>
          <a:prstGeom prst="rect">
            <a:avLst/>
          </a:prstGeom>
          <a:blipFill>
            <a:blip r:embed="rId1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16481414" y="5316621"/>
            <a:ext cx="40640" cy="88265"/>
          </a:xfrm>
          <a:custGeom>
            <a:avLst/>
            <a:gdLst/>
            <a:ahLst/>
            <a:cxnLst/>
            <a:rect l="l" t="t" r="r" b="b"/>
            <a:pathLst>
              <a:path w="40640" h="88264">
                <a:moveTo>
                  <a:pt x="10919" y="88208"/>
                </a:moveTo>
                <a:lnTo>
                  <a:pt x="0" y="88208"/>
                </a:lnTo>
                <a:lnTo>
                  <a:pt x="0" y="1301"/>
                </a:lnTo>
                <a:lnTo>
                  <a:pt x="10637" y="1301"/>
                </a:lnTo>
                <a:lnTo>
                  <a:pt x="10637" y="14710"/>
                </a:lnTo>
                <a:lnTo>
                  <a:pt x="11372" y="14710"/>
                </a:lnTo>
                <a:lnTo>
                  <a:pt x="14986" y="8688"/>
                </a:lnTo>
                <a:lnTo>
                  <a:pt x="20383" y="4045"/>
                </a:lnTo>
                <a:lnTo>
                  <a:pt x="27158" y="1057"/>
                </a:lnTo>
                <a:lnTo>
                  <a:pt x="34910" y="0"/>
                </a:lnTo>
                <a:lnTo>
                  <a:pt x="40511" y="169"/>
                </a:lnTo>
                <a:lnTo>
                  <a:pt x="40511" y="11202"/>
                </a:lnTo>
                <a:lnTo>
                  <a:pt x="36833" y="10523"/>
                </a:lnTo>
                <a:lnTo>
                  <a:pt x="34061" y="10523"/>
                </a:lnTo>
                <a:lnTo>
                  <a:pt x="24812" y="12170"/>
                </a:lnTo>
                <a:lnTo>
                  <a:pt x="17483" y="16740"/>
                </a:lnTo>
                <a:lnTo>
                  <a:pt x="12658" y="23676"/>
                </a:lnTo>
                <a:lnTo>
                  <a:pt x="10919" y="32420"/>
                </a:lnTo>
                <a:lnTo>
                  <a:pt x="10919" y="8820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16531713" y="5316734"/>
            <a:ext cx="75565" cy="90170"/>
          </a:xfrm>
          <a:custGeom>
            <a:avLst/>
            <a:gdLst/>
            <a:ahLst/>
            <a:cxnLst/>
            <a:rect l="l" t="t" r="r" b="b"/>
            <a:pathLst>
              <a:path w="75565" h="90170">
                <a:moveTo>
                  <a:pt x="39832" y="89906"/>
                </a:moveTo>
                <a:lnTo>
                  <a:pt x="23296" y="86629"/>
                </a:lnTo>
                <a:lnTo>
                  <a:pt x="10750" y="77444"/>
                </a:lnTo>
                <a:lnTo>
                  <a:pt x="2786" y="63315"/>
                </a:lnTo>
                <a:lnTo>
                  <a:pt x="0" y="45207"/>
                </a:lnTo>
                <a:lnTo>
                  <a:pt x="2803" y="26996"/>
                </a:lnTo>
                <a:lnTo>
                  <a:pt x="10672" y="12695"/>
                </a:lnTo>
                <a:lnTo>
                  <a:pt x="22795" y="3347"/>
                </a:lnTo>
                <a:lnTo>
                  <a:pt x="38361" y="0"/>
                </a:lnTo>
                <a:lnTo>
                  <a:pt x="52091" y="2539"/>
                </a:lnTo>
                <a:lnTo>
                  <a:pt x="63091" y="9788"/>
                </a:lnTo>
                <a:lnTo>
                  <a:pt x="38417" y="9788"/>
                </a:lnTo>
                <a:lnTo>
                  <a:pt x="27686" y="12066"/>
                </a:lnTo>
                <a:lnTo>
                  <a:pt x="19230" y="18254"/>
                </a:lnTo>
                <a:lnTo>
                  <a:pt x="13521" y="27380"/>
                </a:lnTo>
                <a:lnTo>
                  <a:pt x="11033" y="38474"/>
                </a:lnTo>
                <a:lnTo>
                  <a:pt x="74652" y="38474"/>
                </a:lnTo>
                <a:lnTo>
                  <a:pt x="75364" y="42831"/>
                </a:lnTo>
                <a:lnTo>
                  <a:pt x="75364" y="47980"/>
                </a:lnTo>
                <a:lnTo>
                  <a:pt x="10976" y="47980"/>
                </a:lnTo>
                <a:lnTo>
                  <a:pt x="13281" y="61260"/>
                </a:lnTo>
                <a:lnTo>
                  <a:pt x="19145" y="71390"/>
                </a:lnTo>
                <a:lnTo>
                  <a:pt x="28138" y="77849"/>
                </a:lnTo>
                <a:lnTo>
                  <a:pt x="39832" y="80117"/>
                </a:lnTo>
                <a:lnTo>
                  <a:pt x="65677" y="80117"/>
                </a:lnTo>
                <a:lnTo>
                  <a:pt x="61884" y="83653"/>
                </a:lnTo>
                <a:lnTo>
                  <a:pt x="51993" y="88233"/>
                </a:lnTo>
                <a:lnTo>
                  <a:pt x="39832" y="89906"/>
                </a:lnTo>
                <a:close/>
              </a:path>
              <a:path w="75565" h="90170">
                <a:moveTo>
                  <a:pt x="74652" y="38474"/>
                </a:moveTo>
                <a:lnTo>
                  <a:pt x="64275" y="38474"/>
                </a:lnTo>
                <a:lnTo>
                  <a:pt x="62415" y="27380"/>
                </a:lnTo>
                <a:lnTo>
                  <a:pt x="62290" y="26996"/>
                </a:lnTo>
                <a:lnTo>
                  <a:pt x="57054" y="18042"/>
                </a:lnTo>
                <a:lnTo>
                  <a:pt x="48879" y="11987"/>
                </a:lnTo>
                <a:lnTo>
                  <a:pt x="38417" y="9788"/>
                </a:lnTo>
                <a:lnTo>
                  <a:pt x="63091" y="9788"/>
                </a:lnTo>
                <a:lnTo>
                  <a:pt x="63928" y="10340"/>
                </a:lnTo>
                <a:lnTo>
                  <a:pt x="72232" y="23678"/>
                </a:lnTo>
                <a:lnTo>
                  <a:pt x="74652" y="38474"/>
                </a:lnTo>
                <a:close/>
              </a:path>
              <a:path w="75565" h="90170">
                <a:moveTo>
                  <a:pt x="65677" y="80117"/>
                </a:moveTo>
                <a:lnTo>
                  <a:pt x="51827" y="80117"/>
                </a:lnTo>
                <a:lnTo>
                  <a:pt x="58900" y="73950"/>
                </a:lnTo>
                <a:lnTo>
                  <a:pt x="61955" y="68405"/>
                </a:lnTo>
                <a:lnTo>
                  <a:pt x="73667" y="68405"/>
                </a:lnTo>
                <a:lnTo>
                  <a:pt x="69208" y="76825"/>
                </a:lnTo>
                <a:lnTo>
                  <a:pt x="65677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16621732" y="5316734"/>
            <a:ext cx="64769" cy="90170"/>
          </a:xfrm>
          <a:custGeom>
            <a:avLst/>
            <a:gdLst/>
            <a:ahLst/>
            <a:cxnLst/>
            <a:rect l="l" t="t" r="r" b="b"/>
            <a:pathLst>
              <a:path w="64769" h="90170">
                <a:moveTo>
                  <a:pt x="32081" y="89906"/>
                </a:moveTo>
                <a:lnTo>
                  <a:pt x="19605" y="88331"/>
                </a:lnTo>
                <a:lnTo>
                  <a:pt x="9972" y="83717"/>
                </a:lnTo>
                <a:lnTo>
                  <a:pt x="3373" y="76228"/>
                </a:lnTo>
                <a:lnTo>
                  <a:pt x="0" y="66029"/>
                </a:lnTo>
                <a:lnTo>
                  <a:pt x="11429" y="66029"/>
                </a:lnTo>
                <a:lnTo>
                  <a:pt x="13126" y="75478"/>
                </a:lnTo>
                <a:lnTo>
                  <a:pt x="20142" y="80287"/>
                </a:lnTo>
                <a:lnTo>
                  <a:pt x="31911" y="80287"/>
                </a:lnTo>
                <a:lnTo>
                  <a:pt x="40850" y="79206"/>
                </a:lnTo>
                <a:lnTo>
                  <a:pt x="47661" y="76135"/>
                </a:lnTo>
                <a:lnTo>
                  <a:pt x="52001" y="71336"/>
                </a:lnTo>
                <a:lnTo>
                  <a:pt x="53524" y="65067"/>
                </a:lnTo>
                <a:lnTo>
                  <a:pt x="53524" y="58164"/>
                </a:lnTo>
                <a:lnTo>
                  <a:pt x="48828" y="53355"/>
                </a:lnTo>
                <a:lnTo>
                  <a:pt x="25347" y="47810"/>
                </a:lnTo>
                <a:lnTo>
                  <a:pt x="15664" y="44363"/>
                </a:lnTo>
                <a:lnTo>
                  <a:pt x="8649" y="39287"/>
                </a:lnTo>
                <a:lnTo>
                  <a:pt x="4382" y="32716"/>
                </a:lnTo>
                <a:lnTo>
                  <a:pt x="2942" y="24782"/>
                </a:lnTo>
                <a:lnTo>
                  <a:pt x="5171" y="14791"/>
                </a:lnTo>
                <a:lnTo>
                  <a:pt x="11443" y="6938"/>
                </a:lnTo>
                <a:lnTo>
                  <a:pt x="21130" y="1811"/>
                </a:lnTo>
                <a:lnTo>
                  <a:pt x="33608" y="0"/>
                </a:lnTo>
                <a:lnTo>
                  <a:pt x="45214" y="1660"/>
                </a:lnTo>
                <a:lnTo>
                  <a:pt x="54232" y="6322"/>
                </a:lnTo>
                <a:lnTo>
                  <a:pt x="60406" y="13510"/>
                </a:lnTo>
                <a:lnTo>
                  <a:pt x="63483" y="22745"/>
                </a:lnTo>
                <a:lnTo>
                  <a:pt x="52619" y="22745"/>
                </a:lnTo>
                <a:lnTo>
                  <a:pt x="50752" y="14654"/>
                </a:lnTo>
                <a:lnTo>
                  <a:pt x="44302" y="9505"/>
                </a:lnTo>
                <a:lnTo>
                  <a:pt x="22009" y="9448"/>
                </a:lnTo>
                <a:lnTo>
                  <a:pt x="13862" y="15842"/>
                </a:lnTo>
                <a:lnTo>
                  <a:pt x="13862" y="30892"/>
                </a:lnTo>
                <a:lnTo>
                  <a:pt x="18841" y="35532"/>
                </a:lnTo>
                <a:lnTo>
                  <a:pt x="42661" y="41416"/>
                </a:lnTo>
                <a:lnTo>
                  <a:pt x="52339" y="44871"/>
                </a:lnTo>
                <a:lnTo>
                  <a:pt x="59232" y="49875"/>
                </a:lnTo>
                <a:lnTo>
                  <a:pt x="63356" y="56406"/>
                </a:lnTo>
                <a:lnTo>
                  <a:pt x="64727" y="64444"/>
                </a:lnTo>
                <a:lnTo>
                  <a:pt x="62522" y="74653"/>
                </a:lnTo>
                <a:lnTo>
                  <a:pt x="56127" y="82713"/>
                </a:lnTo>
                <a:lnTo>
                  <a:pt x="45870" y="88004"/>
                </a:lnTo>
                <a:lnTo>
                  <a:pt x="32081" y="8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16692119" y="5404830"/>
            <a:ext cx="71755" cy="10160"/>
          </a:xfrm>
          <a:custGeom>
            <a:avLst/>
            <a:gdLst/>
            <a:ahLst/>
            <a:cxnLst/>
            <a:rect l="l" t="t" r="r" b="b"/>
            <a:pathLst>
              <a:path w="71755" h="10160">
                <a:moveTo>
                  <a:pt x="71460" y="10127"/>
                </a:moveTo>
                <a:lnTo>
                  <a:pt x="0" y="10127"/>
                </a:lnTo>
                <a:lnTo>
                  <a:pt x="0" y="0"/>
                </a:lnTo>
                <a:lnTo>
                  <a:pt x="71460" y="0"/>
                </a:lnTo>
                <a:lnTo>
                  <a:pt x="71460" y="1012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16777951" y="5283578"/>
            <a:ext cx="30480" cy="145415"/>
          </a:xfrm>
          <a:custGeom>
            <a:avLst/>
            <a:gdLst/>
            <a:ahLst/>
            <a:cxnLst/>
            <a:rect l="l" t="t" r="r" b="b"/>
            <a:pathLst>
              <a:path w="30480" h="145414">
                <a:moveTo>
                  <a:pt x="30100" y="144845"/>
                </a:moveTo>
                <a:lnTo>
                  <a:pt x="20255" y="144845"/>
                </a:lnTo>
                <a:lnTo>
                  <a:pt x="11576" y="128516"/>
                </a:lnTo>
                <a:lnTo>
                  <a:pt x="5226" y="111010"/>
                </a:lnTo>
                <a:lnTo>
                  <a:pt x="1326" y="92315"/>
                </a:lnTo>
                <a:lnTo>
                  <a:pt x="0" y="72422"/>
                </a:lnTo>
                <a:lnTo>
                  <a:pt x="1326" y="52529"/>
                </a:lnTo>
                <a:lnTo>
                  <a:pt x="5226" y="33834"/>
                </a:lnTo>
                <a:lnTo>
                  <a:pt x="11576" y="16328"/>
                </a:lnTo>
                <a:lnTo>
                  <a:pt x="20255" y="0"/>
                </a:lnTo>
                <a:lnTo>
                  <a:pt x="30100" y="0"/>
                </a:lnTo>
                <a:lnTo>
                  <a:pt x="22526" y="14968"/>
                </a:lnTo>
                <a:lnTo>
                  <a:pt x="16563" y="32922"/>
                </a:lnTo>
                <a:lnTo>
                  <a:pt x="12659" y="52521"/>
                </a:lnTo>
                <a:lnTo>
                  <a:pt x="11259" y="72422"/>
                </a:lnTo>
                <a:lnTo>
                  <a:pt x="12667" y="92387"/>
                </a:lnTo>
                <a:lnTo>
                  <a:pt x="16585" y="112007"/>
                </a:lnTo>
                <a:lnTo>
                  <a:pt x="22549" y="129940"/>
                </a:lnTo>
                <a:lnTo>
                  <a:pt x="30100" y="14484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16818123" y="5288953"/>
            <a:ext cx="97155" cy="116205"/>
          </a:xfrm>
          <a:custGeom>
            <a:avLst/>
            <a:gdLst/>
            <a:ahLst/>
            <a:cxnLst/>
            <a:rect l="l" t="t" r="r" b="b"/>
            <a:pathLst>
              <a:path w="97155" h="116204">
                <a:moveTo>
                  <a:pt x="11938" y="115876"/>
                </a:moveTo>
                <a:lnTo>
                  <a:pt x="0" y="115876"/>
                </a:lnTo>
                <a:lnTo>
                  <a:pt x="42152" y="0"/>
                </a:lnTo>
                <a:lnTo>
                  <a:pt x="54430" y="0"/>
                </a:lnTo>
                <a:lnTo>
                  <a:pt x="59781" y="14710"/>
                </a:lnTo>
                <a:lnTo>
                  <a:pt x="47923" y="14710"/>
                </a:lnTo>
                <a:lnTo>
                  <a:pt x="27780" y="71291"/>
                </a:lnTo>
                <a:lnTo>
                  <a:pt x="80363" y="71291"/>
                </a:lnTo>
                <a:lnTo>
                  <a:pt x="84047" y="81418"/>
                </a:lnTo>
                <a:lnTo>
                  <a:pt x="24216" y="81418"/>
                </a:lnTo>
                <a:lnTo>
                  <a:pt x="11938" y="115876"/>
                </a:lnTo>
                <a:close/>
              </a:path>
              <a:path w="97155" h="116204">
                <a:moveTo>
                  <a:pt x="80363" y="71291"/>
                </a:moveTo>
                <a:lnTo>
                  <a:pt x="68745" y="71291"/>
                </a:lnTo>
                <a:lnTo>
                  <a:pt x="48659" y="14710"/>
                </a:lnTo>
                <a:lnTo>
                  <a:pt x="59781" y="14710"/>
                </a:lnTo>
                <a:lnTo>
                  <a:pt x="80363" y="71291"/>
                </a:lnTo>
                <a:close/>
              </a:path>
              <a:path w="97155" h="116204">
                <a:moveTo>
                  <a:pt x="96582" y="115876"/>
                </a:moveTo>
                <a:lnTo>
                  <a:pt x="84587" y="115876"/>
                </a:lnTo>
                <a:lnTo>
                  <a:pt x="72366" y="81418"/>
                </a:lnTo>
                <a:lnTo>
                  <a:pt x="84047" y="81418"/>
                </a:lnTo>
                <a:lnTo>
                  <a:pt x="96582" y="11587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16926755" y="5317923"/>
            <a:ext cx="66040" cy="86995"/>
          </a:xfrm>
          <a:custGeom>
            <a:avLst/>
            <a:gdLst/>
            <a:ahLst/>
            <a:cxnLst/>
            <a:rect l="l" t="t" r="r" b="b"/>
            <a:pathLst>
              <a:path w="66040" h="86995">
                <a:moveTo>
                  <a:pt x="65633" y="86907"/>
                </a:moveTo>
                <a:lnTo>
                  <a:pt x="0" y="86907"/>
                </a:lnTo>
                <a:lnTo>
                  <a:pt x="0" y="78420"/>
                </a:lnTo>
                <a:lnTo>
                  <a:pt x="49847" y="10919"/>
                </a:lnTo>
                <a:lnTo>
                  <a:pt x="49847" y="10127"/>
                </a:lnTo>
                <a:lnTo>
                  <a:pt x="2093" y="10127"/>
                </a:lnTo>
                <a:lnTo>
                  <a:pt x="2093" y="0"/>
                </a:lnTo>
                <a:lnTo>
                  <a:pt x="63879" y="0"/>
                </a:lnTo>
                <a:lnTo>
                  <a:pt x="63879" y="8826"/>
                </a:lnTo>
                <a:lnTo>
                  <a:pt x="14993" y="75987"/>
                </a:lnTo>
                <a:lnTo>
                  <a:pt x="14993" y="76779"/>
                </a:lnTo>
                <a:lnTo>
                  <a:pt x="65633" y="76779"/>
                </a:lnTo>
                <a:lnTo>
                  <a:pt x="65633" y="8690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17007101" y="5316734"/>
            <a:ext cx="75565" cy="90170"/>
          </a:xfrm>
          <a:custGeom>
            <a:avLst/>
            <a:gdLst/>
            <a:ahLst/>
            <a:cxnLst/>
            <a:rect l="l" t="t" r="r" b="b"/>
            <a:pathLst>
              <a:path w="75565" h="90170">
                <a:moveTo>
                  <a:pt x="39832" y="89906"/>
                </a:moveTo>
                <a:lnTo>
                  <a:pt x="23296" y="86629"/>
                </a:lnTo>
                <a:lnTo>
                  <a:pt x="10750" y="77444"/>
                </a:lnTo>
                <a:lnTo>
                  <a:pt x="2786" y="63315"/>
                </a:lnTo>
                <a:lnTo>
                  <a:pt x="0" y="45207"/>
                </a:lnTo>
                <a:lnTo>
                  <a:pt x="2803" y="26996"/>
                </a:lnTo>
                <a:lnTo>
                  <a:pt x="10672" y="12695"/>
                </a:lnTo>
                <a:lnTo>
                  <a:pt x="22795" y="3347"/>
                </a:lnTo>
                <a:lnTo>
                  <a:pt x="38361" y="0"/>
                </a:lnTo>
                <a:lnTo>
                  <a:pt x="52091" y="2539"/>
                </a:lnTo>
                <a:lnTo>
                  <a:pt x="63091" y="9788"/>
                </a:lnTo>
                <a:lnTo>
                  <a:pt x="38417" y="9788"/>
                </a:lnTo>
                <a:lnTo>
                  <a:pt x="27686" y="12066"/>
                </a:lnTo>
                <a:lnTo>
                  <a:pt x="19230" y="18254"/>
                </a:lnTo>
                <a:lnTo>
                  <a:pt x="13521" y="27380"/>
                </a:lnTo>
                <a:lnTo>
                  <a:pt x="11033" y="38474"/>
                </a:lnTo>
                <a:lnTo>
                  <a:pt x="74652" y="38474"/>
                </a:lnTo>
                <a:lnTo>
                  <a:pt x="75364" y="42831"/>
                </a:lnTo>
                <a:lnTo>
                  <a:pt x="75364" y="47980"/>
                </a:lnTo>
                <a:lnTo>
                  <a:pt x="10976" y="47980"/>
                </a:lnTo>
                <a:lnTo>
                  <a:pt x="13281" y="61260"/>
                </a:lnTo>
                <a:lnTo>
                  <a:pt x="19145" y="71390"/>
                </a:lnTo>
                <a:lnTo>
                  <a:pt x="28138" y="77849"/>
                </a:lnTo>
                <a:lnTo>
                  <a:pt x="39832" y="80117"/>
                </a:lnTo>
                <a:lnTo>
                  <a:pt x="65677" y="80117"/>
                </a:lnTo>
                <a:lnTo>
                  <a:pt x="61884" y="83653"/>
                </a:lnTo>
                <a:lnTo>
                  <a:pt x="51993" y="88233"/>
                </a:lnTo>
                <a:lnTo>
                  <a:pt x="39832" y="89906"/>
                </a:lnTo>
                <a:close/>
              </a:path>
              <a:path w="75565" h="90170">
                <a:moveTo>
                  <a:pt x="74652" y="38474"/>
                </a:moveTo>
                <a:lnTo>
                  <a:pt x="64275" y="38474"/>
                </a:lnTo>
                <a:lnTo>
                  <a:pt x="62415" y="27380"/>
                </a:lnTo>
                <a:lnTo>
                  <a:pt x="62290" y="26996"/>
                </a:lnTo>
                <a:lnTo>
                  <a:pt x="57054" y="18042"/>
                </a:lnTo>
                <a:lnTo>
                  <a:pt x="48879" y="11987"/>
                </a:lnTo>
                <a:lnTo>
                  <a:pt x="38417" y="9788"/>
                </a:lnTo>
                <a:lnTo>
                  <a:pt x="63091" y="9788"/>
                </a:lnTo>
                <a:lnTo>
                  <a:pt x="63928" y="10340"/>
                </a:lnTo>
                <a:lnTo>
                  <a:pt x="72232" y="23678"/>
                </a:lnTo>
                <a:lnTo>
                  <a:pt x="74652" y="38474"/>
                </a:lnTo>
                <a:close/>
              </a:path>
              <a:path w="75565" h="90170">
                <a:moveTo>
                  <a:pt x="65677" y="80117"/>
                </a:moveTo>
                <a:lnTo>
                  <a:pt x="51827" y="80117"/>
                </a:lnTo>
                <a:lnTo>
                  <a:pt x="58900" y="73950"/>
                </a:lnTo>
                <a:lnTo>
                  <a:pt x="61955" y="68405"/>
                </a:lnTo>
                <a:lnTo>
                  <a:pt x="73667" y="68405"/>
                </a:lnTo>
                <a:lnTo>
                  <a:pt x="69208" y="76825"/>
                </a:lnTo>
                <a:lnTo>
                  <a:pt x="65677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17097063" y="5316734"/>
            <a:ext cx="77470" cy="90170"/>
          </a:xfrm>
          <a:custGeom>
            <a:avLst/>
            <a:gdLst/>
            <a:ahLst/>
            <a:cxnLst/>
            <a:rect l="l" t="t" r="r" b="b"/>
            <a:pathLst>
              <a:path w="77469" h="90170">
                <a:moveTo>
                  <a:pt x="38587" y="89906"/>
                </a:moveTo>
                <a:lnTo>
                  <a:pt x="22962" y="86627"/>
                </a:lnTo>
                <a:lnTo>
                  <a:pt x="10764" y="77423"/>
                </a:lnTo>
                <a:lnTo>
                  <a:pt x="2830" y="63243"/>
                </a:lnTo>
                <a:lnTo>
                  <a:pt x="0" y="45037"/>
                </a:lnTo>
                <a:lnTo>
                  <a:pt x="2830" y="26710"/>
                </a:lnTo>
                <a:lnTo>
                  <a:pt x="10764" y="12483"/>
                </a:lnTo>
                <a:lnTo>
                  <a:pt x="22962" y="3273"/>
                </a:lnTo>
                <a:lnTo>
                  <a:pt x="38587" y="0"/>
                </a:lnTo>
                <a:lnTo>
                  <a:pt x="54203" y="3281"/>
                </a:lnTo>
                <a:lnTo>
                  <a:pt x="62796" y="9788"/>
                </a:lnTo>
                <a:lnTo>
                  <a:pt x="38587" y="9788"/>
                </a:lnTo>
                <a:lnTo>
                  <a:pt x="26754" y="12614"/>
                </a:lnTo>
                <a:lnTo>
                  <a:pt x="18098" y="20262"/>
                </a:lnTo>
                <a:lnTo>
                  <a:pt x="12784" y="31486"/>
                </a:lnTo>
                <a:lnTo>
                  <a:pt x="10976" y="45037"/>
                </a:lnTo>
                <a:lnTo>
                  <a:pt x="12776" y="58563"/>
                </a:lnTo>
                <a:lnTo>
                  <a:pt x="18077" y="69728"/>
                </a:lnTo>
                <a:lnTo>
                  <a:pt x="26730" y="77317"/>
                </a:lnTo>
                <a:lnTo>
                  <a:pt x="38587" y="80117"/>
                </a:lnTo>
                <a:lnTo>
                  <a:pt x="62839" y="80117"/>
                </a:lnTo>
                <a:lnTo>
                  <a:pt x="54227" y="86627"/>
                </a:lnTo>
                <a:lnTo>
                  <a:pt x="38587" y="89906"/>
                </a:lnTo>
                <a:close/>
              </a:path>
              <a:path w="77469" h="90170">
                <a:moveTo>
                  <a:pt x="62839" y="80117"/>
                </a:moveTo>
                <a:lnTo>
                  <a:pt x="38587" y="80117"/>
                </a:lnTo>
                <a:lnTo>
                  <a:pt x="50420" y="77317"/>
                </a:lnTo>
                <a:lnTo>
                  <a:pt x="59076" y="69728"/>
                </a:lnTo>
                <a:lnTo>
                  <a:pt x="64390" y="58563"/>
                </a:lnTo>
                <a:lnTo>
                  <a:pt x="66198" y="45037"/>
                </a:lnTo>
                <a:lnTo>
                  <a:pt x="64390" y="31486"/>
                </a:lnTo>
                <a:lnTo>
                  <a:pt x="59076" y="20262"/>
                </a:lnTo>
                <a:lnTo>
                  <a:pt x="50420" y="12614"/>
                </a:lnTo>
                <a:lnTo>
                  <a:pt x="38587" y="9788"/>
                </a:lnTo>
                <a:lnTo>
                  <a:pt x="62796" y="9788"/>
                </a:lnTo>
                <a:lnTo>
                  <a:pt x="66354" y="12483"/>
                </a:lnTo>
                <a:lnTo>
                  <a:pt x="66444" y="12614"/>
                </a:lnTo>
                <a:lnTo>
                  <a:pt x="74296" y="26734"/>
                </a:lnTo>
                <a:lnTo>
                  <a:pt x="77118" y="45037"/>
                </a:lnTo>
                <a:lnTo>
                  <a:pt x="74304" y="63243"/>
                </a:lnTo>
                <a:lnTo>
                  <a:pt x="66404" y="77423"/>
                </a:lnTo>
                <a:lnTo>
                  <a:pt x="62839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17185950" y="5297101"/>
            <a:ext cx="44450" cy="109220"/>
          </a:xfrm>
          <a:custGeom>
            <a:avLst/>
            <a:gdLst/>
            <a:ahLst/>
            <a:cxnLst/>
            <a:rect l="l" t="t" r="r" b="b"/>
            <a:pathLst>
              <a:path w="44450" h="109220">
                <a:moveTo>
                  <a:pt x="39379" y="108973"/>
                </a:moveTo>
                <a:lnTo>
                  <a:pt x="35702" y="108973"/>
                </a:lnTo>
                <a:lnTo>
                  <a:pt x="27383" y="107598"/>
                </a:lnTo>
                <a:lnTo>
                  <a:pt x="20114" y="103492"/>
                </a:lnTo>
                <a:lnTo>
                  <a:pt x="14967" y="96680"/>
                </a:lnTo>
                <a:lnTo>
                  <a:pt x="13013" y="87190"/>
                </a:lnTo>
                <a:lnTo>
                  <a:pt x="13013" y="30157"/>
                </a:lnTo>
                <a:lnTo>
                  <a:pt x="0" y="30157"/>
                </a:lnTo>
                <a:lnTo>
                  <a:pt x="0" y="20821"/>
                </a:lnTo>
                <a:lnTo>
                  <a:pt x="13013" y="20821"/>
                </a:lnTo>
                <a:lnTo>
                  <a:pt x="13013" y="0"/>
                </a:lnTo>
                <a:lnTo>
                  <a:pt x="23933" y="0"/>
                </a:lnTo>
                <a:lnTo>
                  <a:pt x="23933" y="20821"/>
                </a:lnTo>
                <a:lnTo>
                  <a:pt x="42208" y="20821"/>
                </a:lnTo>
                <a:lnTo>
                  <a:pt x="42208" y="30157"/>
                </a:lnTo>
                <a:lnTo>
                  <a:pt x="23933" y="30157"/>
                </a:lnTo>
                <a:lnTo>
                  <a:pt x="23933" y="95507"/>
                </a:lnTo>
                <a:lnTo>
                  <a:pt x="30044" y="98562"/>
                </a:lnTo>
                <a:lnTo>
                  <a:pt x="36720" y="98562"/>
                </a:lnTo>
                <a:lnTo>
                  <a:pt x="43906" y="98279"/>
                </a:lnTo>
                <a:lnTo>
                  <a:pt x="43906" y="108464"/>
                </a:lnTo>
                <a:lnTo>
                  <a:pt x="39379" y="10897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17247793" y="5316621"/>
            <a:ext cx="40640" cy="88265"/>
          </a:xfrm>
          <a:custGeom>
            <a:avLst/>
            <a:gdLst/>
            <a:ahLst/>
            <a:cxnLst/>
            <a:rect l="l" t="t" r="r" b="b"/>
            <a:pathLst>
              <a:path w="40640" h="88264">
                <a:moveTo>
                  <a:pt x="10919" y="88208"/>
                </a:moveTo>
                <a:lnTo>
                  <a:pt x="0" y="88208"/>
                </a:lnTo>
                <a:lnTo>
                  <a:pt x="0" y="1301"/>
                </a:lnTo>
                <a:lnTo>
                  <a:pt x="10637" y="1301"/>
                </a:lnTo>
                <a:lnTo>
                  <a:pt x="10637" y="14710"/>
                </a:lnTo>
                <a:lnTo>
                  <a:pt x="11372" y="14710"/>
                </a:lnTo>
                <a:lnTo>
                  <a:pt x="14986" y="8688"/>
                </a:lnTo>
                <a:lnTo>
                  <a:pt x="20383" y="4045"/>
                </a:lnTo>
                <a:lnTo>
                  <a:pt x="27158" y="1057"/>
                </a:lnTo>
                <a:lnTo>
                  <a:pt x="34910" y="0"/>
                </a:lnTo>
                <a:lnTo>
                  <a:pt x="40511" y="169"/>
                </a:lnTo>
                <a:lnTo>
                  <a:pt x="40511" y="11202"/>
                </a:lnTo>
                <a:lnTo>
                  <a:pt x="36833" y="10523"/>
                </a:lnTo>
                <a:lnTo>
                  <a:pt x="34061" y="10523"/>
                </a:lnTo>
                <a:lnTo>
                  <a:pt x="24812" y="12170"/>
                </a:lnTo>
                <a:lnTo>
                  <a:pt x="17483" y="16740"/>
                </a:lnTo>
                <a:lnTo>
                  <a:pt x="12658" y="23676"/>
                </a:lnTo>
                <a:lnTo>
                  <a:pt x="10919" y="32420"/>
                </a:lnTo>
                <a:lnTo>
                  <a:pt x="10919" y="8820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17298092" y="5316734"/>
            <a:ext cx="77470" cy="90170"/>
          </a:xfrm>
          <a:custGeom>
            <a:avLst/>
            <a:gdLst/>
            <a:ahLst/>
            <a:cxnLst/>
            <a:rect l="l" t="t" r="r" b="b"/>
            <a:pathLst>
              <a:path w="77469" h="90170">
                <a:moveTo>
                  <a:pt x="38587" y="89906"/>
                </a:moveTo>
                <a:lnTo>
                  <a:pt x="22962" y="86627"/>
                </a:lnTo>
                <a:lnTo>
                  <a:pt x="10764" y="77423"/>
                </a:lnTo>
                <a:lnTo>
                  <a:pt x="2830" y="63243"/>
                </a:lnTo>
                <a:lnTo>
                  <a:pt x="0" y="45037"/>
                </a:lnTo>
                <a:lnTo>
                  <a:pt x="2830" y="26710"/>
                </a:lnTo>
                <a:lnTo>
                  <a:pt x="10764" y="12483"/>
                </a:lnTo>
                <a:lnTo>
                  <a:pt x="22962" y="3273"/>
                </a:lnTo>
                <a:lnTo>
                  <a:pt x="38587" y="0"/>
                </a:lnTo>
                <a:lnTo>
                  <a:pt x="54203" y="3281"/>
                </a:lnTo>
                <a:lnTo>
                  <a:pt x="62796" y="9788"/>
                </a:lnTo>
                <a:lnTo>
                  <a:pt x="38587" y="9788"/>
                </a:lnTo>
                <a:lnTo>
                  <a:pt x="26754" y="12614"/>
                </a:lnTo>
                <a:lnTo>
                  <a:pt x="18098" y="20262"/>
                </a:lnTo>
                <a:lnTo>
                  <a:pt x="12784" y="31486"/>
                </a:lnTo>
                <a:lnTo>
                  <a:pt x="10976" y="45037"/>
                </a:lnTo>
                <a:lnTo>
                  <a:pt x="12776" y="58563"/>
                </a:lnTo>
                <a:lnTo>
                  <a:pt x="18077" y="69728"/>
                </a:lnTo>
                <a:lnTo>
                  <a:pt x="26730" y="77317"/>
                </a:lnTo>
                <a:lnTo>
                  <a:pt x="38587" y="80117"/>
                </a:lnTo>
                <a:lnTo>
                  <a:pt x="62839" y="80117"/>
                </a:lnTo>
                <a:lnTo>
                  <a:pt x="54227" y="86627"/>
                </a:lnTo>
                <a:lnTo>
                  <a:pt x="38587" y="89906"/>
                </a:lnTo>
                <a:close/>
              </a:path>
              <a:path w="77469" h="90170">
                <a:moveTo>
                  <a:pt x="62839" y="80117"/>
                </a:moveTo>
                <a:lnTo>
                  <a:pt x="38587" y="80117"/>
                </a:lnTo>
                <a:lnTo>
                  <a:pt x="50420" y="77317"/>
                </a:lnTo>
                <a:lnTo>
                  <a:pt x="59076" y="69728"/>
                </a:lnTo>
                <a:lnTo>
                  <a:pt x="64390" y="58563"/>
                </a:lnTo>
                <a:lnTo>
                  <a:pt x="66198" y="45037"/>
                </a:lnTo>
                <a:lnTo>
                  <a:pt x="64390" y="31486"/>
                </a:lnTo>
                <a:lnTo>
                  <a:pt x="59076" y="20262"/>
                </a:lnTo>
                <a:lnTo>
                  <a:pt x="50420" y="12614"/>
                </a:lnTo>
                <a:lnTo>
                  <a:pt x="38587" y="9788"/>
                </a:lnTo>
                <a:lnTo>
                  <a:pt x="62796" y="9788"/>
                </a:lnTo>
                <a:lnTo>
                  <a:pt x="66354" y="12483"/>
                </a:lnTo>
                <a:lnTo>
                  <a:pt x="66444" y="12614"/>
                </a:lnTo>
                <a:lnTo>
                  <a:pt x="74296" y="26734"/>
                </a:lnTo>
                <a:lnTo>
                  <a:pt x="77118" y="45037"/>
                </a:lnTo>
                <a:lnTo>
                  <a:pt x="74304" y="63243"/>
                </a:lnTo>
                <a:lnTo>
                  <a:pt x="66404" y="77423"/>
                </a:lnTo>
                <a:lnTo>
                  <a:pt x="62839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17394223" y="5316734"/>
            <a:ext cx="74295" cy="121285"/>
          </a:xfrm>
          <a:custGeom>
            <a:avLst/>
            <a:gdLst/>
            <a:ahLst/>
            <a:cxnLst/>
            <a:rect l="l" t="t" r="r" b="b"/>
            <a:pathLst>
              <a:path w="74294" h="121285">
                <a:moveTo>
                  <a:pt x="20034" y="17370"/>
                </a:moveTo>
                <a:lnTo>
                  <a:pt x="11881" y="17370"/>
                </a:lnTo>
                <a:lnTo>
                  <a:pt x="15197" y="11529"/>
                </a:lnTo>
                <a:lnTo>
                  <a:pt x="20326" y="5905"/>
                </a:lnTo>
                <a:lnTo>
                  <a:pt x="27810" y="1671"/>
                </a:lnTo>
                <a:lnTo>
                  <a:pt x="38191" y="0"/>
                </a:lnTo>
                <a:lnTo>
                  <a:pt x="52893" y="3215"/>
                </a:lnTo>
                <a:lnTo>
                  <a:pt x="61187" y="9844"/>
                </a:lnTo>
                <a:lnTo>
                  <a:pt x="36890" y="9844"/>
                </a:lnTo>
                <a:lnTo>
                  <a:pt x="25716" y="12402"/>
                </a:lnTo>
                <a:lnTo>
                  <a:pt x="20034" y="17370"/>
                </a:lnTo>
                <a:close/>
              </a:path>
              <a:path w="74294" h="121285">
                <a:moveTo>
                  <a:pt x="10919" y="120685"/>
                </a:moveTo>
                <a:lnTo>
                  <a:pt x="0" y="120685"/>
                </a:lnTo>
                <a:lnTo>
                  <a:pt x="0" y="1188"/>
                </a:lnTo>
                <a:lnTo>
                  <a:pt x="10637" y="1188"/>
                </a:lnTo>
                <a:lnTo>
                  <a:pt x="10637" y="17370"/>
                </a:lnTo>
                <a:lnTo>
                  <a:pt x="20034" y="17370"/>
                </a:lnTo>
                <a:lnTo>
                  <a:pt x="17518" y="19569"/>
                </a:lnTo>
                <a:lnTo>
                  <a:pt x="12471" y="30587"/>
                </a:lnTo>
                <a:lnTo>
                  <a:pt x="10750" y="44698"/>
                </a:lnTo>
                <a:lnTo>
                  <a:pt x="12495" y="58903"/>
                </a:lnTo>
                <a:lnTo>
                  <a:pt x="17582" y="70074"/>
                </a:lnTo>
                <a:lnTo>
                  <a:pt x="20154" y="72366"/>
                </a:lnTo>
                <a:lnTo>
                  <a:pt x="10919" y="72366"/>
                </a:lnTo>
                <a:lnTo>
                  <a:pt x="10919" y="120685"/>
                </a:lnTo>
                <a:close/>
              </a:path>
              <a:path w="74294" h="121285">
                <a:moveTo>
                  <a:pt x="61206" y="80004"/>
                </a:moveTo>
                <a:lnTo>
                  <a:pt x="36890" y="80004"/>
                </a:lnTo>
                <a:lnTo>
                  <a:pt x="48203" y="77280"/>
                </a:lnTo>
                <a:lnTo>
                  <a:pt x="56488" y="69798"/>
                </a:lnTo>
                <a:lnTo>
                  <a:pt x="61579" y="58593"/>
                </a:lnTo>
                <a:lnTo>
                  <a:pt x="63313" y="44698"/>
                </a:lnTo>
                <a:lnTo>
                  <a:pt x="61611" y="30945"/>
                </a:lnTo>
                <a:lnTo>
                  <a:pt x="56573" y="19887"/>
                </a:lnTo>
                <a:lnTo>
                  <a:pt x="48299" y="12521"/>
                </a:lnTo>
                <a:lnTo>
                  <a:pt x="36890" y="9844"/>
                </a:lnTo>
                <a:lnTo>
                  <a:pt x="61187" y="9844"/>
                </a:lnTo>
                <a:lnTo>
                  <a:pt x="64275" y="12313"/>
                </a:lnTo>
                <a:lnTo>
                  <a:pt x="71625" y="26471"/>
                </a:lnTo>
                <a:lnTo>
                  <a:pt x="74233" y="44868"/>
                </a:lnTo>
                <a:lnTo>
                  <a:pt x="71619" y="63315"/>
                </a:lnTo>
                <a:lnTo>
                  <a:pt x="64275" y="77529"/>
                </a:lnTo>
                <a:lnTo>
                  <a:pt x="61206" y="80004"/>
                </a:lnTo>
                <a:close/>
              </a:path>
              <a:path w="74294" h="121285">
                <a:moveTo>
                  <a:pt x="38361" y="89906"/>
                </a:moveTo>
                <a:lnTo>
                  <a:pt x="28017" y="88231"/>
                </a:lnTo>
                <a:lnTo>
                  <a:pt x="20453" y="83979"/>
                </a:lnTo>
                <a:lnTo>
                  <a:pt x="15223" y="78305"/>
                </a:lnTo>
                <a:lnTo>
                  <a:pt x="11881" y="72366"/>
                </a:lnTo>
                <a:lnTo>
                  <a:pt x="20154" y="72366"/>
                </a:lnTo>
                <a:lnTo>
                  <a:pt x="25788" y="77384"/>
                </a:lnTo>
                <a:lnTo>
                  <a:pt x="36890" y="80004"/>
                </a:lnTo>
                <a:lnTo>
                  <a:pt x="61206" y="80004"/>
                </a:lnTo>
                <a:lnTo>
                  <a:pt x="52941" y="86672"/>
                </a:lnTo>
                <a:lnTo>
                  <a:pt x="38361" y="8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17483053" y="5316734"/>
            <a:ext cx="75565" cy="90170"/>
          </a:xfrm>
          <a:custGeom>
            <a:avLst/>
            <a:gdLst/>
            <a:ahLst/>
            <a:cxnLst/>
            <a:rect l="l" t="t" r="r" b="b"/>
            <a:pathLst>
              <a:path w="75565" h="90170">
                <a:moveTo>
                  <a:pt x="39832" y="89906"/>
                </a:moveTo>
                <a:lnTo>
                  <a:pt x="23296" y="86629"/>
                </a:lnTo>
                <a:lnTo>
                  <a:pt x="10750" y="77444"/>
                </a:lnTo>
                <a:lnTo>
                  <a:pt x="2786" y="63315"/>
                </a:lnTo>
                <a:lnTo>
                  <a:pt x="0" y="45207"/>
                </a:lnTo>
                <a:lnTo>
                  <a:pt x="2803" y="26996"/>
                </a:lnTo>
                <a:lnTo>
                  <a:pt x="10672" y="12695"/>
                </a:lnTo>
                <a:lnTo>
                  <a:pt x="22795" y="3347"/>
                </a:lnTo>
                <a:lnTo>
                  <a:pt x="38361" y="0"/>
                </a:lnTo>
                <a:lnTo>
                  <a:pt x="52091" y="2539"/>
                </a:lnTo>
                <a:lnTo>
                  <a:pt x="63091" y="9788"/>
                </a:lnTo>
                <a:lnTo>
                  <a:pt x="38417" y="9788"/>
                </a:lnTo>
                <a:lnTo>
                  <a:pt x="27686" y="12066"/>
                </a:lnTo>
                <a:lnTo>
                  <a:pt x="19230" y="18254"/>
                </a:lnTo>
                <a:lnTo>
                  <a:pt x="13521" y="27380"/>
                </a:lnTo>
                <a:lnTo>
                  <a:pt x="11033" y="38474"/>
                </a:lnTo>
                <a:lnTo>
                  <a:pt x="74652" y="38474"/>
                </a:lnTo>
                <a:lnTo>
                  <a:pt x="75364" y="42831"/>
                </a:lnTo>
                <a:lnTo>
                  <a:pt x="75364" y="47980"/>
                </a:lnTo>
                <a:lnTo>
                  <a:pt x="10976" y="47980"/>
                </a:lnTo>
                <a:lnTo>
                  <a:pt x="13281" y="61260"/>
                </a:lnTo>
                <a:lnTo>
                  <a:pt x="19145" y="71390"/>
                </a:lnTo>
                <a:lnTo>
                  <a:pt x="28138" y="77849"/>
                </a:lnTo>
                <a:lnTo>
                  <a:pt x="39832" y="80117"/>
                </a:lnTo>
                <a:lnTo>
                  <a:pt x="65677" y="80117"/>
                </a:lnTo>
                <a:lnTo>
                  <a:pt x="61884" y="83653"/>
                </a:lnTo>
                <a:lnTo>
                  <a:pt x="51993" y="88233"/>
                </a:lnTo>
                <a:lnTo>
                  <a:pt x="39832" y="89906"/>
                </a:lnTo>
                <a:close/>
              </a:path>
              <a:path w="75565" h="90170">
                <a:moveTo>
                  <a:pt x="74652" y="38474"/>
                </a:moveTo>
                <a:lnTo>
                  <a:pt x="64275" y="38474"/>
                </a:lnTo>
                <a:lnTo>
                  <a:pt x="62415" y="27380"/>
                </a:lnTo>
                <a:lnTo>
                  <a:pt x="62290" y="26996"/>
                </a:lnTo>
                <a:lnTo>
                  <a:pt x="57054" y="18042"/>
                </a:lnTo>
                <a:lnTo>
                  <a:pt x="48879" y="11987"/>
                </a:lnTo>
                <a:lnTo>
                  <a:pt x="38417" y="9788"/>
                </a:lnTo>
                <a:lnTo>
                  <a:pt x="63091" y="9788"/>
                </a:lnTo>
                <a:lnTo>
                  <a:pt x="63928" y="10340"/>
                </a:lnTo>
                <a:lnTo>
                  <a:pt x="72232" y="23678"/>
                </a:lnTo>
                <a:lnTo>
                  <a:pt x="74652" y="38474"/>
                </a:lnTo>
                <a:close/>
              </a:path>
              <a:path w="75565" h="90170">
                <a:moveTo>
                  <a:pt x="65677" y="80117"/>
                </a:moveTo>
                <a:lnTo>
                  <a:pt x="51827" y="80117"/>
                </a:lnTo>
                <a:lnTo>
                  <a:pt x="58900" y="73950"/>
                </a:lnTo>
                <a:lnTo>
                  <a:pt x="61955" y="68405"/>
                </a:lnTo>
                <a:lnTo>
                  <a:pt x="73667" y="68405"/>
                </a:lnTo>
                <a:lnTo>
                  <a:pt x="69208" y="76825"/>
                </a:lnTo>
                <a:lnTo>
                  <a:pt x="65677" y="801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7573073" y="5316734"/>
            <a:ext cx="64769" cy="90170"/>
          </a:xfrm>
          <a:custGeom>
            <a:avLst/>
            <a:gdLst/>
            <a:ahLst/>
            <a:cxnLst/>
            <a:rect l="l" t="t" r="r" b="b"/>
            <a:pathLst>
              <a:path w="64769" h="90170">
                <a:moveTo>
                  <a:pt x="32081" y="89906"/>
                </a:moveTo>
                <a:lnTo>
                  <a:pt x="19605" y="88331"/>
                </a:lnTo>
                <a:lnTo>
                  <a:pt x="9972" y="83717"/>
                </a:lnTo>
                <a:lnTo>
                  <a:pt x="3373" y="76228"/>
                </a:lnTo>
                <a:lnTo>
                  <a:pt x="0" y="66029"/>
                </a:lnTo>
                <a:lnTo>
                  <a:pt x="11429" y="66029"/>
                </a:lnTo>
                <a:lnTo>
                  <a:pt x="13126" y="75478"/>
                </a:lnTo>
                <a:lnTo>
                  <a:pt x="20142" y="80287"/>
                </a:lnTo>
                <a:lnTo>
                  <a:pt x="31911" y="80287"/>
                </a:lnTo>
                <a:lnTo>
                  <a:pt x="40850" y="79206"/>
                </a:lnTo>
                <a:lnTo>
                  <a:pt x="47661" y="76135"/>
                </a:lnTo>
                <a:lnTo>
                  <a:pt x="52001" y="71336"/>
                </a:lnTo>
                <a:lnTo>
                  <a:pt x="53524" y="65067"/>
                </a:lnTo>
                <a:lnTo>
                  <a:pt x="53524" y="58164"/>
                </a:lnTo>
                <a:lnTo>
                  <a:pt x="48828" y="53355"/>
                </a:lnTo>
                <a:lnTo>
                  <a:pt x="25347" y="47810"/>
                </a:lnTo>
                <a:lnTo>
                  <a:pt x="15664" y="44363"/>
                </a:lnTo>
                <a:lnTo>
                  <a:pt x="8649" y="39287"/>
                </a:lnTo>
                <a:lnTo>
                  <a:pt x="4382" y="32716"/>
                </a:lnTo>
                <a:lnTo>
                  <a:pt x="2942" y="24782"/>
                </a:lnTo>
                <a:lnTo>
                  <a:pt x="5171" y="14791"/>
                </a:lnTo>
                <a:lnTo>
                  <a:pt x="11443" y="6938"/>
                </a:lnTo>
                <a:lnTo>
                  <a:pt x="21130" y="1811"/>
                </a:lnTo>
                <a:lnTo>
                  <a:pt x="33608" y="0"/>
                </a:lnTo>
                <a:lnTo>
                  <a:pt x="45214" y="1660"/>
                </a:lnTo>
                <a:lnTo>
                  <a:pt x="54232" y="6322"/>
                </a:lnTo>
                <a:lnTo>
                  <a:pt x="60406" y="13510"/>
                </a:lnTo>
                <a:lnTo>
                  <a:pt x="63483" y="22745"/>
                </a:lnTo>
                <a:lnTo>
                  <a:pt x="52619" y="22745"/>
                </a:lnTo>
                <a:lnTo>
                  <a:pt x="50752" y="14654"/>
                </a:lnTo>
                <a:lnTo>
                  <a:pt x="44302" y="9505"/>
                </a:lnTo>
                <a:lnTo>
                  <a:pt x="22009" y="9448"/>
                </a:lnTo>
                <a:lnTo>
                  <a:pt x="13862" y="15842"/>
                </a:lnTo>
                <a:lnTo>
                  <a:pt x="13862" y="30892"/>
                </a:lnTo>
                <a:lnTo>
                  <a:pt x="18841" y="35532"/>
                </a:lnTo>
                <a:lnTo>
                  <a:pt x="42661" y="41416"/>
                </a:lnTo>
                <a:lnTo>
                  <a:pt x="52339" y="44871"/>
                </a:lnTo>
                <a:lnTo>
                  <a:pt x="59232" y="49875"/>
                </a:lnTo>
                <a:lnTo>
                  <a:pt x="63356" y="56406"/>
                </a:lnTo>
                <a:lnTo>
                  <a:pt x="64727" y="64444"/>
                </a:lnTo>
                <a:lnTo>
                  <a:pt x="62522" y="74653"/>
                </a:lnTo>
                <a:lnTo>
                  <a:pt x="56127" y="82713"/>
                </a:lnTo>
                <a:lnTo>
                  <a:pt x="45870" y="88004"/>
                </a:lnTo>
                <a:lnTo>
                  <a:pt x="32081" y="89906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17652227" y="5283578"/>
            <a:ext cx="30480" cy="145415"/>
          </a:xfrm>
          <a:custGeom>
            <a:avLst/>
            <a:gdLst/>
            <a:ahLst/>
            <a:cxnLst/>
            <a:rect l="l" t="t" r="r" b="b"/>
            <a:pathLst>
              <a:path w="30480" h="145414">
                <a:moveTo>
                  <a:pt x="9901" y="144845"/>
                </a:moveTo>
                <a:lnTo>
                  <a:pt x="0" y="144845"/>
                </a:lnTo>
                <a:lnTo>
                  <a:pt x="7574" y="129909"/>
                </a:lnTo>
                <a:lnTo>
                  <a:pt x="13536" y="111965"/>
                </a:lnTo>
                <a:lnTo>
                  <a:pt x="17440" y="92355"/>
                </a:lnTo>
                <a:lnTo>
                  <a:pt x="18841" y="72422"/>
                </a:lnTo>
                <a:lnTo>
                  <a:pt x="17440" y="52489"/>
                </a:lnTo>
                <a:lnTo>
                  <a:pt x="13536" y="32880"/>
                </a:lnTo>
                <a:lnTo>
                  <a:pt x="7574" y="14936"/>
                </a:lnTo>
                <a:lnTo>
                  <a:pt x="0" y="0"/>
                </a:lnTo>
                <a:lnTo>
                  <a:pt x="9901" y="0"/>
                </a:lnTo>
                <a:lnTo>
                  <a:pt x="18547" y="16360"/>
                </a:lnTo>
                <a:lnTo>
                  <a:pt x="24881" y="33877"/>
                </a:lnTo>
                <a:lnTo>
                  <a:pt x="28774" y="52561"/>
                </a:lnTo>
                <a:lnTo>
                  <a:pt x="30100" y="72422"/>
                </a:lnTo>
                <a:lnTo>
                  <a:pt x="28774" y="92347"/>
                </a:lnTo>
                <a:lnTo>
                  <a:pt x="24881" y="111052"/>
                </a:lnTo>
                <a:lnTo>
                  <a:pt x="18547" y="128548"/>
                </a:lnTo>
                <a:lnTo>
                  <a:pt x="9901" y="14484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622599" y="5631768"/>
            <a:ext cx="77470" cy="132080"/>
          </a:xfrm>
          <a:custGeom>
            <a:avLst/>
            <a:gdLst/>
            <a:ahLst/>
            <a:cxnLst/>
            <a:rect l="l" t="t" r="r" b="b"/>
            <a:pathLst>
              <a:path w="77470" h="132079">
                <a:moveTo>
                  <a:pt x="77454" y="131641"/>
                </a:moveTo>
                <a:lnTo>
                  <a:pt x="61706" y="131641"/>
                </a:lnTo>
                <a:lnTo>
                  <a:pt x="23589" y="83239"/>
                </a:lnTo>
                <a:lnTo>
                  <a:pt x="12405" y="93781"/>
                </a:lnTo>
                <a:lnTo>
                  <a:pt x="12405" y="131641"/>
                </a:ln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78804"/>
                </a:lnTo>
                <a:lnTo>
                  <a:pt x="13884" y="78804"/>
                </a:lnTo>
                <a:lnTo>
                  <a:pt x="59264" y="32910"/>
                </a:lnTo>
                <a:lnTo>
                  <a:pt x="74819" y="32910"/>
                </a:lnTo>
                <a:lnTo>
                  <a:pt x="32781" y="75205"/>
                </a:lnTo>
                <a:lnTo>
                  <a:pt x="77454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713938" y="5625597"/>
            <a:ext cx="2511271" cy="157609"/>
          </a:xfrm>
          <a:prstGeom prst="rect">
            <a:avLst/>
          </a:prstGeom>
          <a:blipFill>
            <a:blip r:embed="rId1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3245393" y="5701317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4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3320920" y="5641024"/>
            <a:ext cx="148867" cy="124442"/>
          </a:xfrm>
          <a:prstGeom prst="rect">
            <a:avLst/>
          </a:prstGeom>
          <a:blipFill>
            <a:blip r:embed="rId1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3490163" y="5631768"/>
            <a:ext cx="76362" cy="131641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3588315" y="5663329"/>
            <a:ext cx="76040" cy="102330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3788412" y="5663329"/>
            <a:ext cx="87610" cy="102137"/>
          </a:xfrm>
          <a:prstGeom prst="rect">
            <a:avLst/>
          </a:prstGeom>
          <a:blipFill>
            <a:blip r:embed="rId1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3691160" y="5663393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3897621" y="5631768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585571" y="5995877"/>
            <a:ext cx="5656644" cy="174835"/>
          </a:xfrm>
          <a:prstGeom prst="rect">
            <a:avLst/>
          </a:prstGeom>
          <a:blipFill>
            <a:blip r:embed="rId1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585571" y="6366157"/>
            <a:ext cx="3557394" cy="174835"/>
          </a:xfrm>
          <a:prstGeom prst="rect">
            <a:avLst/>
          </a:prstGeom>
          <a:blipFill>
            <a:blip r:embed="rId1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4153250" y="6503968"/>
            <a:ext cx="81280" cy="12065"/>
          </a:xfrm>
          <a:custGeom>
            <a:avLst/>
            <a:gdLst/>
            <a:ahLst/>
            <a:cxnLst/>
            <a:rect l="l" t="t" r="r" b="b"/>
            <a:pathLst>
              <a:path w="81279" h="12065">
                <a:moveTo>
                  <a:pt x="81182" y="11505"/>
                </a:moveTo>
                <a:lnTo>
                  <a:pt x="0" y="11505"/>
                </a:lnTo>
                <a:lnTo>
                  <a:pt x="0" y="0"/>
                </a:lnTo>
                <a:lnTo>
                  <a:pt x="81182" y="0"/>
                </a:lnTo>
                <a:lnTo>
                  <a:pt x="81182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4245489" y="6370527"/>
            <a:ext cx="85090" cy="133985"/>
          </a:xfrm>
          <a:custGeom>
            <a:avLst/>
            <a:gdLst/>
            <a:ahLst/>
            <a:cxnLst/>
            <a:rect l="l" t="t" r="r" b="b"/>
            <a:pathLst>
              <a:path w="85089" h="133984">
                <a:moveTo>
                  <a:pt x="84525" y="133440"/>
                </a:moveTo>
                <a:lnTo>
                  <a:pt x="64" y="133440"/>
                </a:lnTo>
                <a:lnTo>
                  <a:pt x="0" y="123927"/>
                </a:lnTo>
                <a:lnTo>
                  <a:pt x="44480" y="75847"/>
                </a:lnTo>
                <a:lnTo>
                  <a:pt x="55349" y="63562"/>
                </a:lnTo>
                <a:lnTo>
                  <a:pt x="62783" y="53591"/>
                </a:lnTo>
                <a:lnTo>
                  <a:pt x="67059" y="44753"/>
                </a:lnTo>
                <a:lnTo>
                  <a:pt x="68455" y="35867"/>
                </a:lnTo>
                <a:lnTo>
                  <a:pt x="66315" y="25857"/>
                </a:lnTo>
                <a:lnTo>
                  <a:pt x="60493" y="18126"/>
                </a:lnTo>
                <a:lnTo>
                  <a:pt x="51742" y="13142"/>
                </a:lnTo>
                <a:lnTo>
                  <a:pt x="40816" y="11377"/>
                </a:lnTo>
                <a:lnTo>
                  <a:pt x="29541" y="13343"/>
                </a:lnTo>
                <a:lnTo>
                  <a:pt x="20906" y="18817"/>
                </a:lnTo>
                <a:lnTo>
                  <a:pt x="15380" y="27159"/>
                </a:lnTo>
                <a:lnTo>
                  <a:pt x="13434" y="37731"/>
                </a:lnTo>
                <a:lnTo>
                  <a:pt x="1157" y="37731"/>
                </a:lnTo>
                <a:lnTo>
                  <a:pt x="4114" y="22534"/>
                </a:lnTo>
                <a:lnTo>
                  <a:pt x="12477" y="10597"/>
                </a:lnTo>
                <a:lnTo>
                  <a:pt x="25191" y="2795"/>
                </a:lnTo>
                <a:lnTo>
                  <a:pt x="41202" y="0"/>
                </a:lnTo>
                <a:lnTo>
                  <a:pt x="57003" y="2756"/>
                </a:lnTo>
                <a:lnTo>
                  <a:pt x="69460" y="10340"/>
                </a:lnTo>
                <a:lnTo>
                  <a:pt x="77638" y="21720"/>
                </a:lnTo>
                <a:lnTo>
                  <a:pt x="80604" y="35867"/>
                </a:lnTo>
                <a:lnTo>
                  <a:pt x="79159" y="46452"/>
                </a:lnTo>
                <a:lnTo>
                  <a:pt x="74345" y="57255"/>
                </a:lnTo>
                <a:lnTo>
                  <a:pt x="65301" y="69817"/>
                </a:lnTo>
                <a:lnTo>
                  <a:pt x="51165" y="85682"/>
                </a:lnTo>
                <a:lnTo>
                  <a:pt x="18254" y="120970"/>
                </a:lnTo>
                <a:lnTo>
                  <a:pt x="18254" y="121870"/>
                </a:lnTo>
                <a:lnTo>
                  <a:pt x="84525" y="121870"/>
                </a:lnTo>
                <a:lnTo>
                  <a:pt x="84525" y="13344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589203" y="6736360"/>
            <a:ext cx="2859143" cy="174835"/>
          </a:xfrm>
          <a:prstGeom prst="rect">
            <a:avLst/>
          </a:prstGeom>
          <a:blipFill>
            <a:blip r:embed="rId1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3474958" y="6742531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3513975" y="6736360"/>
            <a:ext cx="140511" cy="157609"/>
          </a:xfrm>
          <a:prstGeom prst="rect">
            <a:avLst/>
          </a:prstGeom>
          <a:blipFill>
            <a:blip r:embed="rId1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3687910" y="6740731"/>
            <a:ext cx="88896" cy="135240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3799690" y="6855724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4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3842306" y="6742531"/>
            <a:ext cx="45085" cy="132080"/>
          </a:xfrm>
          <a:custGeom>
            <a:avLst/>
            <a:gdLst/>
            <a:ahLst/>
            <a:cxnLst/>
            <a:rect l="l" t="t" r="r" b="b"/>
            <a:pathLst>
              <a:path w="45085" h="132079">
                <a:moveTo>
                  <a:pt x="44930" y="131641"/>
                </a:moveTo>
                <a:lnTo>
                  <a:pt x="31946" y="131641"/>
                </a:lnTo>
                <a:lnTo>
                  <a:pt x="31946" y="13498"/>
                </a:lnTo>
                <a:lnTo>
                  <a:pt x="31174" y="13498"/>
                </a:lnTo>
                <a:lnTo>
                  <a:pt x="0" y="34067"/>
                </a:lnTo>
                <a:lnTo>
                  <a:pt x="0" y="20826"/>
                </a:lnTo>
                <a:lnTo>
                  <a:pt x="31496" y="0"/>
                </a:lnTo>
                <a:lnTo>
                  <a:pt x="44930" y="0"/>
                </a:lnTo>
                <a:lnTo>
                  <a:pt x="44930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3920661" y="6740731"/>
            <a:ext cx="88896" cy="135240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4029226" y="6740731"/>
            <a:ext cx="88896" cy="135240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4140877" y="6736360"/>
            <a:ext cx="241170" cy="157609"/>
          </a:xfrm>
          <a:prstGeom prst="rect">
            <a:avLst/>
          </a:prstGeom>
          <a:blipFill>
            <a:blip r:embed="rId1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4406216" y="6741374"/>
            <a:ext cx="118913" cy="134854"/>
          </a:xfrm>
          <a:prstGeom prst="rect">
            <a:avLst/>
          </a:prstGeom>
          <a:blipFill>
            <a:blip r:embed="rId1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4545763" y="6855724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4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4588379" y="6742531"/>
            <a:ext cx="45085" cy="132080"/>
          </a:xfrm>
          <a:custGeom>
            <a:avLst/>
            <a:gdLst/>
            <a:ahLst/>
            <a:cxnLst/>
            <a:rect l="l" t="t" r="r" b="b"/>
            <a:pathLst>
              <a:path w="45085" h="132079">
                <a:moveTo>
                  <a:pt x="44930" y="131641"/>
                </a:moveTo>
                <a:lnTo>
                  <a:pt x="31946" y="131641"/>
                </a:lnTo>
                <a:lnTo>
                  <a:pt x="31946" y="13498"/>
                </a:lnTo>
                <a:lnTo>
                  <a:pt x="31174" y="13498"/>
                </a:lnTo>
                <a:lnTo>
                  <a:pt x="0" y="34067"/>
                </a:lnTo>
                <a:lnTo>
                  <a:pt x="0" y="20826"/>
                </a:lnTo>
                <a:lnTo>
                  <a:pt x="31496" y="0"/>
                </a:lnTo>
                <a:lnTo>
                  <a:pt x="44930" y="0"/>
                </a:lnTo>
                <a:lnTo>
                  <a:pt x="44930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4667055" y="6740731"/>
            <a:ext cx="91403" cy="135240"/>
          </a:xfrm>
          <a:prstGeom prst="rect">
            <a:avLst/>
          </a:prstGeom>
          <a:blipFill>
            <a:blip r:embed="rId1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4781341" y="6742531"/>
            <a:ext cx="187948" cy="133440"/>
          </a:xfrm>
          <a:prstGeom prst="rect">
            <a:avLst/>
          </a:prstGeom>
          <a:blipFill>
            <a:blip r:embed="rId1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4991465" y="6740731"/>
            <a:ext cx="84525" cy="133440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585571" y="7145797"/>
            <a:ext cx="132715" cy="99060"/>
          </a:xfrm>
          <a:custGeom>
            <a:avLst/>
            <a:gdLst/>
            <a:ahLst/>
            <a:cxnLst/>
            <a:rect l="l" t="t" r="r" b="b"/>
            <a:pathLst>
              <a:path w="132715" h="99059">
                <a:moveTo>
                  <a:pt x="102394" y="98730"/>
                </a:moveTo>
                <a:lnTo>
                  <a:pt x="89731" y="98730"/>
                </a:lnTo>
                <a:lnTo>
                  <a:pt x="66720" y="18961"/>
                </a:lnTo>
                <a:lnTo>
                  <a:pt x="65434" y="18961"/>
                </a:lnTo>
                <a:lnTo>
                  <a:pt x="42551" y="98730"/>
                </a:lnTo>
                <a:lnTo>
                  <a:pt x="29760" y="98730"/>
                </a:lnTo>
                <a:lnTo>
                  <a:pt x="0" y="0"/>
                </a:lnTo>
                <a:lnTo>
                  <a:pt x="13048" y="0"/>
                </a:lnTo>
                <a:lnTo>
                  <a:pt x="35931" y="80218"/>
                </a:lnTo>
                <a:lnTo>
                  <a:pt x="36831" y="80218"/>
                </a:lnTo>
                <a:lnTo>
                  <a:pt x="59585" y="0"/>
                </a:lnTo>
                <a:lnTo>
                  <a:pt x="72762" y="0"/>
                </a:lnTo>
                <a:lnTo>
                  <a:pt x="95324" y="80025"/>
                </a:lnTo>
                <a:lnTo>
                  <a:pt x="96223" y="80025"/>
                </a:lnTo>
                <a:lnTo>
                  <a:pt x="119106" y="0"/>
                </a:lnTo>
                <a:lnTo>
                  <a:pt x="132155" y="0"/>
                </a:lnTo>
                <a:lnTo>
                  <a:pt x="102394" y="98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728654" y="7145797"/>
            <a:ext cx="132715" cy="99060"/>
          </a:xfrm>
          <a:custGeom>
            <a:avLst/>
            <a:gdLst/>
            <a:ahLst/>
            <a:cxnLst/>
            <a:rect l="l" t="t" r="r" b="b"/>
            <a:pathLst>
              <a:path w="132715" h="99059">
                <a:moveTo>
                  <a:pt x="102394" y="98730"/>
                </a:moveTo>
                <a:lnTo>
                  <a:pt x="89731" y="98730"/>
                </a:lnTo>
                <a:lnTo>
                  <a:pt x="66720" y="18961"/>
                </a:lnTo>
                <a:lnTo>
                  <a:pt x="65434" y="18961"/>
                </a:lnTo>
                <a:lnTo>
                  <a:pt x="42551" y="98730"/>
                </a:lnTo>
                <a:lnTo>
                  <a:pt x="29760" y="98730"/>
                </a:lnTo>
                <a:lnTo>
                  <a:pt x="0" y="0"/>
                </a:lnTo>
                <a:lnTo>
                  <a:pt x="13048" y="0"/>
                </a:lnTo>
                <a:lnTo>
                  <a:pt x="35931" y="80218"/>
                </a:lnTo>
                <a:lnTo>
                  <a:pt x="36831" y="80218"/>
                </a:lnTo>
                <a:lnTo>
                  <a:pt x="59585" y="0"/>
                </a:lnTo>
                <a:lnTo>
                  <a:pt x="72762" y="0"/>
                </a:lnTo>
                <a:lnTo>
                  <a:pt x="95324" y="80025"/>
                </a:lnTo>
                <a:lnTo>
                  <a:pt x="96223" y="80025"/>
                </a:lnTo>
                <a:lnTo>
                  <a:pt x="119106" y="0"/>
                </a:lnTo>
                <a:lnTo>
                  <a:pt x="132155" y="0"/>
                </a:lnTo>
                <a:lnTo>
                  <a:pt x="102394" y="98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871737" y="7145797"/>
            <a:ext cx="132715" cy="99060"/>
          </a:xfrm>
          <a:custGeom>
            <a:avLst/>
            <a:gdLst/>
            <a:ahLst/>
            <a:cxnLst/>
            <a:rect l="l" t="t" r="r" b="b"/>
            <a:pathLst>
              <a:path w="132715" h="99059">
                <a:moveTo>
                  <a:pt x="102394" y="98730"/>
                </a:moveTo>
                <a:lnTo>
                  <a:pt x="89731" y="98730"/>
                </a:lnTo>
                <a:lnTo>
                  <a:pt x="66720" y="18961"/>
                </a:lnTo>
                <a:lnTo>
                  <a:pt x="65434" y="18961"/>
                </a:lnTo>
                <a:lnTo>
                  <a:pt x="42551" y="98730"/>
                </a:lnTo>
                <a:lnTo>
                  <a:pt x="29760" y="98730"/>
                </a:lnTo>
                <a:lnTo>
                  <a:pt x="0" y="0"/>
                </a:lnTo>
                <a:lnTo>
                  <a:pt x="13048" y="0"/>
                </a:lnTo>
                <a:lnTo>
                  <a:pt x="35931" y="80218"/>
                </a:lnTo>
                <a:lnTo>
                  <a:pt x="36831" y="80218"/>
                </a:lnTo>
                <a:lnTo>
                  <a:pt x="59585" y="0"/>
                </a:lnTo>
                <a:lnTo>
                  <a:pt x="72762" y="0"/>
                </a:lnTo>
                <a:lnTo>
                  <a:pt x="95324" y="80025"/>
                </a:lnTo>
                <a:lnTo>
                  <a:pt x="96223" y="80025"/>
                </a:lnTo>
                <a:lnTo>
                  <a:pt x="119106" y="0"/>
                </a:lnTo>
                <a:lnTo>
                  <a:pt x="132155" y="0"/>
                </a:lnTo>
                <a:lnTo>
                  <a:pt x="102394" y="9873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1022404" y="7226079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4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1060263" y="7106780"/>
            <a:ext cx="51435" cy="137795"/>
          </a:xfrm>
          <a:custGeom>
            <a:avLst/>
            <a:gdLst/>
            <a:ahLst/>
            <a:cxnLst/>
            <a:rect l="l" t="t" r="r" b="b"/>
            <a:pathLst>
              <a:path w="51434" h="137795">
                <a:moveTo>
                  <a:pt x="27703" y="137747"/>
                </a:moveTo>
                <a:lnTo>
                  <a:pt x="15298" y="137747"/>
                </a:lnTo>
                <a:lnTo>
                  <a:pt x="15298" y="49622"/>
                </a:lnTo>
                <a:lnTo>
                  <a:pt x="0" y="49622"/>
                </a:lnTo>
                <a:lnTo>
                  <a:pt x="0" y="39016"/>
                </a:lnTo>
                <a:lnTo>
                  <a:pt x="15298" y="39016"/>
                </a:lnTo>
                <a:lnTo>
                  <a:pt x="15298" y="24875"/>
                </a:lnTo>
                <a:lnTo>
                  <a:pt x="17065" y="14453"/>
                </a:lnTo>
                <a:lnTo>
                  <a:pt x="22159" y="6628"/>
                </a:lnTo>
                <a:lnTo>
                  <a:pt x="30266" y="1708"/>
                </a:lnTo>
                <a:lnTo>
                  <a:pt x="41073" y="0"/>
                </a:lnTo>
                <a:lnTo>
                  <a:pt x="44480" y="0"/>
                </a:lnTo>
                <a:lnTo>
                  <a:pt x="48529" y="449"/>
                </a:lnTo>
                <a:lnTo>
                  <a:pt x="51358" y="1028"/>
                </a:lnTo>
                <a:lnTo>
                  <a:pt x="51358" y="12148"/>
                </a:lnTo>
                <a:lnTo>
                  <a:pt x="48465" y="11634"/>
                </a:lnTo>
                <a:lnTo>
                  <a:pt x="32781" y="11505"/>
                </a:lnTo>
                <a:lnTo>
                  <a:pt x="27703" y="16712"/>
                </a:lnTo>
                <a:lnTo>
                  <a:pt x="27703" y="39016"/>
                </a:lnTo>
                <a:lnTo>
                  <a:pt x="49429" y="39016"/>
                </a:lnTo>
                <a:lnTo>
                  <a:pt x="49429" y="49622"/>
                </a:lnTo>
                <a:lnTo>
                  <a:pt x="27703" y="49622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1124156" y="7144447"/>
            <a:ext cx="85725" cy="102235"/>
          </a:xfrm>
          <a:custGeom>
            <a:avLst/>
            <a:gdLst/>
            <a:ahLst/>
            <a:cxnLst/>
            <a:rect l="l" t="t" r="r" b="b"/>
            <a:pathLst>
              <a:path w="85725" h="102234">
                <a:moveTo>
                  <a:pt x="45251" y="102137"/>
                </a:moveTo>
                <a:lnTo>
                  <a:pt x="26466" y="98415"/>
                </a:lnTo>
                <a:lnTo>
                  <a:pt x="12212" y="87980"/>
                </a:lnTo>
                <a:lnTo>
                  <a:pt x="3165" y="71928"/>
                </a:lnTo>
                <a:lnTo>
                  <a:pt x="0" y="51358"/>
                </a:lnTo>
                <a:lnTo>
                  <a:pt x="3184" y="30669"/>
                </a:lnTo>
                <a:lnTo>
                  <a:pt x="12124" y="14422"/>
                </a:lnTo>
                <a:lnTo>
                  <a:pt x="25896" y="3803"/>
                </a:lnTo>
                <a:lnTo>
                  <a:pt x="43580" y="0"/>
                </a:lnTo>
                <a:lnTo>
                  <a:pt x="59178" y="2884"/>
                </a:lnTo>
                <a:lnTo>
                  <a:pt x="71675" y="11120"/>
                </a:lnTo>
                <a:lnTo>
                  <a:pt x="43644" y="11120"/>
                </a:lnTo>
                <a:lnTo>
                  <a:pt x="31452" y="13708"/>
                </a:lnTo>
                <a:lnTo>
                  <a:pt x="21846" y="20737"/>
                </a:lnTo>
                <a:lnTo>
                  <a:pt x="15361" y="31105"/>
                </a:lnTo>
                <a:lnTo>
                  <a:pt x="12534" y="43708"/>
                </a:lnTo>
                <a:lnTo>
                  <a:pt x="84808" y="43708"/>
                </a:lnTo>
                <a:lnTo>
                  <a:pt x="85618" y="48658"/>
                </a:lnTo>
                <a:lnTo>
                  <a:pt x="85618" y="54507"/>
                </a:lnTo>
                <a:lnTo>
                  <a:pt x="12469" y="54507"/>
                </a:lnTo>
                <a:lnTo>
                  <a:pt x="15088" y="69594"/>
                </a:lnTo>
                <a:lnTo>
                  <a:pt x="21750" y="81102"/>
                </a:lnTo>
                <a:lnTo>
                  <a:pt x="31967" y="88440"/>
                </a:lnTo>
                <a:lnTo>
                  <a:pt x="45251" y="91017"/>
                </a:lnTo>
                <a:lnTo>
                  <a:pt x="74612" y="91017"/>
                </a:lnTo>
                <a:lnTo>
                  <a:pt x="70303" y="95034"/>
                </a:lnTo>
                <a:lnTo>
                  <a:pt x="59067" y="100237"/>
                </a:lnTo>
                <a:lnTo>
                  <a:pt x="45251" y="102137"/>
                </a:lnTo>
                <a:close/>
              </a:path>
              <a:path w="85725" h="102234">
                <a:moveTo>
                  <a:pt x="84808" y="43708"/>
                </a:moveTo>
                <a:lnTo>
                  <a:pt x="73019" y="43708"/>
                </a:lnTo>
                <a:lnTo>
                  <a:pt x="70861" y="30834"/>
                </a:lnTo>
                <a:lnTo>
                  <a:pt x="64816" y="20496"/>
                </a:lnTo>
                <a:lnTo>
                  <a:pt x="55529" y="13617"/>
                </a:lnTo>
                <a:lnTo>
                  <a:pt x="43644" y="11120"/>
                </a:lnTo>
                <a:lnTo>
                  <a:pt x="71675" y="11120"/>
                </a:lnTo>
                <a:lnTo>
                  <a:pt x="72625" y="11746"/>
                </a:lnTo>
                <a:lnTo>
                  <a:pt x="82059" y="26900"/>
                </a:lnTo>
                <a:lnTo>
                  <a:pt x="84808" y="43708"/>
                </a:lnTo>
                <a:close/>
              </a:path>
              <a:path w="85725" h="102234">
                <a:moveTo>
                  <a:pt x="74612" y="91017"/>
                </a:moveTo>
                <a:lnTo>
                  <a:pt x="45251" y="91017"/>
                </a:lnTo>
                <a:lnTo>
                  <a:pt x="54439" y="89824"/>
                </a:lnTo>
                <a:lnTo>
                  <a:pt x="61626" y="86726"/>
                </a:lnTo>
                <a:lnTo>
                  <a:pt x="66909" y="82448"/>
                </a:lnTo>
                <a:lnTo>
                  <a:pt x="70384" y="77711"/>
                </a:lnTo>
                <a:lnTo>
                  <a:pt x="83689" y="77711"/>
                </a:lnTo>
                <a:lnTo>
                  <a:pt x="78623" y="87277"/>
                </a:lnTo>
                <a:lnTo>
                  <a:pt x="74612" y="91017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1231371" y="7144511"/>
            <a:ext cx="75655" cy="10001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1331002" y="7111730"/>
            <a:ext cx="114414" cy="132798"/>
          </a:xfrm>
          <a:prstGeom prst="rect">
            <a:avLst/>
          </a:prstGeom>
          <a:blipFill>
            <a:blip r:embed="rId1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1465600" y="7226079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4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1508923" y="7111730"/>
            <a:ext cx="18415" cy="133350"/>
          </a:xfrm>
          <a:custGeom>
            <a:avLst/>
            <a:gdLst/>
            <a:ahLst/>
            <a:cxnLst/>
            <a:rect l="l" t="t" r="r" b="b"/>
            <a:pathLst>
              <a:path w="18415" h="133350">
                <a:moveTo>
                  <a:pt x="13948" y="17290"/>
                </a:moveTo>
                <a:lnTo>
                  <a:pt x="4113" y="17290"/>
                </a:lnTo>
                <a:lnTo>
                  <a:pt x="0" y="13434"/>
                </a:lnTo>
                <a:lnTo>
                  <a:pt x="0" y="3856"/>
                </a:lnTo>
                <a:lnTo>
                  <a:pt x="4113" y="0"/>
                </a:lnTo>
                <a:lnTo>
                  <a:pt x="13948" y="0"/>
                </a:lnTo>
                <a:lnTo>
                  <a:pt x="18126" y="3856"/>
                </a:lnTo>
                <a:lnTo>
                  <a:pt x="18126" y="13434"/>
                </a:lnTo>
                <a:lnTo>
                  <a:pt x="13948" y="17290"/>
                </a:lnTo>
                <a:close/>
              </a:path>
              <a:path w="18415" h="133350">
                <a:moveTo>
                  <a:pt x="15233" y="132798"/>
                </a:moveTo>
                <a:lnTo>
                  <a:pt x="2763" y="132798"/>
                </a:lnTo>
                <a:lnTo>
                  <a:pt x="2763" y="34067"/>
                </a:lnTo>
                <a:lnTo>
                  <a:pt x="15233" y="34067"/>
                </a:lnTo>
                <a:lnTo>
                  <a:pt x="15233" y="132798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1550896" y="7106715"/>
            <a:ext cx="306026" cy="157609"/>
          </a:xfrm>
          <a:prstGeom prst="rect">
            <a:avLst/>
          </a:prstGeom>
          <a:blipFill>
            <a:blip r:embed="rId1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1877299" y="7112886"/>
            <a:ext cx="76362" cy="131641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1975452" y="7144447"/>
            <a:ext cx="76040" cy="102330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2078296" y="7144511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2175549" y="7144447"/>
            <a:ext cx="87610" cy="102137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2284757" y="7112886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2322359" y="7182435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80" h="12065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2397886" y="7112886"/>
            <a:ext cx="84332" cy="133697"/>
          </a:xfrm>
          <a:prstGeom prst="rect">
            <a:avLst/>
          </a:prstGeom>
          <a:blipFill>
            <a:blip r:embed="rId1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2506194" y="7144447"/>
            <a:ext cx="85618" cy="102137"/>
          </a:xfrm>
          <a:prstGeom prst="rect">
            <a:avLst/>
          </a:prstGeom>
          <a:blipFill>
            <a:blip r:embed="rId1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2613410" y="7112886"/>
            <a:ext cx="278516" cy="168665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2920915" y="7111730"/>
            <a:ext cx="344143" cy="135047"/>
          </a:xfrm>
          <a:prstGeom prst="rect">
            <a:avLst/>
          </a:prstGeom>
          <a:blipFill>
            <a:blip r:embed="rId1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3286656" y="7144511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3388665" y="7226079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4">
                <a:moveTo>
                  <a:pt x="15169" y="19411"/>
                </a:moveTo>
                <a:lnTo>
                  <a:pt x="4499" y="19411"/>
                </a:lnTo>
                <a:lnTo>
                  <a:pt x="0" y="15041"/>
                </a:lnTo>
                <a:lnTo>
                  <a:pt x="128" y="9705"/>
                </a:lnTo>
                <a:lnTo>
                  <a:pt x="0" y="4370"/>
                </a:lnTo>
                <a:lnTo>
                  <a:pt x="4499" y="0"/>
                </a:lnTo>
                <a:lnTo>
                  <a:pt x="15169" y="0"/>
                </a:lnTo>
                <a:lnTo>
                  <a:pt x="19540" y="4370"/>
                </a:lnTo>
                <a:lnTo>
                  <a:pt x="19540" y="150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3434624" y="7112886"/>
            <a:ext cx="144625" cy="133055"/>
          </a:xfrm>
          <a:prstGeom prst="rect">
            <a:avLst/>
          </a:prstGeom>
          <a:blipFill>
            <a:blip r:embed="rId2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3599625" y="7144511"/>
            <a:ext cx="126306" cy="100016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3752542" y="7112886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622599" y="7477071"/>
            <a:ext cx="3357039" cy="157609"/>
          </a:xfrm>
          <a:prstGeom prst="rect">
            <a:avLst/>
          </a:prstGeom>
          <a:blipFill>
            <a:blip r:embed="rId2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3994359" y="7552790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4069950" y="7482085"/>
            <a:ext cx="413563" cy="134854"/>
          </a:xfrm>
          <a:prstGeom prst="rect">
            <a:avLst/>
          </a:prstGeom>
          <a:blipFill>
            <a:blip r:embed="rId2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4503696" y="7477135"/>
            <a:ext cx="223944" cy="139804"/>
          </a:xfrm>
          <a:prstGeom prst="rect">
            <a:avLst/>
          </a:prstGeom>
          <a:blipFill>
            <a:blip r:embed="rId2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4749238" y="7514673"/>
            <a:ext cx="46355" cy="100330"/>
          </a:xfrm>
          <a:custGeom>
            <a:avLst/>
            <a:gdLst/>
            <a:ahLst/>
            <a:cxnLst/>
            <a:rect l="l" t="t" r="r" b="b"/>
            <a:pathLst>
              <a:path w="46354" h="100329">
                <a:moveTo>
                  <a:pt x="12405" y="100209"/>
                </a:moveTo>
                <a:lnTo>
                  <a:pt x="0" y="100209"/>
                </a:lnTo>
                <a:lnTo>
                  <a:pt x="0" y="1478"/>
                </a:lnTo>
                <a:lnTo>
                  <a:pt x="12084" y="1478"/>
                </a:lnTo>
                <a:lnTo>
                  <a:pt x="12084" y="16712"/>
                </a:lnTo>
                <a:lnTo>
                  <a:pt x="12919" y="16712"/>
                </a:lnTo>
                <a:lnTo>
                  <a:pt x="17025" y="9870"/>
                </a:lnTo>
                <a:lnTo>
                  <a:pt x="23156" y="4595"/>
                </a:lnTo>
                <a:lnTo>
                  <a:pt x="30853" y="1201"/>
                </a:lnTo>
                <a:lnTo>
                  <a:pt x="39659" y="0"/>
                </a:lnTo>
                <a:lnTo>
                  <a:pt x="46022" y="192"/>
                </a:lnTo>
                <a:lnTo>
                  <a:pt x="46022" y="12727"/>
                </a:lnTo>
                <a:lnTo>
                  <a:pt x="41844" y="11955"/>
                </a:lnTo>
                <a:lnTo>
                  <a:pt x="38695" y="11955"/>
                </a:lnTo>
                <a:lnTo>
                  <a:pt x="28187" y="13826"/>
                </a:lnTo>
                <a:lnTo>
                  <a:pt x="19861" y="19018"/>
                </a:lnTo>
                <a:lnTo>
                  <a:pt x="14380" y="26897"/>
                </a:lnTo>
                <a:lnTo>
                  <a:pt x="12405" y="36831"/>
                </a:lnTo>
                <a:lnTo>
                  <a:pt x="12405" y="10020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4809980" y="7552790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4885507" y="7492498"/>
            <a:ext cx="148867" cy="124442"/>
          </a:xfrm>
          <a:prstGeom prst="rect">
            <a:avLst/>
          </a:prstGeom>
          <a:blipFill>
            <a:blip r:embed="rId1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5054751" y="7483242"/>
            <a:ext cx="76362" cy="131641"/>
          </a:xfrm>
          <a:prstGeom prst="rect">
            <a:avLst/>
          </a:prstGeom>
          <a:blipFill>
            <a:blip r:embed="rId2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5152903" y="7514803"/>
            <a:ext cx="76040" cy="102330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5255747" y="7514866"/>
            <a:ext cx="75655" cy="10001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5353000" y="7514803"/>
            <a:ext cx="87610" cy="102137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5462208" y="7483242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05" y="131641"/>
                </a:moveTo>
                <a:lnTo>
                  <a:pt x="0" y="131641"/>
                </a:lnTo>
                <a:lnTo>
                  <a:pt x="0" y="0"/>
                </a:lnTo>
                <a:lnTo>
                  <a:pt x="12405" y="0"/>
                </a:lnTo>
                <a:lnTo>
                  <a:pt x="12405" y="131641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5499810" y="7552790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343" y="11505"/>
                </a:moveTo>
                <a:lnTo>
                  <a:pt x="0" y="11505"/>
                </a:lnTo>
                <a:lnTo>
                  <a:pt x="0" y="0"/>
                </a:lnTo>
                <a:lnTo>
                  <a:pt x="55343" y="0"/>
                </a:lnTo>
                <a:lnTo>
                  <a:pt x="55343" y="11505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5575337" y="7483242"/>
            <a:ext cx="84332" cy="133697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5683645" y="7514803"/>
            <a:ext cx="85618" cy="102137"/>
          </a:xfrm>
          <a:prstGeom prst="rect">
            <a:avLst/>
          </a:prstGeom>
          <a:blipFill>
            <a:blip r:embed="rId2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5790861" y="7483242"/>
            <a:ext cx="278516" cy="168665"/>
          </a:xfrm>
          <a:prstGeom prst="rect">
            <a:avLst/>
          </a:prstGeom>
          <a:blipFill>
            <a:blip r:embed="rId2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6098366" y="7482085"/>
            <a:ext cx="344143" cy="135047"/>
          </a:xfrm>
          <a:prstGeom prst="rect">
            <a:avLst/>
          </a:prstGeom>
          <a:blipFill>
            <a:blip r:embed="rId2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6464107" y="7514866"/>
            <a:ext cx="75655" cy="10001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8500897" y="1792462"/>
            <a:ext cx="578485" cy="264160"/>
          </a:xfrm>
          <a:custGeom>
            <a:avLst/>
            <a:gdLst/>
            <a:ahLst/>
            <a:cxnLst/>
            <a:rect l="l" t="t" r="r" b="b"/>
            <a:pathLst>
              <a:path w="578484" h="264160">
                <a:moveTo>
                  <a:pt x="562023" y="263701"/>
                </a:moveTo>
                <a:lnTo>
                  <a:pt x="578228" y="209930"/>
                </a:lnTo>
                <a:lnTo>
                  <a:pt x="313790" y="142899"/>
                </a:lnTo>
                <a:lnTo>
                  <a:pt x="317933" y="135579"/>
                </a:lnTo>
                <a:lnTo>
                  <a:pt x="321524" y="127983"/>
                </a:lnTo>
                <a:lnTo>
                  <a:pt x="324562" y="120111"/>
                </a:lnTo>
                <a:lnTo>
                  <a:pt x="327048" y="111962"/>
                </a:lnTo>
                <a:lnTo>
                  <a:pt x="565706" y="111962"/>
                </a:lnTo>
                <a:lnTo>
                  <a:pt x="565706" y="57454"/>
                </a:lnTo>
                <a:lnTo>
                  <a:pt x="326312" y="57454"/>
                </a:lnTo>
                <a:lnTo>
                  <a:pt x="326312" y="0"/>
                </a:lnTo>
                <a:lnTo>
                  <a:pt x="251916" y="0"/>
                </a:lnTo>
                <a:lnTo>
                  <a:pt x="251916" y="57454"/>
                </a:lnTo>
                <a:lnTo>
                  <a:pt x="11785" y="57454"/>
                </a:lnTo>
                <a:lnTo>
                  <a:pt x="11785" y="111962"/>
                </a:lnTo>
                <a:lnTo>
                  <a:pt x="250442" y="111962"/>
                </a:lnTo>
                <a:lnTo>
                  <a:pt x="229180" y="141102"/>
                </a:lnTo>
                <a:lnTo>
                  <a:pt x="195498" y="164615"/>
                </a:lnTo>
                <a:lnTo>
                  <a:pt x="152567" y="182768"/>
                </a:lnTo>
                <a:lnTo>
                  <a:pt x="103560" y="195825"/>
                </a:lnTo>
                <a:lnTo>
                  <a:pt x="51647" y="204054"/>
                </a:lnTo>
                <a:lnTo>
                  <a:pt x="0" y="207720"/>
                </a:lnTo>
                <a:lnTo>
                  <a:pt x="0" y="262965"/>
                </a:lnTo>
                <a:lnTo>
                  <a:pt x="50265" y="260008"/>
                </a:lnTo>
                <a:lnTo>
                  <a:pt x="100613" y="253307"/>
                </a:lnTo>
                <a:lnTo>
                  <a:pt x="149529" y="242800"/>
                </a:lnTo>
                <a:lnTo>
                  <a:pt x="195498" y="228426"/>
                </a:lnTo>
                <a:lnTo>
                  <a:pt x="237006" y="210124"/>
                </a:lnTo>
                <a:lnTo>
                  <a:pt x="272540" y="187832"/>
                </a:lnTo>
                <a:lnTo>
                  <a:pt x="562023" y="26370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8475853" y="2092993"/>
            <a:ext cx="628650" cy="346710"/>
          </a:xfrm>
          <a:custGeom>
            <a:avLst/>
            <a:gdLst/>
            <a:ahLst/>
            <a:cxnLst/>
            <a:rect l="l" t="t" r="r" b="b"/>
            <a:pathLst>
              <a:path w="628650" h="346710">
                <a:moveTo>
                  <a:pt x="628317" y="55981"/>
                </a:moveTo>
                <a:lnTo>
                  <a:pt x="628317" y="0"/>
                </a:lnTo>
                <a:lnTo>
                  <a:pt x="0" y="0"/>
                </a:lnTo>
                <a:lnTo>
                  <a:pt x="0" y="55981"/>
                </a:lnTo>
                <a:lnTo>
                  <a:pt x="276960" y="55981"/>
                </a:lnTo>
                <a:lnTo>
                  <a:pt x="276960" y="109016"/>
                </a:lnTo>
                <a:lnTo>
                  <a:pt x="41986" y="109016"/>
                </a:lnTo>
                <a:lnTo>
                  <a:pt x="41986" y="162051"/>
                </a:lnTo>
                <a:lnTo>
                  <a:pt x="513407" y="162051"/>
                </a:lnTo>
                <a:lnTo>
                  <a:pt x="513407" y="201827"/>
                </a:lnTo>
                <a:lnTo>
                  <a:pt x="43459" y="201827"/>
                </a:lnTo>
                <a:lnTo>
                  <a:pt x="43459" y="346200"/>
                </a:lnTo>
                <a:lnTo>
                  <a:pt x="595906" y="346200"/>
                </a:lnTo>
                <a:lnTo>
                  <a:pt x="595906" y="293165"/>
                </a:lnTo>
                <a:lnTo>
                  <a:pt x="114909" y="293165"/>
                </a:lnTo>
                <a:lnTo>
                  <a:pt x="114909" y="252652"/>
                </a:lnTo>
                <a:lnTo>
                  <a:pt x="584857" y="252652"/>
                </a:lnTo>
                <a:lnTo>
                  <a:pt x="584857" y="109016"/>
                </a:lnTo>
                <a:lnTo>
                  <a:pt x="350620" y="109016"/>
                </a:lnTo>
                <a:lnTo>
                  <a:pt x="350620" y="55981"/>
                </a:lnTo>
                <a:lnTo>
                  <a:pt x="628317" y="5598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9194771" y="1811613"/>
            <a:ext cx="436880" cy="597535"/>
          </a:xfrm>
          <a:custGeom>
            <a:avLst/>
            <a:gdLst/>
            <a:ahLst/>
            <a:cxnLst/>
            <a:rect l="l" t="t" r="r" b="b"/>
            <a:pathLst>
              <a:path w="436879" h="597535">
                <a:moveTo>
                  <a:pt x="253389" y="170890"/>
                </a:moveTo>
                <a:lnTo>
                  <a:pt x="413967" y="170890"/>
                </a:lnTo>
                <a:lnTo>
                  <a:pt x="413967" y="103123"/>
                </a:lnTo>
                <a:lnTo>
                  <a:pt x="254125" y="103123"/>
                </a:lnTo>
                <a:lnTo>
                  <a:pt x="254125" y="0"/>
                </a:lnTo>
                <a:lnTo>
                  <a:pt x="179729" y="0"/>
                </a:lnTo>
                <a:lnTo>
                  <a:pt x="179729" y="103123"/>
                </a:lnTo>
                <a:lnTo>
                  <a:pt x="11048" y="103123"/>
                </a:lnTo>
                <a:lnTo>
                  <a:pt x="11048" y="170890"/>
                </a:lnTo>
                <a:lnTo>
                  <a:pt x="179729" y="170890"/>
                </a:lnTo>
                <a:lnTo>
                  <a:pt x="174924" y="232681"/>
                </a:lnTo>
                <a:lnTo>
                  <a:pt x="166002" y="290429"/>
                </a:lnTo>
                <a:lnTo>
                  <a:pt x="153103" y="343472"/>
                </a:lnTo>
                <a:lnTo>
                  <a:pt x="136366" y="391150"/>
                </a:lnTo>
                <a:lnTo>
                  <a:pt x="115931" y="432801"/>
                </a:lnTo>
                <a:lnTo>
                  <a:pt x="91938" y="467766"/>
                </a:lnTo>
                <a:lnTo>
                  <a:pt x="64525" y="495383"/>
                </a:lnTo>
                <a:lnTo>
                  <a:pt x="0" y="525930"/>
                </a:lnTo>
                <a:lnTo>
                  <a:pt x="0" y="597380"/>
                </a:lnTo>
                <a:lnTo>
                  <a:pt x="45542" y="586822"/>
                </a:lnTo>
                <a:lnTo>
                  <a:pt x="87627" y="566442"/>
                </a:lnTo>
                <a:lnTo>
                  <a:pt x="125865" y="536610"/>
                </a:lnTo>
                <a:lnTo>
                  <a:pt x="159868" y="497693"/>
                </a:lnTo>
                <a:lnTo>
                  <a:pt x="189247" y="450060"/>
                </a:lnTo>
                <a:lnTo>
                  <a:pt x="213613" y="394079"/>
                </a:lnTo>
                <a:lnTo>
                  <a:pt x="381557" y="596643"/>
                </a:lnTo>
                <a:lnTo>
                  <a:pt x="436801" y="550237"/>
                </a:lnTo>
                <a:lnTo>
                  <a:pt x="236447" y="314526"/>
                </a:lnTo>
                <a:lnTo>
                  <a:pt x="242512" y="280689"/>
                </a:lnTo>
                <a:lnTo>
                  <a:pt x="247404" y="245470"/>
                </a:lnTo>
                <a:lnTo>
                  <a:pt x="251052" y="208871"/>
                </a:lnTo>
                <a:lnTo>
                  <a:pt x="253389" y="17089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9568962" y="1817506"/>
            <a:ext cx="208279" cy="629285"/>
          </a:xfrm>
          <a:custGeom>
            <a:avLst/>
            <a:gdLst/>
            <a:ahLst/>
            <a:cxnLst/>
            <a:rect l="l" t="t" r="r" b="b"/>
            <a:pathLst>
              <a:path w="208279" h="629285">
                <a:moveTo>
                  <a:pt x="134797" y="0"/>
                </a:moveTo>
                <a:lnTo>
                  <a:pt x="134797" y="266648"/>
                </a:lnTo>
                <a:lnTo>
                  <a:pt x="0" y="266648"/>
                </a:lnTo>
                <a:lnTo>
                  <a:pt x="0" y="335151"/>
                </a:lnTo>
                <a:lnTo>
                  <a:pt x="134797" y="335151"/>
                </a:lnTo>
                <a:lnTo>
                  <a:pt x="134797" y="629053"/>
                </a:lnTo>
                <a:lnTo>
                  <a:pt x="207720" y="629053"/>
                </a:lnTo>
                <a:lnTo>
                  <a:pt x="207720" y="0"/>
                </a:lnTo>
                <a:lnTo>
                  <a:pt x="13479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8475853" y="1792462"/>
            <a:ext cx="628650" cy="647065"/>
          </a:xfrm>
          <a:custGeom>
            <a:avLst/>
            <a:gdLst/>
            <a:ahLst/>
            <a:cxnLst/>
            <a:rect l="l" t="t" r="r" b="b"/>
            <a:pathLst>
              <a:path w="628650" h="647064">
                <a:moveTo>
                  <a:pt x="351356" y="57454"/>
                </a:moveTo>
                <a:lnTo>
                  <a:pt x="276960" y="57454"/>
                </a:lnTo>
                <a:lnTo>
                  <a:pt x="276960" y="0"/>
                </a:lnTo>
                <a:lnTo>
                  <a:pt x="351356" y="0"/>
                </a:lnTo>
                <a:lnTo>
                  <a:pt x="351356" y="57454"/>
                </a:lnTo>
                <a:close/>
              </a:path>
              <a:path w="628650" h="647064">
                <a:moveTo>
                  <a:pt x="590750" y="111962"/>
                </a:moveTo>
                <a:lnTo>
                  <a:pt x="36829" y="111962"/>
                </a:lnTo>
                <a:lnTo>
                  <a:pt x="36829" y="57454"/>
                </a:lnTo>
                <a:lnTo>
                  <a:pt x="590750" y="57454"/>
                </a:lnTo>
                <a:lnTo>
                  <a:pt x="590750" y="111962"/>
                </a:lnTo>
                <a:close/>
              </a:path>
              <a:path w="628650" h="647064">
                <a:moveTo>
                  <a:pt x="25044" y="262965"/>
                </a:moveTo>
                <a:lnTo>
                  <a:pt x="25044" y="207720"/>
                </a:lnTo>
                <a:lnTo>
                  <a:pt x="76691" y="204054"/>
                </a:lnTo>
                <a:lnTo>
                  <a:pt x="128604" y="195825"/>
                </a:lnTo>
                <a:lnTo>
                  <a:pt x="177611" y="182768"/>
                </a:lnTo>
                <a:lnTo>
                  <a:pt x="220542" y="164615"/>
                </a:lnTo>
                <a:lnTo>
                  <a:pt x="254224" y="141102"/>
                </a:lnTo>
                <a:lnTo>
                  <a:pt x="275487" y="111962"/>
                </a:lnTo>
                <a:lnTo>
                  <a:pt x="352093" y="111962"/>
                </a:lnTo>
                <a:lnTo>
                  <a:pt x="349607" y="120111"/>
                </a:lnTo>
                <a:lnTo>
                  <a:pt x="346568" y="127983"/>
                </a:lnTo>
                <a:lnTo>
                  <a:pt x="342977" y="135579"/>
                </a:lnTo>
                <a:lnTo>
                  <a:pt x="338834" y="142899"/>
                </a:lnTo>
                <a:lnTo>
                  <a:pt x="516095" y="187832"/>
                </a:lnTo>
                <a:lnTo>
                  <a:pt x="297585" y="187832"/>
                </a:lnTo>
                <a:lnTo>
                  <a:pt x="262051" y="210124"/>
                </a:lnTo>
                <a:lnTo>
                  <a:pt x="220542" y="228426"/>
                </a:lnTo>
                <a:lnTo>
                  <a:pt x="174573" y="242800"/>
                </a:lnTo>
                <a:lnTo>
                  <a:pt x="125657" y="253307"/>
                </a:lnTo>
                <a:lnTo>
                  <a:pt x="75310" y="260008"/>
                </a:lnTo>
                <a:lnTo>
                  <a:pt x="25044" y="262965"/>
                </a:lnTo>
                <a:close/>
              </a:path>
              <a:path w="628650" h="647064">
                <a:moveTo>
                  <a:pt x="587067" y="263701"/>
                </a:moveTo>
                <a:lnTo>
                  <a:pt x="297585" y="187832"/>
                </a:lnTo>
                <a:lnTo>
                  <a:pt x="516095" y="187832"/>
                </a:lnTo>
                <a:lnTo>
                  <a:pt x="603272" y="209930"/>
                </a:lnTo>
                <a:lnTo>
                  <a:pt x="587067" y="263701"/>
                </a:lnTo>
                <a:close/>
              </a:path>
              <a:path w="628650" h="647064">
                <a:moveTo>
                  <a:pt x="628317" y="356512"/>
                </a:moveTo>
                <a:lnTo>
                  <a:pt x="0" y="356512"/>
                </a:lnTo>
                <a:lnTo>
                  <a:pt x="0" y="300531"/>
                </a:lnTo>
                <a:lnTo>
                  <a:pt x="628317" y="300531"/>
                </a:lnTo>
                <a:lnTo>
                  <a:pt x="628317" y="356512"/>
                </a:lnTo>
                <a:close/>
              </a:path>
              <a:path w="628650" h="647064">
                <a:moveTo>
                  <a:pt x="350620" y="409547"/>
                </a:moveTo>
                <a:lnTo>
                  <a:pt x="276960" y="409547"/>
                </a:lnTo>
                <a:lnTo>
                  <a:pt x="276960" y="356512"/>
                </a:lnTo>
                <a:lnTo>
                  <a:pt x="350620" y="356512"/>
                </a:lnTo>
                <a:lnTo>
                  <a:pt x="350620" y="409547"/>
                </a:lnTo>
                <a:close/>
              </a:path>
              <a:path w="628650" h="647064">
                <a:moveTo>
                  <a:pt x="595906" y="646732"/>
                </a:moveTo>
                <a:lnTo>
                  <a:pt x="43459" y="646732"/>
                </a:lnTo>
                <a:lnTo>
                  <a:pt x="43459" y="502359"/>
                </a:lnTo>
                <a:lnTo>
                  <a:pt x="513408" y="502359"/>
                </a:lnTo>
                <a:lnTo>
                  <a:pt x="513408" y="462582"/>
                </a:lnTo>
                <a:lnTo>
                  <a:pt x="41986" y="462582"/>
                </a:lnTo>
                <a:lnTo>
                  <a:pt x="41986" y="409547"/>
                </a:lnTo>
                <a:lnTo>
                  <a:pt x="584857" y="409547"/>
                </a:lnTo>
                <a:lnTo>
                  <a:pt x="584857" y="553184"/>
                </a:lnTo>
                <a:lnTo>
                  <a:pt x="114909" y="553184"/>
                </a:lnTo>
                <a:lnTo>
                  <a:pt x="114909" y="593697"/>
                </a:lnTo>
                <a:lnTo>
                  <a:pt x="595906" y="593697"/>
                </a:lnTo>
                <a:lnTo>
                  <a:pt x="595906" y="646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8500897" y="1792462"/>
            <a:ext cx="578485" cy="264160"/>
          </a:xfrm>
          <a:custGeom>
            <a:avLst/>
            <a:gdLst/>
            <a:ahLst/>
            <a:cxnLst/>
            <a:rect l="l" t="t" r="r" b="b"/>
            <a:pathLst>
              <a:path w="578484" h="264160">
                <a:moveTo>
                  <a:pt x="562023" y="263701"/>
                </a:moveTo>
                <a:lnTo>
                  <a:pt x="578228" y="209930"/>
                </a:lnTo>
                <a:lnTo>
                  <a:pt x="313790" y="142899"/>
                </a:lnTo>
                <a:lnTo>
                  <a:pt x="317933" y="135579"/>
                </a:lnTo>
                <a:lnTo>
                  <a:pt x="321524" y="127983"/>
                </a:lnTo>
                <a:lnTo>
                  <a:pt x="324562" y="120111"/>
                </a:lnTo>
                <a:lnTo>
                  <a:pt x="327048" y="111962"/>
                </a:lnTo>
                <a:lnTo>
                  <a:pt x="565706" y="111962"/>
                </a:lnTo>
                <a:lnTo>
                  <a:pt x="565706" y="57454"/>
                </a:lnTo>
                <a:lnTo>
                  <a:pt x="326312" y="57454"/>
                </a:lnTo>
                <a:lnTo>
                  <a:pt x="326312" y="0"/>
                </a:lnTo>
                <a:lnTo>
                  <a:pt x="251916" y="0"/>
                </a:lnTo>
                <a:lnTo>
                  <a:pt x="251916" y="57454"/>
                </a:lnTo>
                <a:lnTo>
                  <a:pt x="11785" y="57454"/>
                </a:lnTo>
                <a:lnTo>
                  <a:pt x="11785" y="111962"/>
                </a:lnTo>
                <a:lnTo>
                  <a:pt x="250442" y="111962"/>
                </a:lnTo>
                <a:lnTo>
                  <a:pt x="229180" y="141102"/>
                </a:lnTo>
                <a:lnTo>
                  <a:pt x="195498" y="164615"/>
                </a:lnTo>
                <a:lnTo>
                  <a:pt x="152567" y="182768"/>
                </a:lnTo>
                <a:lnTo>
                  <a:pt x="103560" y="195825"/>
                </a:lnTo>
                <a:lnTo>
                  <a:pt x="51647" y="204054"/>
                </a:lnTo>
                <a:lnTo>
                  <a:pt x="0" y="207720"/>
                </a:lnTo>
                <a:lnTo>
                  <a:pt x="0" y="262965"/>
                </a:lnTo>
                <a:lnTo>
                  <a:pt x="50265" y="260008"/>
                </a:lnTo>
                <a:lnTo>
                  <a:pt x="100613" y="253307"/>
                </a:lnTo>
                <a:lnTo>
                  <a:pt x="149529" y="242800"/>
                </a:lnTo>
                <a:lnTo>
                  <a:pt x="195498" y="228426"/>
                </a:lnTo>
                <a:lnTo>
                  <a:pt x="237006" y="210124"/>
                </a:lnTo>
                <a:lnTo>
                  <a:pt x="272540" y="187832"/>
                </a:lnTo>
                <a:lnTo>
                  <a:pt x="562023" y="26370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8475853" y="2092993"/>
            <a:ext cx="628650" cy="346710"/>
          </a:xfrm>
          <a:custGeom>
            <a:avLst/>
            <a:gdLst/>
            <a:ahLst/>
            <a:cxnLst/>
            <a:rect l="l" t="t" r="r" b="b"/>
            <a:pathLst>
              <a:path w="628650" h="346710">
                <a:moveTo>
                  <a:pt x="628317" y="55981"/>
                </a:moveTo>
                <a:lnTo>
                  <a:pt x="628317" y="0"/>
                </a:lnTo>
                <a:lnTo>
                  <a:pt x="0" y="0"/>
                </a:lnTo>
                <a:lnTo>
                  <a:pt x="0" y="55981"/>
                </a:lnTo>
                <a:lnTo>
                  <a:pt x="276960" y="55981"/>
                </a:lnTo>
                <a:lnTo>
                  <a:pt x="276960" y="109016"/>
                </a:lnTo>
                <a:lnTo>
                  <a:pt x="41986" y="109016"/>
                </a:lnTo>
                <a:lnTo>
                  <a:pt x="41986" y="162051"/>
                </a:lnTo>
                <a:lnTo>
                  <a:pt x="513407" y="162051"/>
                </a:lnTo>
                <a:lnTo>
                  <a:pt x="513407" y="201827"/>
                </a:lnTo>
                <a:lnTo>
                  <a:pt x="43459" y="201827"/>
                </a:lnTo>
                <a:lnTo>
                  <a:pt x="43459" y="346200"/>
                </a:lnTo>
                <a:lnTo>
                  <a:pt x="595906" y="346200"/>
                </a:lnTo>
                <a:lnTo>
                  <a:pt x="595906" y="293165"/>
                </a:lnTo>
                <a:lnTo>
                  <a:pt x="114909" y="293165"/>
                </a:lnTo>
                <a:lnTo>
                  <a:pt x="114909" y="252652"/>
                </a:lnTo>
                <a:lnTo>
                  <a:pt x="584857" y="252652"/>
                </a:lnTo>
                <a:lnTo>
                  <a:pt x="584857" y="109016"/>
                </a:lnTo>
                <a:lnTo>
                  <a:pt x="350620" y="109016"/>
                </a:lnTo>
                <a:lnTo>
                  <a:pt x="350620" y="55981"/>
                </a:lnTo>
                <a:lnTo>
                  <a:pt x="628317" y="55981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9194771" y="1811613"/>
            <a:ext cx="582295" cy="635000"/>
          </a:xfrm>
          <a:custGeom>
            <a:avLst/>
            <a:gdLst/>
            <a:ahLst/>
            <a:cxnLst/>
            <a:rect l="l" t="t" r="r" b="b"/>
            <a:pathLst>
              <a:path w="582295" h="635000">
                <a:moveTo>
                  <a:pt x="254125" y="103123"/>
                </a:moveTo>
                <a:lnTo>
                  <a:pt x="179729" y="103123"/>
                </a:lnTo>
                <a:lnTo>
                  <a:pt x="179729" y="0"/>
                </a:lnTo>
                <a:lnTo>
                  <a:pt x="254125" y="0"/>
                </a:lnTo>
                <a:lnTo>
                  <a:pt x="254125" y="103123"/>
                </a:lnTo>
                <a:close/>
              </a:path>
              <a:path w="582295" h="635000">
                <a:moveTo>
                  <a:pt x="581911" y="634946"/>
                </a:moveTo>
                <a:lnTo>
                  <a:pt x="508988" y="634946"/>
                </a:lnTo>
                <a:lnTo>
                  <a:pt x="508988" y="341044"/>
                </a:lnTo>
                <a:lnTo>
                  <a:pt x="374191" y="341044"/>
                </a:lnTo>
                <a:lnTo>
                  <a:pt x="374191" y="272540"/>
                </a:lnTo>
                <a:lnTo>
                  <a:pt x="508988" y="272540"/>
                </a:lnTo>
                <a:lnTo>
                  <a:pt x="508988" y="5892"/>
                </a:lnTo>
                <a:lnTo>
                  <a:pt x="581911" y="5892"/>
                </a:lnTo>
                <a:lnTo>
                  <a:pt x="581911" y="634946"/>
                </a:lnTo>
                <a:close/>
              </a:path>
              <a:path w="582295" h="635000">
                <a:moveTo>
                  <a:pt x="413967" y="170890"/>
                </a:moveTo>
                <a:lnTo>
                  <a:pt x="11048" y="170890"/>
                </a:lnTo>
                <a:lnTo>
                  <a:pt x="11048" y="103123"/>
                </a:lnTo>
                <a:lnTo>
                  <a:pt x="413967" y="103123"/>
                </a:lnTo>
                <a:lnTo>
                  <a:pt x="413967" y="170890"/>
                </a:lnTo>
                <a:close/>
              </a:path>
              <a:path w="582295" h="635000">
                <a:moveTo>
                  <a:pt x="0" y="597380"/>
                </a:moveTo>
                <a:lnTo>
                  <a:pt x="0" y="525930"/>
                </a:lnTo>
                <a:lnTo>
                  <a:pt x="33832" y="514991"/>
                </a:lnTo>
                <a:lnTo>
                  <a:pt x="64525" y="495383"/>
                </a:lnTo>
                <a:lnTo>
                  <a:pt x="91938" y="467766"/>
                </a:lnTo>
                <a:lnTo>
                  <a:pt x="115931" y="432801"/>
                </a:lnTo>
                <a:lnTo>
                  <a:pt x="136366" y="391150"/>
                </a:lnTo>
                <a:lnTo>
                  <a:pt x="153103" y="343472"/>
                </a:lnTo>
                <a:lnTo>
                  <a:pt x="166002" y="290429"/>
                </a:lnTo>
                <a:lnTo>
                  <a:pt x="174924" y="232681"/>
                </a:lnTo>
                <a:lnTo>
                  <a:pt x="179729" y="170890"/>
                </a:lnTo>
                <a:lnTo>
                  <a:pt x="253389" y="170890"/>
                </a:lnTo>
                <a:lnTo>
                  <a:pt x="251052" y="208871"/>
                </a:lnTo>
                <a:lnTo>
                  <a:pt x="247404" y="245470"/>
                </a:lnTo>
                <a:lnTo>
                  <a:pt x="242513" y="280689"/>
                </a:lnTo>
                <a:lnTo>
                  <a:pt x="236447" y="314526"/>
                </a:lnTo>
                <a:lnTo>
                  <a:pt x="304067" y="394079"/>
                </a:lnTo>
                <a:lnTo>
                  <a:pt x="213613" y="394079"/>
                </a:lnTo>
                <a:lnTo>
                  <a:pt x="189247" y="450060"/>
                </a:lnTo>
                <a:lnTo>
                  <a:pt x="159868" y="497693"/>
                </a:lnTo>
                <a:lnTo>
                  <a:pt x="125865" y="536610"/>
                </a:lnTo>
                <a:lnTo>
                  <a:pt x="87627" y="566442"/>
                </a:lnTo>
                <a:lnTo>
                  <a:pt x="45542" y="586822"/>
                </a:lnTo>
                <a:lnTo>
                  <a:pt x="0" y="597380"/>
                </a:lnTo>
                <a:close/>
              </a:path>
              <a:path w="582295" h="635000">
                <a:moveTo>
                  <a:pt x="381557" y="596643"/>
                </a:moveTo>
                <a:lnTo>
                  <a:pt x="213613" y="394079"/>
                </a:lnTo>
                <a:lnTo>
                  <a:pt x="304067" y="394079"/>
                </a:lnTo>
                <a:lnTo>
                  <a:pt x="436801" y="550237"/>
                </a:lnTo>
                <a:lnTo>
                  <a:pt x="381557" y="596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9194771" y="1811613"/>
            <a:ext cx="436880" cy="597535"/>
          </a:xfrm>
          <a:custGeom>
            <a:avLst/>
            <a:gdLst/>
            <a:ahLst/>
            <a:cxnLst/>
            <a:rect l="l" t="t" r="r" b="b"/>
            <a:pathLst>
              <a:path w="436879" h="597535">
                <a:moveTo>
                  <a:pt x="253389" y="170890"/>
                </a:moveTo>
                <a:lnTo>
                  <a:pt x="413967" y="170890"/>
                </a:lnTo>
                <a:lnTo>
                  <a:pt x="413967" y="103123"/>
                </a:lnTo>
                <a:lnTo>
                  <a:pt x="254125" y="103123"/>
                </a:lnTo>
                <a:lnTo>
                  <a:pt x="254125" y="0"/>
                </a:lnTo>
                <a:lnTo>
                  <a:pt x="179729" y="0"/>
                </a:lnTo>
                <a:lnTo>
                  <a:pt x="179729" y="103123"/>
                </a:lnTo>
                <a:lnTo>
                  <a:pt x="11048" y="103123"/>
                </a:lnTo>
                <a:lnTo>
                  <a:pt x="11048" y="170890"/>
                </a:lnTo>
                <a:lnTo>
                  <a:pt x="179729" y="170890"/>
                </a:lnTo>
                <a:lnTo>
                  <a:pt x="174924" y="232681"/>
                </a:lnTo>
                <a:lnTo>
                  <a:pt x="166002" y="290429"/>
                </a:lnTo>
                <a:lnTo>
                  <a:pt x="153103" y="343472"/>
                </a:lnTo>
                <a:lnTo>
                  <a:pt x="136366" y="391150"/>
                </a:lnTo>
                <a:lnTo>
                  <a:pt x="115931" y="432801"/>
                </a:lnTo>
                <a:lnTo>
                  <a:pt x="91938" y="467766"/>
                </a:lnTo>
                <a:lnTo>
                  <a:pt x="64525" y="495383"/>
                </a:lnTo>
                <a:lnTo>
                  <a:pt x="0" y="525930"/>
                </a:lnTo>
                <a:lnTo>
                  <a:pt x="0" y="597380"/>
                </a:lnTo>
                <a:lnTo>
                  <a:pt x="45542" y="586822"/>
                </a:lnTo>
                <a:lnTo>
                  <a:pt x="87627" y="566442"/>
                </a:lnTo>
                <a:lnTo>
                  <a:pt x="125865" y="536610"/>
                </a:lnTo>
                <a:lnTo>
                  <a:pt x="159868" y="497693"/>
                </a:lnTo>
                <a:lnTo>
                  <a:pt x="189247" y="450060"/>
                </a:lnTo>
                <a:lnTo>
                  <a:pt x="213613" y="394079"/>
                </a:lnTo>
                <a:lnTo>
                  <a:pt x="381557" y="596643"/>
                </a:lnTo>
                <a:lnTo>
                  <a:pt x="436801" y="550237"/>
                </a:lnTo>
                <a:lnTo>
                  <a:pt x="236447" y="314526"/>
                </a:lnTo>
                <a:lnTo>
                  <a:pt x="242512" y="280689"/>
                </a:lnTo>
                <a:lnTo>
                  <a:pt x="247404" y="245470"/>
                </a:lnTo>
                <a:lnTo>
                  <a:pt x="251052" y="208871"/>
                </a:lnTo>
                <a:lnTo>
                  <a:pt x="253389" y="17089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9568962" y="1817506"/>
            <a:ext cx="208279" cy="629285"/>
          </a:xfrm>
          <a:custGeom>
            <a:avLst/>
            <a:gdLst/>
            <a:ahLst/>
            <a:cxnLst/>
            <a:rect l="l" t="t" r="r" b="b"/>
            <a:pathLst>
              <a:path w="208279" h="629285">
                <a:moveTo>
                  <a:pt x="134797" y="0"/>
                </a:moveTo>
                <a:lnTo>
                  <a:pt x="134797" y="266648"/>
                </a:lnTo>
                <a:lnTo>
                  <a:pt x="0" y="266648"/>
                </a:lnTo>
                <a:lnTo>
                  <a:pt x="0" y="335151"/>
                </a:lnTo>
                <a:lnTo>
                  <a:pt x="134797" y="335151"/>
                </a:lnTo>
                <a:lnTo>
                  <a:pt x="134797" y="629053"/>
                </a:lnTo>
                <a:lnTo>
                  <a:pt x="207720" y="629053"/>
                </a:lnTo>
                <a:lnTo>
                  <a:pt x="207720" y="0"/>
                </a:lnTo>
                <a:lnTo>
                  <a:pt x="134797" y="0"/>
                </a:lnTo>
                <a:close/>
              </a:path>
            </a:pathLst>
          </a:custGeom>
          <a:ln w="14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612502" y="7851151"/>
            <a:ext cx="3539245" cy="177407"/>
          </a:xfrm>
          <a:prstGeom prst="rect">
            <a:avLst/>
          </a:prstGeom>
          <a:blipFill>
            <a:blip r:embed="rId2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4166510" y="7927090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504" y="11539"/>
                </a:moveTo>
                <a:lnTo>
                  <a:pt x="0" y="11539"/>
                </a:lnTo>
                <a:lnTo>
                  <a:pt x="0" y="0"/>
                </a:lnTo>
                <a:lnTo>
                  <a:pt x="55504" y="0"/>
                </a:lnTo>
                <a:lnTo>
                  <a:pt x="55504" y="1153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4242256" y="7866622"/>
            <a:ext cx="149300" cy="124804"/>
          </a:xfrm>
          <a:prstGeom prst="rect">
            <a:avLst/>
          </a:prstGeom>
          <a:blipFill>
            <a:blip r:embed="rId1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4411992" y="7857339"/>
            <a:ext cx="76584" cy="132023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4510430" y="7888992"/>
            <a:ext cx="76261" cy="102627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4613573" y="7889056"/>
            <a:ext cx="75875" cy="10030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4711108" y="7888992"/>
            <a:ext cx="87865" cy="102434"/>
          </a:xfrm>
          <a:prstGeom prst="rect">
            <a:avLst/>
          </a:prstGeom>
          <a:blipFill>
            <a:blip r:embed="rId1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4820634" y="7857339"/>
            <a:ext cx="12700" cy="132080"/>
          </a:xfrm>
          <a:custGeom>
            <a:avLst/>
            <a:gdLst/>
            <a:ahLst/>
            <a:cxnLst/>
            <a:rect l="l" t="t" r="r" b="b"/>
            <a:pathLst>
              <a:path w="12700" h="132079">
                <a:moveTo>
                  <a:pt x="12441" y="132023"/>
                </a:moveTo>
                <a:lnTo>
                  <a:pt x="0" y="132023"/>
                </a:lnTo>
                <a:lnTo>
                  <a:pt x="0" y="0"/>
                </a:lnTo>
                <a:lnTo>
                  <a:pt x="12441" y="0"/>
                </a:lnTo>
                <a:lnTo>
                  <a:pt x="12441" y="13202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4858346" y="7927090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504" y="11539"/>
                </a:moveTo>
                <a:lnTo>
                  <a:pt x="0" y="11539"/>
                </a:lnTo>
                <a:lnTo>
                  <a:pt x="0" y="0"/>
                </a:lnTo>
                <a:lnTo>
                  <a:pt x="55504" y="0"/>
                </a:lnTo>
                <a:lnTo>
                  <a:pt x="55504" y="1153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4934286" y="7888992"/>
            <a:ext cx="76261" cy="102627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5034399" y="7866622"/>
            <a:ext cx="345337" cy="124804"/>
          </a:xfrm>
          <a:prstGeom prst="rect">
            <a:avLst/>
          </a:prstGeom>
          <a:blipFill>
            <a:blip r:embed="rId2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5400172" y="7888863"/>
            <a:ext cx="145174" cy="102563"/>
          </a:xfrm>
          <a:prstGeom prst="rect">
            <a:avLst/>
          </a:prstGeom>
          <a:blipFill>
            <a:blip r:embed="rId2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5567007" y="7856179"/>
            <a:ext cx="222854" cy="170315"/>
          </a:xfrm>
          <a:prstGeom prst="rect">
            <a:avLst/>
          </a:prstGeom>
          <a:blipFill>
            <a:blip r:embed="rId2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5809395" y="7927090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504" y="11539"/>
                </a:moveTo>
                <a:lnTo>
                  <a:pt x="0" y="11539"/>
                </a:lnTo>
                <a:lnTo>
                  <a:pt x="0" y="0"/>
                </a:lnTo>
                <a:lnTo>
                  <a:pt x="55504" y="0"/>
                </a:lnTo>
                <a:lnTo>
                  <a:pt x="55504" y="1153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5890169" y="7856179"/>
            <a:ext cx="226271" cy="170315"/>
          </a:xfrm>
          <a:prstGeom prst="rect">
            <a:avLst/>
          </a:prstGeom>
          <a:blipFill>
            <a:blip r:embed="rId2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6140357" y="7851215"/>
            <a:ext cx="422373" cy="177342"/>
          </a:xfrm>
          <a:prstGeom prst="rect">
            <a:avLst/>
          </a:prstGeom>
          <a:blipFill>
            <a:blip r:embed="rId1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6586002" y="7855534"/>
            <a:ext cx="279132" cy="145368"/>
          </a:xfrm>
          <a:prstGeom prst="rect">
            <a:avLst/>
          </a:prstGeom>
          <a:blipFill>
            <a:blip r:embed="rId2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6885054" y="7857339"/>
            <a:ext cx="84513" cy="132023"/>
          </a:xfrm>
          <a:prstGeom prst="rect">
            <a:avLst/>
          </a:prstGeom>
          <a:blipFill>
            <a:blip r:embed="rId1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6991808" y="7855534"/>
            <a:ext cx="84771" cy="133828"/>
          </a:xfrm>
          <a:prstGeom prst="rect">
            <a:avLst/>
          </a:prstGeom>
          <a:blipFill>
            <a:blip r:embed="rId2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7096498" y="7857339"/>
            <a:ext cx="84513" cy="132023"/>
          </a:xfrm>
          <a:prstGeom prst="rect">
            <a:avLst/>
          </a:prstGeom>
          <a:blipFill>
            <a:blip r:embed="rId1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7203252" y="7855534"/>
            <a:ext cx="84771" cy="133828"/>
          </a:xfrm>
          <a:prstGeom prst="rect">
            <a:avLst/>
          </a:prstGeom>
          <a:blipFill>
            <a:blip r:embed="rId2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7313100" y="7855534"/>
            <a:ext cx="88832" cy="135633"/>
          </a:xfrm>
          <a:prstGeom prst="rect">
            <a:avLst/>
          </a:prstGeom>
          <a:blipFill>
            <a:blip r:embed="rId2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7421530" y="7857339"/>
            <a:ext cx="84513" cy="132023"/>
          </a:xfrm>
          <a:prstGeom prst="rect">
            <a:avLst/>
          </a:prstGeom>
          <a:blipFill>
            <a:blip r:embed="rId1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7528026" y="7857339"/>
            <a:ext cx="85351" cy="133828"/>
          </a:xfrm>
          <a:prstGeom prst="rect">
            <a:avLst/>
          </a:prstGeom>
          <a:blipFill>
            <a:blip r:embed="rId1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7634522" y="7855535"/>
            <a:ext cx="91668" cy="135633"/>
          </a:xfrm>
          <a:prstGeom prst="rect">
            <a:avLst/>
          </a:prstGeom>
          <a:blipFill>
            <a:blip r:embed="rId1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612502" y="8187056"/>
            <a:ext cx="3908821" cy="177407"/>
          </a:xfrm>
          <a:prstGeom prst="rect">
            <a:avLst/>
          </a:prstGeom>
          <a:blipFill>
            <a:blip r:embed="rId2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4540857" y="8187120"/>
            <a:ext cx="154199" cy="138148"/>
          </a:xfrm>
          <a:prstGeom prst="rect">
            <a:avLst/>
          </a:prstGeom>
          <a:blipFill>
            <a:blip r:embed="rId2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4716717" y="8224897"/>
            <a:ext cx="307110" cy="102434"/>
          </a:xfrm>
          <a:prstGeom prst="rect">
            <a:avLst/>
          </a:prstGeom>
          <a:blipFill>
            <a:blip r:embed="rId2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5044069" y="8193244"/>
            <a:ext cx="84577" cy="134086"/>
          </a:xfrm>
          <a:prstGeom prst="rect">
            <a:avLst/>
          </a:prstGeom>
          <a:blipFill>
            <a:blip r:embed="rId2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5155077" y="8192084"/>
            <a:ext cx="18415" cy="133350"/>
          </a:xfrm>
          <a:custGeom>
            <a:avLst/>
            <a:gdLst/>
            <a:ahLst/>
            <a:cxnLst/>
            <a:rect l="l" t="t" r="r" b="b"/>
            <a:pathLst>
              <a:path w="18414" h="133350">
                <a:moveTo>
                  <a:pt x="13988" y="17341"/>
                </a:moveTo>
                <a:lnTo>
                  <a:pt x="4125" y="17341"/>
                </a:lnTo>
                <a:lnTo>
                  <a:pt x="0" y="13473"/>
                </a:lnTo>
                <a:lnTo>
                  <a:pt x="0" y="3867"/>
                </a:lnTo>
                <a:lnTo>
                  <a:pt x="4125" y="0"/>
                </a:lnTo>
                <a:lnTo>
                  <a:pt x="13988" y="0"/>
                </a:lnTo>
                <a:lnTo>
                  <a:pt x="18179" y="3867"/>
                </a:lnTo>
                <a:lnTo>
                  <a:pt x="18179" y="13473"/>
                </a:lnTo>
                <a:lnTo>
                  <a:pt x="13988" y="17341"/>
                </a:lnTo>
                <a:close/>
              </a:path>
              <a:path w="18414" h="133350">
                <a:moveTo>
                  <a:pt x="15278" y="133184"/>
                </a:moveTo>
                <a:lnTo>
                  <a:pt x="2771" y="133184"/>
                </a:lnTo>
                <a:lnTo>
                  <a:pt x="2771" y="34166"/>
                </a:lnTo>
                <a:lnTo>
                  <a:pt x="15278" y="34166"/>
                </a:lnTo>
                <a:lnTo>
                  <a:pt x="15278" y="133184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5192338" y="8224897"/>
            <a:ext cx="76261" cy="102627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5290453" y="8224897"/>
            <a:ext cx="84577" cy="13956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5401848" y="8224768"/>
            <a:ext cx="133764" cy="102757"/>
          </a:xfrm>
          <a:prstGeom prst="rect">
            <a:avLst/>
          </a:prstGeom>
          <a:blipFill>
            <a:blip r:embed="rId2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5562494" y="8224961"/>
            <a:ext cx="126673" cy="100307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5714438" y="8262995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504" y="11539"/>
                </a:moveTo>
                <a:lnTo>
                  <a:pt x="0" y="11539"/>
                </a:lnTo>
                <a:lnTo>
                  <a:pt x="0" y="0"/>
                </a:lnTo>
                <a:lnTo>
                  <a:pt x="55504" y="0"/>
                </a:lnTo>
                <a:lnTo>
                  <a:pt x="55504" y="1153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5790184" y="8187120"/>
            <a:ext cx="224595" cy="140211"/>
          </a:xfrm>
          <a:prstGeom prst="rect">
            <a:avLst/>
          </a:prstGeom>
          <a:blipFill>
            <a:blip r:embed="rId2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6042371" y="8193244"/>
            <a:ext cx="84577" cy="134086"/>
          </a:xfrm>
          <a:prstGeom prst="rect">
            <a:avLst/>
          </a:prstGeom>
          <a:blipFill>
            <a:blip r:embed="rId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6146030" y="8192084"/>
            <a:ext cx="124932" cy="135247"/>
          </a:xfrm>
          <a:prstGeom prst="rect">
            <a:avLst/>
          </a:prstGeom>
          <a:blipFill>
            <a:blip r:embed="rId2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6291204" y="8262995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504" y="11539"/>
                </a:moveTo>
                <a:lnTo>
                  <a:pt x="0" y="11539"/>
                </a:lnTo>
                <a:lnTo>
                  <a:pt x="0" y="0"/>
                </a:lnTo>
                <a:lnTo>
                  <a:pt x="55504" y="0"/>
                </a:lnTo>
                <a:lnTo>
                  <a:pt x="55504" y="1153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6366951" y="8202528"/>
            <a:ext cx="149300" cy="124804"/>
          </a:xfrm>
          <a:prstGeom prst="rect">
            <a:avLst/>
          </a:prstGeom>
          <a:blipFill>
            <a:blip r:embed="rId1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6536687" y="8193244"/>
            <a:ext cx="76584" cy="132023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6635124" y="8224897"/>
            <a:ext cx="76261" cy="102627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6738268" y="8224961"/>
            <a:ext cx="75875" cy="100307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6835803" y="8224897"/>
            <a:ext cx="87865" cy="102434"/>
          </a:xfrm>
          <a:prstGeom prst="rect">
            <a:avLst/>
          </a:prstGeom>
          <a:blipFill>
            <a:blip r:embed="rId1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6945328" y="8192084"/>
            <a:ext cx="1641982" cy="170315"/>
          </a:xfrm>
          <a:prstGeom prst="rect">
            <a:avLst/>
          </a:prstGeom>
          <a:blipFill>
            <a:blip r:embed="rId2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8607618" y="8262995"/>
            <a:ext cx="55880" cy="12065"/>
          </a:xfrm>
          <a:custGeom>
            <a:avLst/>
            <a:gdLst/>
            <a:ahLst/>
            <a:cxnLst/>
            <a:rect l="l" t="t" r="r" b="b"/>
            <a:pathLst>
              <a:path w="55879" h="12065">
                <a:moveTo>
                  <a:pt x="55504" y="11539"/>
                </a:moveTo>
                <a:lnTo>
                  <a:pt x="0" y="11539"/>
                </a:lnTo>
                <a:lnTo>
                  <a:pt x="0" y="0"/>
                </a:lnTo>
                <a:lnTo>
                  <a:pt x="55504" y="0"/>
                </a:lnTo>
                <a:lnTo>
                  <a:pt x="55504" y="11539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8685039" y="8193244"/>
            <a:ext cx="45085" cy="132080"/>
          </a:xfrm>
          <a:custGeom>
            <a:avLst/>
            <a:gdLst/>
            <a:ahLst/>
            <a:cxnLst/>
            <a:rect l="l" t="t" r="r" b="b"/>
            <a:pathLst>
              <a:path w="45084" h="132079">
                <a:moveTo>
                  <a:pt x="45060" y="132023"/>
                </a:moveTo>
                <a:lnTo>
                  <a:pt x="32038" y="132023"/>
                </a:lnTo>
                <a:lnTo>
                  <a:pt x="32038" y="13537"/>
                </a:lnTo>
                <a:lnTo>
                  <a:pt x="31265" y="13537"/>
                </a:lnTo>
                <a:lnTo>
                  <a:pt x="0" y="34166"/>
                </a:lnTo>
                <a:lnTo>
                  <a:pt x="0" y="20886"/>
                </a:lnTo>
                <a:lnTo>
                  <a:pt x="31587" y="0"/>
                </a:lnTo>
                <a:lnTo>
                  <a:pt x="45060" y="0"/>
                </a:lnTo>
                <a:lnTo>
                  <a:pt x="45060" y="132023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8766458" y="8187120"/>
            <a:ext cx="367256" cy="177342"/>
          </a:xfrm>
          <a:prstGeom prst="rect">
            <a:avLst/>
          </a:prstGeom>
          <a:blipFill>
            <a:blip r:embed="rId2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9156986" y="8191439"/>
            <a:ext cx="283064" cy="145368"/>
          </a:xfrm>
          <a:prstGeom prst="rect">
            <a:avLst/>
          </a:prstGeom>
          <a:blipFill>
            <a:blip r:embed="rId2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9464805" y="8191439"/>
            <a:ext cx="88832" cy="135633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9576459" y="8191440"/>
            <a:ext cx="90121" cy="135633"/>
          </a:xfrm>
          <a:prstGeom prst="rect">
            <a:avLst/>
          </a:prstGeom>
          <a:blipFill>
            <a:blip r:embed="rId2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9690368" y="8191439"/>
            <a:ext cx="84771" cy="133828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9800216" y="8191439"/>
            <a:ext cx="88832" cy="135633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9913673" y="8193244"/>
            <a:ext cx="85351" cy="133828"/>
          </a:xfrm>
          <a:prstGeom prst="rect">
            <a:avLst/>
          </a:prstGeom>
          <a:blipFill>
            <a:blip r:embed="rId1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10022813" y="8191439"/>
            <a:ext cx="88832" cy="135633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10136399" y="8191439"/>
            <a:ext cx="88832" cy="135633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10248053" y="8191440"/>
            <a:ext cx="90121" cy="135633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</TotalTime>
  <Words>296</Words>
  <Application>Microsoft Office PowerPoint</Application>
  <PresentationFormat>사용자 지정</PresentationFormat>
  <Paragraphs>162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Google Sans Text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신 강현</cp:lastModifiedBy>
  <cp:revision>2</cp:revision>
  <dcterms:created xsi:type="dcterms:W3CDTF">2026-05-25T06:24:46Z</dcterms:created>
  <dcterms:modified xsi:type="dcterms:W3CDTF">2026-05-26T06:51:43Z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2026-05-25T00:00:00Z</vt:filetime>
  </property>
</Properties>
</file>